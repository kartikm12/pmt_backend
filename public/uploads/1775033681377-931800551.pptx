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33.png"/><Relationship Id="rId8" Type="http://schemas.openxmlformats.org/officeDocument/2006/relationships/image" Target="../media/image46.png"/><Relationship Id="rId9" Type="http://schemas.openxmlformats.org/officeDocument/2006/relationships/image" Target="../media/image5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53.png"/><Relationship Id="rId10" Type="http://schemas.openxmlformats.org/officeDocument/2006/relationships/image" Target="../media/image33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30.png"/><Relationship Id="rId5" Type="http://schemas.openxmlformats.org/officeDocument/2006/relationships/image" Target="../media/image65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61.png"/><Relationship Id="rId15" Type="http://schemas.openxmlformats.org/officeDocument/2006/relationships/image" Target="../media/image41.png"/><Relationship Id="rId16" Type="http://schemas.openxmlformats.org/officeDocument/2006/relationships/image" Target="../media/image33.png"/><Relationship Id="rId17" Type="http://schemas.openxmlformats.org/officeDocument/2006/relationships/image" Target="../media/image7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74.png"/><Relationship Id="rId7" Type="http://schemas.openxmlformats.org/officeDocument/2006/relationships/image" Target="../media/image33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6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33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1.png"/><Relationship Id="rId12" Type="http://schemas.openxmlformats.org/officeDocument/2006/relationships/image" Target="../media/image8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74.png"/><Relationship Id="rId6" Type="http://schemas.openxmlformats.org/officeDocument/2006/relationships/image" Target="../media/image33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74.png"/><Relationship Id="rId7" Type="http://schemas.openxmlformats.org/officeDocument/2006/relationships/image" Target="../media/image33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0.png"/><Relationship Id="rId6" Type="http://schemas.openxmlformats.org/officeDocument/2006/relationships/image" Target="../media/image33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74.png"/><Relationship Id="rId8" Type="http://schemas.openxmlformats.org/officeDocument/2006/relationships/image" Target="../media/image33.png"/><Relationship Id="rId9" Type="http://schemas.openxmlformats.org/officeDocument/2006/relationships/image" Target="../media/image111.png"/><Relationship Id="rId10" Type="http://schemas.openxmlformats.org/officeDocument/2006/relationships/image" Target="../media/image104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74.png"/><Relationship Id="rId5" Type="http://schemas.openxmlformats.org/officeDocument/2006/relationships/image" Target="../media/image33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30.png"/><Relationship Id="rId5" Type="http://schemas.openxmlformats.org/officeDocument/2006/relationships/image" Target="../media/image120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121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8.png"/><Relationship Id="rId3" Type="http://schemas.openxmlformats.org/officeDocument/2006/relationships/image" Target="../media/image122.png"/><Relationship Id="rId4" Type="http://schemas.openxmlformats.org/officeDocument/2006/relationships/image" Target="../media/image67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73.png"/><Relationship Id="rId13" Type="http://schemas.openxmlformats.org/officeDocument/2006/relationships/image" Target="../media/image41.png"/><Relationship Id="rId14" Type="http://schemas.openxmlformats.org/officeDocument/2006/relationships/image" Target="../media/image33.png"/><Relationship Id="rId15" Type="http://schemas.openxmlformats.org/officeDocument/2006/relationships/image" Target="../media/image128.png"/><Relationship Id="rId16" Type="http://schemas.openxmlformats.org/officeDocument/2006/relationships/image" Target="../media/image12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29.png"/><Relationship Id="rId6" Type="http://schemas.openxmlformats.org/officeDocument/2006/relationships/image" Target="../media/image33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3.png"/><Relationship Id="rId6" Type="http://schemas.openxmlformats.org/officeDocument/2006/relationships/image" Target="../media/image33.png"/><Relationship Id="rId7" Type="http://schemas.openxmlformats.org/officeDocument/2006/relationships/image" Target="../media/image13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29.png"/><Relationship Id="rId7" Type="http://schemas.openxmlformats.org/officeDocument/2006/relationships/image" Target="../media/image33.png"/><Relationship Id="rId8" Type="http://schemas.openxmlformats.org/officeDocument/2006/relationships/image" Target="../media/image142.png"/><Relationship Id="rId9" Type="http://schemas.openxmlformats.org/officeDocument/2006/relationships/image" Target="../media/image134.png"/><Relationship Id="rId10" Type="http://schemas.openxmlformats.org/officeDocument/2006/relationships/image" Target="../media/image143.png"/><Relationship Id="rId11" Type="http://schemas.openxmlformats.org/officeDocument/2006/relationships/image" Target="../media/image14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0.png"/><Relationship Id="rId6" Type="http://schemas.openxmlformats.org/officeDocument/2006/relationships/image" Target="../media/image148.png"/><Relationship Id="rId7" Type="http://schemas.openxmlformats.org/officeDocument/2006/relationships/image" Target="../media/image129.png"/><Relationship Id="rId8" Type="http://schemas.openxmlformats.org/officeDocument/2006/relationships/image" Target="../media/image33.png"/><Relationship Id="rId9" Type="http://schemas.openxmlformats.org/officeDocument/2006/relationships/image" Target="../media/image149.png"/><Relationship Id="rId10" Type="http://schemas.openxmlformats.org/officeDocument/2006/relationships/image" Target="../media/image150.png"/><Relationship Id="rId11" Type="http://schemas.openxmlformats.org/officeDocument/2006/relationships/image" Target="../media/image143.png"/><Relationship Id="rId12" Type="http://schemas.openxmlformats.org/officeDocument/2006/relationships/image" Target="../media/image15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40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29.png"/><Relationship Id="rId8" Type="http://schemas.openxmlformats.org/officeDocument/2006/relationships/image" Target="../media/image33.png"/><Relationship Id="rId9" Type="http://schemas.openxmlformats.org/officeDocument/2006/relationships/image" Target="../media/image156.png"/><Relationship Id="rId10" Type="http://schemas.openxmlformats.org/officeDocument/2006/relationships/image" Target="../media/image157.png"/><Relationship Id="rId11" Type="http://schemas.openxmlformats.org/officeDocument/2006/relationships/image" Target="../media/image143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29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Relationship Id="rId10" Type="http://schemas.openxmlformats.org/officeDocument/2006/relationships/image" Target="../media/image33.png"/><Relationship Id="rId11" Type="http://schemas.openxmlformats.org/officeDocument/2006/relationships/image" Target="../media/image1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7556500" cy="10693400"/>
            <a:chOff x="0" y="0"/>
            <a:chExt cx="7556500" cy="10693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556499" cy="106933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394" y="7759801"/>
              <a:ext cx="4948425" cy="10476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54123" y="730067"/>
              <a:ext cx="1482725" cy="1482725"/>
            </a:xfrm>
            <a:custGeom>
              <a:avLst/>
              <a:gdLst/>
              <a:ahLst/>
              <a:cxnLst/>
              <a:rect l="l" t="t" r="r" b="b"/>
              <a:pathLst>
                <a:path w="1482725" h="1482725">
                  <a:moveTo>
                    <a:pt x="741278" y="1482557"/>
                  </a:moveTo>
                  <a:lnTo>
                    <a:pt x="692539" y="1480980"/>
                  </a:lnTo>
                  <a:lnTo>
                    <a:pt x="644641" y="1476315"/>
                  </a:lnTo>
                  <a:lnTo>
                    <a:pt x="597683" y="1468659"/>
                  </a:lnTo>
                  <a:lnTo>
                    <a:pt x="551763" y="1458110"/>
                  </a:lnTo>
                  <a:lnTo>
                    <a:pt x="506977" y="1444766"/>
                  </a:lnTo>
                  <a:lnTo>
                    <a:pt x="463423" y="1428724"/>
                  </a:lnTo>
                  <a:lnTo>
                    <a:pt x="421200" y="1410082"/>
                  </a:lnTo>
                  <a:lnTo>
                    <a:pt x="380405" y="1388937"/>
                  </a:lnTo>
                  <a:lnTo>
                    <a:pt x="341135" y="1365388"/>
                  </a:lnTo>
                  <a:lnTo>
                    <a:pt x="303488" y="1339532"/>
                  </a:lnTo>
                  <a:lnTo>
                    <a:pt x="267563" y="1311467"/>
                  </a:lnTo>
                  <a:lnTo>
                    <a:pt x="233456" y="1281290"/>
                  </a:lnTo>
                  <a:lnTo>
                    <a:pt x="201265" y="1249099"/>
                  </a:lnTo>
                  <a:lnTo>
                    <a:pt x="171088" y="1214992"/>
                  </a:lnTo>
                  <a:lnTo>
                    <a:pt x="143023" y="1179066"/>
                  </a:lnTo>
                  <a:lnTo>
                    <a:pt x="117167" y="1141419"/>
                  </a:lnTo>
                  <a:lnTo>
                    <a:pt x="93618" y="1102150"/>
                  </a:lnTo>
                  <a:lnTo>
                    <a:pt x="72474" y="1061354"/>
                  </a:lnTo>
                  <a:lnTo>
                    <a:pt x="53832" y="1019131"/>
                  </a:lnTo>
                  <a:lnTo>
                    <a:pt x="37790" y="975577"/>
                  </a:lnTo>
                  <a:lnTo>
                    <a:pt x="24446" y="930791"/>
                  </a:lnTo>
                  <a:lnTo>
                    <a:pt x="13897" y="884870"/>
                  </a:lnTo>
                  <a:lnTo>
                    <a:pt x="6241" y="837912"/>
                  </a:lnTo>
                  <a:lnTo>
                    <a:pt x="1576" y="790015"/>
                  </a:lnTo>
                  <a:lnTo>
                    <a:pt x="0" y="741275"/>
                  </a:lnTo>
                  <a:lnTo>
                    <a:pt x="1576" y="692536"/>
                  </a:lnTo>
                  <a:lnTo>
                    <a:pt x="6241" y="644639"/>
                  </a:lnTo>
                  <a:lnTo>
                    <a:pt x="13897" y="597681"/>
                  </a:lnTo>
                  <a:lnTo>
                    <a:pt x="24446" y="551760"/>
                  </a:lnTo>
                  <a:lnTo>
                    <a:pt x="37790" y="506974"/>
                  </a:lnTo>
                  <a:lnTo>
                    <a:pt x="53832" y="463421"/>
                  </a:lnTo>
                  <a:lnTo>
                    <a:pt x="72474" y="421197"/>
                  </a:lnTo>
                  <a:lnTo>
                    <a:pt x="93618" y="380402"/>
                  </a:lnTo>
                  <a:lnTo>
                    <a:pt x="117167" y="341132"/>
                  </a:lnTo>
                  <a:lnTo>
                    <a:pt x="143023" y="303486"/>
                  </a:lnTo>
                  <a:lnTo>
                    <a:pt x="171088" y="267560"/>
                  </a:lnTo>
                  <a:lnTo>
                    <a:pt x="201265" y="233453"/>
                  </a:lnTo>
                  <a:lnTo>
                    <a:pt x="233456" y="201262"/>
                  </a:lnTo>
                  <a:lnTo>
                    <a:pt x="267563" y="171086"/>
                  </a:lnTo>
                  <a:lnTo>
                    <a:pt x="303488" y="143021"/>
                  </a:lnTo>
                  <a:lnTo>
                    <a:pt x="341135" y="117165"/>
                  </a:lnTo>
                  <a:lnTo>
                    <a:pt x="380405" y="93616"/>
                  </a:lnTo>
                  <a:lnTo>
                    <a:pt x="421200" y="72472"/>
                  </a:lnTo>
                  <a:lnTo>
                    <a:pt x="463423" y="53830"/>
                  </a:lnTo>
                  <a:lnTo>
                    <a:pt x="506977" y="37788"/>
                  </a:lnTo>
                  <a:lnTo>
                    <a:pt x="551763" y="24443"/>
                  </a:lnTo>
                  <a:lnTo>
                    <a:pt x="597683" y="13895"/>
                  </a:lnTo>
                  <a:lnTo>
                    <a:pt x="644641" y="6239"/>
                  </a:lnTo>
                  <a:lnTo>
                    <a:pt x="692539" y="1574"/>
                  </a:lnTo>
                  <a:lnTo>
                    <a:pt x="741278" y="-2"/>
                  </a:lnTo>
                  <a:lnTo>
                    <a:pt x="790018" y="1574"/>
                  </a:lnTo>
                  <a:lnTo>
                    <a:pt x="837915" y="6239"/>
                  </a:lnTo>
                  <a:lnTo>
                    <a:pt x="884873" y="13895"/>
                  </a:lnTo>
                  <a:lnTo>
                    <a:pt x="930794" y="24443"/>
                  </a:lnTo>
                  <a:lnTo>
                    <a:pt x="975580" y="37788"/>
                  </a:lnTo>
                  <a:lnTo>
                    <a:pt x="1019133" y="53830"/>
                  </a:lnTo>
                  <a:lnTo>
                    <a:pt x="1061356" y="72472"/>
                  </a:lnTo>
                  <a:lnTo>
                    <a:pt x="1102152" y="93616"/>
                  </a:lnTo>
                  <a:lnTo>
                    <a:pt x="1141421" y="117165"/>
                  </a:lnTo>
                  <a:lnTo>
                    <a:pt x="1179068" y="143021"/>
                  </a:lnTo>
                  <a:lnTo>
                    <a:pt x="1214994" y="171086"/>
                  </a:lnTo>
                  <a:lnTo>
                    <a:pt x="1249101" y="201262"/>
                  </a:lnTo>
                  <a:lnTo>
                    <a:pt x="1281291" y="233453"/>
                  </a:lnTo>
                  <a:lnTo>
                    <a:pt x="1311468" y="267560"/>
                  </a:lnTo>
                  <a:lnTo>
                    <a:pt x="1339533" y="303486"/>
                  </a:lnTo>
                  <a:lnTo>
                    <a:pt x="1365389" y="341132"/>
                  </a:lnTo>
                  <a:lnTo>
                    <a:pt x="1388938" y="380402"/>
                  </a:lnTo>
                  <a:lnTo>
                    <a:pt x="1410082" y="421197"/>
                  </a:lnTo>
                  <a:lnTo>
                    <a:pt x="1428724" y="463421"/>
                  </a:lnTo>
                  <a:lnTo>
                    <a:pt x="1444766" y="506974"/>
                  </a:lnTo>
                  <a:lnTo>
                    <a:pt x="1458110" y="551760"/>
                  </a:lnTo>
                  <a:lnTo>
                    <a:pt x="1468659" y="597681"/>
                  </a:lnTo>
                  <a:lnTo>
                    <a:pt x="1476315" y="644639"/>
                  </a:lnTo>
                  <a:lnTo>
                    <a:pt x="1480980" y="692536"/>
                  </a:lnTo>
                  <a:lnTo>
                    <a:pt x="1482557" y="741275"/>
                  </a:lnTo>
                  <a:lnTo>
                    <a:pt x="1480980" y="790015"/>
                  </a:lnTo>
                  <a:lnTo>
                    <a:pt x="1476315" y="837912"/>
                  </a:lnTo>
                  <a:lnTo>
                    <a:pt x="1468659" y="884870"/>
                  </a:lnTo>
                  <a:lnTo>
                    <a:pt x="1458110" y="930791"/>
                  </a:lnTo>
                  <a:lnTo>
                    <a:pt x="1444766" y="975577"/>
                  </a:lnTo>
                  <a:lnTo>
                    <a:pt x="1428724" y="1019131"/>
                  </a:lnTo>
                  <a:lnTo>
                    <a:pt x="1410082" y="1061354"/>
                  </a:lnTo>
                  <a:lnTo>
                    <a:pt x="1388938" y="1102150"/>
                  </a:lnTo>
                  <a:lnTo>
                    <a:pt x="1365389" y="1141419"/>
                  </a:lnTo>
                  <a:lnTo>
                    <a:pt x="1339533" y="1179066"/>
                  </a:lnTo>
                  <a:lnTo>
                    <a:pt x="1311468" y="1214992"/>
                  </a:lnTo>
                  <a:lnTo>
                    <a:pt x="1281291" y="1249099"/>
                  </a:lnTo>
                  <a:lnTo>
                    <a:pt x="1249101" y="1281290"/>
                  </a:lnTo>
                  <a:lnTo>
                    <a:pt x="1214994" y="1311467"/>
                  </a:lnTo>
                  <a:lnTo>
                    <a:pt x="1179068" y="1339532"/>
                  </a:lnTo>
                  <a:lnTo>
                    <a:pt x="1141421" y="1365388"/>
                  </a:lnTo>
                  <a:lnTo>
                    <a:pt x="1102152" y="1388937"/>
                  </a:lnTo>
                  <a:lnTo>
                    <a:pt x="1061356" y="1410082"/>
                  </a:lnTo>
                  <a:lnTo>
                    <a:pt x="1019133" y="1428724"/>
                  </a:lnTo>
                  <a:lnTo>
                    <a:pt x="975580" y="1444766"/>
                  </a:lnTo>
                  <a:lnTo>
                    <a:pt x="930794" y="1458110"/>
                  </a:lnTo>
                  <a:lnTo>
                    <a:pt x="884873" y="1468659"/>
                  </a:lnTo>
                  <a:lnTo>
                    <a:pt x="837915" y="1476315"/>
                  </a:lnTo>
                  <a:lnTo>
                    <a:pt x="790018" y="1480980"/>
                  </a:lnTo>
                  <a:lnTo>
                    <a:pt x="741278" y="1482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89824" y="1860574"/>
              <a:ext cx="244475" cy="184150"/>
            </a:xfrm>
            <a:custGeom>
              <a:avLst/>
              <a:gdLst/>
              <a:ahLst/>
              <a:cxnLst/>
              <a:rect l="l" t="t" r="r" b="b"/>
              <a:pathLst>
                <a:path w="244475" h="184150">
                  <a:moveTo>
                    <a:pt x="40538" y="8902"/>
                  </a:moveTo>
                  <a:lnTo>
                    <a:pt x="39916" y="8458"/>
                  </a:lnTo>
                  <a:lnTo>
                    <a:pt x="39979" y="8902"/>
                  </a:lnTo>
                  <a:lnTo>
                    <a:pt x="40093" y="9664"/>
                  </a:lnTo>
                  <a:lnTo>
                    <a:pt x="40182" y="10287"/>
                  </a:lnTo>
                  <a:lnTo>
                    <a:pt x="40284" y="9944"/>
                  </a:lnTo>
                  <a:lnTo>
                    <a:pt x="40360" y="9664"/>
                  </a:lnTo>
                  <a:lnTo>
                    <a:pt x="40436" y="9334"/>
                  </a:lnTo>
                  <a:lnTo>
                    <a:pt x="40538" y="8902"/>
                  </a:lnTo>
                  <a:close/>
                </a:path>
                <a:path w="244475" h="184150">
                  <a:moveTo>
                    <a:pt x="40957" y="19443"/>
                  </a:moveTo>
                  <a:lnTo>
                    <a:pt x="39649" y="19443"/>
                  </a:lnTo>
                  <a:lnTo>
                    <a:pt x="36601" y="135547"/>
                  </a:lnTo>
                  <a:lnTo>
                    <a:pt x="37642" y="135547"/>
                  </a:lnTo>
                  <a:lnTo>
                    <a:pt x="40957" y="19443"/>
                  </a:lnTo>
                  <a:close/>
                </a:path>
                <a:path w="244475" h="184150">
                  <a:moveTo>
                    <a:pt x="46164" y="73914"/>
                  </a:moveTo>
                  <a:lnTo>
                    <a:pt x="45326" y="73914"/>
                  </a:lnTo>
                  <a:lnTo>
                    <a:pt x="45326" y="77457"/>
                  </a:lnTo>
                  <a:lnTo>
                    <a:pt x="46164" y="77457"/>
                  </a:lnTo>
                  <a:lnTo>
                    <a:pt x="46164" y="73914"/>
                  </a:lnTo>
                  <a:close/>
                </a:path>
                <a:path w="244475" h="184150">
                  <a:moveTo>
                    <a:pt x="46812" y="43332"/>
                  </a:moveTo>
                  <a:lnTo>
                    <a:pt x="45834" y="43332"/>
                  </a:lnTo>
                  <a:lnTo>
                    <a:pt x="45834" y="46990"/>
                  </a:lnTo>
                  <a:lnTo>
                    <a:pt x="46812" y="46990"/>
                  </a:lnTo>
                  <a:lnTo>
                    <a:pt x="46812" y="43332"/>
                  </a:lnTo>
                  <a:close/>
                </a:path>
                <a:path w="244475" h="184150">
                  <a:moveTo>
                    <a:pt x="48221" y="0"/>
                  </a:moveTo>
                  <a:lnTo>
                    <a:pt x="39916" y="241"/>
                  </a:lnTo>
                  <a:lnTo>
                    <a:pt x="32994" y="647"/>
                  </a:lnTo>
                  <a:lnTo>
                    <a:pt x="26479" y="838"/>
                  </a:lnTo>
                  <a:lnTo>
                    <a:pt x="22745" y="457"/>
                  </a:lnTo>
                  <a:lnTo>
                    <a:pt x="17818" y="736"/>
                  </a:lnTo>
                  <a:lnTo>
                    <a:pt x="13512" y="457"/>
                  </a:lnTo>
                  <a:lnTo>
                    <a:pt x="9563" y="495"/>
                  </a:lnTo>
                  <a:lnTo>
                    <a:pt x="952" y="152"/>
                  </a:lnTo>
                  <a:lnTo>
                    <a:pt x="0" y="3314"/>
                  </a:lnTo>
                  <a:lnTo>
                    <a:pt x="0" y="8039"/>
                  </a:lnTo>
                  <a:lnTo>
                    <a:pt x="571" y="9067"/>
                  </a:lnTo>
                  <a:lnTo>
                    <a:pt x="1790" y="9321"/>
                  </a:lnTo>
                  <a:lnTo>
                    <a:pt x="3200" y="9766"/>
                  </a:lnTo>
                  <a:lnTo>
                    <a:pt x="4876" y="11722"/>
                  </a:lnTo>
                  <a:lnTo>
                    <a:pt x="5207" y="12573"/>
                  </a:lnTo>
                  <a:lnTo>
                    <a:pt x="4038" y="13271"/>
                  </a:lnTo>
                  <a:lnTo>
                    <a:pt x="4381" y="14351"/>
                  </a:lnTo>
                  <a:lnTo>
                    <a:pt x="4381" y="16002"/>
                  </a:lnTo>
                  <a:lnTo>
                    <a:pt x="5664" y="17297"/>
                  </a:lnTo>
                  <a:lnTo>
                    <a:pt x="4889" y="17983"/>
                  </a:lnTo>
                  <a:lnTo>
                    <a:pt x="5232" y="18516"/>
                  </a:lnTo>
                  <a:lnTo>
                    <a:pt x="5664" y="19405"/>
                  </a:lnTo>
                  <a:lnTo>
                    <a:pt x="5664" y="19900"/>
                  </a:lnTo>
                  <a:lnTo>
                    <a:pt x="5803" y="20116"/>
                  </a:lnTo>
                  <a:lnTo>
                    <a:pt x="5346" y="20116"/>
                  </a:lnTo>
                  <a:lnTo>
                    <a:pt x="6692" y="20535"/>
                  </a:lnTo>
                  <a:lnTo>
                    <a:pt x="7264" y="20535"/>
                  </a:lnTo>
                  <a:lnTo>
                    <a:pt x="6629" y="21488"/>
                  </a:lnTo>
                  <a:lnTo>
                    <a:pt x="5918" y="22186"/>
                  </a:lnTo>
                  <a:lnTo>
                    <a:pt x="5880" y="23025"/>
                  </a:lnTo>
                  <a:lnTo>
                    <a:pt x="6324" y="23837"/>
                  </a:lnTo>
                  <a:lnTo>
                    <a:pt x="6629" y="24472"/>
                  </a:lnTo>
                  <a:lnTo>
                    <a:pt x="6921" y="25209"/>
                  </a:lnTo>
                  <a:lnTo>
                    <a:pt x="6362" y="25844"/>
                  </a:lnTo>
                  <a:lnTo>
                    <a:pt x="6362" y="26441"/>
                  </a:lnTo>
                  <a:lnTo>
                    <a:pt x="7607" y="27406"/>
                  </a:lnTo>
                  <a:lnTo>
                    <a:pt x="8229" y="26873"/>
                  </a:lnTo>
                  <a:lnTo>
                    <a:pt x="4241" y="135547"/>
                  </a:lnTo>
                  <a:lnTo>
                    <a:pt x="7340" y="135547"/>
                  </a:lnTo>
                  <a:lnTo>
                    <a:pt x="11188" y="26504"/>
                  </a:lnTo>
                  <a:lnTo>
                    <a:pt x="15913" y="26327"/>
                  </a:lnTo>
                  <a:lnTo>
                    <a:pt x="13639" y="135547"/>
                  </a:lnTo>
                  <a:lnTo>
                    <a:pt x="15252" y="135547"/>
                  </a:lnTo>
                  <a:lnTo>
                    <a:pt x="17653" y="26263"/>
                  </a:lnTo>
                  <a:lnTo>
                    <a:pt x="24625" y="26009"/>
                  </a:lnTo>
                  <a:lnTo>
                    <a:pt x="22301" y="135547"/>
                  </a:lnTo>
                  <a:lnTo>
                    <a:pt x="23914" y="135547"/>
                  </a:lnTo>
                  <a:lnTo>
                    <a:pt x="26314" y="25946"/>
                  </a:lnTo>
                  <a:lnTo>
                    <a:pt x="35128" y="25628"/>
                  </a:lnTo>
                  <a:lnTo>
                    <a:pt x="32448" y="135547"/>
                  </a:lnTo>
                  <a:lnTo>
                    <a:pt x="34455" y="135547"/>
                  </a:lnTo>
                  <a:lnTo>
                    <a:pt x="37109" y="25565"/>
                  </a:lnTo>
                  <a:lnTo>
                    <a:pt x="37299" y="25565"/>
                  </a:lnTo>
                  <a:lnTo>
                    <a:pt x="38722" y="23672"/>
                  </a:lnTo>
                  <a:lnTo>
                    <a:pt x="39509" y="22796"/>
                  </a:lnTo>
                  <a:lnTo>
                    <a:pt x="38188" y="20688"/>
                  </a:lnTo>
                  <a:lnTo>
                    <a:pt x="38100" y="20548"/>
                  </a:lnTo>
                  <a:lnTo>
                    <a:pt x="37884" y="20129"/>
                  </a:lnTo>
                  <a:lnTo>
                    <a:pt x="37884" y="22453"/>
                  </a:lnTo>
                  <a:lnTo>
                    <a:pt x="37223" y="24015"/>
                  </a:lnTo>
                  <a:lnTo>
                    <a:pt x="37147" y="24244"/>
                  </a:lnTo>
                  <a:lnTo>
                    <a:pt x="37223" y="20942"/>
                  </a:lnTo>
                  <a:lnTo>
                    <a:pt x="37388" y="21094"/>
                  </a:lnTo>
                  <a:lnTo>
                    <a:pt x="37312" y="21247"/>
                  </a:lnTo>
                  <a:lnTo>
                    <a:pt x="37884" y="22453"/>
                  </a:lnTo>
                  <a:lnTo>
                    <a:pt x="37884" y="20129"/>
                  </a:lnTo>
                  <a:lnTo>
                    <a:pt x="37973" y="19900"/>
                  </a:lnTo>
                  <a:lnTo>
                    <a:pt x="37744" y="19900"/>
                  </a:lnTo>
                  <a:lnTo>
                    <a:pt x="39509" y="19456"/>
                  </a:lnTo>
                  <a:lnTo>
                    <a:pt x="39509" y="17983"/>
                  </a:lnTo>
                  <a:lnTo>
                    <a:pt x="38722" y="17449"/>
                  </a:lnTo>
                  <a:lnTo>
                    <a:pt x="40195" y="16014"/>
                  </a:lnTo>
                  <a:lnTo>
                    <a:pt x="40195" y="14782"/>
                  </a:lnTo>
                  <a:lnTo>
                    <a:pt x="38328" y="16014"/>
                  </a:lnTo>
                  <a:lnTo>
                    <a:pt x="37439" y="16014"/>
                  </a:lnTo>
                  <a:lnTo>
                    <a:pt x="37528" y="17983"/>
                  </a:lnTo>
                  <a:lnTo>
                    <a:pt x="38328" y="19088"/>
                  </a:lnTo>
                  <a:lnTo>
                    <a:pt x="38087" y="19456"/>
                  </a:lnTo>
                  <a:lnTo>
                    <a:pt x="37706" y="19900"/>
                  </a:lnTo>
                  <a:lnTo>
                    <a:pt x="37249" y="19900"/>
                  </a:lnTo>
                  <a:lnTo>
                    <a:pt x="37312" y="17081"/>
                  </a:lnTo>
                  <a:lnTo>
                    <a:pt x="37439" y="16903"/>
                  </a:lnTo>
                  <a:lnTo>
                    <a:pt x="37325" y="16713"/>
                  </a:lnTo>
                  <a:lnTo>
                    <a:pt x="37426" y="12420"/>
                  </a:lnTo>
                  <a:lnTo>
                    <a:pt x="39446" y="13792"/>
                  </a:lnTo>
                  <a:lnTo>
                    <a:pt x="40195" y="14782"/>
                  </a:lnTo>
                  <a:lnTo>
                    <a:pt x="40246" y="14020"/>
                  </a:lnTo>
                  <a:lnTo>
                    <a:pt x="40335" y="13030"/>
                  </a:lnTo>
                  <a:lnTo>
                    <a:pt x="41503" y="12573"/>
                  </a:lnTo>
                  <a:lnTo>
                    <a:pt x="41414" y="12407"/>
                  </a:lnTo>
                  <a:lnTo>
                    <a:pt x="40932" y="11493"/>
                  </a:lnTo>
                  <a:lnTo>
                    <a:pt x="40335" y="11061"/>
                  </a:lnTo>
                  <a:lnTo>
                    <a:pt x="40043" y="10820"/>
                  </a:lnTo>
                  <a:lnTo>
                    <a:pt x="40132" y="10477"/>
                  </a:lnTo>
                  <a:lnTo>
                    <a:pt x="40195" y="10287"/>
                  </a:lnTo>
                  <a:lnTo>
                    <a:pt x="39446" y="10477"/>
                  </a:lnTo>
                  <a:lnTo>
                    <a:pt x="37706" y="10477"/>
                  </a:lnTo>
                  <a:lnTo>
                    <a:pt x="37807" y="10287"/>
                  </a:lnTo>
                  <a:lnTo>
                    <a:pt x="38188" y="9664"/>
                  </a:lnTo>
                  <a:lnTo>
                    <a:pt x="37998" y="9664"/>
                  </a:lnTo>
                  <a:lnTo>
                    <a:pt x="37071" y="8902"/>
                  </a:lnTo>
                  <a:lnTo>
                    <a:pt x="36601" y="8458"/>
                  </a:lnTo>
                  <a:lnTo>
                    <a:pt x="35433" y="8458"/>
                  </a:lnTo>
                  <a:lnTo>
                    <a:pt x="35433" y="13563"/>
                  </a:lnTo>
                  <a:lnTo>
                    <a:pt x="35369" y="16002"/>
                  </a:lnTo>
                  <a:lnTo>
                    <a:pt x="35318" y="17957"/>
                  </a:lnTo>
                  <a:lnTo>
                    <a:pt x="35267" y="19926"/>
                  </a:lnTo>
                  <a:lnTo>
                    <a:pt x="35242" y="21259"/>
                  </a:lnTo>
                  <a:lnTo>
                    <a:pt x="35179" y="23837"/>
                  </a:lnTo>
                  <a:lnTo>
                    <a:pt x="26365" y="23837"/>
                  </a:lnTo>
                  <a:lnTo>
                    <a:pt x="26416" y="21488"/>
                  </a:lnTo>
                  <a:lnTo>
                    <a:pt x="35242" y="21259"/>
                  </a:lnTo>
                  <a:lnTo>
                    <a:pt x="35242" y="19939"/>
                  </a:lnTo>
                  <a:lnTo>
                    <a:pt x="26441" y="20116"/>
                  </a:lnTo>
                  <a:lnTo>
                    <a:pt x="26492" y="17792"/>
                  </a:lnTo>
                  <a:lnTo>
                    <a:pt x="35318" y="17957"/>
                  </a:lnTo>
                  <a:lnTo>
                    <a:pt x="35318" y="16002"/>
                  </a:lnTo>
                  <a:lnTo>
                    <a:pt x="27673" y="16002"/>
                  </a:lnTo>
                  <a:lnTo>
                    <a:pt x="26530" y="16052"/>
                  </a:lnTo>
                  <a:lnTo>
                    <a:pt x="26593" y="13728"/>
                  </a:lnTo>
                  <a:lnTo>
                    <a:pt x="35433" y="13563"/>
                  </a:lnTo>
                  <a:lnTo>
                    <a:pt x="35433" y="8458"/>
                  </a:lnTo>
                  <a:lnTo>
                    <a:pt x="35191" y="8458"/>
                  </a:lnTo>
                  <a:lnTo>
                    <a:pt x="34747" y="8699"/>
                  </a:lnTo>
                  <a:lnTo>
                    <a:pt x="34747" y="10477"/>
                  </a:lnTo>
                  <a:lnTo>
                    <a:pt x="33121" y="10820"/>
                  </a:lnTo>
                  <a:lnTo>
                    <a:pt x="32981" y="10820"/>
                  </a:lnTo>
                  <a:lnTo>
                    <a:pt x="32867" y="9944"/>
                  </a:lnTo>
                  <a:lnTo>
                    <a:pt x="32778" y="9334"/>
                  </a:lnTo>
                  <a:lnTo>
                    <a:pt x="32550" y="8699"/>
                  </a:lnTo>
                  <a:lnTo>
                    <a:pt x="32461" y="8458"/>
                  </a:lnTo>
                  <a:lnTo>
                    <a:pt x="32118" y="8458"/>
                  </a:lnTo>
                  <a:lnTo>
                    <a:pt x="31013" y="8699"/>
                  </a:lnTo>
                  <a:lnTo>
                    <a:pt x="30200" y="8559"/>
                  </a:lnTo>
                  <a:lnTo>
                    <a:pt x="30302" y="9334"/>
                  </a:lnTo>
                  <a:lnTo>
                    <a:pt x="30378" y="9664"/>
                  </a:lnTo>
                  <a:lnTo>
                    <a:pt x="30454" y="9944"/>
                  </a:lnTo>
                  <a:lnTo>
                    <a:pt x="30556" y="10287"/>
                  </a:lnTo>
                  <a:lnTo>
                    <a:pt x="30607" y="10477"/>
                  </a:lnTo>
                  <a:lnTo>
                    <a:pt x="30213" y="11061"/>
                  </a:lnTo>
                  <a:lnTo>
                    <a:pt x="29095" y="10820"/>
                  </a:lnTo>
                  <a:lnTo>
                    <a:pt x="27546" y="10477"/>
                  </a:lnTo>
                  <a:lnTo>
                    <a:pt x="27457" y="10287"/>
                  </a:lnTo>
                  <a:lnTo>
                    <a:pt x="27012" y="9334"/>
                  </a:lnTo>
                  <a:lnTo>
                    <a:pt x="25590" y="8280"/>
                  </a:lnTo>
                  <a:lnTo>
                    <a:pt x="24892" y="8369"/>
                  </a:lnTo>
                  <a:lnTo>
                    <a:pt x="24892" y="13766"/>
                  </a:lnTo>
                  <a:lnTo>
                    <a:pt x="24841" y="16103"/>
                  </a:lnTo>
                  <a:lnTo>
                    <a:pt x="24803" y="17754"/>
                  </a:lnTo>
                  <a:lnTo>
                    <a:pt x="24752" y="20180"/>
                  </a:lnTo>
                  <a:lnTo>
                    <a:pt x="24726" y="21526"/>
                  </a:lnTo>
                  <a:lnTo>
                    <a:pt x="24676" y="23837"/>
                  </a:lnTo>
                  <a:lnTo>
                    <a:pt x="17703" y="23837"/>
                  </a:lnTo>
                  <a:lnTo>
                    <a:pt x="17754" y="21717"/>
                  </a:lnTo>
                  <a:lnTo>
                    <a:pt x="24726" y="21526"/>
                  </a:lnTo>
                  <a:lnTo>
                    <a:pt x="24726" y="20193"/>
                  </a:lnTo>
                  <a:lnTo>
                    <a:pt x="17894" y="20535"/>
                  </a:lnTo>
                  <a:lnTo>
                    <a:pt x="17843" y="17767"/>
                  </a:lnTo>
                  <a:lnTo>
                    <a:pt x="21018" y="17678"/>
                  </a:lnTo>
                  <a:lnTo>
                    <a:pt x="24803" y="17754"/>
                  </a:lnTo>
                  <a:lnTo>
                    <a:pt x="24803" y="16116"/>
                  </a:lnTo>
                  <a:lnTo>
                    <a:pt x="17868" y="16357"/>
                  </a:lnTo>
                  <a:lnTo>
                    <a:pt x="17932" y="13893"/>
                  </a:lnTo>
                  <a:lnTo>
                    <a:pt x="24892" y="13766"/>
                  </a:lnTo>
                  <a:lnTo>
                    <a:pt x="24892" y="8369"/>
                  </a:lnTo>
                  <a:lnTo>
                    <a:pt x="24180" y="8458"/>
                  </a:lnTo>
                  <a:lnTo>
                    <a:pt x="23495" y="8458"/>
                  </a:lnTo>
                  <a:lnTo>
                    <a:pt x="23431" y="10477"/>
                  </a:lnTo>
                  <a:lnTo>
                    <a:pt x="22987" y="10820"/>
                  </a:lnTo>
                  <a:lnTo>
                    <a:pt x="21437" y="10820"/>
                  </a:lnTo>
                  <a:lnTo>
                    <a:pt x="21437" y="8902"/>
                  </a:lnTo>
                  <a:lnTo>
                    <a:pt x="21170" y="8902"/>
                  </a:lnTo>
                  <a:lnTo>
                    <a:pt x="20713" y="8699"/>
                  </a:lnTo>
                  <a:lnTo>
                    <a:pt x="19862" y="8458"/>
                  </a:lnTo>
                  <a:lnTo>
                    <a:pt x="18872" y="8458"/>
                  </a:lnTo>
                  <a:lnTo>
                    <a:pt x="17614" y="8280"/>
                  </a:lnTo>
                  <a:lnTo>
                    <a:pt x="17602" y="9944"/>
                  </a:lnTo>
                  <a:lnTo>
                    <a:pt x="16878" y="10820"/>
                  </a:lnTo>
                  <a:lnTo>
                    <a:pt x="16713" y="10820"/>
                  </a:lnTo>
                  <a:lnTo>
                    <a:pt x="16179" y="10731"/>
                  </a:lnTo>
                  <a:lnTo>
                    <a:pt x="16179" y="13931"/>
                  </a:lnTo>
                  <a:lnTo>
                    <a:pt x="16116" y="16421"/>
                  </a:lnTo>
                  <a:lnTo>
                    <a:pt x="16090" y="17805"/>
                  </a:lnTo>
                  <a:lnTo>
                    <a:pt x="16040" y="20535"/>
                  </a:lnTo>
                  <a:lnTo>
                    <a:pt x="16014" y="21755"/>
                  </a:lnTo>
                  <a:lnTo>
                    <a:pt x="15963" y="23837"/>
                  </a:lnTo>
                  <a:lnTo>
                    <a:pt x="11277" y="23837"/>
                  </a:lnTo>
                  <a:lnTo>
                    <a:pt x="11353" y="21793"/>
                  </a:lnTo>
                  <a:lnTo>
                    <a:pt x="14363" y="21793"/>
                  </a:lnTo>
                  <a:lnTo>
                    <a:pt x="16014" y="21755"/>
                  </a:lnTo>
                  <a:lnTo>
                    <a:pt x="16014" y="20535"/>
                  </a:lnTo>
                  <a:lnTo>
                    <a:pt x="11391" y="20535"/>
                  </a:lnTo>
                  <a:lnTo>
                    <a:pt x="11493" y="17919"/>
                  </a:lnTo>
                  <a:lnTo>
                    <a:pt x="16090" y="17805"/>
                  </a:lnTo>
                  <a:lnTo>
                    <a:pt x="16090" y="16433"/>
                  </a:lnTo>
                  <a:lnTo>
                    <a:pt x="11531" y="16573"/>
                  </a:lnTo>
                  <a:lnTo>
                    <a:pt x="11633" y="14020"/>
                  </a:lnTo>
                  <a:lnTo>
                    <a:pt x="16179" y="13931"/>
                  </a:lnTo>
                  <a:lnTo>
                    <a:pt x="16179" y="10731"/>
                  </a:lnTo>
                  <a:lnTo>
                    <a:pt x="14795" y="10477"/>
                  </a:lnTo>
                  <a:lnTo>
                    <a:pt x="13970" y="9334"/>
                  </a:lnTo>
                  <a:lnTo>
                    <a:pt x="12954" y="8280"/>
                  </a:lnTo>
                  <a:lnTo>
                    <a:pt x="12001" y="9334"/>
                  </a:lnTo>
                  <a:lnTo>
                    <a:pt x="10896" y="9944"/>
                  </a:lnTo>
                  <a:lnTo>
                    <a:pt x="10896" y="11493"/>
                  </a:lnTo>
                  <a:lnTo>
                    <a:pt x="9829" y="11493"/>
                  </a:lnTo>
                  <a:lnTo>
                    <a:pt x="9093" y="9944"/>
                  </a:lnTo>
                  <a:lnTo>
                    <a:pt x="8686" y="9639"/>
                  </a:lnTo>
                  <a:lnTo>
                    <a:pt x="8686" y="14516"/>
                  </a:lnTo>
                  <a:lnTo>
                    <a:pt x="8597" y="16687"/>
                  </a:lnTo>
                  <a:lnTo>
                    <a:pt x="8534" y="18415"/>
                  </a:lnTo>
                  <a:lnTo>
                    <a:pt x="8521" y="18681"/>
                  </a:lnTo>
                  <a:lnTo>
                    <a:pt x="8483" y="18516"/>
                  </a:lnTo>
                  <a:lnTo>
                    <a:pt x="8534" y="16700"/>
                  </a:lnTo>
                  <a:lnTo>
                    <a:pt x="8382" y="16700"/>
                  </a:lnTo>
                  <a:lnTo>
                    <a:pt x="8382" y="22682"/>
                  </a:lnTo>
                  <a:lnTo>
                    <a:pt x="8356" y="23291"/>
                  </a:lnTo>
                  <a:lnTo>
                    <a:pt x="8293" y="23025"/>
                  </a:lnTo>
                  <a:lnTo>
                    <a:pt x="8382" y="22682"/>
                  </a:lnTo>
                  <a:lnTo>
                    <a:pt x="8382" y="16700"/>
                  </a:lnTo>
                  <a:lnTo>
                    <a:pt x="7937" y="16700"/>
                  </a:lnTo>
                  <a:lnTo>
                    <a:pt x="6172" y="16700"/>
                  </a:lnTo>
                  <a:lnTo>
                    <a:pt x="5664" y="16002"/>
                  </a:lnTo>
                  <a:lnTo>
                    <a:pt x="5422" y="15062"/>
                  </a:lnTo>
                  <a:lnTo>
                    <a:pt x="5524" y="14351"/>
                  </a:lnTo>
                  <a:lnTo>
                    <a:pt x="5791" y="12560"/>
                  </a:lnTo>
                  <a:lnTo>
                    <a:pt x="5537" y="12560"/>
                  </a:lnTo>
                  <a:lnTo>
                    <a:pt x="7340" y="12407"/>
                  </a:lnTo>
                  <a:lnTo>
                    <a:pt x="7404" y="12573"/>
                  </a:lnTo>
                  <a:lnTo>
                    <a:pt x="7937" y="14020"/>
                  </a:lnTo>
                  <a:lnTo>
                    <a:pt x="8686" y="14516"/>
                  </a:lnTo>
                  <a:lnTo>
                    <a:pt x="8686" y="9639"/>
                  </a:lnTo>
                  <a:lnTo>
                    <a:pt x="8305" y="9334"/>
                  </a:lnTo>
                  <a:lnTo>
                    <a:pt x="7150" y="9080"/>
                  </a:lnTo>
                  <a:lnTo>
                    <a:pt x="5676" y="9512"/>
                  </a:lnTo>
                  <a:lnTo>
                    <a:pt x="4851" y="10490"/>
                  </a:lnTo>
                  <a:lnTo>
                    <a:pt x="4381" y="9664"/>
                  </a:lnTo>
                  <a:lnTo>
                    <a:pt x="3543" y="9067"/>
                  </a:lnTo>
                  <a:lnTo>
                    <a:pt x="1066" y="7924"/>
                  </a:lnTo>
                  <a:lnTo>
                    <a:pt x="571" y="4064"/>
                  </a:lnTo>
                  <a:lnTo>
                    <a:pt x="1600" y="1625"/>
                  </a:lnTo>
                  <a:lnTo>
                    <a:pt x="7150" y="1498"/>
                  </a:lnTo>
                  <a:lnTo>
                    <a:pt x="14351" y="1498"/>
                  </a:lnTo>
                  <a:lnTo>
                    <a:pt x="22059" y="1968"/>
                  </a:lnTo>
                  <a:lnTo>
                    <a:pt x="27317" y="1968"/>
                  </a:lnTo>
                  <a:lnTo>
                    <a:pt x="34124" y="1854"/>
                  </a:lnTo>
                  <a:lnTo>
                    <a:pt x="40690" y="1625"/>
                  </a:lnTo>
                  <a:lnTo>
                    <a:pt x="48221" y="1498"/>
                  </a:lnTo>
                  <a:lnTo>
                    <a:pt x="48221" y="0"/>
                  </a:lnTo>
                  <a:close/>
                </a:path>
                <a:path w="244475" h="184150">
                  <a:moveTo>
                    <a:pt x="49618" y="73914"/>
                  </a:moveTo>
                  <a:lnTo>
                    <a:pt x="48691" y="73914"/>
                  </a:lnTo>
                  <a:lnTo>
                    <a:pt x="48691" y="77457"/>
                  </a:lnTo>
                  <a:lnTo>
                    <a:pt x="49618" y="77457"/>
                  </a:lnTo>
                  <a:lnTo>
                    <a:pt x="49618" y="73914"/>
                  </a:lnTo>
                  <a:close/>
                </a:path>
                <a:path w="244475" h="184150">
                  <a:moveTo>
                    <a:pt x="50393" y="43332"/>
                  </a:moveTo>
                  <a:lnTo>
                    <a:pt x="49377" y="43332"/>
                  </a:lnTo>
                  <a:lnTo>
                    <a:pt x="49377" y="46990"/>
                  </a:lnTo>
                  <a:lnTo>
                    <a:pt x="50393" y="46990"/>
                  </a:lnTo>
                  <a:lnTo>
                    <a:pt x="50393" y="43332"/>
                  </a:lnTo>
                  <a:close/>
                </a:path>
                <a:path w="244475" h="184150">
                  <a:moveTo>
                    <a:pt x="52717" y="96862"/>
                  </a:moveTo>
                  <a:lnTo>
                    <a:pt x="52654" y="92595"/>
                  </a:lnTo>
                  <a:lnTo>
                    <a:pt x="52552" y="85382"/>
                  </a:lnTo>
                  <a:lnTo>
                    <a:pt x="52070" y="81762"/>
                  </a:lnTo>
                  <a:lnTo>
                    <a:pt x="51498" y="81203"/>
                  </a:lnTo>
                  <a:lnTo>
                    <a:pt x="50393" y="79667"/>
                  </a:lnTo>
                  <a:lnTo>
                    <a:pt x="48336" y="78701"/>
                  </a:lnTo>
                  <a:lnTo>
                    <a:pt x="45567" y="81203"/>
                  </a:lnTo>
                  <a:lnTo>
                    <a:pt x="44754" y="82118"/>
                  </a:lnTo>
                  <a:lnTo>
                    <a:pt x="44602" y="83235"/>
                  </a:lnTo>
                  <a:lnTo>
                    <a:pt x="44602" y="92595"/>
                  </a:lnTo>
                  <a:lnTo>
                    <a:pt x="44043" y="97129"/>
                  </a:lnTo>
                  <a:lnTo>
                    <a:pt x="52717" y="96862"/>
                  </a:lnTo>
                  <a:close/>
                </a:path>
                <a:path w="244475" h="184150">
                  <a:moveTo>
                    <a:pt x="52870" y="73914"/>
                  </a:moveTo>
                  <a:lnTo>
                    <a:pt x="51854" y="73914"/>
                  </a:lnTo>
                  <a:lnTo>
                    <a:pt x="51854" y="77457"/>
                  </a:lnTo>
                  <a:lnTo>
                    <a:pt x="52870" y="77457"/>
                  </a:lnTo>
                  <a:lnTo>
                    <a:pt x="52870" y="73914"/>
                  </a:lnTo>
                  <a:close/>
                </a:path>
                <a:path w="244475" h="184150">
                  <a:moveTo>
                    <a:pt x="53238" y="63779"/>
                  </a:moveTo>
                  <a:lnTo>
                    <a:pt x="52552" y="50990"/>
                  </a:lnTo>
                  <a:lnTo>
                    <a:pt x="49733" y="48196"/>
                  </a:lnTo>
                  <a:lnTo>
                    <a:pt x="46278" y="51320"/>
                  </a:lnTo>
                  <a:lnTo>
                    <a:pt x="46151" y="63842"/>
                  </a:lnTo>
                  <a:lnTo>
                    <a:pt x="53238" y="63779"/>
                  </a:lnTo>
                  <a:close/>
                </a:path>
                <a:path w="244475" h="184150">
                  <a:moveTo>
                    <a:pt x="53327" y="72605"/>
                  </a:moveTo>
                  <a:lnTo>
                    <a:pt x="53225" y="71386"/>
                  </a:lnTo>
                  <a:lnTo>
                    <a:pt x="50101" y="71551"/>
                  </a:lnTo>
                  <a:lnTo>
                    <a:pt x="47917" y="71386"/>
                  </a:lnTo>
                  <a:lnTo>
                    <a:pt x="46659" y="71145"/>
                  </a:lnTo>
                  <a:lnTo>
                    <a:pt x="45326" y="71551"/>
                  </a:lnTo>
                  <a:lnTo>
                    <a:pt x="44399" y="71780"/>
                  </a:lnTo>
                  <a:lnTo>
                    <a:pt x="44399" y="72834"/>
                  </a:lnTo>
                  <a:lnTo>
                    <a:pt x="53327" y="72605"/>
                  </a:lnTo>
                  <a:close/>
                </a:path>
                <a:path w="244475" h="184150">
                  <a:moveTo>
                    <a:pt x="53492" y="43332"/>
                  </a:moveTo>
                  <a:lnTo>
                    <a:pt x="52539" y="43332"/>
                  </a:lnTo>
                  <a:lnTo>
                    <a:pt x="52539" y="46990"/>
                  </a:lnTo>
                  <a:lnTo>
                    <a:pt x="53492" y="46990"/>
                  </a:lnTo>
                  <a:lnTo>
                    <a:pt x="53492" y="43332"/>
                  </a:lnTo>
                  <a:close/>
                </a:path>
                <a:path w="244475" h="184150">
                  <a:moveTo>
                    <a:pt x="53873" y="23406"/>
                  </a:moveTo>
                  <a:lnTo>
                    <a:pt x="51206" y="20878"/>
                  </a:lnTo>
                  <a:lnTo>
                    <a:pt x="49301" y="22440"/>
                  </a:lnTo>
                  <a:lnTo>
                    <a:pt x="48209" y="23456"/>
                  </a:lnTo>
                  <a:lnTo>
                    <a:pt x="47650" y="24701"/>
                  </a:lnTo>
                  <a:lnTo>
                    <a:pt x="47472" y="30060"/>
                  </a:lnTo>
                  <a:lnTo>
                    <a:pt x="47231" y="33820"/>
                  </a:lnTo>
                  <a:lnTo>
                    <a:pt x="53873" y="33820"/>
                  </a:lnTo>
                  <a:lnTo>
                    <a:pt x="53873" y="23406"/>
                  </a:lnTo>
                  <a:close/>
                </a:path>
                <a:path w="244475" h="184150">
                  <a:moveTo>
                    <a:pt x="54762" y="67830"/>
                  </a:moveTo>
                  <a:lnTo>
                    <a:pt x="54546" y="66776"/>
                  </a:lnTo>
                  <a:lnTo>
                    <a:pt x="50723" y="66903"/>
                  </a:lnTo>
                  <a:lnTo>
                    <a:pt x="48488" y="66598"/>
                  </a:lnTo>
                  <a:lnTo>
                    <a:pt x="46824" y="66535"/>
                  </a:lnTo>
                  <a:lnTo>
                    <a:pt x="45440" y="66903"/>
                  </a:lnTo>
                  <a:lnTo>
                    <a:pt x="44602" y="67043"/>
                  </a:lnTo>
                  <a:lnTo>
                    <a:pt x="44602" y="68160"/>
                  </a:lnTo>
                  <a:lnTo>
                    <a:pt x="54762" y="67830"/>
                  </a:lnTo>
                  <a:close/>
                </a:path>
                <a:path w="244475" h="184150">
                  <a:moveTo>
                    <a:pt x="55079" y="40005"/>
                  </a:moveTo>
                  <a:lnTo>
                    <a:pt x="54965" y="38887"/>
                  </a:lnTo>
                  <a:lnTo>
                    <a:pt x="51206" y="39052"/>
                  </a:lnTo>
                  <a:lnTo>
                    <a:pt x="48818" y="38785"/>
                  </a:lnTo>
                  <a:lnTo>
                    <a:pt x="47282" y="38595"/>
                  </a:lnTo>
                  <a:lnTo>
                    <a:pt x="45834" y="39052"/>
                  </a:lnTo>
                  <a:lnTo>
                    <a:pt x="44907" y="39192"/>
                  </a:lnTo>
                  <a:lnTo>
                    <a:pt x="44907" y="40259"/>
                  </a:lnTo>
                  <a:lnTo>
                    <a:pt x="55079" y="40005"/>
                  </a:lnTo>
                  <a:close/>
                </a:path>
                <a:path w="244475" h="184150">
                  <a:moveTo>
                    <a:pt x="65328" y="62966"/>
                  </a:moveTo>
                  <a:lnTo>
                    <a:pt x="63677" y="67157"/>
                  </a:lnTo>
                  <a:lnTo>
                    <a:pt x="62649" y="79311"/>
                  </a:lnTo>
                  <a:lnTo>
                    <a:pt x="62534" y="83312"/>
                  </a:lnTo>
                  <a:lnTo>
                    <a:pt x="62496" y="89992"/>
                  </a:lnTo>
                  <a:lnTo>
                    <a:pt x="62217" y="95148"/>
                  </a:lnTo>
                  <a:lnTo>
                    <a:pt x="62115" y="99148"/>
                  </a:lnTo>
                  <a:lnTo>
                    <a:pt x="62039" y="102717"/>
                  </a:lnTo>
                  <a:lnTo>
                    <a:pt x="61976" y="105498"/>
                  </a:lnTo>
                  <a:lnTo>
                    <a:pt x="61912" y="107683"/>
                  </a:lnTo>
                  <a:lnTo>
                    <a:pt x="61785" y="111607"/>
                  </a:lnTo>
                  <a:lnTo>
                    <a:pt x="61709" y="114554"/>
                  </a:lnTo>
                  <a:lnTo>
                    <a:pt x="61061" y="136525"/>
                  </a:lnTo>
                  <a:lnTo>
                    <a:pt x="62217" y="136525"/>
                  </a:lnTo>
                  <a:lnTo>
                    <a:pt x="63093" y="95148"/>
                  </a:lnTo>
                  <a:lnTo>
                    <a:pt x="63220" y="86702"/>
                  </a:lnTo>
                  <a:lnTo>
                    <a:pt x="63296" y="84683"/>
                  </a:lnTo>
                  <a:lnTo>
                    <a:pt x="64757" y="65735"/>
                  </a:lnTo>
                  <a:lnTo>
                    <a:pt x="65328" y="62966"/>
                  </a:lnTo>
                  <a:close/>
                </a:path>
                <a:path w="244475" h="184150">
                  <a:moveTo>
                    <a:pt x="66814" y="59169"/>
                  </a:moveTo>
                  <a:lnTo>
                    <a:pt x="66065" y="59931"/>
                  </a:lnTo>
                  <a:lnTo>
                    <a:pt x="65455" y="62623"/>
                  </a:lnTo>
                  <a:lnTo>
                    <a:pt x="66814" y="59169"/>
                  </a:lnTo>
                  <a:close/>
                </a:path>
                <a:path w="244475" h="184150">
                  <a:moveTo>
                    <a:pt x="78828" y="29972"/>
                  </a:moveTo>
                  <a:lnTo>
                    <a:pt x="76403" y="27012"/>
                  </a:lnTo>
                  <a:lnTo>
                    <a:pt x="70789" y="27012"/>
                  </a:lnTo>
                  <a:lnTo>
                    <a:pt x="68554" y="29972"/>
                  </a:lnTo>
                  <a:lnTo>
                    <a:pt x="68554" y="37033"/>
                  </a:lnTo>
                  <a:lnTo>
                    <a:pt x="70789" y="39839"/>
                  </a:lnTo>
                  <a:lnTo>
                    <a:pt x="73596" y="39839"/>
                  </a:lnTo>
                  <a:lnTo>
                    <a:pt x="76403" y="39839"/>
                  </a:lnTo>
                  <a:lnTo>
                    <a:pt x="78828" y="37033"/>
                  </a:lnTo>
                  <a:lnTo>
                    <a:pt x="78828" y="29972"/>
                  </a:lnTo>
                  <a:close/>
                </a:path>
                <a:path w="244475" h="184150">
                  <a:moveTo>
                    <a:pt x="80365" y="79667"/>
                  </a:moveTo>
                  <a:lnTo>
                    <a:pt x="73444" y="80518"/>
                  </a:lnTo>
                  <a:lnTo>
                    <a:pt x="73291" y="101727"/>
                  </a:lnTo>
                  <a:lnTo>
                    <a:pt x="79806" y="97713"/>
                  </a:lnTo>
                  <a:lnTo>
                    <a:pt x="80365" y="79667"/>
                  </a:lnTo>
                  <a:close/>
                </a:path>
                <a:path w="244475" h="184150">
                  <a:moveTo>
                    <a:pt x="86741" y="59931"/>
                  </a:moveTo>
                  <a:lnTo>
                    <a:pt x="86614" y="58902"/>
                  </a:lnTo>
                  <a:lnTo>
                    <a:pt x="86436" y="57429"/>
                  </a:lnTo>
                  <a:lnTo>
                    <a:pt x="82638" y="58902"/>
                  </a:lnTo>
                  <a:lnTo>
                    <a:pt x="74129" y="66598"/>
                  </a:lnTo>
                  <a:lnTo>
                    <a:pt x="73748" y="72618"/>
                  </a:lnTo>
                  <a:lnTo>
                    <a:pt x="73748" y="73558"/>
                  </a:lnTo>
                  <a:lnTo>
                    <a:pt x="73304" y="76212"/>
                  </a:lnTo>
                  <a:lnTo>
                    <a:pt x="80860" y="75793"/>
                  </a:lnTo>
                  <a:lnTo>
                    <a:pt x="81546" y="69024"/>
                  </a:lnTo>
                  <a:lnTo>
                    <a:pt x="83299" y="63144"/>
                  </a:lnTo>
                  <a:lnTo>
                    <a:pt x="86741" y="59931"/>
                  </a:lnTo>
                  <a:close/>
                </a:path>
                <a:path w="244475" h="184150">
                  <a:moveTo>
                    <a:pt x="89331" y="125945"/>
                  </a:moveTo>
                  <a:lnTo>
                    <a:pt x="88671" y="71386"/>
                  </a:lnTo>
                  <a:lnTo>
                    <a:pt x="87515" y="71653"/>
                  </a:lnTo>
                  <a:lnTo>
                    <a:pt x="87515" y="126720"/>
                  </a:lnTo>
                  <a:lnTo>
                    <a:pt x="89331" y="125945"/>
                  </a:lnTo>
                  <a:close/>
                </a:path>
                <a:path w="244475" h="184150">
                  <a:moveTo>
                    <a:pt x="92557" y="124269"/>
                  </a:moveTo>
                  <a:lnTo>
                    <a:pt x="90970" y="60325"/>
                  </a:lnTo>
                  <a:lnTo>
                    <a:pt x="89331" y="64008"/>
                  </a:lnTo>
                  <a:lnTo>
                    <a:pt x="90970" y="125222"/>
                  </a:lnTo>
                  <a:lnTo>
                    <a:pt x="92557" y="124269"/>
                  </a:lnTo>
                  <a:close/>
                </a:path>
                <a:path w="244475" h="184150">
                  <a:moveTo>
                    <a:pt x="101638" y="92316"/>
                  </a:moveTo>
                  <a:lnTo>
                    <a:pt x="94589" y="92049"/>
                  </a:lnTo>
                  <a:lnTo>
                    <a:pt x="94703" y="94526"/>
                  </a:lnTo>
                  <a:lnTo>
                    <a:pt x="101638" y="94322"/>
                  </a:lnTo>
                  <a:lnTo>
                    <a:pt x="101638" y="92316"/>
                  </a:lnTo>
                  <a:close/>
                </a:path>
                <a:path w="244475" h="184150">
                  <a:moveTo>
                    <a:pt x="101727" y="64325"/>
                  </a:moveTo>
                  <a:lnTo>
                    <a:pt x="93268" y="65443"/>
                  </a:lnTo>
                  <a:lnTo>
                    <a:pt x="93268" y="67678"/>
                  </a:lnTo>
                  <a:lnTo>
                    <a:pt x="101727" y="66395"/>
                  </a:lnTo>
                  <a:lnTo>
                    <a:pt x="101727" y="64325"/>
                  </a:lnTo>
                  <a:close/>
                </a:path>
                <a:path w="244475" h="184150">
                  <a:moveTo>
                    <a:pt x="101993" y="89763"/>
                  </a:moveTo>
                  <a:lnTo>
                    <a:pt x="101904" y="72796"/>
                  </a:lnTo>
                  <a:lnTo>
                    <a:pt x="98615" y="68503"/>
                  </a:lnTo>
                  <a:lnTo>
                    <a:pt x="94081" y="73279"/>
                  </a:lnTo>
                  <a:lnTo>
                    <a:pt x="94703" y="89585"/>
                  </a:lnTo>
                  <a:lnTo>
                    <a:pt x="101993" y="89763"/>
                  </a:lnTo>
                  <a:close/>
                </a:path>
                <a:path w="244475" h="184150">
                  <a:moveTo>
                    <a:pt x="102235" y="61874"/>
                  </a:moveTo>
                  <a:lnTo>
                    <a:pt x="102133" y="60007"/>
                  </a:lnTo>
                  <a:lnTo>
                    <a:pt x="101727" y="51549"/>
                  </a:lnTo>
                  <a:lnTo>
                    <a:pt x="101447" y="50190"/>
                  </a:lnTo>
                  <a:lnTo>
                    <a:pt x="101066" y="48361"/>
                  </a:lnTo>
                  <a:lnTo>
                    <a:pt x="101003" y="48196"/>
                  </a:lnTo>
                  <a:lnTo>
                    <a:pt x="99974" y="45415"/>
                  </a:lnTo>
                  <a:lnTo>
                    <a:pt x="97091" y="42011"/>
                  </a:lnTo>
                  <a:lnTo>
                    <a:pt x="94767" y="45415"/>
                  </a:lnTo>
                  <a:lnTo>
                    <a:pt x="92735" y="48196"/>
                  </a:lnTo>
                  <a:lnTo>
                    <a:pt x="92671" y="48361"/>
                  </a:lnTo>
                  <a:lnTo>
                    <a:pt x="89789" y="56019"/>
                  </a:lnTo>
                  <a:lnTo>
                    <a:pt x="86753" y="63030"/>
                  </a:lnTo>
                  <a:lnTo>
                    <a:pt x="85128" y="69850"/>
                  </a:lnTo>
                  <a:lnTo>
                    <a:pt x="85064" y="70497"/>
                  </a:lnTo>
                  <a:lnTo>
                    <a:pt x="84467" y="76517"/>
                  </a:lnTo>
                  <a:lnTo>
                    <a:pt x="84429" y="77914"/>
                  </a:lnTo>
                  <a:lnTo>
                    <a:pt x="84340" y="81305"/>
                  </a:lnTo>
                  <a:lnTo>
                    <a:pt x="84162" y="87642"/>
                  </a:lnTo>
                  <a:lnTo>
                    <a:pt x="84048" y="128828"/>
                  </a:lnTo>
                  <a:lnTo>
                    <a:pt x="85445" y="127381"/>
                  </a:lnTo>
                  <a:lnTo>
                    <a:pt x="85128" y="112547"/>
                  </a:lnTo>
                  <a:lnTo>
                    <a:pt x="85445" y="99999"/>
                  </a:lnTo>
                  <a:lnTo>
                    <a:pt x="85661" y="81305"/>
                  </a:lnTo>
                  <a:lnTo>
                    <a:pt x="85775" y="77914"/>
                  </a:lnTo>
                  <a:lnTo>
                    <a:pt x="85877" y="76517"/>
                  </a:lnTo>
                  <a:lnTo>
                    <a:pt x="86004" y="74612"/>
                  </a:lnTo>
                  <a:lnTo>
                    <a:pt x="86106" y="70497"/>
                  </a:lnTo>
                  <a:lnTo>
                    <a:pt x="87414" y="66382"/>
                  </a:lnTo>
                  <a:lnTo>
                    <a:pt x="88226" y="62242"/>
                  </a:lnTo>
                  <a:lnTo>
                    <a:pt x="89204" y="60007"/>
                  </a:lnTo>
                  <a:lnTo>
                    <a:pt x="93268" y="50190"/>
                  </a:lnTo>
                  <a:lnTo>
                    <a:pt x="93319" y="51549"/>
                  </a:lnTo>
                  <a:lnTo>
                    <a:pt x="93687" y="63601"/>
                  </a:lnTo>
                  <a:lnTo>
                    <a:pt x="102235" y="61874"/>
                  </a:lnTo>
                  <a:close/>
                </a:path>
                <a:path w="244475" h="184150">
                  <a:moveTo>
                    <a:pt x="102235" y="23025"/>
                  </a:moveTo>
                  <a:lnTo>
                    <a:pt x="101892" y="21488"/>
                  </a:lnTo>
                  <a:lnTo>
                    <a:pt x="101180" y="20459"/>
                  </a:lnTo>
                  <a:lnTo>
                    <a:pt x="100482" y="20294"/>
                  </a:lnTo>
                  <a:lnTo>
                    <a:pt x="99961" y="19900"/>
                  </a:lnTo>
                  <a:lnTo>
                    <a:pt x="99225" y="19837"/>
                  </a:lnTo>
                  <a:lnTo>
                    <a:pt x="98564" y="19900"/>
                  </a:lnTo>
                  <a:lnTo>
                    <a:pt x="97815" y="20535"/>
                  </a:lnTo>
                  <a:lnTo>
                    <a:pt x="97218" y="20955"/>
                  </a:lnTo>
                  <a:lnTo>
                    <a:pt x="96532" y="21856"/>
                  </a:lnTo>
                  <a:lnTo>
                    <a:pt x="96532" y="22948"/>
                  </a:lnTo>
                  <a:lnTo>
                    <a:pt x="97409" y="25095"/>
                  </a:lnTo>
                  <a:lnTo>
                    <a:pt x="99568" y="28651"/>
                  </a:lnTo>
                  <a:lnTo>
                    <a:pt x="99961" y="27508"/>
                  </a:lnTo>
                  <a:lnTo>
                    <a:pt x="100888" y="26123"/>
                  </a:lnTo>
                  <a:lnTo>
                    <a:pt x="101727" y="24269"/>
                  </a:lnTo>
                  <a:lnTo>
                    <a:pt x="102235" y="23025"/>
                  </a:lnTo>
                  <a:close/>
                </a:path>
                <a:path w="244475" h="184150">
                  <a:moveTo>
                    <a:pt x="103390" y="118402"/>
                  </a:moveTo>
                  <a:lnTo>
                    <a:pt x="102412" y="101168"/>
                  </a:lnTo>
                  <a:lnTo>
                    <a:pt x="98907" y="96520"/>
                  </a:lnTo>
                  <a:lnTo>
                    <a:pt x="95326" y="101307"/>
                  </a:lnTo>
                  <a:lnTo>
                    <a:pt x="95605" y="123304"/>
                  </a:lnTo>
                  <a:lnTo>
                    <a:pt x="103390" y="118402"/>
                  </a:lnTo>
                  <a:close/>
                </a:path>
                <a:path w="244475" h="184150">
                  <a:moveTo>
                    <a:pt x="103936" y="16522"/>
                  </a:moveTo>
                  <a:lnTo>
                    <a:pt x="83159" y="17132"/>
                  </a:lnTo>
                  <a:lnTo>
                    <a:pt x="83159" y="17678"/>
                  </a:lnTo>
                  <a:lnTo>
                    <a:pt x="103936" y="17678"/>
                  </a:lnTo>
                  <a:lnTo>
                    <a:pt x="103936" y="16522"/>
                  </a:lnTo>
                  <a:close/>
                </a:path>
                <a:path w="244475" h="184150">
                  <a:moveTo>
                    <a:pt x="125260" y="92849"/>
                  </a:moveTo>
                  <a:lnTo>
                    <a:pt x="122529" y="91732"/>
                  </a:lnTo>
                  <a:lnTo>
                    <a:pt x="122529" y="103314"/>
                  </a:lnTo>
                  <a:lnTo>
                    <a:pt x="123850" y="104851"/>
                  </a:lnTo>
                  <a:lnTo>
                    <a:pt x="125260" y="103606"/>
                  </a:lnTo>
                  <a:lnTo>
                    <a:pt x="125260" y="92849"/>
                  </a:lnTo>
                  <a:close/>
                </a:path>
                <a:path w="244475" h="184150">
                  <a:moveTo>
                    <a:pt x="126631" y="80365"/>
                  </a:moveTo>
                  <a:lnTo>
                    <a:pt x="125907" y="63487"/>
                  </a:lnTo>
                  <a:lnTo>
                    <a:pt x="123850" y="61150"/>
                  </a:lnTo>
                  <a:lnTo>
                    <a:pt x="123126" y="79222"/>
                  </a:lnTo>
                  <a:lnTo>
                    <a:pt x="126631" y="80365"/>
                  </a:lnTo>
                  <a:close/>
                </a:path>
                <a:path w="244475" h="184150">
                  <a:moveTo>
                    <a:pt x="128257" y="81432"/>
                  </a:moveTo>
                  <a:lnTo>
                    <a:pt x="128206" y="64325"/>
                  </a:lnTo>
                  <a:lnTo>
                    <a:pt x="127190" y="63284"/>
                  </a:lnTo>
                  <a:lnTo>
                    <a:pt x="127342" y="81572"/>
                  </a:lnTo>
                  <a:lnTo>
                    <a:pt x="128257" y="81432"/>
                  </a:lnTo>
                  <a:close/>
                </a:path>
                <a:path w="244475" h="184150">
                  <a:moveTo>
                    <a:pt x="132676" y="30899"/>
                  </a:moveTo>
                  <a:lnTo>
                    <a:pt x="130200" y="27914"/>
                  </a:lnTo>
                  <a:lnTo>
                    <a:pt x="124244" y="27914"/>
                  </a:lnTo>
                  <a:lnTo>
                    <a:pt x="121805" y="30899"/>
                  </a:lnTo>
                  <a:lnTo>
                    <a:pt x="121805" y="38404"/>
                  </a:lnTo>
                  <a:lnTo>
                    <a:pt x="124244" y="41402"/>
                  </a:lnTo>
                  <a:lnTo>
                    <a:pt x="127190" y="41402"/>
                  </a:lnTo>
                  <a:lnTo>
                    <a:pt x="130200" y="41402"/>
                  </a:lnTo>
                  <a:lnTo>
                    <a:pt x="132676" y="38404"/>
                  </a:lnTo>
                  <a:lnTo>
                    <a:pt x="132676" y="30899"/>
                  </a:lnTo>
                  <a:close/>
                </a:path>
                <a:path w="244475" h="184150">
                  <a:moveTo>
                    <a:pt x="134861" y="77901"/>
                  </a:moveTo>
                  <a:lnTo>
                    <a:pt x="134620" y="73393"/>
                  </a:lnTo>
                  <a:lnTo>
                    <a:pt x="134531" y="72174"/>
                  </a:lnTo>
                  <a:lnTo>
                    <a:pt x="134416" y="70485"/>
                  </a:lnTo>
                  <a:lnTo>
                    <a:pt x="134289" y="68732"/>
                  </a:lnTo>
                  <a:lnTo>
                    <a:pt x="134150" y="67449"/>
                  </a:lnTo>
                  <a:lnTo>
                    <a:pt x="133781" y="66751"/>
                  </a:lnTo>
                  <a:lnTo>
                    <a:pt x="133781" y="67449"/>
                  </a:lnTo>
                  <a:lnTo>
                    <a:pt x="133731" y="71310"/>
                  </a:lnTo>
                  <a:lnTo>
                    <a:pt x="133616" y="70192"/>
                  </a:lnTo>
                  <a:lnTo>
                    <a:pt x="133502" y="69850"/>
                  </a:lnTo>
                  <a:lnTo>
                    <a:pt x="131559" y="64477"/>
                  </a:lnTo>
                  <a:lnTo>
                    <a:pt x="133781" y="67449"/>
                  </a:lnTo>
                  <a:lnTo>
                    <a:pt x="133781" y="66751"/>
                  </a:lnTo>
                  <a:lnTo>
                    <a:pt x="132715" y="64706"/>
                  </a:lnTo>
                  <a:lnTo>
                    <a:pt x="132588" y="64528"/>
                  </a:lnTo>
                  <a:lnTo>
                    <a:pt x="129705" y="60325"/>
                  </a:lnTo>
                  <a:lnTo>
                    <a:pt x="123113" y="53403"/>
                  </a:lnTo>
                  <a:lnTo>
                    <a:pt x="118148" y="49593"/>
                  </a:lnTo>
                  <a:lnTo>
                    <a:pt x="117881" y="49263"/>
                  </a:lnTo>
                  <a:lnTo>
                    <a:pt x="110070" y="43497"/>
                  </a:lnTo>
                  <a:lnTo>
                    <a:pt x="106883" y="41122"/>
                  </a:lnTo>
                  <a:lnTo>
                    <a:pt x="101142" y="35737"/>
                  </a:lnTo>
                  <a:lnTo>
                    <a:pt x="99580" y="34290"/>
                  </a:lnTo>
                  <a:lnTo>
                    <a:pt x="99580" y="35750"/>
                  </a:lnTo>
                  <a:lnTo>
                    <a:pt x="99580" y="34290"/>
                  </a:lnTo>
                  <a:lnTo>
                    <a:pt x="99415" y="34124"/>
                  </a:lnTo>
                  <a:lnTo>
                    <a:pt x="95783" y="39344"/>
                  </a:lnTo>
                  <a:lnTo>
                    <a:pt x="94957" y="40132"/>
                  </a:lnTo>
                  <a:lnTo>
                    <a:pt x="89192" y="44119"/>
                  </a:lnTo>
                  <a:lnTo>
                    <a:pt x="87490" y="45199"/>
                  </a:lnTo>
                  <a:lnTo>
                    <a:pt x="84162" y="47117"/>
                  </a:lnTo>
                  <a:lnTo>
                    <a:pt x="75577" y="52692"/>
                  </a:lnTo>
                  <a:lnTo>
                    <a:pt x="74917" y="53403"/>
                  </a:lnTo>
                  <a:lnTo>
                    <a:pt x="73494" y="55054"/>
                  </a:lnTo>
                  <a:lnTo>
                    <a:pt x="72275" y="56019"/>
                  </a:lnTo>
                  <a:lnTo>
                    <a:pt x="70700" y="58280"/>
                  </a:lnTo>
                  <a:lnTo>
                    <a:pt x="69392" y="59791"/>
                  </a:lnTo>
                  <a:lnTo>
                    <a:pt x="69075" y="60604"/>
                  </a:lnTo>
                  <a:lnTo>
                    <a:pt x="69011" y="60731"/>
                  </a:lnTo>
                  <a:lnTo>
                    <a:pt x="68135" y="61544"/>
                  </a:lnTo>
                  <a:lnTo>
                    <a:pt x="68135" y="63017"/>
                  </a:lnTo>
                  <a:lnTo>
                    <a:pt x="68948" y="60934"/>
                  </a:lnTo>
                  <a:lnTo>
                    <a:pt x="68122" y="63627"/>
                  </a:lnTo>
                  <a:lnTo>
                    <a:pt x="68135" y="63017"/>
                  </a:lnTo>
                  <a:lnTo>
                    <a:pt x="65913" y="68732"/>
                  </a:lnTo>
                  <a:lnTo>
                    <a:pt x="65798" y="70192"/>
                  </a:lnTo>
                  <a:lnTo>
                    <a:pt x="65684" y="71564"/>
                  </a:lnTo>
                  <a:lnTo>
                    <a:pt x="65608" y="72504"/>
                  </a:lnTo>
                  <a:lnTo>
                    <a:pt x="65544" y="73393"/>
                  </a:lnTo>
                  <a:lnTo>
                    <a:pt x="64985" y="80137"/>
                  </a:lnTo>
                  <a:lnTo>
                    <a:pt x="64693" y="85090"/>
                  </a:lnTo>
                  <a:lnTo>
                    <a:pt x="64693" y="90106"/>
                  </a:lnTo>
                  <a:lnTo>
                    <a:pt x="64541" y="94945"/>
                  </a:lnTo>
                  <a:lnTo>
                    <a:pt x="64033" y="114427"/>
                  </a:lnTo>
                  <a:lnTo>
                    <a:pt x="63919" y="117729"/>
                  </a:lnTo>
                  <a:lnTo>
                    <a:pt x="63868" y="119570"/>
                  </a:lnTo>
                  <a:lnTo>
                    <a:pt x="63385" y="133718"/>
                  </a:lnTo>
                  <a:lnTo>
                    <a:pt x="64541" y="133718"/>
                  </a:lnTo>
                  <a:lnTo>
                    <a:pt x="64579" y="133375"/>
                  </a:lnTo>
                  <a:lnTo>
                    <a:pt x="64693" y="128752"/>
                  </a:lnTo>
                  <a:lnTo>
                    <a:pt x="67513" y="127939"/>
                  </a:lnTo>
                  <a:lnTo>
                    <a:pt x="67551" y="125539"/>
                  </a:lnTo>
                  <a:lnTo>
                    <a:pt x="67818" y="113728"/>
                  </a:lnTo>
                  <a:lnTo>
                    <a:pt x="67932" y="109918"/>
                  </a:lnTo>
                  <a:lnTo>
                    <a:pt x="68021" y="106730"/>
                  </a:lnTo>
                  <a:lnTo>
                    <a:pt x="68084" y="104698"/>
                  </a:lnTo>
                  <a:lnTo>
                    <a:pt x="68160" y="102082"/>
                  </a:lnTo>
                  <a:lnTo>
                    <a:pt x="68668" y="85090"/>
                  </a:lnTo>
                  <a:lnTo>
                    <a:pt x="69024" y="72174"/>
                  </a:lnTo>
                  <a:lnTo>
                    <a:pt x="69024" y="71564"/>
                  </a:lnTo>
                  <a:lnTo>
                    <a:pt x="67513" y="72174"/>
                  </a:lnTo>
                  <a:lnTo>
                    <a:pt x="67513" y="70929"/>
                  </a:lnTo>
                  <a:lnTo>
                    <a:pt x="67741" y="70485"/>
                  </a:lnTo>
                  <a:lnTo>
                    <a:pt x="67843" y="68732"/>
                  </a:lnTo>
                  <a:lnTo>
                    <a:pt x="71183" y="62636"/>
                  </a:lnTo>
                  <a:lnTo>
                    <a:pt x="75133" y="57010"/>
                  </a:lnTo>
                  <a:lnTo>
                    <a:pt x="79768" y="52463"/>
                  </a:lnTo>
                  <a:lnTo>
                    <a:pt x="85242" y="49453"/>
                  </a:lnTo>
                  <a:lnTo>
                    <a:pt x="91287" y="45072"/>
                  </a:lnTo>
                  <a:lnTo>
                    <a:pt x="95084" y="43472"/>
                  </a:lnTo>
                  <a:lnTo>
                    <a:pt x="96240" y="41478"/>
                  </a:lnTo>
                  <a:lnTo>
                    <a:pt x="99580" y="39052"/>
                  </a:lnTo>
                  <a:lnTo>
                    <a:pt x="107543" y="46329"/>
                  </a:lnTo>
                  <a:lnTo>
                    <a:pt x="111734" y="51879"/>
                  </a:lnTo>
                  <a:lnTo>
                    <a:pt x="111734" y="55930"/>
                  </a:lnTo>
                  <a:lnTo>
                    <a:pt x="112737" y="60147"/>
                  </a:lnTo>
                  <a:lnTo>
                    <a:pt x="112737" y="117551"/>
                  </a:lnTo>
                  <a:lnTo>
                    <a:pt x="114617" y="119011"/>
                  </a:lnTo>
                  <a:lnTo>
                    <a:pt x="115557" y="119913"/>
                  </a:lnTo>
                  <a:lnTo>
                    <a:pt x="117779" y="117957"/>
                  </a:lnTo>
                  <a:lnTo>
                    <a:pt x="118795" y="116827"/>
                  </a:lnTo>
                  <a:lnTo>
                    <a:pt x="117627" y="67830"/>
                  </a:lnTo>
                  <a:lnTo>
                    <a:pt x="118173" y="60667"/>
                  </a:lnTo>
                  <a:lnTo>
                    <a:pt x="119634" y="56603"/>
                  </a:lnTo>
                  <a:lnTo>
                    <a:pt x="121602" y="53771"/>
                  </a:lnTo>
                  <a:lnTo>
                    <a:pt x="120713" y="55206"/>
                  </a:lnTo>
                  <a:lnTo>
                    <a:pt x="124142" y="58051"/>
                  </a:lnTo>
                  <a:lnTo>
                    <a:pt x="127203" y="61544"/>
                  </a:lnTo>
                  <a:lnTo>
                    <a:pt x="128714" y="63487"/>
                  </a:lnTo>
                  <a:lnTo>
                    <a:pt x="130200" y="65265"/>
                  </a:lnTo>
                  <a:lnTo>
                    <a:pt x="130708" y="66802"/>
                  </a:lnTo>
                  <a:lnTo>
                    <a:pt x="130213" y="66598"/>
                  </a:lnTo>
                  <a:lnTo>
                    <a:pt x="130060" y="106591"/>
                  </a:lnTo>
                  <a:lnTo>
                    <a:pt x="130771" y="106476"/>
                  </a:lnTo>
                  <a:lnTo>
                    <a:pt x="131038" y="67792"/>
                  </a:lnTo>
                  <a:lnTo>
                    <a:pt x="132029" y="69850"/>
                  </a:lnTo>
                  <a:lnTo>
                    <a:pt x="132080" y="70192"/>
                  </a:lnTo>
                  <a:lnTo>
                    <a:pt x="132410" y="72466"/>
                  </a:lnTo>
                  <a:lnTo>
                    <a:pt x="132537" y="74002"/>
                  </a:lnTo>
                  <a:lnTo>
                    <a:pt x="133096" y="75666"/>
                  </a:lnTo>
                  <a:lnTo>
                    <a:pt x="133096" y="84289"/>
                  </a:lnTo>
                  <a:lnTo>
                    <a:pt x="132715" y="92049"/>
                  </a:lnTo>
                  <a:lnTo>
                    <a:pt x="132613" y="98869"/>
                  </a:lnTo>
                  <a:lnTo>
                    <a:pt x="132537" y="104343"/>
                  </a:lnTo>
                  <a:lnTo>
                    <a:pt x="132181" y="117944"/>
                  </a:lnTo>
                  <a:lnTo>
                    <a:pt x="132143" y="120942"/>
                  </a:lnTo>
                  <a:lnTo>
                    <a:pt x="132029" y="130060"/>
                  </a:lnTo>
                  <a:lnTo>
                    <a:pt x="131521" y="137883"/>
                  </a:lnTo>
                  <a:lnTo>
                    <a:pt x="131457" y="142608"/>
                  </a:lnTo>
                  <a:lnTo>
                    <a:pt x="131368" y="148170"/>
                  </a:lnTo>
                  <a:lnTo>
                    <a:pt x="132029" y="148170"/>
                  </a:lnTo>
                  <a:lnTo>
                    <a:pt x="132410" y="142608"/>
                  </a:lnTo>
                  <a:lnTo>
                    <a:pt x="132715" y="134785"/>
                  </a:lnTo>
                  <a:lnTo>
                    <a:pt x="133096" y="120942"/>
                  </a:lnTo>
                  <a:lnTo>
                    <a:pt x="133159" y="109753"/>
                  </a:lnTo>
                  <a:lnTo>
                    <a:pt x="133489" y="98869"/>
                  </a:lnTo>
                  <a:lnTo>
                    <a:pt x="134150" y="98628"/>
                  </a:lnTo>
                  <a:lnTo>
                    <a:pt x="134137" y="104698"/>
                  </a:lnTo>
                  <a:lnTo>
                    <a:pt x="134073" y="106730"/>
                  </a:lnTo>
                  <a:lnTo>
                    <a:pt x="133985" y="109918"/>
                  </a:lnTo>
                  <a:lnTo>
                    <a:pt x="133896" y="114427"/>
                  </a:lnTo>
                  <a:lnTo>
                    <a:pt x="133819" y="119570"/>
                  </a:lnTo>
                  <a:lnTo>
                    <a:pt x="133692" y="127939"/>
                  </a:lnTo>
                  <a:lnTo>
                    <a:pt x="133604" y="133718"/>
                  </a:lnTo>
                  <a:lnTo>
                    <a:pt x="133540" y="135966"/>
                  </a:lnTo>
                  <a:lnTo>
                    <a:pt x="133464" y="139065"/>
                  </a:lnTo>
                  <a:lnTo>
                    <a:pt x="133362" y="140957"/>
                  </a:lnTo>
                  <a:lnTo>
                    <a:pt x="133159" y="144907"/>
                  </a:lnTo>
                  <a:lnTo>
                    <a:pt x="133159" y="150444"/>
                  </a:lnTo>
                  <a:lnTo>
                    <a:pt x="134213" y="150444"/>
                  </a:lnTo>
                  <a:lnTo>
                    <a:pt x="134251" y="144907"/>
                  </a:lnTo>
                  <a:lnTo>
                    <a:pt x="134353" y="139065"/>
                  </a:lnTo>
                  <a:lnTo>
                    <a:pt x="134505" y="135966"/>
                  </a:lnTo>
                  <a:lnTo>
                    <a:pt x="134531" y="133718"/>
                  </a:lnTo>
                  <a:lnTo>
                    <a:pt x="134632" y="125539"/>
                  </a:lnTo>
                  <a:lnTo>
                    <a:pt x="134785" y="119570"/>
                  </a:lnTo>
                  <a:lnTo>
                    <a:pt x="134861" y="77901"/>
                  </a:lnTo>
                  <a:close/>
                </a:path>
                <a:path w="244475" h="184150">
                  <a:moveTo>
                    <a:pt x="138480" y="19900"/>
                  </a:moveTo>
                  <a:lnTo>
                    <a:pt x="136245" y="19900"/>
                  </a:lnTo>
                  <a:lnTo>
                    <a:pt x="135661" y="64452"/>
                  </a:lnTo>
                  <a:lnTo>
                    <a:pt x="134861" y="62966"/>
                  </a:lnTo>
                  <a:lnTo>
                    <a:pt x="131673" y="58369"/>
                  </a:lnTo>
                  <a:lnTo>
                    <a:pt x="124650" y="50863"/>
                  </a:lnTo>
                  <a:lnTo>
                    <a:pt x="116141" y="44297"/>
                  </a:lnTo>
                  <a:lnTo>
                    <a:pt x="107315" y="37757"/>
                  </a:lnTo>
                  <a:lnTo>
                    <a:pt x="101053" y="31902"/>
                  </a:lnTo>
                  <a:lnTo>
                    <a:pt x="99364" y="30327"/>
                  </a:lnTo>
                  <a:lnTo>
                    <a:pt x="95097" y="36588"/>
                  </a:lnTo>
                  <a:lnTo>
                    <a:pt x="89916" y="40182"/>
                  </a:lnTo>
                  <a:lnTo>
                    <a:pt x="83121" y="44170"/>
                  </a:lnTo>
                  <a:lnTo>
                    <a:pt x="73914" y="50126"/>
                  </a:lnTo>
                  <a:lnTo>
                    <a:pt x="67437" y="57594"/>
                  </a:lnTo>
                  <a:lnTo>
                    <a:pt x="66814" y="59169"/>
                  </a:lnTo>
                  <a:lnTo>
                    <a:pt x="70104" y="55803"/>
                  </a:lnTo>
                  <a:lnTo>
                    <a:pt x="72771" y="52819"/>
                  </a:lnTo>
                  <a:lnTo>
                    <a:pt x="75653" y="49974"/>
                  </a:lnTo>
                  <a:lnTo>
                    <a:pt x="79413" y="47332"/>
                  </a:lnTo>
                  <a:lnTo>
                    <a:pt x="86334" y="43891"/>
                  </a:lnTo>
                  <a:lnTo>
                    <a:pt x="94767" y="40182"/>
                  </a:lnTo>
                  <a:lnTo>
                    <a:pt x="99580" y="31902"/>
                  </a:lnTo>
                  <a:lnTo>
                    <a:pt x="101714" y="34112"/>
                  </a:lnTo>
                  <a:lnTo>
                    <a:pt x="103441" y="36436"/>
                  </a:lnTo>
                  <a:lnTo>
                    <a:pt x="105841" y="38582"/>
                  </a:lnTo>
                  <a:lnTo>
                    <a:pt x="119303" y="48234"/>
                  </a:lnTo>
                  <a:lnTo>
                    <a:pt x="125831" y="53695"/>
                  </a:lnTo>
                  <a:lnTo>
                    <a:pt x="131432" y="59931"/>
                  </a:lnTo>
                  <a:lnTo>
                    <a:pt x="135991" y="65735"/>
                  </a:lnTo>
                  <a:lnTo>
                    <a:pt x="135991" y="72110"/>
                  </a:lnTo>
                  <a:lnTo>
                    <a:pt x="136588" y="76873"/>
                  </a:lnTo>
                  <a:lnTo>
                    <a:pt x="136474" y="89992"/>
                  </a:lnTo>
                  <a:lnTo>
                    <a:pt x="136372" y="105498"/>
                  </a:lnTo>
                  <a:lnTo>
                    <a:pt x="136271" y="111607"/>
                  </a:lnTo>
                  <a:lnTo>
                    <a:pt x="136220" y="114554"/>
                  </a:lnTo>
                  <a:lnTo>
                    <a:pt x="136093" y="121462"/>
                  </a:lnTo>
                  <a:lnTo>
                    <a:pt x="135991" y="127647"/>
                  </a:lnTo>
                  <a:lnTo>
                    <a:pt x="135331" y="154266"/>
                  </a:lnTo>
                  <a:lnTo>
                    <a:pt x="136588" y="154266"/>
                  </a:lnTo>
                  <a:lnTo>
                    <a:pt x="136588" y="147523"/>
                  </a:lnTo>
                  <a:lnTo>
                    <a:pt x="136804" y="144195"/>
                  </a:lnTo>
                  <a:lnTo>
                    <a:pt x="136880" y="136525"/>
                  </a:lnTo>
                  <a:lnTo>
                    <a:pt x="136994" y="133477"/>
                  </a:lnTo>
                  <a:lnTo>
                    <a:pt x="137071" y="121462"/>
                  </a:lnTo>
                  <a:lnTo>
                    <a:pt x="137185" y="114554"/>
                  </a:lnTo>
                  <a:lnTo>
                    <a:pt x="137248" y="76873"/>
                  </a:lnTo>
                  <a:lnTo>
                    <a:pt x="136994" y="72110"/>
                  </a:lnTo>
                  <a:lnTo>
                    <a:pt x="136918" y="71297"/>
                  </a:lnTo>
                  <a:lnTo>
                    <a:pt x="136486" y="66598"/>
                  </a:lnTo>
                  <a:lnTo>
                    <a:pt x="136372" y="65735"/>
                  </a:lnTo>
                  <a:lnTo>
                    <a:pt x="136004" y="65074"/>
                  </a:lnTo>
                  <a:lnTo>
                    <a:pt x="137668" y="65074"/>
                  </a:lnTo>
                  <a:lnTo>
                    <a:pt x="138480" y="19900"/>
                  </a:lnTo>
                  <a:close/>
                </a:path>
                <a:path w="244475" h="184150">
                  <a:moveTo>
                    <a:pt x="139103" y="18351"/>
                  </a:moveTo>
                  <a:lnTo>
                    <a:pt x="105181" y="17449"/>
                  </a:lnTo>
                  <a:lnTo>
                    <a:pt x="105181" y="19088"/>
                  </a:lnTo>
                  <a:lnTo>
                    <a:pt x="139103" y="19088"/>
                  </a:lnTo>
                  <a:lnTo>
                    <a:pt x="139103" y="18351"/>
                  </a:lnTo>
                  <a:close/>
                </a:path>
                <a:path w="244475" h="184150">
                  <a:moveTo>
                    <a:pt x="142417" y="19723"/>
                  </a:moveTo>
                  <a:lnTo>
                    <a:pt x="140893" y="19723"/>
                  </a:lnTo>
                  <a:lnTo>
                    <a:pt x="138722" y="160756"/>
                  </a:lnTo>
                  <a:lnTo>
                    <a:pt x="140119" y="160756"/>
                  </a:lnTo>
                  <a:lnTo>
                    <a:pt x="142417" y="19723"/>
                  </a:lnTo>
                  <a:close/>
                </a:path>
                <a:path w="244475" h="184150">
                  <a:moveTo>
                    <a:pt x="145313" y="20955"/>
                  </a:moveTo>
                  <a:lnTo>
                    <a:pt x="143675" y="20955"/>
                  </a:lnTo>
                  <a:lnTo>
                    <a:pt x="141465" y="166852"/>
                  </a:lnTo>
                  <a:lnTo>
                    <a:pt x="142989" y="166852"/>
                  </a:lnTo>
                  <a:lnTo>
                    <a:pt x="145313" y="20955"/>
                  </a:lnTo>
                  <a:close/>
                </a:path>
                <a:path w="244475" h="184150">
                  <a:moveTo>
                    <a:pt x="149885" y="22428"/>
                  </a:moveTo>
                  <a:lnTo>
                    <a:pt x="149263" y="22428"/>
                  </a:lnTo>
                  <a:lnTo>
                    <a:pt x="149263" y="24193"/>
                  </a:lnTo>
                  <a:lnTo>
                    <a:pt x="149885" y="24193"/>
                  </a:lnTo>
                  <a:lnTo>
                    <a:pt x="149885" y="22428"/>
                  </a:lnTo>
                  <a:close/>
                </a:path>
                <a:path w="244475" h="184150">
                  <a:moveTo>
                    <a:pt x="152057" y="19443"/>
                  </a:moveTo>
                  <a:lnTo>
                    <a:pt x="151307" y="19443"/>
                  </a:lnTo>
                  <a:lnTo>
                    <a:pt x="151307" y="22440"/>
                  </a:lnTo>
                  <a:lnTo>
                    <a:pt x="152057" y="22440"/>
                  </a:lnTo>
                  <a:lnTo>
                    <a:pt x="152057" y="19443"/>
                  </a:lnTo>
                  <a:close/>
                </a:path>
                <a:path w="244475" h="184150">
                  <a:moveTo>
                    <a:pt x="155409" y="19634"/>
                  </a:moveTo>
                  <a:lnTo>
                    <a:pt x="154635" y="19634"/>
                  </a:lnTo>
                  <a:lnTo>
                    <a:pt x="154635" y="21640"/>
                  </a:lnTo>
                  <a:lnTo>
                    <a:pt x="155409" y="21640"/>
                  </a:lnTo>
                  <a:lnTo>
                    <a:pt x="155409" y="19634"/>
                  </a:lnTo>
                  <a:close/>
                </a:path>
                <a:path w="244475" h="184150">
                  <a:moveTo>
                    <a:pt x="155714" y="57124"/>
                  </a:moveTo>
                  <a:lnTo>
                    <a:pt x="152057" y="52692"/>
                  </a:lnTo>
                  <a:lnTo>
                    <a:pt x="147891" y="56730"/>
                  </a:lnTo>
                  <a:lnTo>
                    <a:pt x="148386" y="68148"/>
                  </a:lnTo>
                  <a:lnTo>
                    <a:pt x="155409" y="68148"/>
                  </a:lnTo>
                  <a:lnTo>
                    <a:pt x="155714" y="57124"/>
                  </a:lnTo>
                  <a:close/>
                </a:path>
                <a:path w="244475" h="184150">
                  <a:moveTo>
                    <a:pt x="156121" y="38074"/>
                  </a:moveTo>
                  <a:lnTo>
                    <a:pt x="155892" y="26593"/>
                  </a:lnTo>
                  <a:lnTo>
                    <a:pt x="152412" y="23914"/>
                  </a:lnTo>
                  <a:lnTo>
                    <a:pt x="148691" y="26682"/>
                  </a:lnTo>
                  <a:lnTo>
                    <a:pt x="148717" y="37846"/>
                  </a:lnTo>
                  <a:lnTo>
                    <a:pt x="156121" y="38074"/>
                  </a:lnTo>
                  <a:close/>
                </a:path>
                <a:path w="244475" h="184150">
                  <a:moveTo>
                    <a:pt x="156133" y="42024"/>
                  </a:moveTo>
                  <a:lnTo>
                    <a:pt x="147548" y="42024"/>
                  </a:lnTo>
                  <a:lnTo>
                    <a:pt x="147548" y="43116"/>
                  </a:lnTo>
                  <a:lnTo>
                    <a:pt x="156133" y="43116"/>
                  </a:lnTo>
                  <a:lnTo>
                    <a:pt x="156133" y="42024"/>
                  </a:lnTo>
                  <a:close/>
                </a:path>
                <a:path w="244475" h="184150">
                  <a:moveTo>
                    <a:pt x="156184" y="89446"/>
                  </a:moveTo>
                  <a:lnTo>
                    <a:pt x="152209" y="84569"/>
                  </a:lnTo>
                  <a:lnTo>
                    <a:pt x="147878" y="89230"/>
                  </a:lnTo>
                  <a:lnTo>
                    <a:pt x="147701" y="102781"/>
                  </a:lnTo>
                  <a:lnTo>
                    <a:pt x="155397" y="102641"/>
                  </a:lnTo>
                  <a:lnTo>
                    <a:pt x="155397" y="107683"/>
                  </a:lnTo>
                  <a:lnTo>
                    <a:pt x="148691" y="107543"/>
                  </a:lnTo>
                  <a:lnTo>
                    <a:pt x="147701" y="108267"/>
                  </a:lnTo>
                  <a:lnTo>
                    <a:pt x="147472" y="108686"/>
                  </a:lnTo>
                  <a:lnTo>
                    <a:pt x="156184" y="108864"/>
                  </a:lnTo>
                  <a:lnTo>
                    <a:pt x="156184" y="89446"/>
                  </a:lnTo>
                  <a:close/>
                </a:path>
                <a:path w="244475" h="184150">
                  <a:moveTo>
                    <a:pt x="156387" y="74015"/>
                  </a:moveTo>
                  <a:lnTo>
                    <a:pt x="156184" y="72618"/>
                  </a:lnTo>
                  <a:lnTo>
                    <a:pt x="147701" y="71158"/>
                  </a:lnTo>
                  <a:lnTo>
                    <a:pt x="147548" y="73926"/>
                  </a:lnTo>
                  <a:lnTo>
                    <a:pt x="156387" y="74015"/>
                  </a:lnTo>
                  <a:close/>
                </a:path>
                <a:path w="244475" h="184150">
                  <a:moveTo>
                    <a:pt x="156756" y="79222"/>
                  </a:moveTo>
                  <a:lnTo>
                    <a:pt x="146900" y="77812"/>
                  </a:lnTo>
                  <a:lnTo>
                    <a:pt x="147878" y="20955"/>
                  </a:lnTo>
                  <a:lnTo>
                    <a:pt x="146126" y="20955"/>
                  </a:lnTo>
                  <a:lnTo>
                    <a:pt x="143675" y="170522"/>
                  </a:lnTo>
                  <a:lnTo>
                    <a:pt x="145313" y="170522"/>
                  </a:lnTo>
                  <a:lnTo>
                    <a:pt x="146875" y="79260"/>
                  </a:lnTo>
                  <a:lnTo>
                    <a:pt x="148297" y="79336"/>
                  </a:lnTo>
                  <a:lnTo>
                    <a:pt x="147993" y="82994"/>
                  </a:lnTo>
                  <a:lnTo>
                    <a:pt x="149250" y="82994"/>
                  </a:lnTo>
                  <a:lnTo>
                    <a:pt x="149771" y="79476"/>
                  </a:lnTo>
                  <a:lnTo>
                    <a:pt x="151676" y="79679"/>
                  </a:lnTo>
                  <a:lnTo>
                    <a:pt x="151117" y="82677"/>
                  </a:lnTo>
                  <a:lnTo>
                    <a:pt x="152654" y="83413"/>
                  </a:lnTo>
                  <a:lnTo>
                    <a:pt x="153250" y="79705"/>
                  </a:lnTo>
                  <a:lnTo>
                    <a:pt x="155041" y="80137"/>
                  </a:lnTo>
                  <a:lnTo>
                    <a:pt x="154635" y="83489"/>
                  </a:lnTo>
                  <a:lnTo>
                    <a:pt x="155892" y="83858"/>
                  </a:lnTo>
                  <a:lnTo>
                    <a:pt x="156756" y="79222"/>
                  </a:lnTo>
                  <a:close/>
                </a:path>
                <a:path w="244475" h="184150">
                  <a:moveTo>
                    <a:pt x="156756" y="47498"/>
                  </a:moveTo>
                  <a:lnTo>
                    <a:pt x="155879" y="47663"/>
                  </a:lnTo>
                  <a:lnTo>
                    <a:pt x="148082" y="46977"/>
                  </a:lnTo>
                  <a:lnTo>
                    <a:pt x="147701" y="47256"/>
                  </a:lnTo>
                  <a:lnTo>
                    <a:pt x="148005" y="47904"/>
                  </a:lnTo>
                  <a:lnTo>
                    <a:pt x="147701" y="52197"/>
                  </a:lnTo>
                  <a:lnTo>
                    <a:pt x="148386" y="52197"/>
                  </a:lnTo>
                  <a:lnTo>
                    <a:pt x="149085" y="48361"/>
                  </a:lnTo>
                  <a:lnTo>
                    <a:pt x="151307" y="48539"/>
                  </a:lnTo>
                  <a:lnTo>
                    <a:pt x="151307" y="51371"/>
                  </a:lnTo>
                  <a:lnTo>
                    <a:pt x="152209" y="51371"/>
                  </a:lnTo>
                  <a:lnTo>
                    <a:pt x="152425" y="48742"/>
                  </a:lnTo>
                  <a:lnTo>
                    <a:pt x="155041" y="48869"/>
                  </a:lnTo>
                  <a:lnTo>
                    <a:pt x="155041" y="51549"/>
                  </a:lnTo>
                  <a:lnTo>
                    <a:pt x="156387" y="51549"/>
                  </a:lnTo>
                  <a:lnTo>
                    <a:pt x="156756" y="47498"/>
                  </a:lnTo>
                  <a:close/>
                </a:path>
                <a:path w="244475" h="184150">
                  <a:moveTo>
                    <a:pt x="157251" y="21297"/>
                  </a:moveTo>
                  <a:lnTo>
                    <a:pt x="156756" y="21297"/>
                  </a:lnTo>
                  <a:lnTo>
                    <a:pt x="156756" y="23418"/>
                  </a:lnTo>
                  <a:lnTo>
                    <a:pt x="157251" y="23418"/>
                  </a:lnTo>
                  <a:lnTo>
                    <a:pt x="157251" y="21297"/>
                  </a:lnTo>
                  <a:close/>
                </a:path>
                <a:path w="244475" h="184150">
                  <a:moveTo>
                    <a:pt x="157949" y="3492"/>
                  </a:moveTo>
                  <a:lnTo>
                    <a:pt x="1066" y="3492"/>
                  </a:lnTo>
                  <a:lnTo>
                    <a:pt x="1066" y="4876"/>
                  </a:lnTo>
                  <a:lnTo>
                    <a:pt x="157949" y="4876"/>
                  </a:lnTo>
                  <a:lnTo>
                    <a:pt x="157949" y="3492"/>
                  </a:lnTo>
                  <a:close/>
                </a:path>
                <a:path w="244475" h="184150">
                  <a:moveTo>
                    <a:pt x="160959" y="19646"/>
                  </a:moveTo>
                  <a:lnTo>
                    <a:pt x="159550" y="19646"/>
                  </a:lnTo>
                  <a:lnTo>
                    <a:pt x="157949" y="169900"/>
                  </a:lnTo>
                  <a:lnTo>
                    <a:pt x="159321" y="169900"/>
                  </a:lnTo>
                  <a:lnTo>
                    <a:pt x="160959" y="19646"/>
                  </a:lnTo>
                  <a:close/>
                </a:path>
                <a:path w="244475" h="184150">
                  <a:moveTo>
                    <a:pt x="163588" y="19646"/>
                  </a:moveTo>
                  <a:lnTo>
                    <a:pt x="162090" y="19646"/>
                  </a:lnTo>
                  <a:lnTo>
                    <a:pt x="160540" y="173418"/>
                  </a:lnTo>
                  <a:lnTo>
                    <a:pt x="162001" y="173418"/>
                  </a:lnTo>
                  <a:lnTo>
                    <a:pt x="163588" y="19646"/>
                  </a:lnTo>
                  <a:close/>
                </a:path>
                <a:path w="244475" h="184150">
                  <a:moveTo>
                    <a:pt x="204012" y="178689"/>
                  </a:moveTo>
                  <a:lnTo>
                    <a:pt x="199059" y="17678"/>
                  </a:lnTo>
                  <a:lnTo>
                    <a:pt x="198805" y="17678"/>
                  </a:lnTo>
                  <a:lnTo>
                    <a:pt x="198856" y="17449"/>
                  </a:lnTo>
                  <a:lnTo>
                    <a:pt x="198970" y="16916"/>
                  </a:lnTo>
                  <a:lnTo>
                    <a:pt x="199034" y="16586"/>
                  </a:lnTo>
                  <a:lnTo>
                    <a:pt x="199072" y="16408"/>
                  </a:lnTo>
                  <a:lnTo>
                    <a:pt x="199186" y="15875"/>
                  </a:lnTo>
                  <a:lnTo>
                    <a:pt x="199301" y="15519"/>
                  </a:lnTo>
                  <a:lnTo>
                    <a:pt x="199415" y="15316"/>
                  </a:lnTo>
                  <a:lnTo>
                    <a:pt x="199809" y="14617"/>
                  </a:lnTo>
                  <a:lnTo>
                    <a:pt x="200126" y="14020"/>
                  </a:lnTo>
                  <a:lnTo>
                    <a:pt x="200279" y="13754"/>
                  </a:lnTo>
                  <a:lnTo>
                    <a:pt x="200456" y="13423"/>
                  </a:lnTo>
                  <a:lnTo>
                    <a:pt x="200355" y="13182"/>
                  </a:lnTo>
                  <a:lnTo>
                    <a:pt x="200266" y="12230"/>
                  </a:lnTo>
                  <a:lnTo>
                    <a:pt x="199834" y="10477"/>
                  </a:lnTo>
                  <a:lnTo>
                    <a:pt x="198183" y="10477"/>
                  </a:lnTo>
                  <a:lnTo>
                    <a:pt x="198081" y="10693"/>
                  </a:lnTo>
                  <a:lnTo>
                    <a:pt x="197688" y="11480"/>
                  </a:lnTo>
                  <a:lnTo>
                    <a:pt x="197535" y="11480"/>
                  </a:lnTo>
                  <a:lnTo>
                    <a:pt x="198018" y="13182"/>
                  </a:lnTo>
                  <a:lnTo>
                    <a:pt x="196608" y="13182"/>
                  </a:lnTo>
                  <a:lnTo>
                    <a:pt x="196608" y="20980"/>
                  </a:lnTo>
                  <a:lnTo>
                    <a:pt x="179984" y="21310"/>
                  </a:lnTo>
                  <a:lnTo>
                    <a:pt x="179997" y="19062"/>
                  </a:lnTo>
                  <a:lnTo>
                    <a:pt x="185470" y="18707"/>
                  </a:lnTo>
                  <a:lnTo>
                    <a:pt x="196532" y="18110"/>
                  </a:lnTo>
                  <a:lnTo>
                    <a:pt x="196608" y="20980"/>
                  </a:lnTo>
                  <a:lnTo>
                    <a:pt x="196608" y="13182"/>
                  </a:lnTo>
                  <a:lnTo>
                    <a:pt x="196278" y="13182"/>
                  </a:lnTo>
                  <a:lnTo>
                    <a:pt x="195884" y="12738"/>
                  </a:lnTo>
                  <a:lnTo>
                    <a:pt x="195745" y="12560"/>
                  </a:lnTo>
                  <a:lnTo>
                    <a:pt x="195846" y="12230"/>
                  </a:lnTo>
                  <a:lnTo>
                    <a:pt x="196011" y="11480"/>
                  </a:lnTo>
                  <a:lnTo>
                    <a:pt x="196011" y="10693"/>
                  </a:lnTo>
                  <a:lnTo>
                    <a:pt x="195732" y="10693"/>
                  </a:lnTo>
                  <a:lnTo>
                    <a:pt x="195364" y="10477"/>
                  </a:lnTo>
                  <a:lnTo>
                    <a:pt x="194246" y="10198"/>
                  </a:lnTo>
                  <a:lnTo>
                    <a:pt x="193357" y="10693"/>
                  </a:lnTo>
                  <a:lnTo>
                    <a:pt x="193255" y="11480"/>
                  </a:lnTo>
                  <a:lnTo>
                    <a:pt x="193116" y="12230"/>
                  </a:lnTo>
                  <a:lnTo>
                    <a:pt x="193179" y="12560"/>
                  </a:lnTo>
                  <a:lnTo>
                    <a:pt x="191135" y="12738"/>
                  </a:lnTo>
                  <a:lnTo>
                    <a:pt x="190500" y="12560"/>
                  </a:lnTo>
                  <a:lnTo>
                    <a:pt x="190627" y="11480"/>
                  </a:lnTo>
                  <a:lnTo>
                    <a:pt x="190817" y="11061"/>
                  </a:lnTo>
                  <a:lnTo>
                    <a:pt x="189979" y="10134"/>
                  </a:lnTo>
                  <a:lnTo>
                    <a:pt x="189179" y="9664"/>
                  </a:lnTo>
                  <a:lnTo>
                    <a:pt x="187680" y="10477"/>
                  </a:lnTo>
                  <a:lnTo>
                    <a:pt x="187629" y="11480"/>
                  </a:lnTo>
                  <a:lnTo>
                    <a:pt x="187502" y="12230"/>
                  </a:lnTo>
                  <a:lnTo>
                    <a:pt x="187121" y="12230"/>
                  </a:lnTo>
                  <a:lnTo>
                    <a:pt x="186334" y="12560"/>
                  </a:lnTo>
                  <a:lnTo>
                    <a:pt x="185483" y="12407"/>
                  </a:lnTo>
                  <a:lnTo>
                    <a:pt x="184556" y="12230"/>
                  </a:lnTo>
                  <a:lnTo>
                    <a:pt x="184429" y="10693"/>
                  </a:lnTo>
                  <a:lnTo>
                    <a:pt x="183527" y="10477"/>
                  </a:lnTo>
                  <a:lnTo>
                    <a:pt x="182181" y="10693"/>
                  </a:lnTo>
                  <a:lnTo>
                    <a:pt x="181546" y="10693"/>
                  </a:lnTo>
                  <a:lnTo>
                    <a:pt x="180517" y="11480"/>
                  </a:lnTo>
                  <a:lnTo>
                    <a:pt x="179171" y="12407"/>
                  </a:lnTo>
                  <a:lnTo>
                    <a:pt x="178435" y="12255"/>
                  </a:lnTo>
                  <a:lnTo>
                    <a:pt x="178435" y="19164"/>
                  </a:lnTo>
                  <a:lnTo>
                    <a:pt x="178422" y="21336"/>
                  </a:lnTo>
                  <a:lnTo>
                    <a:pt x="169862" y="21501"/>
                  </a:lnTo>
                  <a:lnTo>
                    <a:pt x="169900" y="19710"/>
                  </a:lnTo>
                  <a:lnTo>
                    <a:pt x="178435" y="19164"/>
                  </a:lnTo>
                  <a:lnTo>
                    <a:pt x="178435" y="12255"/>
                  </a:lnTo>
                  <a:lnTo>
                    <a:pt x="177038" y="11480"/>
                  </a:lnTo>
                  <a:lnTo>
                    <a:pt x="177266" y="11480"/>
                  </a:lnTo>
                  <a:lnTo>
                    <a:pt x="177952" y="10477"/>
                  </a:lnTo>
                  <a:lnTo>
                    <a:pt x="176288" y="10477"/>
                  </a:lnTo>
                  <a:lnTo>
                    <a:pt x="174790" y="10134"/>
                  </a:lnTo>
                  <a:lnTo>
                    <a:pt x="174396" y="11061"/>
                  </a:lnTo>
                  <a:lnTo>
                    <a:pt x="174332" y="11480"/>
                  </a:lnTo>
                  <a:lnTo>
                    <a:pt x="174167" y="11480"/>
                  </a:lnTo>
                  <a:lnTo>
                    <a:pt x="174713" y="12560"/>
                  </a:lnTo>
                  <a:lnTo>
                    <a:pt x="173621" y="12230"/>
                  </a:lnTo>
                  <a:lnTo>
                    <a:pt x="172720" y="12230"/>
                  </a:lnTo>
                  <a:lnTo>
                    <a:pt x="171970" y="11480"/>
                  </a:lnTo>
                  <a:lnTo>
                    <a:pt x="171297" y="10693"/>
                  </a:lnTo>
                  <a:lnTo>
                    <a:pt x="171030" y="10693"/>
                  </a:lnTo>
                  <a:lnTo>
                    <a:pt x="170395" y="10477"/>
                  </a:lnTo>
                  <a:lnTo>
                    <a:pt x="169760" y="10299"/>
                  </a:lnTo>
                  <a:lnTo>
                    <a:pt x="169316" y="10693"/>
                  </a:lnTo>
                  <a:lnTo>
                    <a:pt x="169024" y="11061"/>
                  </a:lnTo>
                  <a:lnTo>
                    <a:pt x="168757" y="11480"/>
                  </a:lnTo>
                  <a:lnTo>
                    <a:pt x="168516" y="11480"/>
                  </a:lnTo>
                  <a:lnTo>
                    <a:pt x="168516" y="12230"/>
                  </a:lnTo>
                  <a:lnTo>
                    <a:pt x="167284" y="12230"/>
                  </a:lnTo>
                  <a:lnTo>
                    <a:pt x="167690" y="12065"/>
                  </a:lnTo>
                  <a:lnTo>
                    <a:pt x="168516" y="12230"/>
                  </a:lnTo>
                  <a:lnTo>
                    <a:pt x="168516" y="11480"/>
                  </a:lnTo>
                  <a:lnTo>
                    <a:pt x="165823" y="11480"/>
                  </a:lnTo>
                  <a:lnTo>
                    <a:pt x="164922" y="11480"/>
                  </a:lnTo>
                  <a:lnTo>
                    <a:pt x="165874" y="11684"/>
                  </a:lnTo>
                  <a:lnTo>
                    <a:pt x="166128" y="12560"/>
                  </a:lnTo>
                  <a:lnTo>
                    <a:pt x="164515" y="12966"/>
                  </a:lnTo>
                  <a:lnTo>
                    <a:pt x="161620" y="13182"/>
                  </a:lnTo>
                  <a:lnTo>
                    <a:pt x="160286" y="11480"/>
                  </a:lnTo>
                  <a:lnTo>
                    <a:pt x="159867" y="11480"/>
                  </a:lnTo>
                  <a:lnTo>
                    <a:pt x="159016" y="11061"/>
                  </a:lnTo>
                  <a:lnTo>
                    <a:pt x="158115" y="11480"/>
                  </a:lnTo>
                  <a:lnTo>
                    <a:pt x="156387" y="12230"/>
                  </a:lnTo>
                  <a:lnTo>
                    <a:pt x="156298" y="12407"/>
                  </a:lnTo>
                  <a:lnTo>
                    <a:pt x="156222" y="12560"/>
                  </a:lnTo>
                  <a:lnTo>
                    <a:pt x="156121" y="12738"/>
                  </a:lnTo>
                  <a:lnTo>
                    <a:pt x="156006" y="12966"/>
                  </a:lnTo>
                  <a:lnTo>
                    <a:pt x="155892" y="13182"/>
                  </a:lnTo>
                  <a:lnTo>
                    <a:pt x="155765" y="13423"/>
                  </a:lnTo>
                  <a:lnTo>
                    <a:pt x="155625" y="13423"/>
                  </a:lnTo>
                  <a:lnTo>
                    <a:pt x="154863" y="12230"/>
                  </a:lnTo>
                  <a:lnTo>
                    <a:pt x="154419" y="11480"/>
                  </a:lnTo>
                  <a:lnTo>
                    <a:pt x="153035" y="10134"/>
                  </a:lnTo>
                  <a:lnTo>
                    <a:pt x="152831" y="10134"/>
                  </a:lnTo>
                  <a:lnTo>
                    <a:pt x="151930" y="9766"/>
                  </a:lnTo>
                  <a:lnTo>
                    <a:pt x="150901" y="10134"/>
                  </a:lnTo>
                  <a:lnTo>
                    <a:pt x="150241" y="10693"/>
                  </a:lnTo>
                  <a:lnTo>
                    <a:pt x="149974" y="11061"/>
                  </a:lnTo>
                  <a:lnTo>
                    <a:pt x="149758" y="11480"/>
                  </a:lnTo>
                  <a:lnTo>
                    <a:pt x="150088" y="11480"/>
                  </a:lnTo>
                  <a:lnTo>
                    <a:pt x="148717" y="12230"/>
                  </a:lnTo>
                  <a:lnTo>
                    <a:pt x="147408" y="11480"/>
                  </a:lnTo>
                  <a:lnTo>
                    <a:pt x="147218" y="11480"/>
                  </a:lnTo>
                  <a:lnTo>
                    <a:pt x="146685" y="11061"/>
                  </a:lnTo>
                  <a:lnTo>
                    <a:pt x="144653" y="11061"/>
                  </a:lnTo>
                  <a:lnTo>
                    <a:pt x="144208" y="11480"/>
                  </a:lnTo>
                  <a:lnTo>
                    <a:pt x="143573" y="12230"/>
                  </a:lnTo>
                  <a:lnTo>
                    <a:pt x="143459" y="12407"/>
                  </a:lnTo>
                  <a:lnTo>
                    <a:pt x="143357" y="12560"/>
                  </a:lnTo>
                  <a:lnTo>
                    <a:pt x="143230" y="12738"/>
                  </a:lnTo>
                  <a:lnTo>
                    <a:pt x="142481" y="13754"/>
                  </a:lnTo>
                  <a:lnTo>
                    <a:pt x="141630" y="13423"/>
                  </a:lnTo>
                  <a:lnTo>
                    <a:pt x="141884" y="13423"/>
                  </a:lnTo>
                  <a:lnTo>
                    <a:pt x="141808" y="13182"/>
                  </a:lnTo>
                  <a:lnTo>
                    <a:pt x="141744" y="12966"/>
                  </a:lnTo>
                  <a:lnTo>
                    <a:pt x="141617" y="12560"/>
                  </a:lnTo>
                  <a:lnTo>
                    <a:pt x="141503" y="12230"/>
                  </a:lnTo>
                  <a:lnTo>
                    <a:pt x="140830" y="10693"/>
                  </a:lnTo>
                  <a:lnTo>
                    <a:pt x="140703" y="10693"/>
                  </a:lnTo>
                  <a:lnTo>
                    <a:pt x="139865" y="10134"/>
                  </a:lnTo>
                  <a:lnTo>
                    <a:pt x="138061" y="10134"/>
                  </a:lnTo>
                  <a:lnTo>
                    <a:pt x="137680" y="11061"/>
                  </a:lnTo>
                  <a:lnTo>
                    <a:pt x="137426" y="11480"/>
                  </a:lnTo>
                  <a:lnTo>
                    <a:pt x="136601" y="12738"/>
                  </a:lnTo>
                  <a:lnTo>
                    <a:pt x="136004" y="13754"/>
                  </a:lnTo>
                  <a:lnTo>
                    <a:pt x="135674" y="14020"/>
                  </a:lnTo>
                  <a:lnTo>
                    <a:pt x="135585" y="13754"/>
                  </a:lnTo>
                  <a:lnTo>
                    <a:pt x="135483" y="13423"/>
                  </a:lnTo>
                  <a:lnTo>
                    <a:pt x="135394" y="13182"/>
                  </a:lnTo>
                  <a:lnTo>
                    <a:pt x="135331" y="12966"/>
                  </a:lnTo>
                  <a:lnTo>
                    <a:pt x="135255" y="12738"/>
                  </a:lnTo>
                  <a:lnTo>
                    <a:pt x="133324" y="11480"/>
                  </a:lnTo>
                  <a:lnTo>
                    <a:pt x="133515" y="11480"/>
                  </a:lnTo>
                  <a:lnTo>
                    <a:pt x="133096" y="11061"/>
                  </a:lnTo>
                  <a:lnTo>
                    <a:pt x="132308" y="11061"/>
                  </a:lnTo>
                  <a:lnTo>
                    <a:pt x="131572" y="11480"/>
                  </a:lnTo>
                  <a:lnTo>
                    <a:pt x="131318" y="11480"/>
                  </a:lnTo>
                  <a:lnTo>
                    <a:pt x="130454" y="12738"/>
                  </a:lnTo>
                  <a:lnTo>
                    <a:pt x="130175" y="13182"/>
                  </a:lnTo>
                  <a:lnTo>
                    <a:pt x="130073" y="13423"/>
                  </a:lnTo>
                  <a:lnTo>
                    <a:pt x="129959" y="13754"/>
                  </a:lnTo>
                  <a:lnTo>
                    <a:pt x="129857" y="14020"/>
                  </a:lnTo>
                  <a:lnTo>
                    <a:pt x="129730" y="14338"/>
                  </a:lnTo>
                  <a:lnTo>
                    <a:pt x="129476" y="14020"/>
                  </a:lnTo>
                  <a:lnTo>
                    <a:pt x="129311" y="13754"/>
                  </a:lnTo>
                  <a:lnTo>
                    <a:pt x="129133" y="13423"/>
                  </a:lnTo>
                  <a:lnTo>
                    <a:pt x="127838" y="11480"/>
                  </a:lnTo>
                  <a:lnTo>
                    <a:pt x="127520" y="11480"/>
                  </a:lnTo>
                  <a:lnTo>
                    <a:pt x="126822" y="11061"/>
                  </a:lnTo>
                  <a:lnTo>
                    <a:pt x="125133" y="11061"/>
                  </a:lnTo>
                  <a:lnTo>
                    <a:pt x="124434" y="11480"/>
                  </a:lnTo>
                  <a:lnTo>
                    <a:pt x="124167" y="11480"/>
                  </a:lnTo>
                  <a:lnTo>
                    <a:pt x="123748" y="12230"/>
                  </a:lnTo>
                  <a:lnTo>
                    <a:pt x="123634" y="12407"/>
                  </a:lnTo>
                  <a:lnTo>
                    <a:pt x="123545" y="12560"/>
                  </a:lnTo>
                  <a:lnTo>
                    <a:pt x="123431" y="12738"/>
                  </a:lnTo>
                  <a:lnTo>
                    <a:pt x="123291" y="12966"/>
                  </a:lnTo>
                  <a:lnTo>
                    <a:pt x="123050" y="13182"/>
                  </a:lnTo>
                  <a:lnTo>
                    <a:pt x="122745" y="13423"/>
                  </a:lnTo>
                  <a:lnTo>
                    <a:pt x="122110" y="13754"/>
                  </a:lnTo>
                  <a:lnTo>
                    <a:pt x="121907" y="13182"/>
                  </a:lnTo>
                  <a:lnTo>
                    <a:pt x="121818" y="12738"/>
                  </a:lnTo>
                  <a:lnTo>
                    <a:pt x="121716" y="12230"/>
                  </a:lnTo>
                  <a:lnTo>
                    <a:pt x="121577" y="11480"/>
                  </a:lnTo>
                  <a:lnTo>
                    <a:pt x="121158" y="11480"/>
                  </a:lnTo>
                  <a:lnTo>
                    <a:pt x="120027" y="10693"/>
                  </a:lnTo>
                  <a:lnTo>
                    <a:pt x="119303" y="10693"/>
                  </a:lnTo>
                  <a:lnTo>
                    <a:pt x="117259" y="12560"/>
                  </a:lnTo>
                  <a:lnTo>
                    <a:pt x="116268" y="13754"/>
                  </a:lnTo>
                  <a:lnTo>
                    <a:pt x="115697" y="12738"/>
                  </a:lnTo>
                  <a:lnTo>
                    <a:pt x="115646" y="12560"/>
                  </a:lnTo>
                  <a:lnTo>
                    <a:pt x="115544" y="12230"/>
                  </a:lnTo>
                  <a:lnTo>
                    <a:pt x="115316" y="11480"/>
                  </a:lnTo>
                  <a:lnTo>
                    <a:pt x="115150" y="11480"/>
                  </a:lnTo>
                  <a:lnTo>
                    <a:pt x="114388" y="10693"/>
                  </a:lnTo>
                  <a:lnTo>
                    <a:pt x="113830" y="10693"/>
                  </a:lnTo>
                  <a:lnTo>
                    <a:pt x="112585" y="11061"/>
                  </a:lnTo>
                  <a:lnTo>
                    <a:pt x="112255" y="11061"/>
                  </a:lnTo>
                  <a:lnTo>
                    <a:pt x="111379" y="12230"/>
                  </a:lnTo>
                  <a:lnTo>
                    <a:pt x="111315" y="12407"/>
                  </a:lnTo>
                  <a:lnTo>
                    <a:pt x="111226" y="12560"/>
                  </a:lnTo>
                  <a:lnTo>
                    <a:pt x="111125" y="12738"/>
                  </a:lnTo>
                  <a:lnTo>
                    <a:pt x="110998" y="12966"/>
                  </a:lnTo>
                  <a:lnTo>
                    <a:pt x="110210" y="13754"/>
                  </a:lnTo>
                  <a:lnTo>
                    <a:pt x="110147" y="13423"/>
                  </a:lnTo>
                  <a:lnTo>
                    <a:pt x="110109" y="13182"/>
                  </a:lnTo>
                  <a:lnTo>
                    <a:pt x="110020" y="12738"/>
                  </a:lnTo>
                  <a:lnTo>
                    <a:pt x="109931" y="12230"/>
                  </a:lnTo>
                  <a:lnTo>
                    <a:pt x="109715" y="11480"/>
                  </a:lnTo>
                  <a:lnTo>
                    <a:pt x="108864" y="10693"/>
                  </a:lnTo>
                  <a:lnTo>
                    <a:pt x="108496" y="10299"/>
                  </a:lnTo>
                  <a:lnTo>
                    <a:pt x="107213" y="10693"/>
                  </a:lnTo>
                  <a:lnTo>
                    <a:pt x="106667" y="10693"/>
                  </a:lnTo>
                  <a:lnTo>
                    <a:pt x="106553" y="11061"/>
                  </a:lnTo>
                  <a:lnTo>
                    <a:pt x="106413" y="11480"/>
                  </a:lnTo>
                  <a:lnTo>
                    <a:pt x="105854" y="12230"/>
                  </a:lnTo>
                  <a:lnTo>
                    <a:pt x="105765" y="12407"/>
                  </a:lnTo>
                  <a:lnTo>
                    <a:pt x="105676" y="12560"/>
                  </a:lnTo>
                  <a:lnTo>
                    <a:pt x="105549" y="12738"/>
                  </a:lnTo>
                  <a:lnTo>
                    <a:pt x="105270" y="13182"/>
                  </a:lnTo>
                  <a:lnTo>
                    <a:pt x="105092" y="12966"/>
                  </a:lnTo>
                  <a:lnTo>
                    <a:pt x="105016" y="12738"/>
                  </a:lnTo>
                  <a:lnTo>
                    <a:pt x="104952" y="12560"/>
                  </a:lnTo>
                  <a:lnTo>
                    <a:pt x="104825" y="12230"/>
                  </a:lnTo>
                  <a:lnTo>
                    <a:pt x="104559" y="11480"/>
                  </a:lnTo>
                  <a:lnTo>
                    <a:pt x="104330" y="11061"/>
                  </a:lnTo>
                  <a:lnTo>
                    <a:pt x="103454" y="10134"/>
                  </a:lnTo>
                  <a:lnTo>
                    <a:pt x="102349" y="9512"/>
                  </a:lnTo>
                  <a:lnTo>
                    <a:pt x="101358" y="9512"/>
                  </a:lnTo>
                  <a:lnTo>
                    <a:pt x="99923" y="12230"/>
                  </a:lnTo>
                  <a:lnTo>
                    <a:pt x="99682" y="12230"/>
                  </a:lnTo>
                  <a:lnTo>
                    <a:pt x="99364" y="12560"/>
                  </a:lnTo>
                  <a:lnTo>
                    <a:pt x="99263" y="12230"/>
                  </a:lnTo>
                  <a:lnTo>
                    <a:pt x="98856" y="11061"/>
                  </a:lnTo>
                  <a:lnTo>
                    <a:pt x="97523" y="10693"/>
                  </a:lnTo>
                  <a:lnTo>
                    <a:pt x="97815" y="10693"/>
                  </a:lnTo>
                  <a:lnTo>
                    <a:pt x="97180" y="10134"/>
                  </a:lnTo>
                  <a:lnTo>
                    <a:pt x="95656" y="10477"/>
                  </a:lnTo>
                  <a:lnTo>
                    <a:pt x="95148" y="11061"/>
                  </a:lnTo>
                  <a:lnTo>
                    <a:pt x="94386" y="12230"/>
                  </a:lnTo>
                  <a:lnTo>
                    <a:pt x="94094" y="12560"/>
                  </a:lnTo>
                  <a:lnTo>
                    <a:pt x="94005" y="12738"/>
                  </a:lnTo>
                  <a:lnTo>
                    <a:pt x="93891" y="12966"/>
                  </a:lnTo>
                  <a:lnTo>
                    <a:pt x="93802" y="13182"/>
                  </a:lnTo>
                  <a:lnTo>
                    <a:pt x="93687" y="13423"/>
                  </a:lnTo>
                  <a:lnTo>
                    <a:pt x="93484" y="13182"/>
                  </a:lnTo>
                  <a:lnTo>
                    <a:pt x="93306" y="12966"/>
                  </a:lnTo>
                  <a:lnTo>
                    <a:pt x="92837" y="12407"/>
                  </a:lnTo>
                  <a:lnTo>
                    <a:pt x="92595" y="12230"/>
                  </a:lnTo>
                  <a:lnTo>
                    <a:pt x="92252" y="10693"/>
                  </a:lnTo>
                  <a:lnTo>
                    <a:pt x="92011" y="10693"/>
                  </a:lnTo>
                  <a:lnTo>
                    <a:pt x="91020" y="10134"/>
                  </a:lnTo>
                  <a:lnTo>
                    <a:pt x="91198" y="10134"/>
                  </a:lnTo>
                  <a:lnTo>
                    <a:pt x="91084" y="9944"/>
                  </a:lnTo>
                  <a:lnTo>
                    <a:pt x="90805" y="9664"/>
                  </a:lnTo>
                  <a:lnTo>
                    <a:pt x="89789" y="9944"/>
                  </a:lnTo>
                  <a:lnTo>
                    <a:pt x="88849" y="11061"/>
                  </a:lnTo>
                  <a:lnTo>
                    <a:pt x="88912" y="11480"/>
                  </a:lnTo>
                  <a:lnTo>
                    <a:pt x="87858" y="12966"/>
                  </a:lnTo>
                  <a:lnTo>
                    <a:pt x="87680" y="12560"/>
                  </a:lnTo>
                  <a:lnTo>
                    <a:pt x="87591" y="12230"/>
                  </a:lnTo>
                  <a:lnTo>
                    <a:pt x="87350" y="11480"/>
                  </a:lnTo>
                  <a:lnTo>
                    <a:pt x="86220" y="9944"/>
                  </a:lnTo>
                  <a:lnTo>
                    <a:pt x="85966" y="9664"/>
                  </a:lnTo>
                  <a:lnTo>
                    <a:pt x="85115" y="9029"/>
                  </a:lnTo>
                  <a:lnTo>
                    <a:pt x="84162" y="9334"/>
                  </a:lnTo>
                  <a:lnTo>
                    <a:pt x="83299" y="10134"/>
                  </a:lnTo>
                  <a:lnTo>
                    <a:pt x="82638" y="11061"/>
                  </a:lnTo>
                  <a:lnTo>
                    <a:pt x="82435" y="11480"/>
                  </a:lnTo>
                  <a:lnTo>
                    <a:pt x="82130" y="12230"/>
                  </a:lnTo>
                  <a:lnTo>
                    <a:pt x="81876" y="12407"/>
                  </a:lnTo>
                  <a:lnTo>
                    <a:pt x="81330" y="12966"/>
                  </a:lnTo>
                  <a:lnTo>
                    <a:pt x="81292" y="12738"/>
                  </a:lnTo>
                  <a:lnTo>
                    <a:pt x="81203" y="12230"/>
                  </a:lnTo>
                  <a:lnTo>
                    <a:pt x="80987" y="11061"/>
                  </a:lnTo>
                  <a:lnTo>
                    <a:pt x="80873" y="10693"/>
                  </a:lnTo>
                  <a:lnTo>
                    <a:pt x="80759" y="10477"/>
                  </a:lnTo>
                  <a:lnTo>
                    <a:pt x="80175" y="9334"/>
                  </a:lnTo>
                  <a:lnTo>
                    <a:pt x="78663" y="9029"/>
                  </a:lnTo>
                  <a:lnTo>
                    <a:pt x="77292" y="9334"/>
                  </a:lnTo>
                  <a:lnTo>
                    <a:pt x="77228" y="9664"/>
                  </a:lnTo>
                  <a:lnTo>
                    <a:pt x="77127" y="10134"/>
                  </a:lnTo>
                  <a:lnTo>
                    <a:pt x="77012" y="10693"/>
                  </a:lnTo>
                  <a:lnTo>
                    <a:pt x="76822" y="11061"/>
                  </a:lnTo>
                  <a:lnTo>
                    <a:pt x="75349" y="13182"/>
                  </a:lnTo>
                  <a:lnTo>
                    <a:pt x="75234" y="12966"/>
                  </a:lnTo>
                  <a:lnTo>
                    <a:pt x="75120" y="12230"/>
                  </a:lnTo>
                  <a:lnTo>
                    <a:pt x="74523" y="10477"/>
                  </a:lnTo>
                  <a:lnTo>
                    <a:pt x="74333" y="10134"/>
                  </a:lnTo>
                  <a:lnTo>
                    <a:pt x="73596" y="9334"/>
                  </a:lnTo>
                  <a:lnTo>
                    <a:pt x="72517" y="9029"/>
                  </a:lnTo>
                  <a:lnTo>
                    <a:pt x="71234" y="9334"/>
                  </a:lnTo>
                  <a:lnTo>
                    <a:pt x="71145" y="9512"/>
                  </a:lnTo>
                  <a:lnTo>
                    <a:pt x="71069" y="9664"/>
                  </a:lnTo>
                  <a:lnTo>
                    <a:pt x="70142" y="11480"/>
                  </a:lnTo>
                  <a:lnTo>
                    <a:pt x="69392" y="13182"/>
                  </a:lnTo>
                  <a:lnTo>
                    <a:pt x="69202" y="12966"/>
                  </a:lnTo>
                  <a:lnTo>
                    <a:pt x="67919" y="11480"/>
                  </a:lnTo>
                  <a:lnTo>
                    <a:pt x="68097" y="11480"/>
                  </a:lnTo>
                  <a:lnTo>
                    <a:pt x="68021" y="11061"/>
                  </a:lnTo>
                  <a:lnTo>
                    <a:pt x="67945" y="10693"/>
                  </a:lnTo>
                  <a:lnTo>
                    <a:pt x="67856" y="10134"/>
                  </a:lnTo>
                  <a:lnTo>
                    <a:pt x="67741" y="9512"/>
                  </a:lnTo>
                  <a:lnTo>
                    <a:pt x="66687" y="8712"/>
                  </a:lnTo>
                  <a:lnTo>
                    <a:pt x="65963" y="8902"/>
                  </a:lnTo>
                  <a:lnTo>
                    <a:pt x="65506" y="8902"/>
                  </a:lnTo>
                  <a:lnTo>
                    <a:pt x="64782" y="10134"/>
                  </a:lnTo>
                  <a:lnTo>
                    <a:pt x="64643" y="10477"/>
                  </a:lnTo>
                  <a:lnTo>
                    <a:pt x="64579" y="10693"/>
                  </a:lnTo>
                  <a:lnTo>
                    <a:pt x="64477" y="11061"/>
                  </a:lnTo>
                  <a:lnTo>
                    <a:pt x="64350" y="11480"/>
                  </a:lnTo>
                  <a:lnTo>
                    <a:pt x="64490" y="11480"/>
                  </a:lnTo>
                  <a:lnTo>
                    <a:pt x="63258" y="12966"/>
                  </a:lnTo>
                  <a:lnTo>
                    <a:pt x="63144" y="12738"/>
                  </a:lnTo>
                  <a:lnTo>
                    <a:pt x="63042" y="12560"/>
                  </a:lnTo>
                  <a:lnTo>
                    <a:pt x="62966" y="12407"/>
                  </a:lnTo>
                  <a:lnTo>
                    <a:pt x="62877" y="12230"/>
                  </a:lnTo>
                  <a:lnTo>
                    <a:pt x="62496" y="11480"/>
                  </a:lnTo>
                  <a:lnTo>
                    <a:pt x="62052" y="10693"/>
                  </a:lnTo>
                  <a:lnTo>
                    <a:pt x="60883" y="8902"/>
                  </a:lnTo>
                  <a:lnTo>
                    <a:pt x="59969" y="8674"/>
                  </a:lnTo>
                  <a:lnTo>
                    <a:pt x="59131" y="8674"/>
                  </a:lnTo>
                  <a:lnTo>
                    <a:pt x="59016" y="8902"/>
                  </a:lnTo>
                  <a:lnTo>
                    <a:pt x="58635" y="9664"/>
                  </a:lnTo>
                  <a:lnTo>
                    <a:pt x="57950" y="10693"/>
                  </a:lnTo>
                  <a:lnTo>
                    <a:pt x="57531" y="11061"/>
                  </a:lnTo>
                  <a:lnTo>
                    <a:pt x="56959" y="11480"/>
                  </a:lnTo>
                  <a:lnTo>
                    <a:pt x="56273" y="9334"/>
                  </a:lnTo>
                  <a:lnTo>
                    <a:pt x="55321" y="8902"/>
                  </a:lnTo>
                  <a:lnTo>
                    <a:pt x="54546" y="8204"/>
                  </a:lnTo>
                  <a:lnTo>
                    <a:pt x="52578" y="9334"/>
                  </a:lnTo>
                  <a:lnTo>
                    <a:pt x="52844" y="9334"/>
                  </a:lnTo>
                  <a:lnTo>
                    <a:pt x="52781" y="9512"/>
                  </a:lnTo>
                  <a:lnTo>
                    <a:pt x="52717" y="9664"/>
                  </a:lnTo>
                  <a:lnTo>
                    <a:pt x="52603" y="9944"/>
                  </a:lnTo>
                  <a:lnTo>
                    <a:pt x="52539" y="10134"/>
                  </a:lnTo>
                  <a:lnTo>
                    <a:pt x="52425" y="10477"/>
                  </a:lnTo>
                  <a:lnTo>
                    <a:pt x="52362" y="10693"/>
                  </a:lnTo>
                  <a:lnTo>
                    <a:pt x="52235" y="11061"/>
                  </a:lnTo>
                  <a:lnTo>
                    <a:pt x="51727" y="12230"/>
                  </a:lnTo>
                  <a:lnTo>
                    <a:pt x="51904" y="12230"/>
                  </a:lnTo>
                  <a:lnTo>
                    <a:pt x="52019" y="12966"/>
                  </a:lnTo>
                  <a:lnTo>
                    <a:pt x="52057" y="13182"/>
                  </a:lnTo>
                  <a:lnTo>
                    <a:pt x="50723" y="13182"/>
                  </a:lnTo>
                  <a:lnTo>
                    <a:pt x="50685" y="12966"/>
                  </a:lnTo>
                  <a:lnTo>
                    <a:pt x="50634" y="12738"/>
                  </a:lnTo>
                  <a:lnTo>
                    <a:pt x="50533" y="12230"/>
                  </a:lnTo>
                  <a:lnTo>
                    <a:pt x="50101" y="10134"/>
                  </a:lnTo>
                  <a:lnTo>
                    <a:pt x="50038" y="9944"/>
                  </a:lnTo>
                  <a:lnTo>
                    <a:pt x="49949" y="9664"/>
                  </a:lnTo>
                  <a:lnTo>
                    <a:pt x="49834" y="9334"/>
                  </a:lnTo>
                  <a:lnTo>
                    <a:pt x="49618" y="8674"/>
                  </a:lnTo>
                  <a:lnTo>
                    <a:pt x="48958" y="8674"/>
                  </a:lnTo>
                  <a:lnTo>
                    <a:pt x="48475" y="9334"/>
                  </a:lnTo>
                  <a:lnTo>
                    <a:pt x="48361" y="10134"/>
                  </a:lnTo>
                  <a:lnTo>
                    <a:pt x="48285" y="10477"/>
                  </a:lnTo>
                  <a:lnTo>
                    <a:pt x="46278" y="12966"/>
                  </a:lnTo>
                  <a:lnTo>
                    <a:pt x="45834" y="12966"/>
                  </a:lnTo>
                  <a:lnTo>
                    <a:pt x="45834" y="11061"/>
                  </a:lnTo>
                  <a:lnTo>
                    <a:pt x="45491" y="10477"/>
                  </a:lnTo>
                  <a:lnTo>
                    <a:pt x="45326" y="10134"/>
                  </a:lnTo>
                  <a:lnTo>
                    <a:pt x="45250" y="9334"/>
                  </a:lnTo>
                  <a:lnTo>
                    <a:pt x="44881" y="8674"/>
                  </a:lnTo>
                  <a:lnTo>
                    <a:pt x="43700" y="8674"/>
                  </a:lnTo>
                  <a:lnTo>
                    <a:pt x="42481" y="10477"/>
                  </a:lnTo>
                  <a:lnTo>
                    <a:pt x="42481" y="11480"/>
                  </a:lnTo>
                  <a:lnTo>
                    <a:pt x="42176" y="11480"/>
                  </a:lnTo>
                  <a:lnTo>
                    <a:pt x="42176" y="12738"/>
                  </a:lnTo>
                  <a:lnTo>
                    <a:pt x="42430" y="13182"/>
                  </a:lnTo>
                  <a:lnTo>
                    <a:pt x="42481" y="13754"/>
                  </a:lnTo>
                  <a:lnTo>
                    <a:pt x="42164" y="14020"/>
                  </a:lnTo>
                  <a:lnTo>
                    <a:pt x="41897" y="14338"/>
                  </a:lnTo>
                  <a:lnTo>
                    <a:pt x="41732" y="14617"/>
                  </a:lnTo>
                  <a:lnTo>
                    <a:pt x="41833" y="14770"/>
                  </a:lnTo>
                  <a:lnTo>
                    <a:pt x="42011" y="15074"/>
                  </a:lnTo>
                  <a:lnTo>
                    <a:pt x="43649" y="15074"/>
                  </a:lnTo>
                  <a:lnTo>
                    <a:pt x="38252" y="135547"/>
                  </a:lnTo>
                  <a:lnTo>
                    <a:pt x="39916" y="135547"/>
                  </a:lnTo>
                  <a:lnTo>
                    <a:pt x="45097" y="15074"/>
                  </a:lnTo>
                  <a:lnTo>
                    <a:pt x="56146" y="15074"/>
                  </a:lnTo>
                  <a:lnTo>
                    <a:pt x="56667" y="15138"/>
                  </a:lnTo>
                  <a:lnTo>
                    <a:pt x="57696" y="15100"/>
                  </a:lnTo>
                  <a:lnTo>
                    <a:pt x="57696" y="15252"/>
                  </a:lnTo>
                  <a:lnTo>
                    <a:pt x="55651" y="138290"/>
                  </a:lnTo>
                  <a:lnTo>
                    <a:pt x="56959" y="138290"/>
                  </a:lnTo>
                  <a:lnTo>
                    <a:pt x="58851" y="15316"/>
                  </a:lnTo>
                  <a:lnTo>
                    <a:pt x="58851" y="15074"/>
                  </a:lnTo>
                  <a:lnTo>
                    <a:pt x="60109" y="15074"/>
                  </a:lnTo>
                  <a:lnTo>
                    <a:pt x="61912" y="14617"/>
                  </a:lnTo>
                  <a:lnTo>
                    <a:pt x="62572" y="15316"/>
                  </a:lnTo>
                  <a:lnTo>
                    <a:pt x="62636" y="16014"/>
                  </a:lnTo>
                  <a:lnTo>
                    <a:pt x="63017" y="16586"/>
                  </a:lnTo>
                  <a:lnTo>
                    <a:pt x="63309" y="16916"/>
                  </a:lnTo>
                  <a:lnTo>
                    <a:pt x="63830" y="16408"/>
                  </a:lnTo>
                  <a:lnTo>
                    <a:pt x="64604" y="15875"/>
                  </a:lnTo>
                  <a:lnTo>
                    <a:pt x="64681" y="14617"/>
                  </a:lnTo>
                  <a:lnTo>
                    <a:pt x="64706" y="14338"/>
                  </a:lnTo>
                  <a:lnTo>
                    <a:pt x="65328" y="14338"/>
                  </a:lnTo>
                  <a:lnTo>
                    <a:pt x="67043" y="14135"/>
                  </a:lnTo>
                  <a:lnTo>
                    <a:pt x="67805" y="14338"/>
                  </a:lnTo>
                  <a:lnTo>
                    <a:pt x="68072" y="14338"/>
                  </a:lnTo>
                  <a:lnTo>
                    <a:pt x="68135" y="15316"/>
                  </a:lnTo>
                  <a:lnTo>
                    <a:pt x="68262" y="15519"/>
                  </a:lnTo>
                  <a:lnTo>
                    <a:pt x="68897" y="16243"/>
                  </a:lnTo>
                  <a:lnTo>
                    <a:pt x="69621" y="15519"/>
                  </a:lnTo>
                  <a:lnTo>
                    <a:pt x="69684" y="15316"/>
                  </a:lnTo>
                  <a:lnTo>
                    <a:pt x="69748" y="15074"/>
                  </a:lnTo>
                  <a:lnTo>
                    <a:pt x="69837" y="14770"/>
                  </a:lnTo>
                  <a:lnTo>
                    <a:pt x="75222" y="14770"/>
                  </a:lnTo>
                  <a:lnTo>
                    <a:pt x="86728" y="14617"/>
                  </a:lnTo>
                  <a:lnTo>
                    <a:pt x="87680" y="15519"/>
                  </a:lnTo>
                  <a:lnTo>
                    <a:pt x="87858" y="15519"/>
                  </a:lnTo>
                  <a:lnTo>
                    <a:pt x="87947" y="15316"/>
                  </a:lnTo>
                  <a:lnTo>
                    <a:pt x="88049" y="15074"/>
                  </a:lnTo>
                  <a:lnTo>
                    <a:pt x="94767" y="15074"/>
                  </a:lnTo>
                  <a:lnTo>
                    <a:pt x="98247" y="14617"/>
                  </a:lnTo>
                  <a:lnTo>
                    <a:pt x="99961" y="14338"/>
                  </a:lnTo>
                  <a:lnTo>
                    <a:pt x="104889" y="14617"/>
                  </a:lnTo>
                  <a:lnTo>
                    <a:pt x="105244" y="14770"/>
                  </a:lnTo>
                  <a:lnTo>
                    <a:pt x="105702" y="15074"/>
                  </a:lnTo>
                  <a:lnTo>
                    <a:pt x="106248" y="15074"/>
                  </a:lnTo>
                  <a:lnTo>
                    <a:pt x="107988" y="14617"/>
                  </a:lnTo>
                  <a:lnTo>
                    <a:pt x="109613" y="15074"/>
                  </a:lnTo>
                  <a:lnTo>
                    <a:pt x="109982" y="15074"/>
                  </a:lnTo>
                  <a:lnTo>
                    <a:pt x="110032" y="15519"/>
                  </a:lnTo>
                  <a:lnTo>
                    <a:pt x="110248" y="15519"/>
                  </a:lnTo>
                  <a:lnTo>
                    <a:pt x="111721" y="14617"/>
                  </a:lnTo>
                  <a:lnTo>
                    <a:pt x="115062" y="15074"/>
                  </a:lnTo>
                  <a:lnTo>
                    <a:pt x="115824" y="15074"/>
                  </a:lnTo>
                  <a:lnTo>
                    <a:pt x="115938" y="15519"/>
                  </a:lnTo>
                  <a:lnTo>
                    <a:pt x="116039" y="15875"/>
                  </a:lnTo>
                  <a:lnTo>
                    <a:pt x="116141" y="16243"/>
                  </a:lnTo>
                  <a:lnTo>
                    <a:pt x="116230" y="16586"/>
                  </a:lnTo>
                  <a:lnTo>
                    <a:pt x="118211" y="15074"/>
                  </a:lnTo>
                  <a:lnTo>
                    <a:pt x="121094" y="15074"/>
                  </a:lnTo>
                  <a:lnTo>
                    <a:pt x="121221" y="15316"/>
                  </a:lnTo>
                  <a:lnTo>
                    <a:pt x="121323" y="15519"/>
                  </a:lnTo>
                  <a:lnTo>
                    <a:pt x="122021" y="16916"/>
                  </a:lnTo>
                  <a:lnTo>
                    <a:pt x="123164" y="15316"/>
                  </a:lnTo>
                  <a:lnTo>
                    <a:pt x="125044" y="15316"/>
                  </a:lnTo>
                  <a:lnTo>
                    <a:pt x="129273" y="15189"/>
                  </a:lnTo>
                  <a:lnTo>
                    <a:pt x="129349" y="15316"/>
                  </a:lnTo>
                  <a:lnTo>
                    <a:pt x="129451" y="15519"/>
                  </a:lnTo>
                  <a:lnTo>
                    <a:pt x="129971" y="16586"/>
                  </a:lnTo>
                  <a:lnTo>
                    <a:pt x="130086" y="16408"/>
                  </a:lnTo>
                  <a:lnTo>
                    <a:pt x="130175" y="16243"/>
                  </a:lnTo>
                  <a:lnTo>
                    <a:pt x="130797" y="15138"/>
                  </a:lnTo>
                  <a:lnTo>
                    <a:pt x="132626" y="15074"/>
                  </a:lnTo>
                  <a:lnTo>
                    <a:pt x="135648" y="15074"/>
                  </a:lnTo>
                  <a:lnTo>
                    <a:pt x="135775" y="15519"/>
                  </a:lnTo>
                  <a:lnTo>
                    <a:pt x="135864" y="15875"/>
                  </a:lnTo>
                  <a:lnTo>
                    <a:pt x="135902" y="16014"/>
                  </a:lnTo>
                  <a:lnTo>
                    <a:pt x="136664" y="15316"/>
                  </a:lnTo>
                  <a:lnTo>
                    <a:pt x="137236" y="15316"/>
                  </a:lnTo>
                  <a:lnTo>
                    <a:pt x="139788" y="15074"/>
                  </a:lnTo>
                  <a:lnTo>
                    <a:pt x="140779" y="16014"/>
                  </a:lnTo>
                  <a:lnTo>
                    <a:pt x="142887" y="16243"/>
                  </a:lnTo>
                  <a:lnTo>
                    <a:pt x="146024" y="15379"/>
                  </a:lnTo>
                  <a:lnTo>
                    <a:pt x="147878" y="16014"/>
                  </a:lnTo>
                  <a:lnTo>
                    <a:pt x="152476" y="15316"/>
                  </a:lnTo>
                  <a:lnTo>
                    <a:pt x="153454" y="15316"/>
                  </a:lnTo>
                  <a:lnTo>
                    <a:pt x="156514" y="15189"/>
                  </a:lnTo>
                  <a:lnTo>
                    <a:pt x="159880" y="15316"/>
                  </a:lnTo>
                  <a:lnTo>
                    <a:pt x="161340" y="15316"/>
                  </a:lnTo>
                  <a:lnTo>
                    <a:pt x="162877" y="16916"/>
                  </a:lnTo>
                  <a:lnTo>
                    <a:pt x="163880" y="16586"/>
                  </a:lnTo>
                  <a:lnTo>
                    <a:pt x="165696" y="17449"/>
                  </a:lnTo>
                  <a:lnTo>
                    <a:pt x="164033" y="18516"/>
                  </a:lnTo>
                  <a:lnTo>
                    <a:pt x="164096" y="18707"/>
                  </a:lnTo>
                  <a:lnTo>
                    <a:pt x="164426" y="19634"/>
                  </a:lnTo>
                  <a:lnTo>
                    <a:pt x="163893" y="19634"/>
                  </a:lnTo>
                  <a:lnTo>
                    <a:pt x="162725" y="179730"/>
                  </a:lnTo>
                  <a:lnTo>
                    <a:pt x="163893" y="179730"/>
                  </a:lnTo>
                  <a:lnTo>
                    <a:pt x="165061" y="20243"/>
                  </a:lnTo>
                  <a:lnTo>
                    <a:pt x="165696" y="20688"/>
                  </a:lnTo>
                  <a:lnTo>
                    <a:pt x="167487" y="20243"/>
                  </a:lnTo>
                  <a:lnTo>
                    <a:pt x="167462" y="21551"/>
                  </a:lnTo>
                  <a:lnTo>
                    <a:pt x="165074" y="21590"/>
                  </a:lnTo>
                  <a:lnTo>
                    <a:pt x="165074" y="23406"/>
                  </a:lnTo>
                  <a:lnTo>
                    <a:pt x="167424" y="23342"/>
                  </a:lnTo>
                  <a:lnTo>
                    <a:pt x="164503" y="179730"/>
                  </a:lnTo>
                  <a:lnTo>
                    <a:pt x="166966" y="179730"/>
                  </a:lnTo>
                  <a:lnTo>
                    <a:pt x="169824" y="23266"/>
                  </a:lnTo>
                  <a:lnTo>
                    <a:pt x="170535" y="23241"/>
                  </a:lnTo>
                  <a:lnTo>
                    <a:pt x="170967" y="180187"/>
                  </a:lnTo>
                  <a:lnTo>
                    <a:pt x="172313" y="180187"/>
                  </a:lnTo>
                  <a:lnTo>
                    <a:pt x="172034" y="23190"/>
                  </a:lnTo>
                  <a:lnTo>
                    <a:pt x="178409" y="22987"/>
                  </a:lnTo>
                  <a:lnTo>
                    <a:pt x="177825" y="165671"/>
                  </a:lnTo>
                  <a:lnTo>
                    <a:pt x="179171" y="165671"/>
                  </a:lnTo>
                  <a:lnTo>
                    <a:pt x="179971" y="22936"/>
                  </a:lnTo>
                  <a:lnTo>
                    <a:pt x="187325" y="22707"/>
                  </a:lnTo>
                  <a:lnTo>
                    <a:pt x="188163" y="183845"/>
                  </a:lnTo>
                  <a:lnTo>
                    <a:pt x="189636" y="183845"/>
                  </a:lnTo>
                  <a:lnTo>
                    <a:pt x="188722" y="22656"/>
                  </a:lnTo>
                  <a:lnTo>
                    <a:pt x="196659" y="22402"/>
                  </a:lnTo>
                  <a:lnTo>
                    <a:pt x="201447" y="178689"/>
                  </a:lnTo>
                  <a:lnTo>
                    <a:pt x="204012" y="178689"/>
                  </a:lnTo>
                  <a:close/>
                </a:path>
                <a:path w="244475" h="184150">
                  <a:moveTo>
                    <a:pt x="243878" y="178689"/>
                  </a:moveTo>
                  <a:lnTo>
                    <a:pt x="239458" y="13195"/>
                  </a:lnTo>
                  <a:lnTo>
                    <a:pt x="236918" y="13195"/>
                  </a:lnTo>
                  <a:lnTo>
                    <a:pt x="241312" y="178689"/>
                  </a:lnTo>
                  <a:lnTo>
                    <a:pt x="243878" y="17868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91615" y="1813076"/>
              <a:ext cx="243204" cy="207010"/>
            </a:xfrm>
            <a:custGeom>
              <a:avLst/>
              <a:gdLst/>
              <a:ahLst/>
              <a:cxnLst/>
              <a:rect l="l" t="t" r="r" b="b"/>
              <a:pathLst>
                <a:path w="243205" h="207010">
                  <a:moveTo>
                    <a:pt x="38239" y="4127"/>
                  </a:moveTo>
                  <a:lnTo>
                    <a:pt x="36461" y="4127"/>
                  </a:lnTo>
                  <a:lnTo>
                    <a:pt x="36461" y="6769"/>
                  </a:lnTo>
                  <a:lnTo>
                    <a:pt x="38239" y="6769"/>
                  </a:lnTo>
                  <a:lnTo>
                    <a:pt x="38239" y="4127"/>
                  </a:lnTo>
                  <a:close/>
                </a:path>
                <a:path w="243205" h="207010">
                  <a:moveTo>
                    <a:pt x="41313" y="0"/>
                  </a:moveTo>
                  <a:lnTo>
                    <a:pt x="39281" y="0"/>
                  </a:lnTo>
                  <a:lnTo>
                    <a:pt x="39281" y="2425"/>
                  </a:lnTo>
                  <a:lnTo>
                    <a:pt x="39281" y="8686"/>
                  </a:lnTo>
                  <a:lnTo>
                    <a:pt x="2590" y="8686"/>
                  </a:lnTo>
                  <a:lnTo>
                    <a:pt x="2590" y="2425"/>
                  </a:lnTo>
                  <a:lnTo>
                    <a:pt x="39281" y="2425"/>
                  </a:lnTo>
                  <a:lnTo>
                    <a:pt x="39281" y="0"/>
                  </a:lnTo>
                  <a:lnTo>
                    <a:pt x="0" y="0"/>
                  </a:lnTo>
                  <a:lnTo>
                    <a:pt x="0" y="2425"/>
                  </a:lnTo>
                  <a:lnTo>
                    <a:pt x="1028" y="2425"/>
                  </a:lnTo>
                  <a:lnTo>
                    <a:pt x="1028" y="8686"/>
                  </a:lnTo>
                  <a:lnTo>
                    <a:pt x="0" y="8686"/>
                  </a:lnTo>
                  <a:lnTo>
                    <a:pt x="0" y="10922"/>
                  </a:lnTo>
                  <a:lnTo>
                    <a:pt x="41313" y="10922"/>
                  </a:lnTo>
                  <a:lnTo>
                    <a:pt x="41313" y="8686"/>
                  </a:lnTo>
                  <a:lnTo>
                    <a:pt x="40957" y="8686"/>
                  </a:lnTo>
                  <a:lnTo>
                    <a:pt x="40957" y="2425"/>
                  </a:lnTo>
                  <a:lnTo>
                    <a:pt x="41313" y="2425"/>
                  </a:lnTo>
                  <a:lnTo>
                    <a:pt x="41313" y="0"/>
                  </a:lnTo>
                  <a:close/>
                </a:path>
                <a:path w="243205" h="207010">
                  <a:moveTo>
                    <a:pt x="44043" y="3746"/>
                  </a:moveTo>
                  <a:lnTo>
                    <a:pt x="42811" y="3746"/>
                  </a:lnTo>
                  <a:lnTo>
                    <a:pt x="42811" y="6515"/>
                  </a:lnTo>
                  <a:lnTo>
                    <a:pt x="44043" y="6515"/>
                  </a:lnTo>
                  <a:lnTo>
                    <a:pt x="44043" y="3746"/>
                  </a:lnTo>
                  <a:close/>
                </a:path>
                <a:path w="243205" h="207010">
                  <a:moveTo>
                    <a:pt x="47028" y="3746"/>
                  </a:moveTo>
                  <a:lnTo>
                    <a:pt x="45504" y="3746"/>
                  </a:lnTo>
                  <a:lnTo>
                    <a:pt x="45504" y="6515"/>
                  </a:lnTo>
                  <a:lnTo>
                    <a:pt x="47028" y="6515"/>
                  </a:lnTo>
                  <a:lnTo>
                    <a:pt x="47028" y="3746"/>
                  </a:lnTo>
                  <a:close/>
                </a:path>
                <a:path w="243205" h="207010">
                  <a:moveTo>
                    <a:pt x="49174" y="3746"/>
                  </a:moveTo>
                  <a:lnTo>
                    <a:pt x="47828" y="3746"/>
                  </a:lnTo>
                  <a:lnTo>
                    <a:pt x="47828" y="6515"/>
                  </a:lnTo>
                  <a:lnTo>
                    <a:pt x="49174" y="6515"/>
                  </a:lnTo>
                  <a:lnTo>
                    <a:pt x="49174" y="3746"/>
                  </a:lnTo>
                  <a:close/>
                </a:path>
                <a:path w="243205" h="207010">
                  <a:moveTo>
                    <a:pt x="52082" y="3746"/>
                  </a:moveTo>
                  <a:lnTo>
                    <a:pt x="50609" y="3746"/>
                  </a:lnTo>
                  <a:lnTo>
                    <a:pt x="50609" y="6515"/>
                  </a:lnTo>
                  <a:lnTo>
                    <a:pt x="52082" y="6515"/>
                  </a:lnTo>
                  <a:lnTo>
                    <a:pt x="52082" y="3746"/>
                  </a:lnTo>
                  <a:close/>
                </a:path>
                <a:path w="243205" h="207010">
                  <a:moveTo>
                    <a:pt x="54495" y="3746"/>
                  </a:moveTo>
                  <a:lnTo>
                    <a:pt x="53174" y="3746"/>
                  </a:lnTo>
                  <a:lnTo>
                    <a:pt x="53174" y="6515"/>
                  </a:lnTo>
                  <a:lnTo>
                    <a:pt x="54495" y="6515"/>
                  </a:lnTo>
                  <a:lnTo>
                    <a:pt x="54495" y="3746"/>
                  </a:lnTo>
                  <a:close/>
                </a:path>
                <a:path w="243205" h="207010">
                  <a:moveTo>
                    <a:pt x="57327" y="3746"/>
                  </a:moveTo>
                  <a:lnTo>
                    <a:pt x="56070" y="3746"/>
                  </a:lnTo>
                  <a:lnTo>
                    <a:pt x="56070" y="6515"/>
                  </a:lnTo>
                  <a:lnTo>
                    <a:pt x="57327" y="6515"/>
                  </a:lnTo>
                  <a:lnTo>
                    <a:pt x="57327" y="3746"/>
                  </a:lnTo>
                  <a:close/>
                </a:path>
                <a:path w="243205" h="207010">
                  <a:moveTo>
                    <a:pt x="59575" y="3746"/>
                  </a:moveTo>
                  <a:lnTo>
                    <a:pt x="58191" y="3746"/>
                  </a:lnTo>
                  <a:lnTo>
                    <a:pt x="58191" y="6515"/>
                  </a:lnTo>
                  <a:lnTo>
                    <a:pt x="59575" y="6515"/>
                  </a:lnTo>
                  <a:lnTo>
                    <a:pt x="59575" y="3746"/>
                  </a:lnTo>
                  <a:close/>
                </a:path>
                <a:path w="243205" h="207010">
                  <a:moveTo>
                    <a:pt x="62306" y="3746"/>
                  </a:moveTo>
                  <a:lnTo>
                    <a:pt x="61061" y="3746"/>
                  </a:lnTo>
                  <a:lnTo>
                    <a:pt x="61061" y="6515"/>
                  </a:lnTo>
                  <a:lnTo>
                    <a:pt x="62306" y="6515"/>
                  </a:lnTo>
                  <a:lnTo>
                    <a:pt x="62306" y="3746"/>
                  </a:lnTo>
                  <a:close/>
                </a:path>
                <a:path w="243205" h="207010">
                  <a:moveTo>
                    <a:pt x="65278" y="3746"/>
                  </a:moveTo>
                  <a:lnTo>
                    <a:pt x="63931" y="3746"/>
                  </a:lnTo>
                  <a:lnTo>
                    <a:pt x="63931" y="6515"/>
                  </a:lnTo>
                  <a:lnTo>
                    <a:pt x="65278" y="6515"/>
                  </a:lnTo>
                  <a:lnTo>
                    <a:pt x="65278" y="3746"/>
                  </a:lnTo>
                  <a:close/>
                </a:path>
                <a:path w="243205" h="207010">
                  <a:moveTo>
                    <a:pt x="67983" y="3746"/>
                  </a:moveTo>
                  <a:lnTo>
                    <a:pt x="66751" y="3746"/>
                  </a:lnTo>
                  <a:lnTo>
                    <a:pt x="66751" y="6515"/>
                  </a:lnTo>
                  <a:lnTo>
                    <a:pt x="67983" y="6515"/>
                  </a:lnTo>
                  <a:lnTo>
                    <a:pt x="67983" y="3746"/>
                  </a:lnTo>
                  <a:close/>
                </a:path>
                <a:path w="243205" h="207010">
                  <a:moveTo>
                    <a:pt x="70256" y="3746"/>
                  </a:moveTo>
                  <a:lnTo>
                    <a:pt x="68884" y="3746"/>
                  </a:lnTo>
                  <a:lnTo>
                    <a:pt x="68884" y="6515"/>
                  </a:lnTo>
                  <a:lnTo>
                    <a:pt x="70256" y="6515"/>
                  </a:lnTo>
                  <a:lnTo>
                    <a:pt x="70256" y="3746"/>
                  </a:lnTo>
                  <a:close/>
                </a:path>
                <a:path w="243205" h="207010">
                  <a:moveTo>
                    <a:pt x="72961" y="3746"/>
                  </a:moveTo>
                  <a:lnTo>
                    <a:pt x="71805" y="3746"/>
                  </a:lnTo>
                  <a:lnTo>
                    <a:pt x="71805" y="6515"/>
                  </a:lnTo>
                  <a:lnTo>
                    <a:pt x="72961" y="6515"/>
                  </a:lnTo>
                  <a:lnTo>
                    <a:pt x="72961" y="3746"/>
                  </a:lnTo>
                  <a:close/>
                </a:path>
                <a:path w="243205" h="207010">
                  <a:moveTo>
                    <a:pt x="75514" y="3746"/>
                  </a:moveTo>
                  <a:lnTo>
                    <a:pt x="74231" y="3746"/>
                  </a:lnTo>
                  <a:lnTo>
                    <a:pt x="74231" y="6515"/>
                  </a:lnTo>
                  <a:lnTo>
                    <a:pt x="75514" y="6515"/>
                  </a:lnTo>
                  <a:lnTo>
                    <a:pt x="75514" y="3746"/>
                  </a:lnTo>
                  <a:close/>
                </a:path>
                <a:path w="243205" h="207010">
                  <a:moveTo>
                    <a:pt x="78257" y="3746"/>
                  </a:moveTo>
                  <a:lnTo>
                    <a:pt x="77025" y="3746"/>
                  </a:lnTo>
                  <a:lnTo>
                    <a:pt x="77025" y="6515"/>
                  </a:lnTo>
                  <a:lnTo>
                    <a:pt x="78257" y="6515"/>
                  </a:lnTo>
                  <a:lnTo>
                    <a:pt x="78257" y="3746"/>
                  </a:lnTo>
                  <a:close/>
                </a:path>
                <a:path w="243205" h="207010">
                  <a:moveTo>
                    <a:pt x="80530" y="3746"/>
                  </a:moveTo>
                  <a:lnTo>
                    <a:pt x="79311" y="3746"/>
                  </a:lnTo>
                  <a:lnTo>
                    <a:pt x="79311" y="6515"/>
                  </a:lnTo>
                  <a:lnTo>
                    <a:pt x="80530" y="6515"/>
                  </a:lnTo>
                  <a:lnTo>
                    <a:pt x="80530" y="3746"/>
                  </a:lnTo>
                  <a:close/>
                </a:path>
                <a:path w="243205" h="207010">
                  <a:moveTo>
                    <a:pt x="83324" y="3746"/>
                  </a:moveTo>
                  <a:lnTo>
                    <a:pt x="82042" y="3746"/>
                  </a:lnTo>
                  <a:lnTo>
                    <a:pt x="82042" y="6515"/>
                  </a:lnTo>
                  <a:lnTo>
                    <a:pt x="83324" y="6515"/>
                  </a:lnTo>
                  <a:lnTo>
                    <a:pt x="83324" y="3746"/>
                  </a:lnTo>
                  <a:close/>
                </a:path>
                <a:path w="243205" h="207010">
                  <a:moveTo>
                    <a:pt x="86321" y="3492"/>
                  </a:moveTo>
                  <a:lnTo>
                    <a:pt x="84975" y="3492"/>
                  </a:lnTo>
                  <a:lnTo>
                    <a:pt x="84975" y="6210"/>
                  </a:lnTo>
                  <a:lnTo>
                    <a:pt x="86321" y="6210"/>
                  </a:lnTo>
                  <a:lnTo>
                    <a:pt x="86321" y="3492"/>
                  </a:lnTo>
                  <a:close/>
                </a:path>
                <a:path w="243205" h="207010">
                  <a:moveTo>
                    <a:pt x="89179" y="3492"/>
                  </a:moveTo>
                  <a:lnTo>
                    <a:pt x="87985" y="3492"/>
                  </a:lnTo>
                  <a:lnTo>
                    <a:pt x="87985" y="6210"/>
                  </a:lnTo>
                  <a:lnTo>
                    <a:pt x="89179" y="6210"/>
                  </a:lnTo>
                  <a:lnTo>
                    <a:pt x="89179" y="3492"/>
                  </a:lnTo>
                  <a:close/>
                </a:path>
                <a:path w="243205" h="207010">
                  <a:moveTo>
                    <a:pt x="91490" y="3492"/>
                  </a:moveTo>
                  <a:lnTo>
                    <a:pt x="90144" y="3492"/>
                  </a:lnTo>
                  <a:lnTo>
                    <a:pt x="90144" y="6210"/>
                  </a:lnTo>
                  <a:lnTo>
                    <a:pt x="91490" y="6210"/>
                  </a:lnTo>
                  <a:lnTo>
                    <a:pt x="91490" y="3492"/>
                  </a:lnTo>
                  <a:close/>
                </a:path>
                <a:path w="243205" h="207010">
                  <a:moveTo>
                    <a:pt x="94195" y="3492"/>
                  </a:moveTo>
                  <a:lnTo>
                    <a:pt x="92976" y="3492"/>
                  </a:lnTo>
                  <a:lnTo>
                    <a:pt x="92976" y="6210"/>
                  </a:lnTo>
                  <a:lnTo>
                    <a:pt x="94195" y="6210"/>
                  </a:lnTo>
                  <a:lnTo>
                    <a:pt x="94195" y="3492"/>
                  </a:lnTo>
                  <a:close/>
                </a:path>
                <a:path w="243205" h="207010">
                  <a:moveTo>
                    <a:pt x="96761" y="3492"/>
                  </a:moveTo>
                  <a:lnTo>
                    <a:pt x="95415" y="3492"/>
                  </a:lnTo>
                  <a:lnTo>
                    <a:pt x="95415" y="6210"/>
                  </a:lnTo>
                  <a:lnTo>
                    <a:pt x="96761" y="6210"/>
                  </a:lnTo>
                  <a:lnTo>
                    <a:pt x="96761" y="3492"/>
                  </a:lnTo>
                  <a:close/>
                </a:path>
                <a:path w="243205" h="207010">
                  <a:moveTo>
                    <a:pt x="99542" y="3492"/>
                  </a:moveTo>
                  <a:lnTo>
                    <a:pt x="98171" y="3492"/>
                  </a:lnTo>
                  <a:lnTo>
                    <a:pt x="98171" y="6210"/>
                  </a:lnTo>
                  <a:lnTo>
                    <a:pt x="99542" y="6210"/>
                  </a:lnTo>
                  <a:lnTo>
                    <a:pt x="99542" y="3492"/>
                  </a:lnTo>
                  <a:close/>
                </a:path>
                <a:path w="243205" h="207010">
                  <a:moveTo>
                    <a:pt x="101650" y="3492"/>
                  </a:moveTo>
                  <a:lnTo>
                    <a:pt x="100431" y="3492"/>
                  </a:lnTo>
                  <a:lnTo>
                    <a:pt x="100431" y="6210"/>
                  </a:lnTo>
                  <a:lnTo>
                    <a:pt x="101650" y="6210"/>
                  </a:lnTo>
                  <a:lnTo>
                    <a:pt x="101650" y="3492"/>
                  </a:lnTo>
                  <a:close/>
                </a:path>
                <a:path w="243205" h="207010">
                  <a:moveTo>
                    <a:pt x="104495" y="3492"/>
                  </a:moveTo>
                  <a:lnTo>
                    <a:pt x="103403" y="3492"/>
                  </a:lnTo>
                  <a:lnTo>
                    <a:pt x="103403" y="6210"/>
                  </a:lnTo>
                  <a:lnTo>
                    <a:pt x="104495" y="6210"/>
                  </a:lnTo>
                  <a:lnTo>
                    <a:pt x="104495" y="3492"/>
                  </a:lnTo>
                  <a:close/>
                </a:path>
                <a:path w="243205" h="207010">
                  <a:moveTo>
                    <a:pt x="107416" y="3492"/>
                  </a:moveTo>
                  <a:lnTo>
                    <a:pt x="106197" y="3492"/>
                  </a:lnTo>
                  <a:lnTo>
                    <a:pt x="106197" y="6210"/>
                  </a:lnTo>
                  <a:lnTo>
                    <a:pt x="107416" y="6210"/>
                  </a:lnTo>
                  <a:lnTo>
                    <a:pt x="107416" y="3492"/>
                  </a:lnTo>
                  <a:close/>
                </a:path>
                <a:path w="243205" h="207010">
                  <a:moveTo>
                    <a:pt x="110236" y="3492"/>
                  </a:moveTo>
                  <a:lnTo>
                    <a:pt x="108889" y="3492"/>
                  </a:lnTo>
                  <a:lnTo>
                    <a:pt x="108889" y="6210"/>
                  </a:lnTo>
                  <a:lnTo>
                    <a:pt x="110236" y="6210"/>
                  </a:lnTo>
                  <a:lnTo>
                    <a:pt x="110236" y="3492"/>
                  </a:lnTo>
                  <a:close/>
                </a:path>
                <a:path w="243205" h="207010">
                  <a:moveTo>
                    <a:pt x="112509" y="3492"/>
                  </a:moveTo>
                  <a:lnTo>
                    <a:pt x="111074" y="3492"/>
                  </a:lnTo>
                  <a:lnTo>
                    <a:pt x="111074" y="6210"/>
                  </a:lnTo>
                  <a:lnTo>
                    <a:pt x="112509" y="6210"/>
                  </a:lnTo>
                  <a:lnTo>
                    <a:pt x="112509" y="3492"/>
                  </a:lnTo>
                  <a:close/>
                </a:path>
                <a:path w="243205" h="207010">
                  <a:moveTo>
                    <a:pt x="115150" y="3492"/>
                  </a:moveTo>
                  <a:lnTo>
                    <a:pt x="113906" y="3492"/>
                  </a:lnTo>
                  <a:lnTo>
                    <a:pt x="113906" y="6210"/>
                  </a:lnTo>
                  <a:lnTo>
                    <a:pt x="115150" y="6210"/>
                  </a:lnTo>
                  <a:lnTo>
                    <a:pt x="115150" y="3492"/>
                  </a:lnTo>
                  <a:close/>
                </a:path>
                <a:path w="243205" h="207010">
                  <a:moveTo>
                    <a:pt x="117665" y="3492"/>
                  </a:moveTo>
                  <a:lnTo>
                    <a:pt x="116598" y="3492"/>
                  </a:lnTo>
                  <a:lnTo>
                    <a:pt x="116598" y="6210"/>
                  </a:lnTo>
                  <a:lnTo>
                    <a:pt x="117665" y="6210"/>
                  </a:lnTo>
                  <a:lnTo>
                    <a:pt x="117665" y="3492"/>
                  </a:lnTo>
                  <a:close/>
                </a:path>
                <a:path w="243205" h="207010">
                  <a:moveTo>
                    <a:pt x="120510" y="3492"/>
                  </a:moveTo>
                  <a:lnTo>
                    <a:pt x="119341" y="3492"/>
                  </a:lnTo>
                  <a:lnTo>
                    <a:pt x="119341" y="6210"/>
                  </a:lnTo>
                  <a:lnTo>
                    <a:pt x="120510" y="6210"/>
                  </a:lnTo>
                  <a:lnTo>
                    <a:pt x="120510" y="3492"/>
                  </a:lnTo>
                  <a:close/>
                </a:path>
                <a:path w="243205" h="207010">
                  <a:moveTo>
                    <a:pt x="122707" y="3492"/>
                  </a:moveTo>
                  <a:lnTo>
                    <a:pt x="121450" y="3492"/>
                  </a:lnTo>
                  <a:lnTo>
                    <a:pt x="121450" y="6210"/>
                  </a:lnTo>
                  <a:lnTo>
                    <a:pt x="122707" y="6210"/>
                  </a:lnTo>
                  <a:lnTo>
                    <a:pt x="122707" y="3492"/>
                  </a:lnTo>
                  <a:close/>
                </a:path>
                <a:path w="243205" h="207010">
                  <a:moveTo>
                    <a:pt x="125552" y="3492"/>
                  </a:moveTo>
                  <a:lnTo>
                    <a:pt x="124231" y="3492"/>
                  </a:lnTo>
                  <a:lnTo>
                    <a:pt x="124231" y="6210"/>
                  </a:lnTo>
                  <a:lnTo>
                    <a:pt x="125552" y="6210"/>
                  </a:lnTo>
                  <a:lnTo>
                    <a:pt x="125552" y="3492"/>
                  </a:lnTo>
                  <a:close/>
                </a:path>
                <a:path w="243205" h="207010">
                  <a:moveTo>
                    <a:pt x="128981" y="3492"/>
                  </a:moveTo>
                  <a:lnTo>
                    <a:pt x="127838" y="3492"/>
                  </a:lnTo>
                  <a:lnTo>
                    <a:pt x="127838" y="6210"/>
                  </a:lnTo>
                  <a:lnTo>
                    <a:pt x="128981" y="6210"/>
                  </a:lnTo>
                  <a:lnTo>
                    <a:pt x="128981" y="3492"/>
                  </a:lnTo>
                  <a:close/>
                </a:path>
                <a:path w="243205" h="207010">
                  <a:moveTo>
                    <a:pt x="131813" y="3492"/>
                  </a:moveTo>
                  <a:lnTo>
                    <a:pt x="130632" y="3492"/>
                  </a:lnTo>
                  <a:lnTo>
                    <a:pt x="130632" y="6210"/>
                  </a:lnTo>
                  <a:lnTo>
                    <a:pt x="131813" y="6210"/>
                  </a:lnTo>
                  <a:lnTo>
                    <a:pt x="131813" y="3492"/>
                  </a:lnTo>
                  <a:close/>
                </a:path>
                <a:path w="243205" h="207010">
                  <a:moveTo>
                    <a:pt x="134124" y="3492"/>
                  </a:moveTo>
                  <a:lnTo>
                    <a:pt x="132842" y="3492"/>
                  </a:lnTo>
                  <a:lnTo>
                    <a:pt x="132842" y="6210"/>
                  </a:lnTo>
                  <a:lnTo>
                    <a:pt x="134124" y="6210"/>
                  </a:lnTo>
                  <a:lnTo>
                    <a:pt x="134124" y="3492"/>
                  </a:lnTo>
                  <a:close/>
                </a:path>
                <a:path w="243205" h="207010">
                  <a:moveTo>
                    <a:pt x="136918" y="3492"/>
                  </a:moveTo>
                  <a:lnTo>
                    <a:pt x="135610" y="3492"/>
                  </a:lnTo>
                  <a:lnTo>
                    <a:pt x="135610" y="6210"/>
                  </a:lnTo>
                  <a:lnTo>
                    <a:pt x="136918" y="6210"/>
                  </a:lnTo>
                  <a:lnTo>
                    <a:pt x="136918" y="3492"/>
                  </a:lnTo>
                  <a:close/>
                </a:path>
                <a:path w="243205" h="207010">
                  <a:moveTo>
                    <a:pt x="139433" y="3492"/>
                  </a:moveTo>
                  <a:lnTo>
                    <a:pt x="138176" y="3492"/>
                  </a:lnTo>
                  <a:lnTo>
                    <a:pt x="138176" y="6210"/>
                  </a:lnTo>
                  <a:lnTo>
                    <a:pt x="139433" y="6210"/>
                  </a:lnTo>
                  <a:lnTo>
                    <a:pt x="139433" y="3492"/>
                  </a:lnTo>
                  <a:close/>
                </a:path>
                <a:path w="243205" h="207010">
                  <a:moveTo>
                    <a:pt x="142240" y="3492"/>
                  </a:moveTo>
                  <a:lnTo>
                    <a:pt x="140957" y="3492"/>
                  </a:lnTo>
                  <a:lnTo>
                    <a:pt x="140957" y="6210"/>
                  </a:lnTo>
                  <a:lnTo>
                    <a:pt x="142240" y="6210"/>
                  </a:lnTo>
                  <a:lnTo>
                    <a:pt x="142240" y="3492"/>
                  </a:lnTo>
                  <a:close/>
                </a:path>
                <a:path w="243205" h="207010">
                  <a:moveTo>
                    <a:pt x="144322" y="3492"/>
                  </a:moveTo>
                  <a:lnTo>
                    <a:pt x="143256" y="3492"/>
                  </a:lnTo>
                  <a:lnTo>
                    <a:pt x="143256" y="6210"/>
                  </a:lnTo>
                  <a:lnTo>
                    <a:pt x="144322" y="6210"/>
                  </a:lnTo>
                  <a:lnTo>
                    <a:pt x="144322" y="3492"/>
                  </a:lnTo>
                  <a:close/>
                </a:path>
                <a:path w="243205" h="207010">
                  <a:moveTo>
                    <a:pt x="150050" y="3492"/>
                  </a:moveTo>
                  <a:lnTo>
                    <a:pt x="148856" y="3492"/>
                  </a:lnTo>
                  <a:lnTo>
                    <a:pt x="148856" y="6210"/>
                  </a:lnTo>
                  <a:lnTo>
                    <a:pt x="150050" y="6210"/>
                  </a:lnTo>
                  <a:lnTo>
                    <a:pt x="150050" y="3492"/>
                  </a:lnTo>
                  <a:close/>
                </a:path>
                <a:path w="243205" h="207010">
                  <a:moveTo>
                    <a:pt x="152844" y="3492"/>
                  </a:moveTo>
                  <a:lnTo>
                    <a:pt x="151549" y="3492"/>
                  </a:lnTo>
                  <a:lnTo>
                    <a:pt x="151549" y="6210"/>
                  </a:lnTo>
                  <a:lnTo>
                    <a:pt x="152844" y="6210"/>
                  </a:lnTo>
                  <a:lnTo>
                    <a:pt x="152844" y="3492"/>
                  </a:lnTo>
                  <a:close/>
                </a:path>
                <a:path w="243205" h="207010">
                  <a:moveTo>
                    <a:pt x="155016" y="3492"/>
                  </a:moveTo>
                  <a:lnTo>
                    <a:pt x="153911" y="3492"/>
                  </a:lnTo>
                  <a:lnTo>
                    <a:pt x="153911" y="6210"/>
                  </a:lnTo>
                  <a:lnTo>
                    <a:pt x="155016" y="6210"/>
                  </a:lnTo>
                  <a:lnTo>
                    <a:pt x="155016" y="3492"/>
                  </a:lnTo>
                  <a:close/>
                </a:path>
                <a:path w="243205" h="207010">
                  <a:moveTo>
                    <a:pt x="160299" y="3492"/>
                  </a:moveTo>
                  <a:lnTo>
                    <a:pt x="159169" y="3492"/>
                  </a:lnTo>
                  <a:lnTo>
                    <a:pt x="159169" y="6210"/>
                  </a:lnTo>
                  <a:lnTo>
                    <a:pt x="160299" y="6210"/>
                  </a:lnTo>
                  <a:lnTo>
                    <a:pt x="160299" y="3492"/>
                  </a:lnTo>
                  <a:close/>
                </a:path>
                <a:path w="243205" h="207010">
                  <a:moveTo>
                    <a:pt x="182435" y="141541"/>
                  </a:moveTo>
                  <a:lnTo>
                    <a:pt x="180213" y="141541"/>
                  </a:lnTo>
                  <a:lnTo>
                    <a:pt x="180213" y="146532"/>
                  </a:lnTo>
                  <a:lnTo>
                    <a:pt x="182435" y="146532"/>
                  </a:lnTo>
                  <a:lnTo>
                    <a:pt x="182435" y="141541"/>
                  </a:lnTo>
                  <a:close/>
                </a:path>
                <a:path w="243205" h="207010">
                  <a:moveTo>
                    <a:pt x="190322" y="82435"/>
                  </a:moveTo>
                  <a:lnTo>
                    <a:pt x="188163" y="82435"/>
                  </a:lnTo>
                  <a:lnTo>
                    <a:pt x="188163" y="87350"/>
                  </a:lnTo>
                  <a:lnTo>
                    <a:pt x="190322" y="87350"/>
                  </a:lnTo>
                  <a:lnTo>
                    <a:pt x="190322" y="82435"/>
                  </a:lnTo>
                  <a:close/>
                </a:path>
                <a:path w="243205" h="207010">
                  <a:moveTo>
                    <a:pt x="191236" y="119951"/>
                  </a:moveTo>
                  <a:lnTo>
                    <a:pt x="189242" y="119951"/>
                  </a:lnTo>
                  <a:lnTo>
                    <a:pt x="189242" y="124599"/>
                  </a:lnTo>
                  <a:lnTo>
                    <a:pt x="191236" y="124599"/>
                  </a:lnTo>
                  <a:lnTo>
                    <a:pt x="191236" y="119951"/>
                  </a:lnTo>
                  <a:close/>
                </a:path>
                <a:path w="243205" h="207010">
                  <a:moveTo>
                    <a:pt x="196786" y="69837"/>
                  </a:moveTo>
                  <a:lnTo>
                    <a:pt x="196710" y="68440"/>
                  </a:lnTo>
                  <a:lnTo>
                    <a:pt x="163283" y="69088"/>
                  </a:lnTo>
                  <a:lnTo>
                    <a:pt x="163283" y="70904"/>
                  </a:lnTo>
                  <a:lnTo>
                    <a:pt x="196786" y="69837"/>
                  </a:lnTo>
                  <a:close/>
                </a:path>
                <a:path w="243205" h="207010">
                  <a:moveTo>
                    <a:pt x="197446" y="79654"/>
                  </a:moveTo>
                  <a:lnTo>
                    <a:pt x="167347" y="80175"/>
                  </a:lnTo>
                  <a:lnTo>
                    <a:pt x="167144" y="81610"/>
                  </a:lnTo>
                  <a:lnTo>
                    <a:pt x="197446" y="80886"/>
                  </a:lnTo>
                  <a:lnTo>
                    <a:pt x="197446" y="79654"/>
                  </a:lnTo>
                  <a:close/>
                </a:path>
                <a:path w="243205" h="207010">
                  <a:moveTo>
                    <a:pt x="197446" y="74904"/>
                  </a:moveTo>
                  <a:lnTo>
                    <a:pt x="167347" y="75361"/>
                  </a:lnTo>
                  <a:lnTo>
                    <a:pt x="167144" y="76708"/>
                  </a:lnTo>
                  <a:lnTo>
                    <a:pt x="197446" y="75984"/>
                  </a:lnTo>
                  <a:lnTo>
                    <a:pt x="197446" y="74904"/>
                  </a:lnTo>
                  <a:close/>
                </a:path>
                <a:path w="243205" h="207010">
                  <a:moveTo>
                    <a:pt x="197459" y="78803"/>
                  </a:moveTo>
                  <a:lnTo>
                    <a:pt x="197269" y="77457"/>
                  </a:lnTo>
                  <a:lnTo>
                    <a:pt x="167195" y="78054"/>
                  </a:lnTo>
                  <a:lnTo>
                    <a:pt x="167144" y="79235"/>
                  </a:lnTo>
                  <a:lnTo>
                    <a:pt x="197459" y="78803"/>
                  </a:lnTo>
                  <a:close/>
                </a:path>
                <a:path w="243205" h="207010">
                  <a:moveTo>
                    <a:pt x="197459" y="73609"/>
                  </a:moveTo>
                  <a:lnTo>
                    <a:pt x="197269" y="72110"/>
                  </a:lnTo>
                  <a:lnTo>
                    <a:pt x="167195" y="72707"/>
                  </a:lnTo>
                  <a:lnTo>
                    <a:pt x="167144" y="73939"/>
                  </a:lnTo>
                  <a:lnTo>
                    <a:pt x="197459" y="73609"/>
                  </a:lnTo>
                  <a:close/>
                </a:path>
                <a:path w="243205" h="207010">
                  <a:moveTo>
                    <a:pt x="198221" y="94475"/>
                  </a:moveTo>
                  <a:lnTo>
                    <a:pt x="197827" y="92849"/>
                  </a:lnTo>
                  <a:lnTo>
                    <a:pt x="196862" y="94475"/>
                  </a:lnTo>
                  <a:lnTo>
                    <a:pt x="198221" y="94475"/>
                  </a:lnTo>
                  <a:close/>
                </a:path>
                <a:path w="243205" h="207010">
                  <a:moveTo>
                    <a:pt x="205765" y="70459"/>
                  </a:moveTo>
                  <a:lnTo>
                    <a:pt x="204076" y="65176"/>
                  </a:lnTo>
                  <a:lnTo>
                    <a:pt x="201574" y="66827"/>
                  </a:lnTo>
                  <a:lnTo>
                    <a:pt x="202374" y="77304"/>
                  </a:lnTo>
                  <a:lnTo>
                    <a:pt x="203390" y="76708"/>
                  </a:lnTo>
                  <a:lnTo>
                    <a:pt x="203390" y="73736"/>
                  </a:lnTo>
                  <a:lnTo>
                    <a:pt x="205765" y="70459"/>
                  </a:lnTo>
                  <a:close/>
                </a:path>
                <a:path w="243205" h="207010">
                  <a:moveTo>
                    <a:pt x="210413" y="74523"/>
                  </a:moveTo>
                  <a:lnTo>
                    <a:pt x="209067" y="74523"/>
                  </a:lnTo>
                  <a:lnTo>
                    <a:pt x="209067" y="84010"/>
                  </a:lnTo>
                  <a:lnTo>
                    <a:pt x="210159" y="84137"/>
                  </a:lnTo>
                  <a:lnTo>
                    <a:pt x="210413" y="74523"/>
                  </a:lnTo>
                  <a:close/>
                </a:path>
                <a:path w="243205" h="207010">
                  <a:moveTo>
                    <a:pt x="215150" y="188302"/>
                  </a:moveTo>
                  <a:lnTo>
                    <a:pt x="214833" y="153073"/>
                  </a:lnTo>
                  <a:lnTo>
                    <a:pt x="214528" y="147650"/>
                  </a:lnTo>
                  <a:lnTo>
                    <a:pt x="214464" y="142100"/>
                  </a:lnTo>
                  <a:lnTo>
                    <a:pt x="214083" y="135775"/>
                  </a:lnTo>
                  <a:lnTo>
                    <a:pt x="214083" y="129273"/>
                  </a:lnTo>
                  <a:lnTo>
                    <a:pt x="213245" y="104927"/>
                  </a:lnTo>
                  <a:lnTo>
                    <a:pt x="212585" y="98869"/>
                  </a:lnTo>
                  <a:lnTo>
                    <a:pt x="210172" y="92913"/>
                  </a:lnTo>
                  <a:lnTo>
                    <a:pt x="205778" y="85572"/>
                  </a:lnTo>
                  <a:lnTo>
                    <a:pt x="203060" y="77863"/>
                  </a:lnTo>
                  <a:lnTo>
                    <a:pt x="202590" y="78257"/>
                  </a:lnTo>
                  <a:lnTo>
                    <a:pt x="204406" y="84086"/>
                  </a:lnTo>
                  <a:lnTo>
                    <a:pt x="210400" y="95872"/>
                  </a:lnTo>
                  <a:lnTo>
                    <a:pt x="211988" y="102755"/>
                  </a:lnTo>
                  <a:lnTo>
                    <a:pt x="212013" y="103085"/>
                  </a:lnTo>
                  <a:lnTo>
                    <a:pt x="209308" y="97320"/>
                  </a:lnTo>
                  <a:lnTo>
                    <a:pt x="207187" y="93814"/>
                  </a:lnTo>
                  <a:lnTo>
                    <a:pt x="206184" y="92011"/>
                  </a:lnTo>
                  <a:lnTo>
                    <a:pt x="206082" y="91744"/>
                  </a:lnTo>
                  <a:lnTo>
                    <a:pt x="203860" y="86283"/>
                  </a:lnTo>
                  <a:lnTo>
                    <a:pt x="203390" y="85115"/>
                  </a:lnTo>
                  <a:lnTo>
                    <a:pt x="201866" y="81749"/>
                  </a:lnTo>
                  <a:lnTo>
                    <a:pt x="198221" y="91744"/>
                  </a:lnTo>
                  <a:lnTo>
                    <a:pt x="197561" y="91744"/>
                  </a:lnTo>
                  <a:lnTo>
                    <a:pt x="197624" y="92011"/>
                  </a:lnTo>
                  <a:lnTo>
                    <a:pt x="197713" y="92379"/>
                  </a:lnTo>
                  <a:lnTo>
                    <a:pt x="197827" y="92849"/>
                  </a:lnTo>
                  <a:lnTo>
                    <a:pt x="201714" y="86283"/>
                  </a:lnTo>
                  <a:lnTo>
                    <a:pt x="202107" y="92379"/>
                  </a:lnTo>
                  <a:lnTo>
                    <a:pt x="204406" y="96354"/>
                  </a:lnTo>
                  <a:lnTo>
                    <a:pt x="207251" y="99060"/>
                  </a:lnTo>
                  <a:lnTo>
                    <a:pt x="204076" y="99682"/>
                  </a:lnTo>
                  <a:lnTo>
                    <a:pt x="200850" y="99682"/>
                  </a:lnTo>
                  <a:lnTo>
                    <a:pt x="197891" y="100190"/>
                  </a:lnTo>
                  <a:lnTo>
                    <a:pt x="197967" y="103212"/>
                  </a:lnTo>
                  <a:lnTo>
                    <a:pt x="198043" y="103657"/>
                  </a:lnTo>
                  <a:lnTo>
                    <a:pt x="201574" y="103860"/>
                  </a:lnTo>
                  <a:lnTo>
                    <a:pt x="205181" y="103517"/>
                  </a:lnTo>
                  <a:lnTo>
                    <a:pt x="208749" y="103657"/>
                  </a:lnTo>
                  <a:lnTo>
                    <a:pt x="208648" y="108686"/>
                  </a:lnTo>
                  <a:lnTo>
                    <a:pt x="206844" y="108521"/>
                  </a:lnTo>
                  <a:lnTo>
                    <a:pt x="205054" y="109042"/>
                  </a:lnTo>
                  <a:lnTo>
                    <a:pt x="201955" y="108686"/>
                  </a:lnTo>
                  <a:lnTo>
                    <a:pt x="203047" y="108686"/>
                  </a:lnTo>
                  <a:lnTo>
                    <a:pt x="203047" y="104813"/>
                  </a:lnTo>
                  <a:lnTo>
                    <a:pt x="201714" y="104813"/>
                  </a:lnTo>
                  <a:lnTo>
                    <a:pt x="201790" y="117055"/>
                  </a:lnTo>
                  <a:lnTo>
                    <a:pt x="201866" y="129476"/>
                  </a:lnTo>
                  <a:lnTo>
                    <a:pt x="202234" y="136271"/>
                  </a:lnTo>
                  <a:lnTo>
                    <a:pt x="202323" y="138569"/>
                  </a:lnTo>
                  <a:lnTo>
                    <a:pt x="202768" y="150202"/>
                  </a:lnTo>
                  <a:lnTo>
                    <a:pt x="203047" y="150456"/>
                  </a:lnTo>
                  <a:lnTo>
                    <a:pt x="203581" y="150799"/>
                  </a:lnTo>
                  <a:lnTo>
                    <a:pt x="203644" y="146951"/>
                  </a:lnTo>
                  <a:lnTo>
                    <a:pt x="205511" y="147142"/>
                  </a:lnTo>
                  <a:lnTo>
                    <a:pt x="209499" y="147142"/>
                  </a:lnTo>
                  <a:lnTo>
                    <a:pt x="209499" y="148450"/>
                  </a:lnTo>
                  <a:lnTo>
                    <a:pt x="209308" y="149669"/>
                  </a:lnTo>
                  <a:lnTo>
                    <a:pt x="209308" y="150799"/>
                  </a:lnTo>
                  <a:lnTo>
                    <a:pt x="207251" y="151206"/>
                  </a:lnTo>
                  <a:lnTo>
                    <a:pt x="205181" y="151523"/>
                  </a:lnTo>
                  <a:lnTo>
                    <a:pt x="203047" y="151828"/>
                  </a:lnTo>
                  <a:lnTo>
                    <a:pt x="202920" y="175679"/>
                  </a:lnTo>
                  <a:lnTo>
                    <a:pt x="202857" y="183680"/>
                  </a:lnTo>
                  <a:lnTo>
                    <a:pt x="206108" y="185775"/>
                  </a:lnTo>
                  <a:lnTo>
                    <a:pt x="209245" y="188010"/>
                  </a:lnTo>
                  <a:lnTo>
                    <a:pt x="212445" y="190106"/>
                  </a:lnTo>
                  <a:lnTo>
                    <a:pt x="212382" y="185775"/>
                  </a:lnTo>
                  <a:lnTo>
                    <a:pt x="212267" y="175679"/>
                  </a:lnTo>
                  <a:lnTo>
                    <a:pt x="212178" y="167690"/>
                  </a:lnTo>
                  <a:lnTo>
                    <a:pt x="212077" y="160185"/>
                  </a:lnTo>
                  <a:lnTo>
                    <a:pt x="211975" y="151828"/>
                  </a:lnTo>
                  <a:lnTo>
                    <a:pt x="211924" y="146951"/>
                  </a:lnTo>
                  <a:lnTo>
                    <a:pt x="211823" y="138569"/>
                  </a:lnTo>
                  <a:lnTo>
                    <a:pt x="211785" y="136271"/>
                  </a:lnTo>
                  <a:lnTo>
                    <a:pt x="211658" y="127800"/>
                  </a:lnTo>
                  <a:lnTo>
                    <a:pt x="211416" y="117055"/>
                  </a:lnTo>
                  <a:lnTo>
                    <a:pt x="211213" y="112890"/>
                  </a:lnTo>
                  <a:lnTo>
                    <a:pt x="211289" y="109042"/>
                  </a:lnTo>
                  <a:lnTo>
                    <a:pt x="211340" y="108686"/>
                  </a:lnTo>
                  <a:lnTo>
                    <a:pt x="211353" y="108521"/>
                  </a:lnTo>
                  <a:lnTo>
                    <a:pt x="212039" y="103517"/>
                  </a:lnTo>
                  <a:lnTo>
                    <a:pt x="212585" y="110261"/>
                  </a:lnTo>
                  <a:lnTo>
                    <a:pt x="213817" y="151269"/>
                  </a:lnTo>
                  <a:lnTo>
                    <a:pt x="214350" y="188328"/>
                  </a:lnTo>
                  <a:lnTo>
                    <a:pt x="215150" y="188302"/>
                  </a:lnTo>
                  <a:close/>
                </a:path>
                <a:path w="243205" h="207010">
                  <a:moveTo>
                    <a:pt x="217246" y="92951"/>
                  </a:moveTo>
                  <a:lnTo>
                    <a:pt x="215455" y="92951"/>
                  </a:lnTo>
                  <a:lnTo>
                    <a:pt x="215455" y="102704"/>
                  </a:lnTo>
                  <a:lnTo>
                    <a:pt x="217246" y="101333"/>
                  </a:lnTo>
                  <a:lnTo>
                    <a:pt x="217246" y="92951"/>
                  </a:lnTo>
                  <a:close/>
                </a:path>
                <a:path w="243205" h="207010">
                  <a:moveTo>
                    <a:pt x="217385" y="77203"/>
                  </a:moveTo>
                  <a:lnTo>
                    <a:pt x="216674" y="69557"/>
                  </a:lnTo>
                  <a:lnTo>
                    <a:pt x="214884" y="69938"/>
                  </a:lnTo>
                  <a:lnTo>
                    <a:pt x="215163" y="78257"/>
                  </a:lnTo>
                  <a:lnTo>
                    <a:pt x="217385" y="77203"/>
                  </a:lnTo>
                  <a:close/>
                </a:path>
                <a:path w="243205" h="207010">
                  <a:moveTo>
                    <a:pt x="218706" y="117995"/>
                  </a:moveTo>
                  <a:lnTo>
                    <a:pt x="217906" y="116014"/>
                  </a:lnTo>
                  <a:lnTo>
                    <a:pt x="217030" y="116890"/>
                  </a:lnTo>
                  <a:lnTo>
                    <a:pt x="216014" y="117995"/>
                  </a:lnTo>
                  <a:lnTo>
                    <a:pt x="216014" y="129273"/>
                  </a:lnTo>
                  <a:lnTo>
                    <a:pt x="218706" y="129273"/>
                  </a:lnTo>
                  <a:lnTo>
                    <a:pt x="218706" y="117995"/>
                  </a:lnTo>
                  <a:close/>
                </a:path>
                <a:path w="243205" h="207010">
                  <a:moveTo>
                    <a:pt x="242862" y="52501"/>
                  </a:moveTo>
                  <a:lnTo>
                    <a:pt x="242290" y="51943"/>
                  </a:lnTo>
                  <a:lnTo>
                    <a:pt x="202730" y="52247"/>
                  </a:lnTo>
                  <a:lnTo>
                    <a:pt x="202577" y="53784"/>
                  </a:lnTo>
                  <a:lnTo>
                    <a:pt x="241731" y="52806"/>
                  </a:lnTo>
                  <a:lnTo>
                    <a:pt x="242087" y="56515"/>
                  </a:lnTo>
                  <a:lnTo>
                    <a:pt x="239953" y="56515"/>
                  </a:lnTo>
                  <a:lnTo>
                    <a:pt x="238442" y="57632"/>
                  </a:lnTo>
                  <a:lnTo>
                    <a:pt x="238074" y="56515"/>
                  </a:lnTo>
                  <a:lnTo>
                    <a:pt x="235788" y="57632"/>
                  </a:lnTo>
                  <a:lnTo>
                    <a:pt x="234835" y="56197"/>
                  </a:lnTo>
                  <a:lnTo>
                    <a:pt x="233311" y="58318"/>
                  </a:lnTo>
                  <a:lnTo>
                    <a:pt x="230111" y="56819"/>
                  </a:lnTo>
                  <a:lnTo>
                    <a:pt x="228917" y="58318"/>
                  </a:lnTo>
                  <a:lnTo>
                    <a:pt x="226860" y="56997"/>
                  </a:lnTo>
                  <a:lnTo>
                    <a:pt x="225488" y="56515"/>
                  </a:lnTo>
                  <a:lnTo>
                    <a:pt x="224142" y="58674"/>
                  </a:lnTo>
                  <a:lnTo>
                    <a:pt x="223126" y="57277"/>
                  </a:lnTo>
                  <a:lnTo>
                    <a:pt x="221538" y="56819"/>
                  </a:lnTo>
                  <a:lnTo>
                    <a:pt x="219430" y="57988"/>
                  </a:lnTo>
                  <a:lnTo>
                    <a:pt x="218706" y="57429"/>
                  </a:lnTo>
                  <a:lnTo>
                    <a:pt x="217893" y="58178"/>
                  </a:lnTo>
                  <a:lnTo>
                    <a:pt x="216954" y="56819"/>
                  </a:lnTo>
                  <a:lnTo>
                    <a:pt x="216027" y="57785"/>
                  </a:lnTo>
                  <a:lnTo>
                    <a:pt x="212737" y="58178"/>
                  </a:lnTo>
                  <a:lnTo>
                    <a:pt x="212077" y="56997"/>
                  </a:lnTo>
                  <a:lnTo>
                    <a:pt x="210642" y="58331"/>
                  </a:lnTo>
                  <a:lnTo>
                    <a:pt x="208940" y="56997"/>
                  </a:lnTo>
                  <a:lnTo>
                    <a:pt x="207721" y="58331"/>
                  </a:lnTo>
                  <a:lnTo>
                    <a:pt x="206184" y="56997"/>
                  </a:lnTo>
                  <a:lnTo>
                    <a:pt x="205905" y="58674"/>
                  </a:lnTo>
                  <a:lnTo>
                    <a:pt x="204762" y="58547"/>
                  </a:lnTo>
                  <a:lnTo>
                    <a:pt x="203809" y="57162"/>
                  </a:lnTo>
                  <a:lnTo>
                    <a:pt x="203606" y="58674"/>
                  </a:lnTo>
                  <a:lnTo>
                    <a:pt x="201726" y="58623"/>
                  </a:lnTo>
                  <a:lnTo>
                    <a:pt x="201117" y="57429"/>
                  </a:lnTo>
                  <a:lnTo>
                    <a:pt x="200101" y="57429"/>
                  </a:lnTo>
                  <a:lnTo>
                    <a:pt x="199834" y="59067"/>
                  </a:lnTo>
                  <a:lnTo>
                    <a:pt x="198221" y="58674"/>
                  </a:lnTo>
                  <a:lnTo>
                    <a:pt x="197446" y="60693"/>
                  </a:lnTo>
                  <a:lnTo>
                    <a:pt x="197446" y="63131"/>
                  </a:lnTo>
                  <a:lnTo>
                    <a:pt x="216674" y="63500"/>
                  </a:lnTo>
                  <a:lnTo>
                    <a:pt x="217246" y="61912"/>
                  </a:lnTo>
                  <a:lnTo>
                    <a:pt x="219430" y="61925"/>
                  </a:lnTo>
                  <a:lnTo>
                    <a:pt x="219430" y="63334"/>
                  </a:lnTo>
                  <a:lnTo>
                    <a:pt x="218706" y="63334"/>
                  </a:lnTo>
                  <a:lnTo>
                    <a:pt x="218706" y="64947"/>
                  </a:lnTo>
                  <a:lnTo>
                    <a:pt x="219430" y="64947"/>
                  </a:lnTo>
                  <a:lnTo>
                    <a:pt x="219430" y="66014"/>
                  </a:lnTo>
                  <a:lnTo>
                    <a:pt x="219430" y="67398"/>
                  </a:lnTo>
                  <a:lnTo>
                    <a:pt x="219430" y="101320"/>
                  </a:lnTo>
                  <a:lnTo>
                    <a:pt x="219710" y="124460"/>
                  </a:lnTo>
                  <a:lnTo>
                    <a:pt x="219710" y="203695"/>
                  </a:lnTo>
                  <a:lnTo>
                    <a:pt x="220611" y="204381"/>
                  </a:lnTo>
                  <a:lnTo>
                    <a:pt x="220370" y="197561"/>
                  </a:lnTo>
                  <a:lnTo>
                    <a:pt x="220370" y="151587"/>
                  </a:lnTo>
                  <a:lnTo>
                    <a:pt x="220116" y="104089"/>
                  </a:lnTo>
                  <a:lnTo>
                    <a:pt x="220268" y="72123"/>
                  </a:lnTo>
                  <a:lnTo>
                    <a:pt x="222338" y="72123"/>
                  </a:lnTo>
                  <a:lnTo>
                    <a:pt x="222567" y="93256"/>
                  </a:lnTo>
                  <a:lnTo>
                    <a:pt x="222567" y="135775"/>
                  </a:lnTo>
                  <a:lnTo>
                    <a:pt x="222846" y="169392"/>
                  </a:lnTo>
                  <a:lnTo>
                    <a:pt x="222846" y="206108"/>
                  </a:lnTo>
                  <a:lnTo>
                    <a:pt x="223697" y="206806"/>
                  </a:lnTo>
                  <a:lnTo>
                    <a:pt x="223278" y="72123"/>
                  </a:lnTo>
                  <a:lnTo>
                    <a:pt x="229031" y="72123"/>
                  </a:lnTo>
                  <a:lnTo>
                    <a:pt x="229247" y="99695"/>
                  </a:lnTo>
                  <a:lnTo>
                    <a:pt x="229247" y="139547"/>
                  </a:lnTo>
                  <a:lnTo>
                    <a:pt x="229755" y="206108"/>
                  </a:lnTo>
                  <a:lnTo>
                    <a:pt x="230441" y="206806"/>
                  </a:lnTo>
                  <a:lnTo>
                    <a:pt x="230060" y="104813"/>
                  </a:lnTo>
                  <a:lnTo>
                    <a:pt x="230111" y="72123"/>
                  </a:lnTo>
                  <a:lnTo>
                    <a:pt x="236347" y="72123"/>
                  </a:lnTo>
                  <a:lnTo>
                    <a:pt x="236347" y="70612"/>
                  </a:lnTo>
                  <a:lnTo>
                    <a:pt x="223278" y="70612"/>
                  </a:lnTo>
                  <a:lnTo>
                    <a:pt x="223278" y="69557"/>
                  </a:lnTo>
                  <a:lnTo>
                    <a:pt x="236347" y="69557"/>
                  </a:lnTo>
                  <a:lnTo>
                    <a:pt x="236347" y="68122"/>
                  </a:lnTo>
                  <a:lnTo>
                    <a:pt x="223278" y="68122"/>
                  </a:lnTo>
                  <a:lnTo>
                    <a:pt x="223278" y="67398"/>
                  </a:lnTo>
                  <a:lnTo>
                    <a:pt x="236347" y="67398"/>
                  </a:lnTo>
                  <a:lnTo>
                    <a:pt x="236347" y="66014"/>
                  </a:lnTo>
                  <a:lnTo>
                    <a:pt x="223278" y="66014"/>
                  </a:lnTo>
                  <a:lnTo>
                    <a:pt x="223278" y="64947"/>
                  </a:lnTo>
                  <a:lnTo>
                    <a:pt x="236347" y="64947"/>
                  </a:lnTo>
                  <a:lnTo>
                    <a:pt x="236347" y="63334"/>
                  </a:lnTo>
                  <a:lnTo>
                    <a:pt x="222313" y="63334"/>
                  </a:lnTo>
                  <a:lnTo>
                    <a:pt x="222313" y="69557"/>
                  </a:lnTo>
                  <a:lnTo>
                    <a:pt x="222313" y="70612"/>
                  </a:lnTo>
                  <a:lnTo>
                    <a:pt x="220281" y="70612"/>
                  </a:lnTo>
                  <a:lnTo>
                    <a:pt x="220294" y="69557"/>
                  </a:lnTo>
                  <a:lnTo>
                    <a:pt x="222313" y="69557"/>
                  </a:lnTo>
                  <a:lnTo>
                    <a:pt x="222313" y="63334"/>
                  </a:lnTo>
                  <a:lnTo>
                    <a:pt x="222300" y="67398"/>
                  </a:lnTo>
                  <a:lnTo>
                    <a:pt x="222300" y="68122"/>
                  </a:lnTo>
                  <a:lnTo>
                    <a:pt x="220294" y="68122"/>
                  </a:lnTo>
                  <a:lnTo>
                    <a:pt x="220306" y="67398"/>
                  </a:lnTo>
                  <a:lnTo>
                    <a:pt x="222300" y="67398"/>
                  </a:lnTo>
                  <a:lnTo>
                    <a:pt x="222300" y="63334"/>
                  </a:lnTo>
                  <a:lnTo>
                    <a:pt x="222288" y="64947"/>
                  </a:lnTo>
                  <a:lnTo>
                    <a:pt x="222288" y="66014"/>
                  </a:lnTo>
                  <a:lnTo>
                    <a:pt x="220319" y="66014"/>
                  </a:lnTo>
                  <a:lnTo>
                    <a:pt x="220332" y="64947"/>
                  </a:lnTo>
                  <a:lnTo>
                    <a:pt x="222288" y="64947"/>
                  </a:lnTo>
                  <a:lnTo>
                    <a:pt x="222288" y="63334"/>
                  </a:lnTo>
                  <a:lnTo>
                    <a:pt x="220345" y="63334"/>
                  </a:lnTo>
                  <a:lnTo>
                    <a:pt x="220357" y="61937"/>
                  </a:lnTo>
                  <a:lnTo>
                    <a:pt x="233908" y="62001"/>
                  </a:lnTo>
                  <a:lnTo>
                    <a:pt x="237756" y="62636"/>
                  </a:lnTo>
                  <a:lnTo>
                    <a:pt x="238442" y="62128"/>
                  </a:lnTo>
                  <a:lnTo>
                    <a:pt x="240855" y="59651"/>
                  </a:lnTo>
                  <a:lnTo>
                    <a:pt x="242773" y="57988"/>
                  </a:lnTo>
                  <a:lnTo>
                    <a:pt x="242862" y="52501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91082" y="1816569"/>
              <a:ext cx="197485" cy="45720"/>
            </a:xfrm>
            <a:custGeom>
              <a:avLst/>
              <a:gdLst/>
              <a:ahLst/>
              <a:cxnLst/>
              <a:rect l="l" t="t" r="r" b="b"/>
              <a:pathLst>
                <a:path w="197484" h="45719">
                  <a:moveTo>
                    <a:pt x="6451" y="635"/>
                  </a:moveTo>
                  <a:lnTo>
                    <a:pt x="4660" y="635"/>
                  </a:lnTo>
                  <a:lnTo>
                    <a:pt x="4660" y="3276"/>
                  </a:lnTo>
                  <a:lnTo>
                    <a:pt x="6451" y="3276"/>
                  </a:lnTo>
                  <a:lnTo>
                    <a:pt x="6451" y="635"/>
                  </a:lnTo>
                  <a:close/>
                </a:path>
                <a:path w="197484" h="45719">
                  <a:moveTo>
                    <a:pt x="9359" y="635"/>
                  </a:moveTo>
                  <a:lnTo>
                    <a:pt x="7518" y="635"/>
                  </a:lnTo>
                  <a:lnTo>
                    <a:pt x="7518" y="3276"/>
                  </a:lnTo>
                  <a:lnTo>
                    <a:pt x="9359" y="3276"/>
                  </a:lnTo>
                  <a:lnTo>
                    <a:pt x="9359" y="635"/>
                  </a:lnTo>
                  <a:close/>
                </a:path>
                <a:path w="197484" h="45719">
                  <a:moveTo>
                    <a:pt x="12153" y="635"/>
                  </a:moveTo>
                  <a:lnTo>
                    <a:pt x="10452" y="635"/>
                  </a:lnTo>
                  <a:lnTo>
                    <a:pt x="10452" y="3276"/>
                  </a:lnTo>
                  <a:lnTo>
                    <a:pt x="12153" y="3276"/>
                  </a:lnTo>
                  <a:lnTo>
                    <a:pt x="12153" y="635"/>
                  </a:lnTo>
                  <a:close/>
                </a:path>
                <a:path w="197484" h="45719">
                  <a:moveTo>
                    <a:pt x="14351" y="34531"/>
                  </a:moveTo>
                  <a:lnTo>
                    <a:pt x="11455" y="32245"/>
                  </a:lnTo>
                  <a:lnTo>
                    <a:pt x="8597" y="34531"/>
                  </a:lnTo>
                  <a:lnTo>
                    <a:pt x="8597" y="45148"/>
                  </a:lnTo>
                  <a:lnTo>
                    <a:pt x="14351" y="45148"/>
                  </a:lnTo>
                  <a:lnTo>
                    <a:pt x="14351" y="34531"/>
                  </a:lnTo>
                  <a:close/>
                </a:path>
                <a:path w="197484" h="45719">
                  <a:moveTo>
                    <a:pt x="16027" y="635"/>
                  </a:moveTo>
                  <a:lnTo>
                    <a:pt x="13995" y="635"/>
                  </a:lnTo>
                  <a:lnTo>
                    <a:pt x="13995" y="3276"/>
                  </a:lnTo>
                  <a:lnTo>
                    <a:pt x="16027" y="3276"/>
                  </a:lnTo>
                  <a:lnTo>
                    <a:pt x="16027" y="635"/>
                  </a:lnTo>
                  <a:close/>
                </a:path>
                <a:path w="197484" h="45719">
                  <a:moveTo>
                    <a:pt x="18923" y="635"/>
                  </a:moveTo>
                  <a:lnTo>
                    <a:pt x="17068" y="635"/>
                  </a:lnTo>
                  <a:lnTo>
                    <a:pt x="17068" y="3276"/>
                  </a:lnTo>
                  <a:lnTo>
                    <a:pt x="18923" y="3276"/>
                  </a:lnTo>
                  <a:lnTo>
                    <a:pt x="18923" y="635"/>
                  </a:lnTo>
                  <a:close/>
                </a:path>
                <a:path w="197484" h="45719">
                  <a:moveTo>
                    <a:pt x="21577" y="635"/>
                  </a:moveTo>
                  <a:lnTo>
                    <a:pt x="19761" y="635"/>
                  </a:lnTo>
                  <a:lnTo>
                    <a:pt x="19761" y="3276"/>
                  </a:lnTo>
                  <a:lnTo>
                    <a:pt x="21577" y="3276"/>
                  </a:lnTo>
                  <a:lnTo>
                    <a:pt x="21577" y="635"/>
                  </a:lnTo>
                  <a:close/>
                </a:path>
                <a:path w="197484" h="45719">
                  <a:moveTo>
                    <a:pt x="24625" y="635"/>
                  </a:moveTo>
                  <a:lnTo>
                    <a:pt x="22809" y="635"/>
                  </a:lnTo>
                  <a:lnTo>
                    <a:pt x="22809" y="3276"/>
                  </a:lnTo>
                  <a:lnTo>
                    <a:pt x="24625" y="3276"/>
                  </a:lnTo>
                  <a:lnTo>
                    <a:pt x="24625" y="635"/>
                  </a:lnTo>
                  <a:close/>
                </a:path>
                <a:path w="197484" h="45719">
                  <a:moveTo>
                    <a:pt x="25755" y="34531"/>
                  </a:moveTo>
                  <a:lnTo>
                    <a:pt x="22809" y="32245"/>
                  </a:lnTo>
                  <a:lnTo>
                    <a:pt x="20180" y="34531"/>
                  </a:lnTo>
                  <a:lnTo>
                    <a:pt x="20180" y="45148"/>
                  </a:lnTo>
                  <a:lnTo>
                    <a:pt x="25755" y="45148"/>
                  </a:lnTo>
                  <a:lnTo>
                    <a:pt x="25755" y="34531"/>
                  </a:lnTo>
                  <a:close/>
                </a:path>
                <a:path w="197484" h="45719">
                  <a:moveTo>
                    <a:pt x="27508" y="635"/>
                  </a:moveTo>
                  <a:lnTo>
                    <a:pt x="25755" y="635"/>
                  </a:lnTo>
                  <a:lnTo>
                    <a:pt x="25755" y="3276"/>
                  </a:lnTo>
                  <a:lnTo>
                    <a:pt x="27508" y="3276"/>
                  </a:lnTo>
                  <a:lnTo>
                    <a:pt x="27508" y="635"/>
                  </a:lnTo>
                  <a:close/>
                </a:path>
                <a:path w="197484" h="45719">
                  <a:moveTo>
                    <a:pt x="30289" y="635"/>
                  </a:moveTo>
                  <a:lnTo>
                    <a:pt x="28625" y="635"/>
                  </a:lnTo>
                  <a:lnTo>
                    <a:pt x="28625" y="3276"/>
                  </a:lnTo>
                  <a:lnTo>
                    <a:pt x="30289" y="3276"/>
                  </a:lnTo>
                  <a:lnTo>
                    <a:pt x="30289" y="635"/>
                  </a:lnTo>
                  <a:close/>
                </a:path>
                <a:path w="197484" h="45719">
                  <a:moveTo>
                    <a:pt x="33197" y="635"/>
                  </a:moveTo>
                  <a:lnTo>
                    <a:pt x="31191" y="635"/>
                  </a:lnTo>
                  <a:lnTo>
                    <a:pt x="31191" y="3276"/>
                  </a:lnTo>
                  <a:lnTo>
                    <a:pt x="33197" y="3276"/>
                  </a:lnTo>
                  <a:lnTo>
                    <a:pt x="33197" y="635"/>
                  </a:lnTo>
                  <a:close/>
                </a:path>
                <a:path w="197484" h="45719">
                  <a:moveTo>
                    <a:pt x="35966" y="635"/>
                  </a:moveTo>
                  <a:lnTo>
                    <a:pt x="34086" y="635"/>
                  </a:lnTo>
                  <a:lnTo>
                    <a:pt x="34086" y="3276"/>
                  </a:lnTo>
                  <a:lnTo>
                    <a:pt x="35966" y="3276"/>
                  </a:lnTo>
                  <a:lnTo>
                    <a:pt x="35966" y="635"/>
                  </a:lnTo>
                  <a:close/>
                </a:path>
                <a:path w="197484" h="45719">
                  <a:moveTo>
                    <a:pt x="36626" y="34531"/>
                  </a:moveTo>
                  <a:lnTo>
                    <a:pt x="33845" y="32245"/>
                  </a:lnTo>
                  <a:lnTo>
                    <a:pt x="30949" y="34531"/>
                  </a:lnTo>
                  <a:lnTo>
                    <a:pt x="30949" y="45148"/>
                  </a:lnTo>
                  <a:lnTo>
                    <a:pt x="36626" y="45148"/>
                  </a:lnTo>
                  <a:lnTo>
                    <a:pt x="36626" y="34531"/>
                  </a:lnTo>
                  <a:close/>
                </a:path>
                <a:path w="197484" h="45719">
                  <a:moveTo>
                    <a:pt x="42608" y="34531"/>
                  </a:moveTo>
                  <a:lnTo>
                    <a:pt x="41198" y="32245"/>
                  </a:lnTo>
                  <a:lnTo>
                    <a:pt x="39852" y="34531"/>
                  </a:lnTo>
                  <a:lnTo>
                    <a:pt x="39852" y="45148"/>
                  </a:lnTo>
                  <a:lnTo>
                    <a:pt x="42608" y="45148"/>
                  </a:lnTo>
                  <a:lnTo>
                    <a:pt x="42608" y="34531"/>
                  </a:lnTo>
                  <a:close/>
                </a:path>
                <a:path w="197484" h="45719">
                  <a:moveTo>
                    <a:pt x="44069" y="20548"/>
                  </a:moveTo>
                  <a:lnTo>
                    <a:pt x="43853" y="20548"/>
                  </a:lnTo>
                  <a:lnTo>
                    <a:pt x="43129" y="20548"/>
                  </a:lnTo>
                  <a:lnTo>
                    <a:pt x="43129" y="21653"/>
                  </a:lnTo>
                  <a:lnTo>
                    <a:pt x="43129" y="26162"/>
                  </a:lnTo>
                  <a:lnTo>
                    <a:pt x="863" y="26162"/>
                  </a:lnTo>
                  <a:lnTo>
                    <a:pt x="863" y="21653"/>
                  </a:lnTo>
                  <a:lnTo>
                    <a:pt x="43129" y="21653"/>
                  </a:lnTo>
                  <a:lnTo>
                    <a:pt x="43129" y="20548"/>
                  </a:lnTo>
                  <a:lnTo>
                    <a:pt x="36626" y="20548"/>
                  </a:lnTo>
                  <a:lnTo>
                    <a:pt x="36626" y="10718"/>
                  </a:lnTo>
                  <a:lnTo>
                    <a:pt x="33845" y="8521"/>
                  </a:lnTo>
                  <a:lnTo>
                    <a:pt x="30949" y="10718"/>
                  </a:lnTo>
                  <a:lnTo>
                    <a:pt x="30949" y="20548"/>
                  </a:lnTo>
                  <a:lnTo>
                    <a:pt x="25755" y="20548"/>
                  </a:lnTo>
                  <a:lnTo>
                    <a:pt x="25755" y="10718"/>
                  </a:lnTo>
                  <a:lnTo>
                    <a:pt x="22809" y="8521"/>
                  </a:lnTo>
                  <a:lnTo>
                    <a:pt x="20180" y="10718"/>
                  </a:lnTo>
                  <a:lnTo>
                    <a:pt x="20180" y="20548"/>
                  </a:lnTo>
                  <a:lnTo>
                    <a:pt x="14351" y="20548"/>
                  </a:lnTo>
                  <a:lnTo>
                    <a:pt x="14351" y="10718"/>
                  </a:lnTo>
                  <a:lnTo>
                    <a:pt x="11455" y="8521"/>
                  </a:lnTo>
                  <a:lnTo>
                    <a:pt x="8597" y="10718"/>
                  </a:lnTo>
                  <a:lnTo>
                    <a:pt x="8597" y="20548"/>
                  </a:lnTo>
                  <a:lnTo>
                    <a:pt x="2438" y="20548"/>
                  </a:lnTo>
                  <a:lnTo>
                    <a:pt x="2438" y="18961"/>
                  </a:lnTo>
                  <a:lnTo>
                    <a:pt x="5105" y="18961"/>
                  </a:lnTo>
                  <a:lnTo>
                    <a:pt x="5105" y="12128"/>
                  </a:lnTo>
                  <a:lnTo>
                    <a:pt x="2438" y="12128"/>
                  </a:lnTo>
                  <a:lnTo>
                    <a:pt x="2438" y="7023"/>
                  </a:lnTo>
                  <a:lnTo>
                    <a:pt x="1219" y="7023"/>
                  </a:lnTo>
                  <a:lnTo>
                    <a:pt x="1219" y="20548"/>
                  </a:lnTo>
                  <a:lnTo>
                    <a:pt x="863" y="20548"/>
                  </a:lnTo>
                  <a:lnTo>
                    <a:pt x="0" y="20535"/>
                  </a:lnTo>
                  <a:lnTo>
                    <a:pt x="0" y="29413"/>
                  </a:lnTo>
                  <a:lnTo>
                    <a:pt x="863" y="29413"/>
                  </a:lnTo>
                  <a:lnTo>
                    <a:pt x="1219" y="29413"/>
                  </a:lnTo>
                  <a:lnTo>
                    <a:pt x="1219" y="44462"/>
                  </a:lnTo>
                  <a:lnTo>
                    <a:pt x="2438" y="44462"/>
                  </a:lnTo>
                  <a:lnTo>
                    <a:pt x="2438" y="42087"/>
                  </a:lnTo>
                  <a:lnTo>
                    <a:pt x="5105" y="42087"/>
                  </a:lnTo>
                  <a:lnTo>
                    <a:pt x="5105" y="34963"/>
                  </a:lnTo>
                  <a:lnTo>
                    <a:pt x="2438" y="34963"/>
                  </a:lnTo>
                  <a:lnTo>
                    <a:pt x="2438" y="29413"/>
                  </a:lnTo>
                  <a:lnTo>
                    <a:pt x="44069" y="29413"/>
                  </a:lnTo>
                  <a:lnTo>
                    <a:pt x="44069" y="28270"/>
                  </a:lnTo>
                  <a:lnTo>
                    <a:pt x="863" y="28270"/>
                  </a:lnTo>
                  <a:lnTo>
                    <a:pt x="863" y="27368"/>
                  </a:lnTo>
                  <a:lnTo>
                    <a:pt x="43129" y="27368"/>
                  </a:lnTo>
                  <a:lnTo>
                    <a:pt x="43853" y="27368"/>
                  </a:lnTo>
                  <a:lnTo>
                    <a:pt x="44069" y="27368"/>
                  </a:lnTo>
                  <a:lnTo>
                    <a:pt x="44069" y="26162"/>
                  </a:lnTo>
                  <a:lnTo>
                    <a:pt x="43853" y="26162"/>
                  </a:lnTo>
                  <a:lnTo>
                    <a:pt x="43853" y="21653"/>
                  </a:lnTo>
                  <a:lnTo>
                    <a:pt x="44069" y="21653"/>
                  </a:lnTo>
                  <a:lnTo>
                    <a:pt x="44069" y="20548"/>
                  </a:lnTo>
                  <a:close/>
                </a:path>
                <a:path w="197484" h="45719">
                  <a:moveTo>
                    <a:pt x="48044" y="15684"/>
                  </a:moveTo>
                  <a:lnTo>
                    <a:pt x="45974" y="15684"/>
                  </a:lnTo>
                  <a:lnTo>
                    <a:pt x="45974" y="18961"/>
                  </a:lnTo>
                  <a:lnTo>
                    <a:pt x="48044" y="18961"/>
                  </a:lnTo>
                  <a:lnTo>
                    <a:pt x="48044" y="15684"/>
                  </a:lnTo>
                  <a:close/>
                </a:path>
                <a:path w="197484" h="45719">
                  <a:moveTo>
                    <a:pt x="51473" y="14960"/>
                  </a:moveTo>
                  <a:lnTo>
                    <a:pt x="50596" y="14960"/>
                  </a:lnTo>
                  <a:lnTo>
                    <a:pt x="50596" y="19456"/>
                  </a:lnTo>
                  <a:lnTo>
                    <a:pt x="51473" y="19456"/>
                  </a:lnTo>
                  <a:lnTo>
                    <a:pt x="51473" y="14960"/>
                  </a:lnTo>
                  <a:close/>
                </a:path>
                <a:path w="197484" h="45719">
                  <a:moveTo>
                    <a:pt x="55714" y="15684"/>
                  </a:moveTo>
                  <a:lnTo>
                    <a:pt x="53594" y="15684"/>
                  </a:lnTo>
                  <a:lnTo>
                    <a:pt x="53594" y="18961"/>
                  </a:lnTo>
                  <a:lnTo>
                    <a:pt x="55714" y="18961"/>
                  </a:lnTo>
                  <a:lnTo>
                    <a:pt x="55714" y="15684"/>
                  </a:lnTo>
                  <a:close/>
                </a:path>
                <a:path w="197484" h="45719">
                  <a:moveTo>
                    <a:pt x="59283" y="14973"/>
                  </a:moveTo>
                  <a:lnTo>
                    <a:pt x="58242" y="14973"/>
                  </a:lnTo>
                  <a:lnTo>
                    <a:pt x="58242" y="19380"/>
                  </a:lnTo>
                  <a:lnTo>
                    <a:pt x="59283" y="19380"/>
                  </a:lnTo>
                  <a:lnTo>
                    <a:pt x="59283" y="14973"/>
                  </a:lnTo>
                  <a:close/>
                </a:path>
                <a:path w="197484" h="45719">
                  <a:moveTo>
                    <a:pt x="61607" y="14097"/>
                  </a:moveTo>
                  <a:lnTo>
                    <a:pt x="60109" y="14097"/>
                  </a:lnTo>
                  <a:lnTo>
                    <a:pt x="60109" y="21767"/>
                  </a:lnTo>
                  <a:lnTo>
                    <a:pt x="61607" y="21767"/>
                  </a:lnTo>
                  <a:lnTo>
                    <a:pt x="61607" y="14097"/>
                  </a:lnTo>
                  <a:close/>
                </a:path>
                <a:path w="197484" h="45719">
                  <a:moveTo>
                    <a:pt x="63436" y="16903"/>
                  </a:moveTo>
                  <a:lnTo>
                    <a:pt x="62331" y="16903"/>
                  </a:lnTo>
                  <a:lnTo>
                    <a:pt x="62331" y="19126"/>
                  </a:lnTo>
                  <a:lnTo>
                    <a:pt x="63436" y="19126"/>
                  </a:lnTo>
                  <a:lnTo>
                    <a:pt x="63436" y="16903"/>
                  </a:lnTo>
                  <a:close/>
                </a:path>
                <a:path w="197484" h="45719">
                  <a:moveTo>
                    <a:pt x="71170" y="16865"/>
                  </a:moveTo>
                  <a:lnTo>
                    <a:pt x="69977" y="16865"/>
                  </a:lnTo>
                  <a:lnTo>
                    <a:pt x="69977" y="19126"/>
                  </a:lnTo>
                  <a:lnTo>
                    <a:pt x="71170" y="19126"/>
                  </a:lnTo>
                  <a:lnTo>
                    <a:pt x="71170" y="16865"/>
                  </a:lnTo>
                  <a:close/>
                </a:path>
                <a:path w="197484" h="45719">
                  <a:moveTo>
                    <a:pt x="73799" y="13093"/>
                  </a:moveTo>
                  <a:lnTo>
                    <a:pt x="72694" y="13093"/>
                  </a:lnTo>
                  <a:lnTo>
                    <a:pt x="72694" y="24218"/>
                  </a:lnTo>
                  <a:lnTo>
                    <a:pt x="73799" y="24218"/>
                  </a:lnTo>
                  <a:lnTo>
                    <a:pt x="73799" y="13093"/>
                  </a:lnTo>
                  <a:close/>
                </a:path>
                <a:path w="197484" h="45719">
                  <a:moveTo>
                    <a:pt x="76339" y="13398"/>
                  </a:moveTo>
                  <a:lnTo>
                    <a:pt x="75463" y="13398"/>
                  </a:lnTo>
                  <a:lnTo>
                    <a:pt x="75463" y="22301"/>
                  </a:lnTo>
                  <a:lnTo>
                    <a:pt x="76339" y="22301"/>
                  </a:lnTo>
                  <a:lnTo>
                    <a:pt x="76339" y="13398"/>
                  </a:lnTo>
                  <a:close/>
                </a:path>
                <a:path w="197484" h="45719">
                  <a:moveTo>
                    <a:pt x="79679" y="16522"/>
                  </a:moveTo>
                  <a:lnTo>
                    <a:pt x="78549" y="16522"/>
                  </a:lnTo>
                  <a:lnTo>
                    <a:pt x="78549" y="19456"/>
                  </a:lnTo>
                  <a:lnTo>
                    <a:pt x="79679" y="19456"/>
                  </a:lnTo>
                  <a:lnTo>
                    <a:pt x="79679" y="16522"/>
                  </a:lnTo>
                  <a:close/>
                </a:path>
                <a:path w="197484" h="45719">
                  <a:moveTo>
                    <a:pt x="87160" y="16522"/>
                  </a:moveTo>
                  <a:lnTo>
                    <a:pt x="86258" y="16522"/>
                  </a:lnTo>
                  <a:lnTo>
                    <a:pt x="86258" y="19456"/>
                  </a:lnTo>
                  <a:lnTo>
                    <a:pt x="87160" y="19456"/>
                  </a:lnTo>
                  <a:lnTo>
                    <a:pt x="87160" y="16522"/>
                  </a:lnTo>
                  <a:close/>
                </a:path>
                <a:path w="197484" h="45719">
                  <a:moveTo>
                    <a:pt x="89890" y="14084"/>
                  </a:moveTo>
                  <a:lnTo>
                    <a:pt x="88874" y="14084"/>
                  </a:lnTo>
                  <a:lnTo>
                    <a:pt x="88874" y="20853"/>
                  </a:lnTo>
                  <a:lnTo>
                    <a:pt x="89890" y="20853"/>
                  </a:lnTo>
                  <a:lnTo>
                    <a:pt x="89890" y="14084"/>
                  </a:lnTo>
                  <a:close/>
                </a:path>
                <a:path w="197484" h="45719">
                  <a:moveTo>
                    <a:pt x="93738" y="12801"/>
                  </a:moveTo>
                  <a:lnTo>
                    <a:pt x="92722" y="12801"/>
                  </a:lnTo>
                  <a:lnTo>
                    <a:pt x="92722" y="20853"/>
                  </a:lnTo>
                  <a:lnTo>
                    <a:pt x="93738" y="20853"/>
                  </a:lnTo>
                  <a:lnTo>
                    <a:pt x="93738" y="12801"/>
                  </a:lnTo>
                  <a:close/>
                </a:path>
                <a:path w="197484" h="45719">
                  <a:moveTo>
                    <a:pt x="95923" y="16395"/>
                  </a:moveTo>
                  <a:lnTo>
                    <a:pt x="94729" y="16395"/>
                  </a:lnTo>
                  <a:lnTo>
                    <a:pt x="94729" y="18961"/>
                  </a:lnTo>
                  <a:lnTo>
                    <a:pt x="95923" y="18961"/>
                  </a:lnTo>
                  <a:lnTo>
                    <a:pt x="95923" y="16395"/>
                  </a:lnTo>
                  <a:close/>
                </a:path>
                <a:path w="197484" h="45719">
                  <a:moveTo>
                    <a:pt x="99212" y="13931"/>
                  </a:moveTo>
                  <a:lnTo>
                    <a:pt x="98107" y="13931"/>
                  </a:lnTo>
                  <a:lnTo>
                    <a:pt x="98107" y="19951"/>
                  </a:lnTo>
                  <a:lnTo>
                    <a:pt x="99212" y="19951"/>
                  </a:lnTo>
                  <a:lnTo>
                    <a:pt x="99212" y="13931"/>
                  </a:lnTo>
                  <a:close/>
                </a:path>
                <a:path w="197484" h="45719">
                  <a:moveTo>
                    <a:pt x="103720" y="16776"/>
                  </a:moveTo>
                  <a:lnTo>
                    <a:pt x="102679" y="16776"/>
                  </a:lnTo>
                  <a:lnTo>
                    <a:pt x="102679" y="19354"/>
                  </a:lnTo>
                  <a:lnTo>
                    <a:pt x="103720" y="19354"/>
                  </a:lnTo>
                  <a:lnTo>
                    <a:pt x="103720" y="16776"/>
                  </a:lnTo>
                  <a:close/>
                </a:path>
                <a:path w="197484" h="45719">
                  <a:moveTo>
                    <a:pt x="105841" y="13576"/>
                  </a:moveTo>
                  <a:lnTo>
                    <a:pt x="104736" y="13576"/>
                  </a:lnTo>
                  <a:lnTo>
                    <a:pt x="104736" y="19799"/>
                  </a:lnTo>
                  <a:lnTo>
                    <a:pt x="105841" y="19799"/>
                  </a:lnTo>
                  <a:lnTo>
                    <a:pt x="105841" y="13576"/>
                  </a:lnTo>
                  <a:close/>
                </a:path>
                <a:path w="197484" h="45719">
                  <a:moveTo>
                    <a:pt x="112255" y="16370"/>
                  </a:moveTo>
                  <a:lnTo>
                    <a:pt x="111264" y="16370"/>
                  </a:lnTo>
                  <a:lnTo>
                    <a:pt x="111264" y="19507"/>
                  </a:lnTo>
                  <a:lnTo>
                    <a:pt x="112255" y="19507"/>
                  </a:lnTo>
                  <a:lnTo>
                    <a:pt x="112255" y="16370"/>
                  </a:lnTo>
                  <a:close/>
                </a:path>
                <a:path w="197484" h="45719">
                  <a:moveTo>
                    <a:pt x="116344" y="13081"/>
                  </a:moveTo>
                  <a:lnTo>
                    <a:pt x="115125" y="13081"/>
                  </a:lnTo>
                  <a:lnTo>
                    <a:pt x="115125" y="19354"/>
                  </a:lnTo>
                  <a:lnTo>
                    <a:pt x="116344" y="19354"/>
                  </a:lnTo>
                  <a:lnTo>
                    <a:pt x="116344" y="13081"/>
                  </a:lnTo>
                  <a:close/>
                </a:path>
                <a:path w="197484" h="45719">
                  <a:moveTo>
                    <a:pt x="120980" y="15938"/>
                  </a:moveTo>
                  <a:lnTo>
                    <a:pt x="119875" y="15938"/>
                  </a:lnTo>
                  <a:lnTo>
                    <a:pt x="119875" y="18453"/>
                  </a:lnTo>
                  <a:lnTo>
                    <a:pt x="120980" y="18453"/>
                  </a:lnTo>
                  <a:lnTo>
                    <a:pt x="120980" y="15938"/>
                  </a:lnTo>
                  <a:close/>
                </a:path>
                <a:path w="197484" h="45719">
                  <a:moveTo>
                    <a:pt x="127444" y="12128"/>
                  </a:moveTo>
                  <a:lnTo>
                    <a:pt x="126403" y="12128"/>
                  </a:lnTo>
                  <a:lnTo>
                    <a:pt x="126403" y="18338"/>
                  </a:lnTo>
                  <a:lnTo>
                    <a:pt x="127444" y="18338"/>
                  </a:lnTo>
                  <a:lnTo>
                    <a:pt x="127444" y="12128"/>
                  </a:lnTo>
                  <a:close/>
                </a:path>
                <a:path w="197484" h="45719">
                  <a:moveTo>
                    <a:pt x="129159" y="16522"/>
                  </a:moveTo>
                  <a:lnTo>
                    <a:pt x="128143" y="16522"/>
                  </a:lnTo>
                  <a:lnTo>
                    <a:pt x="128143" y="19951"/>
                  </a:lnTo>
                  <a:lnTo>
                    <a:pt x="129159" y="19951"/>
                  </a:lnTo>
                  <a:lnTo>
                    <a:pt x="129159" y="16522"/>
                  </a:lnTo>
                  <a:close/>
                </a:path>
                <a:path w="197484" h="45719">
                  <a:moveTo>
                    <a:pt x="134734" y="12852"/>
                  </a:moveTo>
                  <a:lnTo>
                    <a:pt x="133692" y="12852"/>
                  </a:lnTo>
                  <a:lnTo>
                    <a:pt x="133692" y="19126"/>
                  </a:lnTo>
                  <a:lnTo>
                    <a:pt x="134734" y="19126"/>
                  </a:lnTo>
                  <a:lnTo>
                    <a:pt x="134734" y="12852"/>
                  </a:lnTo>
                  <a:close/>
                </a:path>
                <a:path w="197484" h="45719">
                  <a:moveTo>
                    <a:pt x="137452" y="0"/>
                  </a:moveTo>
                  <a:lnTo>
                    <a:pt x="136144" y="0"/>
                  </a:lnTo>
                  <a:lnTo>
                    <a:pt x="136144" y="2717"/>
                  </a:lnTo>
                  <a:lnTo>
                    <a:pt x="137452" y="2717"/>
                  </a:lnTo>
                  <a:lnTo>
                    <a:pt x="137452" y="0"/>
                  </a:lnTo>
                  <a:close/>
                </a:path>
                <a:path w="197484" h="45719">
                  <a:moveTo>
                    <a:pt x="138861" y="18326"/>
                  </a:moveTo>
                  <a:lnTo>
                    <a:pt x="137858" y="18326"/>
                  </a:lnTo>
                  <a:lnTo>
                    <a:pt x="137858" y="20548"/>
                  </a:lnTo>
                  <a:lnTo>
                    <a:pt x="138861" y="20548"/>
                  </a:lnTo>
                  <a:lnTo>
                    <a:pt x="138861" y="18326"/>
                  </a:lnTo>
                  <a:close/>
                </a:path>
                <a:path w="197484" h="45719">
                  <a:moveTo>
                    <a:pt x="147129" y="16040"/>
                  </a:moveTo>
                  <a:lnTo>
                    <a:pt x="146202" y="16040"/>
                  </a:lnTo>
                  <a:lnTo>
                    <a:pt x="146202" y="18719"/>
                  </a:lnTo>
                  <a:lnTo>
                    <a:pt x="147129" y="18719"/>
                  </a:lnTo>
                  <a:lnTo>
                    <a:pt x="147129" y="16040"/>
                  </a:lnTo>
                  <a:close/>
                </a:path>
                <a:path w="197484" h="45719">
                  <a:moveTo>
                    <a:pt x="147574" y="0"/>
                  </a:moveTo>
                  <a:lnTo>
                    <a:pt x="146443" y="0"/>
                  </a:lnTo>
                  <a:lnTo>
                    <a:pt x="146443" y="2717"/>
                  </a:lnTo>
                  <a:lnTo>
                    <a:pt x="147574" y="2717"/>
                  </a:lnTo>
                  <a:lnTo>
                    <a:pt x="147574" y="0"/>
                  </a:lnTo>
                  <a:close/>
                </a:path>
                <a:path w="197484" h="45719">
                  <a:moveTo>
                    <a:pt x="151993" y="14452"/>
                  </a:moveTo>
                  <a:lnTo>
                    <a:pt x="150952" y="14452"/>
                  </a:lnTo>
                  <a:lnTo>
                    <a:pt x="150952" y="18961"/>
                  </a:lnTo>
                  <a:lnTo>
                    <a:pt x="151993" y="18961"/>
                  </a:lnTo>
                  <a:lnTo>
                    <a:pt x="151993" y="14452"/>
                  </a:lnTo>
                  <a:close/>
                </a:path>
                <a:path w="197484" h="45719">
                  <a:moveTo>
                    <a:pt x="155816" y="43548"/>
                  </a:moveTo>
                  <a:lnTo>
                    <a:pt x="155257" y="23469"/>
                  </a:lnTo>
                  <a:lnTo>
                    <a:pt x="151993" y="19494"/>
                  </a:lnTo>
                  <a:lnTo>
                    <a:pt x="150812" y="20205"/>
                  </a:lnTo>
                  <a:lnTo>
                    <a:pt x="145732" y="24447"/>
                  </a:lnTo>
                  <a:lnTo>
                    <a:pt x="145846" y="28867"/>
                  </a:lnTo>
                  <a:lnTo>
                    <a:pt x="147421" y="29019"/>
                  </a:lnTo>
                  <a:lnTo>
                    <a:pt x="147421" y="33743"/>
                  </a:lnTo>
                  <a:lnTo>
                    <a:pt x="145846" y="33743"/>
                  </a:lnTo>
                  <a:lnTo>
                    <a:pt x="145846" y="34086"/>
                  </a:lnTo>
                  <a:lnTo>
                    <a:pt x="139484" y="34086"/>
                  </a:lnTo>
                  <a:lnTo>
                    <a:pt x="139458" y="33058"/>
                  </a:lnTo>
                  <a:lnTo>
                    <a:pt x="147408" y="33058"/>
                  </a:lnTo>
                  <a:lnTo>
                    <a:pt x="147408" y="31648"/>
                  </a:lnTo>
                  <a:lnTo>
                    <a:pt x="139420" y="31648"/>
                  </a:lnTo>
                  <a:lnTo>
                    <a:pt x="139382" y="30365"/>
                  </a:lnTo>
                  <a:lnTo>
                    <a:pt x="147408" y="30365"/>
                  </a:lnTo>
                  <a:lnTo>
                    <a:pt x="147408" y="29032"/>
                  </a:lnTo>
                  <a:lnTo>
                    <a:pt x="139344" y="29032"/>
                  </a:lnTo>
                  <a:lnTo>
                    <a:pt x="139179" y="23469"/>
                  </a:lnTo>
                  <a:lnTo>
                    <a:pt x="135331" y="19494"/>
                  </a:lnTo>
                  <a:lnTo>
                    <a:pt x="133972" y="20205"/>
                  </a:lnTo>
                  <a:lnTo>
                    <a:pt x="127965" y="24447"/>
                  </a:lnTo>
                  <a:lnTo>
                    <a:pt x="128371" y="28867"/>
                  </a:lnTo>
                  <a:lnTo>
                    <a:pt x="129870" y="29019"/>
                  </a:lnTo>
                  <a:lnTo>
                    <a:pt x="129870" y="30365"/>
                  </a:lnTo>
                  <a:lnTo>
                    <a:pt x="129870" y="31648"/>
                  </a:lnTo>
                  <a:lnTo>
                    <a:pt x="129870" y="33058"/>
                  </a:lnTo>
                  <a:lnTo>
                    <a:pt x="129870" y="33743"/>
                  </a:lnTo>
                  <a:lnTo>
                    <a:pt x="128143" y="33743"/>
                  </a:lnTo>
                  <a:lnTo>
                    <a:pt x="128143" y="34086"/>
                  </a:lnTo>
                  <a:lnTo>
                    <a:pt x="122174" y="34086"/>
                  </a:lnTo>
                  <a:lnTo>
                    <a:pt x="122135" y="33058"/>
                  </a:lnTo>
                  <a:lnTo>
                    <a:pt x="129870" y="33058"/>
                  </a:lnTo>
                  <a:lnTo>
                    <a:pt x="129870" y="31648"/>
                  </a:lnTo>
                  <a:lnTo>
                    <a:pt x="122085" y="31648"/>
                  </a:lnTo>
                  <a:lnTo>
                    <a:pt x="122034" y="30365"/>
                  </a:lnTo>
                  <a:lnTo>
                    <a:pt x="129870" y="30365"/>
                  </a:lnTo>
                  <a:lnTo>
                    <a:pt x="129870" y="29032"/>
                  </a:lnTo>
                  <a:lnTo>
                    <a:pt x="121983" y="29032"/>
                  </a:lnTo>
                  <a:lnTo>
                    <a:pt x="121754" y="23469"/>
                  </a:lnTo>
                  <a:lnTo>
                    <a:pt x="118021" y="19494"/>
                  </a:lnTo>
                  <a:lnTo>
                    <a:pt x="116382" y="20205"/>
                  </a:lnTo>
                  <a:lnTo>
                    <a:pt x="110464" y="24447"/>
                  </a:lnTo>
                  <a:lnTo>
                    <a:pt x="110909" y="28867"/>
                  </a:lnTo>
                  <a:lnTo>
                    <a:pt x="112763" y="29019"/>
                  </a:lnTo>
                  <a:lnTo>
                    <a:pt x="112763" y="30365"/>
                  </a:lnTo>
                  <a:lnTo>
                    <a:pt x="112763" y="31648"/>
                  </a:lnTo>
                  <a:lnTo>
                    <a:pt x="112763" y="33058"/>
                  </a:lnTo>
                  <a:lnTo>
                    <a:pt x="112763" y="33743"/>
                  </a:lnTo>
                  <a:lnTo>
                    <a:pt x="110769" y="33743"/>
                  </a:lnTo>
                  <a:lnTo>
                    <a:pt x="110769" y="34086"/>
                  </a:lnTo>
                  <a:lnTo>
                    <a:pt x="88303" y="34086"/>
                  </a:lnTo>
                  <a:lnTo>
                    <a:pt x="88265" y="33058"/>
                  </a:lnTo>
                  <a:lnTo>
                    <a:pt x="112763" y="33058"/>
                  </a:lnTo>
                  <a:lnTo>
                    <a:pt x="112763" y="31648"/>
                  </a:lnTo>
                  <a:lnTo>
                    <a:pt x="88214" y="31648"/>
                  </a:lnTo>
                  <a:lnTo>
                    <a:pt x="88176" y="30365"/>
                  </a:lnTo>
                  <a:lnTo>
                    <a:pt x="93510" y="30365"/>
                  </a:lnTo>
                  <a:lnTo>
                    <a:pt x="93510" y="30708"/>
                  </a:lnTo>
                  <a:lnTo>
                    <a:pt x="94729" y="30543"/>
                  </a:lnTo>
                  <a:lnTo>
                    <a:pt x="94716" y="30365"/>
                  </a:lnTo>
                  <a:lnTo>
                    <a:pt x="112763" y="30365"/>
                  </a:lnTo>
                  <a:lnTo>
                    <a:pt x="112763" y="29032"/>
                  </a:lnTo>
                  <a:lnTo>
                    <a:pt x="94653" y="29032"/>
                  </a:lnTo>
                  <a:lnTo>
                    <a:pt x="94411" y="24244"/>
                  </a:lnTo>
                  <a:lnTo>
                    <a:pt x="100076" y="21107"/>
                  </a:lnTo>
                  <a:lnTo>
                    <a:pt x="105841" y="24218"/>
                  </a:lnTo>
                  <a:lnTo>
                    <a:pt x="105841" y="28702"/>
                  </a:lnTo>
                  <a:lnTo>
                    <a:pt x="107124" y="28435"/>
                  </a:lnTo>
                  <a:lnTo>
                    <a:pt x="106730" y="23482"/>
                  </a:lnTo>
                  <a:lnTo>
                    <a:pt x="100368" y="19507"/>
                  </a:lnTo>
                  <a:lnTo>
                    <a:pt x="93726" y="23304"/>
                  </a:lnTo>
                  <a:lnTo>
                    <a:pt x="93548" y="29032"/>
                  </a:lnTo>
                  <a:lnTo>
                    <a:pt x="88138" y="29032"/>
                  </a:lnTo>
                  <a:lnTo>
                    <a:pt x="87960" y="24066"/>
                  </a:lnTo>
                  <a:lnTo>
                    <a:pt x="84201" y="20218"/>
                  </a:lnTo>
                  <a:lnTo>
                    <a:pt x="82511" y="20967"/>
                  </a:lnTo>
                  <a:lnTo>
                    <a:pt x="78790" y="23710"/>
                  </a:lnTo>
                  <a:lnTo>
                    <a:pt x="78790" y="30365"/>
                  </a:lnTo>
                  <a:lnTo>
                    <a:pt x="78790" y="31648"/>
                  </a:lnTo>
                  <a:lnTo>
                    <a:pt x="78790" y="33058"/>
                  </a:lnTo>
                  <a:lnTo>
                    <a:pt x="78790" y="34086"/>
                  </a:lnTo>
                  <a:lnTo>
                    <a:pt x="70650" y="34086"/>
                  </a:lnTo>
                  <a:lnTo>
                    <a:pt x="70662" y="33058"/>
                  </a:lnTo>
                  <a:lnTo>
                    <a:pt x="78790" y="33058"/>
                  </a:lnTo>
                  <a:lnTo>
                    <a:pt x="78790" y="31648"/>
                  </a:lnTo>
                  <a:lnTo>
                    <a:pt x="70700" y="31648"/>
                  </a:lnTo>
                  <a:lnTo>
                    <a:pt x="70739" y="30365"/>
                  </a:lnTo>
                  <a:lnTo>
                    <a:pt x="78790" y="30365"/>
                  </a:lnTo>
                  <a:lnTo>
                    <a:pt x="78790" y="23710"/>
                  </a:lnTo>
                  <a:lnTo>
                    <a:pt x="76873" y="25120"/>
                  </a:lnTo>
                  <a:lnTo>
                    <a:pt x="77038" y="29032"/>
                  </a:lnTo>
                  <a:lnTo>
                    <a:pt x="72517" y="29032"/>
                  </a:lnTo>
                  <a:lnTo>
                    <a:pt x="72872" y="25120"/>
                  </a:lnTo>
                  <a:lnTo>
                    <a:pt x="66865" y="20967"/>
                  </a:lnTo>
                  <a:lnTo>
                    <a:pt x="65443" y="20218"/>
                  </a:lnTo>
                  <a:lnTo>
                    <a:pt x="61595" y="24066"/>
                  </a:lnTo>
                  <a:lnTo>
                    <a:pt x="60909" y="43561"/>
                  </a:lnTo>
                  <a:lnTo>
                    <a:pt x="72491" y="43802"/>
                  </a:lnTo>
                  <a:lnTo>
                    <a:pt x="72491" y="35572"/>
                  </a:lnTo>
                  <a:lnTo>
                    <a:pt x="77063" y="35572"/>
                  </a:lnTo>
                  <a:lnTo>
                    <a:pt x="77063" y="43802"/>
                  </a:lnTo>
                  <a:lnTo>
                    <a:pt x="88658" y="43561"/>
                  </a:lnTo>
                  <a:lnTo>
                    <a:pt x="88353" y="35572"/>
                  </a:lnTo>
                  <a:lnTo>
                    <a:pt x="95542" y="35572"/>
                  </a:lnTo>
                  <a:lnTo>
                    <a:pt x="95542" y="44246"/>
                  </a:lnTo>
                  <a:lnTo>
                    <a:pt x="96316" y="44246"/>
                  </a:lnTo>
                  <a:lnTo>
                    <a:pt x="96316" y="35572"/>
                  </a:lnTo>
                  <a:lnTo>
                    <a:pt x="104165" y="35572"/>
                  </a:lnTo>
                  <a:lnTo>
                    <a:pt x="104165" y="44246"/>
                  </a:lnTo>
                  <a:lnTo>
                    <a:pt x="105117" y="44246"/>
                  </a:lnTo>
                  <a:lnTo>
                    <a:pt x="105117" y="35572"/>
                  </a:lnTo>
                  <a:lnTo>
                    <a:pt x="110769" y="35572"/>
                  </a:lnTo>
                  <a:lnTo>
                    <a:pt x="110820" y="43802"/>
                  </a:lnTo>
                  <a:lnTo>
                    <a:pt x="122593" y="43548"/>
                  </a:lnTo>
                  <a:lnTo>
                    <a:pt x="122237" y="35572"/>
                  </a:lnTo>
                  <a:lnTo>
                    <a:pt x="128143" y="35572"/>
                  </a:lnTo>
                  <a:lnTo>
                    <a:pt x="128143" y="43802"/>
                  </a:lnTo>
                  <a:lnTo>
                    <a:pt x="139776" y="43548"/>
                  </a:lnTo>
                  <a:lnTo>
                    <a:pt x="139522" y="35572"/>
                  </a:lnTo>
                  <a:lnTo>
                    <a:pt x="145846" y="35572"/>
                  </a:lnTo>
                  <a:lnTo>
                    <a:pt x="145846" y="43802"/>
                  </a:lnTo>
                  <a:lnTo>
                    <a:pt x="155816" y="43548"/>
                  </a:lnTo>
                  <a:close/>
                </a:path>
                <a:path w="197484" h="45719">
                  <a:moveTo>
                    <a:pt x="158445" y="0"/>
                  </a:moveTo>
                  <a:lnTo>
                    <a:pt x="157226" y="0"/>
                  </a:lnTo>
                  <a:lnTo>
                    <a:pt x="157226" y="2717"/>
                  </a:lnTo>
                  <a:lnTo>
                    <a:pt x="158445" y="2717"/>
                  </a:lnTo>
                  <a:lnTo>
                    <a:pt x="158445" y="0"/>
                  </a:lnTo>
                  <a:close/>
                </a:path>
                <a:path w="197484" h="45719">
                  <a:moveTo>
                    <a:pt x="165023" y="44157"/>
                  </a:moveTo>
                  <a:lnTo>
                    <a:pt x="164439" y="33045"/>
                  </a:lnTo>
                  <a:lnTo>
                    <a:pt x="161975" y="30467"/>
                  </a:lnTo>
                  <a:lnTo>
                    <a:pt x="159791" y="33489"/>
                  </a:lnTo>
                  <a:lnTo>
                    <a:pt x="160147" y="44500"/>
                  </a:lnTo>
                  <a:lnTo>
                    <a:pt x="165023" y="44157"/>
                  </a:lnTo>
                  <a:close/>
                </a:path>
                <a:path w="197484" h="45719">
                  <a:moveTo>
                    <a:pt x="175945" y="43459"/>
                  </a:moveTo>
                  <a:lnTo>
                    <a:pt x="175260" y="32219"/>
                  </a:lnTo>
                  <a:lnTo>
                    <a:pt x="171805" y="29502"/>
                  </a:lnTo>
                  <a:lnTo>
                    <a:pt x="168871" y="32689"/>
                  </a:lnTo>
                  <a:lnTo>
                    <a:pt x="169252" y="43802"/>
                  </a:lnTo>
                  <a:lnTo>
                    <a:pt x="175945" y="43459"/>
                  </a:lnTo>
                  <a:close/>
                </a:path>
                <a:path w="197484" h="45719">
                  <a:moveTo>
                    <a:pt x="189560" y="43370"/>
                  </a:moveTo>
                  <a:lnTo>
                    <a:pt x="188544" y="32232"/>
                  </a:lnTo>
                  <a:lnTo>
                    <a:pt x="184543" y="29413"/>
                  </a:lnTo>
                  <a:lnTo>
                    <a:pt x="181114" y="32689"/>
                  </a:lnTo>
                  <a:lnTo>
                    <a:pt x="181559" y="43751"/>
                  </a:lnTo>
                  <a:lnTo>
                    <a:pt x="189560" y="43370"/>
                  </a:lnTo>
                  <a:close/>
                </a:path>
                <a:path w="197484" h="45719">
                  <a:moveTo>
                    <a:pt x="197332" y="43751"/>
                  </a:moveTo>
                  <a:lnTo>
                    <a:pt x="196748" y="33248"/>
                  </a:lnTo>
                  <a:lnTo>
                    <a:pt x="194487" y="30708"/>
                  </a:lnTo>
                  <a:lnTo>
                    <a:pt x="194487" y="30365"/>
                  </a:lnTo>
                  <a:lnTo>
                    <a:pt x="192455" y="33553"/>
                  </a:lnTo>
                  <a:lnTo>
                    <a:pt x="192735" y="44005"/>
                  </a:lnTo>
                  <a:lnTo>
                    <a:pt x="197332" y="43751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01356" y="1760752"/>
              <a:ext cx="232410" cy="104775"/>
            </a:xfrm>
            <a:custGeom>
              <a:avLst/>
              <a:gdLst/>
              <a:ahLst/>
              <a:cxnLst/>
              <a:rect l="l" t="t" r="r" b="b"/>
              <a:pathLst>
                <a:path w="232409" h="104775">
                  <a:moveTo>
                    <a:pt x="3073" y="8648"/>
                  </a:moveTo>
                  <a:lnTo>
                    <a:pt x="1092" y="8648"/>
                  </a:lnTo>
                  <a:lnTo>
                    <a:pt x="0" y="52793"/>
                  </a:lnTo>
                  <a:lnTo>
                    <a:pt x="1993" y="52793"/>
                  </a:lnTo>
                  <a:lnTo>
                    <a:pt x="3073" y="8648"/>
                  </a:lnTo>
                  <a:close/>
                </a:path>
                <a:path w="232409" h="104775">
                  <a:moveTo>
                    <a:pt x="8318" y="8648"/>
                  </a:moveTo>
                  <a:lnTo>
                    <a:pt x="7302" y="8648"/>
                  </a:lnTo>
                  <a:lnTo>
                    <a:pt x="6705" y="52793"/>
                  </a:lnTo>
                  <a:lnTo>
                    <a:pt x="7683" y="52793"/>
                  </a:lnTo>
                  <a:lnTo>
                    <a:pt x="8318" y="8648"/>
                  </a:lnTo>
                  <a:close/>
                </a:path>
                <a:path w="232409" h="104775">
                  <a:moveTo>
                    <a:pt x="30746" y="19558"/>
                  </a:moveTo>
                  <a:lnTo>
                    <a:pt x="28651" y="19558"/>
                  </a:lnTo>
                  <a:lnTo>
                    <a:pt x="28651" y="28143"/>
                  </a:lnTo>
                  <a:lnTo>
                    <a:pt x="30746" y="28143"/>
                  </a:lnTo>
                  <a:lnTo>
                    <a:pt x="30746" y="19558"/>
                  </a:lnTo>
                  <a:close/>
                </a:path>
                <a:path w="232409" h="104775">
                  <a:moveTo>
                    <a:pt x="36957" y="19735"/>
                  </a:moveTo>
                  <a:lnTo>
                    <a:pt x="33553" y="19735"/>
                  </a:lnTo>
                  <a:lnTo>
                    <a:pt x="33553" y="28143"/>
                  </a:lnTo>
                  <a:lnTo>
                    <a:pt x="36957" y="28143"/>
                  </a:lnTo>
                  <a:lnTo>
                    <a:pt x="36957" y="19735"/>
                  </a:lnTo>
                  <a:close/>
                </a:path>
                <a:path w="232409" h="104775">
                  <a:moveTo>
                    <a:pt x="41071" y="65557"/>
                  </a:moveTo>
                  <a:lnTo>
                    <a:pt x="40868" y="65430"/>
                  </a:lnTo>
                  <a:lnTo>
                    <a:pt x="40830" y="65557"/>
                  </a:lnTo>
                  <a:lnTo>
                    <a:pt x="41071" y="65557"/>
                  </a:lnTo>
                  <a:close/>
                </a:path>
                <a:path w="232409" h="104775">
                  <a:moveTo>
                    <a:pt x="44119" y="19367"/>
                  </a:moveTo>
                  <a:lnTo>
                    <a:pt x="40322" y="19367"/>
                  </a:lnTo>
                  <a:lnTo>
                    <a:pt x="40322" y="27838"/>
                  </a:lnTo>
                  <a:lnTo>
                    <a:pt x="44119" y="27838"/>
                  </a:lnTo>
                  <a:lnTo>
                    <a:pt x="44119" y="19367"/>
                  </a:lnTo>
                  <a:close/>
                </a:path>
                <a:path w="232409" h="104775">
                  <a:moveTo>
                    <a:pt x="46532" y="86753"/>
                  </a:moveTo>
                  <a:lnTo>
                    <a:pt x="46215" y="81038"/>
                  </a:lnTo>
                  <a:lnTo>
                    <a:pt x="39979" y="76669"/>
                  </a:lnTo>
                  <a:lnTo>
                    <a:pt x="34747" y="81038"/>
                  </a:lnTo>
                  <a:lnTo>
                    <a:pt x="35128" y="86918"/>
                  </a:lnTo>
                  <a:lnTo>
                    <a:pt x="37401" y="86956"/>
                  </a:lnTo>
                  <a:lnTo>
                    <a:pt x="37503" y="90081"/>
                  </a:lnTo>
                  <a:lnTo>
                    <a:pt x="35280" y="90792"/>
                  </a:lnTo>
                  <a:lnTo>
                    <a:pt x="35280" y="99275"/>
                  </a:lnTo>
                  <a:lnTo>
                    <a:pt x="45796" y="99187"/>
                  </a:lnTo>
                  <a:lnTo>
                    <a:pt x="45618" y="90195"/>
                  </a:lnTo>
                  <a:lnTo>
                    <a:pt x="44119" y="90195"/>
                  </a:lnTo>
                  <a:lnTo>
                    <a:pt x="44119" y="87642"/>
                  </a:lnTo>
                  <a:lnTo>
                    <a:pt x="46532" y="86753"/>
                  </a:lnTo>
                  <a:close/>
                </a:path>
                <a:path w="232409" h="104775">
                  <a:moveTo>
                    <a:pt x="46850" y="66573"/>
                  </a:moveTo>
                  <a:lnTo>
                    <a:pt x="46697" y="66319"/>
                  </a:lnTo>
                  <a:lnTo>
                    <a:pt x="45554" y="66319"/>
                  </a:lnTo>
                  <a:lnTo>
                    <a:pt x="45123" y="66573"/>
                  </a:lnTo>
                  <a:lnTo>
                    <a:pt x="46850" y="66573"/>
                  </a:lnTo>
                  <a:close/>
                </a:path>
                <a:path w="232409" h="104775">
                  <a:moveTo>
                    <a:pt x="50495" y="66319"/>
                  </a:moveTo>
                  <a:lnTo>
                    <a:pt x="50406" y="65430"/>
                  </a:lnTo>
                  <a:lnTo>
                    <a:pt x="50330" y="65303"/>
                  </a:lnTo>
                  <a:lnTo>
                    <a:pt x="50241" y="65049"/>
                  </a:lnTo>
                  <a:lnTo>
                    <a:pt x="50139" y="64795"/>
                  </a:lnTo>
                  <a:lnTo>
                    <a:pt x="50038" y="64541"/>
                  </a:lnTo>
                  <a:lnTo>
                    <a:pt x="49949" y="61747"/>
                  </a:lnTo>
                  <a:lnTo>
                    <a:pt x="47167" y="61747"/>
                  </a:lnTo>
                  <a:lnTo>
                    <a:pt x="47053" y="64668"/>
                  </a:lnTo>
                  <a:lnTo>
                    <a:pt x="46951" y="65049"/>
                  </a:lnTo>
                  <a:lnTo>
                    <a:pt x="46850" y="65430"/>
                  </a:lnTo>
                  <a:lnTo>
                    <a:pt x="46736" y="65811"/>
                  </a:lnTo>
                  <a:lnTo>
                    <a:pt x="46697" y="66319"/>
                  </a:lnTo>
                  <a:lnTo>
                    <a:pt x="50495" y="66319"/>
                  </a:lnTo>
                  <a:close/>
                </a:path>
                <a:path w="232409" h="104775">
                  <a:moveTo>
                    <a:pt x="52565" y="66573"/>
                  </a:moveTo>
                  <a:lnTo>
                    <a:pt x="52387" y="66319"/>
                  </a:lnTo>
                  <a:lnTo>
                    <a:pt x="50495" y="66319"/>
                  </a:lnTo>
                  <a:lnTo>
                    <a:pt x="50431" y="66573"/>
                  </a:lnTo>
                  <a:lnTo>
                    <a:pt x="52565" y="66573"/>
                  </a:lnTo>
                  <a:close/>
                </a:path>
                <a:path w="232409" h="104775">
                  <a:moveTo>
                    <a:pt x="52565" y="19011"/>
                  </a:moveTo>
                  <a:lnTo>
                    <a:pt x="48653" y="19011"/>
                  </a:lnTo>
                  <a:lnTo>
                    <a:pt x="48653" y="27660"/>
                  </a:lnTo>
                  <a:lnTo>
                    <a:pt x="52565" y="27660"/>
                  </a:lnTo>
                  <a:lnTo>
                    <a:pt x="52565" y="19011"/>
                  </a:lnTo>
                  <a:close/>
                </a:path>
                <a:path w="232409" h="104775">
                  <a:moveTo>
                    <a:pt x="60426" y="19011"/>
                  </a:moveTo>
                  <a:lnTo>
                    <a:pt x="55968" y="19011"/>
                  </a:lnTo>
                  <a:lnTo>
                    <a:pt x="55968" y="27660"/>
                  </a:lnTo>
                  <a:lnTo>
                    <a:pt x="60426" y="27660"/>
                  </a:lnTo>
                  <a:lnTo>
                    <a:pt x="60426" y="19011"/>
                  </a:lnTo>
                  <a:close/>
                </a:path>
                <a:path w="232409" h="104775">
                  <a:moveTo>
                    <a:pt x="62674" y="68986"/>
                  </a:moveTo>
                  <a:lnTo>
                    <a:pt x="62420" y="68859"/>
                  </a:lnTo>
                  <a:lnTo>
                    <a:pt x="61493" y="68605"/>
                  </a:lnTo>
                  <a:lnTo>
                    <a:pt x="60820" y="68605"/>
                  </a:lnTo>
                  <a:lnTo>
                    <a:pt x="61010" y="68859"/>
                  </a:lnTo>
                  <a:lnTo>
                    <a:pt x="61379" y="69113"/>
                  </a:lnTo>
                  <a:lnTo>
                    <a:pt x="62077" y="69113"/>
                  </a:lnTo>
                  <a:lnTo>
                    <a:pt x="62674" y="68986"/>
                  </a:lnTo>
                  <a:close/>
                </a:path>
                <a:path w="232409" h="104775">
                  <a:moveTo>
                    <a:pt x="68846" y="18427"/>
                  </a:moveTo>
                  <a:lnTo>
                    <a:pt x="64490" y="18427"/>
                  </a:lnTo>
                  <a:lnTo>
                    <a:pt x="64490" y="27660"/>
                  </a:lnTo>
                  <a:lnTo>
                    <a:pt x="68846" y="27660"/>
                  </a:lnTo>
                  <a:lnTo>
                    <a:pt x="68846" y="18427"/>
                  </a:lnTo>
                  <a:close/>
                </a:path>
                <a:path w="232409" h="104775">
                  <a:moveTo>
                    <a:pt x="73914" y="66319"/>
                  </a:moveTo>
                  <a:lnTo>
                    <a:pt x="72212" y="66319"/>
                  </a:lnTo>
                  <a:lnTo>
                    <a:pt x="72110" y="66573"/>
                  </a:lnTo>
                  <a:lnTo>
                    <a:pt x="73914" y="66573"/>
                  </a:lnTo>
                  <a:lnTo>
                    <a:pt x="73914" y="66319"/>
                  </a:lnTo>
                  <a:close/>
                </a:path>
                <a:path w="232409" h="104775">
                  <a:moveTo>
                    <a:pt x="77622" y="66319"/>
                  </a:moveTo>
                  <a:lnTo>
                    <a:pt x="77571" y="64541"/>
                  </a:lnTo>
                  <a:lnTo>
                    <a:pt x="77470" y="64287"/>
                  </a:lnTo>
                  <a:lnTo>
                    <a:pt x="77355" y="64033"/>
                  </a:lnTo>
                  <a:lnTo>
                    <a:pt x="77254" y="63779"/>
                  </a:lnTo>
                  <a:lnTo>
                    <a:pt x="74244" y="63779"/>
                  </a:lnTo>
                  <a:lnTo>
                    <a:pt x="74180" y="64541"/>
                  </a:lnTo>
                  <a:lnTo>
                    <a:pt x="74117" y="64668"/>
                  </a:lnTo>
                  <a:lnTo>
                    <a:pt x="74053" y="64795"/>
                  </a:lnTo>
                  <a:lnTo>
                    <a:pt x="73977" y="64922"/>
                  </a:lnTo>
                  <a:lnTo>
                    <a:pt x="73914" y="65049"/>
                  </a:lnTo>
                  <a:lnTo>
                    <a:pt x="73228" y="65303"/>
                  </a:lnTo>
                  <a:lnTo>
                    <a:pt x="73317" y="65430"/>
                  </a:lnTo>
                  <a:lnTo>
                    <a:pt x="73406" y="65557"/>
                  </a:lnTo>
                  <a:lnTo>
                    <a:pt x="73914" y="66319"/>
                  </a:lnTo>
                  <a:lnTo>
                    <a:pt x="77622" y="66319"/>
                  </a:lnTo>
                  <a:close/>
                </a:path>
                <a:path w="232409" h="104775">
                  <a:moveTo>
                    <a:pt x="77685" y="18161"/>
                  </a:moveTo>
                  <a:lnTo>
                    <a:pt x="72453" y="18161"/>
                  </a:lnTo>
                  <a:lnTo>
                    <a:pt x="72453" y="27292"/>
                  </a:lnTo>
                  <a:lnTo>
                    <a:pt x="77685" y="27292"/>
                  </a:lnTo>
                  <a:lnTo>
                    <a:pt x="77685" y="18161"/>
                  </a:lnTo>
                  <a:close/>
                </a:path>
                <a:path w="232409" h="104775">
                  <a:moveTo>
                    <a:pt x="79768" y="63525"/>
                  </a:moveTo>
                  <a:lnTo>
                    <a:pt x="77139" y="63525"/>
                  </a:lnTo>
                  <a:lnTo>
                    <a:pt x="77254" y="63779"/>
                  </a:lnTo>
                  <a:lnTo>
                    <a:pt x="79768" y="63779"/>
                  </a:lnTo>
                  <a:lnTo>
                    <a:pt x="79768" y="63525"/>
                  </a:lnTo>
                  <a:close/>
                </a:path>
                <a:path w="232409" h="104775">
                  <a:moveTo>
                    <a:pt x="83604" y="62001"/>
                  </a:moveTo>
                  <a:lnTo>
                    <a:pt x="79400" y="62001"/>
                  </a:lnTo>
                  <a:lnTo>
                    <a:pt x="79451" y="62128"/>
                  </a:lnTo>
                  <a:lnTo>
                    <a:pt x="79565" y="62382"/>
                  </a:lnTo>
                  <a:lnTo>
                    <a:pt x="79667" y="62636"/>
                  </a:lnTo>
                  <a:lnTo>
                    <a:pt x="79768" y="63525"/>
                  </a:lnTo>
                  <a:lnTo>
                    <a:pt x="83413" y="63525"/>
                  </a:lnTo>
                  <a:lnTo>
                    <a:pt x="83439" y="62382"/>
                  </a:lnTo>
                  <a:lnTo>
                    <a:pt x="83553" y="62128"/>
                  </a:lnTo>
                  <a:lnTo>
                    <a:pt x="83604" y="62001"/>
                  </a:lnTo>
                  <a:close/>
                </a:path>
                <a:path w="232409" h="104775">
                  <a:moveTo>
                    <a:pt x="85572" y="61747"/>
                  </a:moveTo>
                  <a:lnTo>
                    <a:pt x="83705" y="61747"/>
                  </a:lnTo>
                  <a:lnTo>
                    <a:pt x="83604" y="62001"/>
                  </a:lnTo>
                  <a:lnTo>
                    <a:pt x="85572" y="62001"/>
                  </a:lnTo>
                  <a:lnTo>
                    <a:pt x="85572" y="61747"/>
                  </a:lnTo>
                  <a:close/>
                </a:path>
                <a:path w="232409" h="104775">
                  <a:moveTo>
                    <a:pt x="85801" y="63525"/>
                  </a:moveTo>
                  <a:lnTo>
                    <a:pt x="83413" y="63525"/>
                  </a:lnTo>
                  <a:lnTo>
                    <a:pt x="83515" y="63779"/>
                  </a:lnTo>
                  <a:lnTo>
                    <a:pt x="85763" y="63779"/>
                  </a:lnTo>
                  <a:lnTo>
                    <a:pt x="85801" y="63525"/>
                  </a:lnTo>
                  <a:close/>
                </a:path>
                <a:path w="232409" h="104775">
                  <a:moveTo>
                    <a:pt x="86042" y="18059"/>
                  </a:moveTo>
                  <a:lnTo>
                    <a:pt x="80784" y="18059"/>
                  </a:lnTo>
                  <a:lnTo>
                    <a:pt x="80784" y="27254"/>
                  </a:lnTo>
                  <a:lnTo>
                    <a:pt x="86042" y="27254"/>
                  </a:lnTo>
                  <a:lnTo>
                    <a:pt x="86042" y="18059"/>
                  </a:lnTo>
                  <a:close/>
                </a:path>
                <a:path w="232409" h="104775">
                  <a:moveTo>
                    <a:pt x="89369" y="62001"/>
                  </a:moveTo>
                  <a:lnTo>
                    <a:pt x="85572" y="62001"/>
                  </a:lnTo>
                  <a:lnTo>
                    <a:pt x="85674" y="62382"/>
                  </a:lnTo>
                  <a:lnTo>
                    <a:pt x="85801" y="63525"/>
                  </a:lnTo>
                  <a:lnTo>
                    <a:pt x="88760" y="63525"/>
                  </a:lnTo>
                  <a:lnTo>
                    <a:pt x="88811" y="63398"/>
                  </a:lnTo>
                  <a:lnTo>
                    <a:pt x="88925" y="63144"/>
                  </a:lnTo>
                  <a:lnTo>
                    <a:pt x="88976" y="63017"/>
                  </a:lnTo>
                  <a:lnTo>
                    <a:pt x="89090" y="62763"/>
                  </a:lnTo>
                  <a:lnTo>
                    <a:pt x="89141" y="62636"/>
                  </a:lnTo>
                  <a:lnTo>
                    <a:pt x="89242" y="62382"/>
                  </a:lnTo>
                  <a:lnTo>
                    <a:pt x="89331" y="62128"/>
                  </a:lnTo>
                  <a:lnTo>
                    <a:pt x="89369" y="62001"/>
                  </a:lnTo>
                  <a:close/>
                </a:path>
                <a:path w="232409" h="104775">
                  <a:moveTo>
                    <a:pt x="91414" y="63525"/>
                  </a:moveTo>
                  <a:lnTo>
                    <a:pt x="88760" y="63525"/>
                  </a:lnTo>
                  <a:lnTo>
                    <a:pt x="88646" y="63779"/>
                  </a:lnTo>
                  <a:lnTo>
                    <a:pt x="91325" y="63779"/>
                  </a:lnTo>
                  <a:lnTo>
                    <a:pt x="91414" y="63525"/>
                  </a:lnTo>
                  <a:close/>
                </a:path>
                <a:path w="232409" h="104775">
                  <a:moveTo>
                    <a:pt x="91452" y="62001"/>
                  </a:moveTo>
                  <a:lnTo>
                    <a:pt x="91440" y="61747"/>
                  </a:lnTo>
                  <a:lnTo>
                    <a:pt x="89471" y="61747"/>
                  </a:lnTo>
                  <a:lnTo>
                    <a:pt x="89369" y="62001"/>
                  </a:lnTo>
                  <a:lnTo>
                    <a:pt x="91452" y="62001"/>
                  </a:lnTo>
                  <a:close/>
                </a:path>
                <a:path w="232409" h="104775">
                  <a:moveTo>
                    <a:pt x="93726" y="17449"/>
                  </a:moveTo>
                  <a:lnTo>
                    <a:pt x="88557" y="17449"/>
                  </a:lnTo>
                  <a:lnTo>
                    <a:pt x="88557" y="26733"/>
                  </a:lnTo>
                  <a:lnTo>
                    <a:pt x="93726" y="26733"/>
                  </a:lnTo>
                  <a:lnTo>
                    <a:pt x="93726" y="17449"/>
                  </a:lnTo>
                  <a:close/>
                </a:path>
                <a:path w="232409" h="104775">
                  <a:moveTo>
                    <a:pt x="94386" y="62001"/>
                  </a:moveTo>
                  <a:lnTo>
                    <a:pt x="91452" y="62001"/>
                  </a:lnTo>
                  <a:lnTo>
                    <a:pt x="91414" y="63525"/>
                  </a:lnTo>
                  <a:lnTo>
                    <a:pt x="93980" y="63525"/>
                  </a:lnTo>
                  <a:lnTo>
                    <a:pt x="93878" y="63017"/>
                  </a:lnTo>
                  <a:lnTo>
                    <a:pt x="94246" y="62382"/>
                  </a:lnTo>
                  <a:lnTo>
                    <a:pt x="94348" y="62128"/>
                  </a:lnTo>
                  <a:lnTo>
                    <a:pt x="94386" y="62001"/>
                  </a:lnTo>
                  <a:close/>
                </a:path>
                <a:path w="232409" h="104775">
                  <a:moveTo>
                    <a:pt x="94602" y="61239"/>
                  </a:moveTo>
                  <a:lnTo>
                    <a:pt x="91440" y="61239"/>
                  </a:lnTo>
                  <a:lnTo>
                    <a:pt x="91440" y="61747"/>
                  </a:lnTo>
                  <a:lnTo>
                    <a:pt x="94449" y="61747"/>
                  </a:lnTo>
                  <a:lnTo>
                    <a:pt x="94488" y="61620"/>
                  </a:lnTo>
                  <a:lnTo>
                    <a:pt x="94602" y="61239"/>
                  </a:lnTo>
                  <a:close/>
                </a:path>
                <a:path w="232409" h="104775">
                  <a:moveTo>
                    <a:pt x="96659" y="62001"/>
                  </a:moveTo>
                  <a:lnTo>
                    <a:pt x="96583" y="61747"/>
                  </a:lnTo>
                  <a:lnTo>
                    <a:pt x="94449" y="61747"/>
                  </a:lnTo>
                  <a:lnTo>
                    <a:pt x="94386" y="62001"/>
                  </a:lnTo>
                  <a:lnTo>
                    <a:pt x="96659" y="62001"/>
                  </a:lnTo>
                  <a:close/>
                </a:path>
                <a:path w="232409" h="104775">
                  <a:moveTo>
                    <a:pt x="97167" y="63779"/>
                  </a:moveTo>
                  <a:lnTo>
                    <a:pt x="97078" y="63525"/>
                  </a:lnTo>
                  <a:lnTo>
                    <a:pt x="93980" y="63525"/>
                  </a:lnTo>
                  <a:lnTo>
                    <a:pt x="94081" y="63779"/>
                  </a:lnTo>
                  <a:lnTo>
                    <a:pt x="97167" y="63779"/>
                  </a:lnTo>
                  <a:close/>
                </a:path>
                <a:path w="232409" h="104775">
                  <a:moveTo>
                    <a:pt x="99771" y="62001"/>
                  </a:moveTo>
                  <a:lnTo>
                    <a:pt x="96659" y="62001"/>
                  </a:lnTo>
                  <a:lnTo>
                    <a:pt x="96774" y="62509"/>
                  </a:lnTo>
                  <a:lnTo>
                    <a:pt x="96901" y="63017"/>
                  </a:lnTo>
                  <a:lnTo>
                    <a:pt x="96939" y="63144"/>
                  </a:lnTo>
                  <a:lnTo>
                    <a:pt x="97040" y="63398"/>
                  </a:lnTo>
                  <a:lnTo>
                    <a:pt x="97078" y="63525"/>
                  </a:lnTo>
                  <a:lnTo>
                    <a:pt x="99771" y="63525"/>
                  </a:lnTo>
                  <a:lnTo>
                    <a:pt x="99771" y="62001"/>
                  </a:lnTo>
                  <a:close/>
                </a:path>
                <a:path w="232409" h="104775">
                  <a:moveTo>
                    <a:pt x="101904" y="17729"/>
                  </a:moveTo>
                  <a:lnTo>
                    <a:pt x="96850" y="17729"/>
                  </a:lnTo>
                  <a:lnTo>
                    <a:pt x="96850" y="26898"/>
                  </a:lnTo>
                  <a:lnTo>
                    <a:pt x="101904" y="26898"/>
                  </a:lnTo>
                  <a:lnTo>
                    <a:pt x="101904" y="17729"/>
                  </a:lnTo>
                  <a:close/>
                </a:path>
                <a:path w="232409" h="104775">
                  <a:moveTo>
                    <a:pt x="102527" y="62001"/>
                  </a:moveTo>
                  <a:lnTo>
                    <a:pt x="102489" y="61747"/>
                  </a:lnTo>
                  <a:lnTo>
                    <a:pt x="99771" y="61747"/>
                  </a:lnTo>
                  <a:lnTo>
                    <a:pt x="99771" y="62001"/>
                  </a:lnTo>
                  <a:lnTo>
                    <a:pt x="102527" y="62001"/>
                  </a:lnTo>
                  <a:close/>
                </a:path>
                <a:path w="232409" h="104775">
                  <a:moveTo>
                    <a:pt x="107594" y="61747"/>
                  </a:moveTo>
                  <a:lnTo>
                    <a:pt x="105295" y="61747"/>
                  </a:lnTo>
                  <a:lnTo>
                    <a:pt x="105092" y="62001"/>
                  </a:lnTo>
                  <a:lnTo>
                    <a:pt x="107594" y="62001"/>
                  </a:lnTo>
                  <a:lnTo>
                    <a:pt x="107594" y="61747"/>
                  </a:lnTo>
                  <a:close/>
                </a:path>
                <a:path w="232409" h="104775">
                  <a:moveTo>
                    <a:pt x="110617" y="17005"/>
                  </a:moveTo>
                  <a:lnTo>
                    <a:pt x="105295" y="17005"/>
                  </a:lnTo>
                  <a:lnTo>
                    <a:pt x="105295" y="26174"/>
                  </a:lnTo>
                  <a:lnTo>
                    <a:pt x="110617" y="26174"/>
                  </a:lnTo>
                  <a:lnTo>
                    <a:pt x="110617" y="17005"/>
                  </a:lnTo>
                  <a:close/>
                </a:path>
                <a:path w="232409" h="104775">
                  <a:moveTo>
                    <a:pt x="120510" y="16624"/>
                  </a:moveTo>
                  <a:lnTo>
                    <a:pt x="115303" y="16624"/>
                  </a:lnTo>
                  <a:lnTo>
                    <a:pt x="115303" y="25679"/>
                  </a:lnTo>
                  <a:lnTo>
                    <a:pt x="120510" y="25679"/>
                  </a:lnTo>
                  <a:lnTo>
                    <a:pt x="120510" y="16624"/>
                  </a:lnTo>
                  <a:close/>
                </a:path>
                <a:path w="232409" h="104775">
                  <a:moveTo>
                    <a:pt x="129755" y="15849"/>
                  </a:moveTo>
                  <a:lnTo>
                    <a:pt x="124701" y="15849"/>
                  </a:lnTo>
                  <a:lnTo>
                    <a:pt x="124701" y="24841"/>
                  </a:lnTo>
                  <a:lnTo>
                    <a:pt x="129755" y="24841"/>
                  </a:lnTo>
                  <a:lnTo>
                    <a:pt x="129755" y="15849"/>
                  </a:lnTo>
                  <a:close/>
                </a:path>
                <a:path w="232409" h="104775">
                  <a:moveTo>
                    <a:pt x="130911" y="62001"/>
                  </a:moveTo>
                  <a:lnTo>
                    <a:pt x="130873" y="61747"/>
                  </a:lnTo>
                  <a:lnTo>
                    <a:pt x="128841" y="61747"/>
                  </a:lnTo>
                  <a:lnTo>
                    <a:pt x="128892" y="62001"/>
                  </a:lnTo>
                  <a:lnTo>
                    <a:pt x="130911" y="62001"/>
                  </a:lnTo>
                  <a:close/>
                </a:path>
                <a:path w="232409" h="104775">
                  <a:moveTo>
                    <a:pt x="134505" y="60731"/>
                  </a:moveTo>
                  <a:lnTo>
                    <a:pt x="130644" y="60731"/>
                  </a:lnTo>
                  <a:lnTo>
                    <a:pt x="130759" y="61239"/>
                  </a:lnTo>
                  <a:lnTo>
                    <a:pt x="130873" y="61747"/>
                  </a:lnTo>
                  <a:lnTo>
                    <a:pt x="134505" y="61747"/>
                  </a:lnTo>
                  <a:lnTo>
                    <a:pt x="134505" y="60731"/>
                  </a:lnTo>
                  <a:close/>
                </a:path>
                <a:path w="232409" h="104775">
                  <a:moveTo>
                    <a:pt x="137134" y="89903"/>
                  </a:moveTo>
                  <a:lnTo>
                    <a:pt x="94576" y="89903"/>
                  </a:lnTo>
                  <a:lnTo>
                    <a:pt x="95059" y="89306"/>
                  </a:lnTo>
                  <a:lnTo>
                    <a:pt x="95059" y="82054"/>
                  </a:lnTo>
                  <a:lnTo>
                    <a:pt x="92659" y="79133"/>
                  </a:lnTo>
                  <a:lnTo>
                    <a:pt x="87020" y="79133"/>
                  </a:lnTo>
                  <a:lnTo>
                    <a:pt x="84480" y="82054"/>
                  </a:lnTo>
                  <a:lnTo>
                    <a:pt x="84480" y="89306"/>
                  </a:lnTo>
                  <a:lnTo>
                    <a:pt x="84988" y="89903"/>
                  </a:lnTo>
                  <a:lnTo>
                    <a:pt x="58788" y="89903"/>
                  </a:lnTo>
                  <a:lnTo>
                    <a:pt x="58788" y="91389"/>
                  </a:lnTo>
                  <a:lnTo>
                    <a:pt x="86258" y="91389"/>
                  </a:lnTo>
                  <a:lnTo>
                    <a:pt x="87020" y="92278"/>
                  </a:lnTo>
                  <a:lnTo>
                    <a:pt x="89801" y="92278"/>
                  </a:lnTo>
                  <a:lnTo>
                    <a:pt x="92659" y="92278"/>
                  </a:lnTo>
                  <a:lnTo>
                    <a:pt x="93370" y="91389"/>
                  </a:lnTo>
                  <a:lnTo>
                    <a:pt x="137134" y="91389"/>
                  </a:lnTo>
                  <a:lnTo>
                    <a:pt x="137134" y="89903"/>
                  </a:lnTo>
                  <a:close/>
                </a:path>
                <a:path w="232409" h="104775">
                  <a:moveTo>
                    <a:pt x="137172" y="61747"/>
                  </a:moveTo>
                  <a:lnTo>
                    <a:pt x="134505" y="61747"/>
                  </a:lnTo>
                  <a:lnTo>
                    <a:pt x="134505" y="62001"/>
                  </a:lnTo>
                  <a:lnTo>
                    <a:pt x="137172" y="62001"/>
                  </a:lnTo>
                  <a:lnTo>
                    <a:pt x="137172" y="61747"/>
                  </a:lnTo>
                  <a:close/>
                </a:path>
                <a:path w="232409" h="104775">
                  <a:moveTo>
                    <a:pt x="138112" y="15557"/>
                  </a:moveTo>
                  <a:lnTo>
                    <a:pt x="131724" y="15557"/>
                  </a:lnTo>
                  <a:lnTo>
                    <a:pt x="131724" y="24638"/>
                  </a:lnTo>
                  <a:lnTo>
                    <a:pt x="138112" y="24638"/>
                  </a:lnTo>
                  <a:lnTo>
                    <a:pt x="138112" y="15557"/>
                  </a:lnTo>
                  <a:close/>
                </a:path>
                <a:path w="232409" h="104775">
                  <a:moveTo>
                    <a:pt x="138391" y="66573"/>
                  </a:moveTo>
                  <a:lnTo>
                    <a:pt x="138099" y="66446"/>
                  </a:lnTo>
                  <a:lnTo>
                    <a:pt x="137820" y="66573"/>
                  </a:lnTo>
                  <a:lnTo>
                    <a:pt x="138391" y="66573"/>
                  </a:lnTo>
                  <a:close/>
                </a:path>
                <a:path w="232409" h="104775">
                  <a:moveTo>
                    <a:pt x="141960" y="63525"/>
                  </a:moveTo>
                  <a:lnTo>
                    <a:pt x="141719" y="63398"/>
                  </a:lnTo>
                  <a:lnTo>
                    <a:pt x="141300" y="62763"/>
                  </a:lnTo>
                  <a:lnTo>
                    <a:pt x="141211" y="62001"/>
                  </a:lnTo>
                  <a:lnTo>
                    <a:pt x="137172" y="62001"/>
                  </a:lnTo>
                  <a:lnTo>
                    <a:pt x="137045" y="63525"/>
                  </a:lnTo>
                  <a:lnTo>
                    <a:pt x="141960" y="63525"/>
                  </a:lnTo>
                  <a:close/>
                </a:path>
                <a:path w="232409" h="104775">
                  <a:moveTo>
                    <a:pt x="142455" y="63779"/>
                  </a:moveTo>
                  <a:lnTo>
                    <a:pt x="142201" y="63652"/>
                  </a:lnTo>
                  <a:lnTo>
                    <a:pt x="142201" y="63779"/>
                  </a:lnTo>
                  <a:lnTo>
                    <a:pt x="142455" y="63779"/>
                  </a:lnTo>
                  <a:close/>
                </a:path>
                <a:path w="232409" h="104775">
                  <a:moveTo>
                    <a:pt x="145592" y="68224"/>
                  </a:moveTo>
                  <a:lnTo>
                    <a:pt x="144856" y="68224"/>
                  </a:lnTo>
                  <a:lnTo>
                    <a:pt x="144830" y="68986"/>
                  </a:lnTo>
                  <a:lnTo>
                    <a:pt x="145554" y="68986"/>
                  </a:lnTo>
                  <a:lnTo>
                    <a:pt x="145592" y="68224"/>
                  </a:lnTo>
                  <a:close/>
                </a:path>
                <a:path w="232409" h="104775">
                  <a:moveTo>
                    <a:pt x="146265" y="68097"/>
                  </a:moveTo>
                  <a:lnTo>
                    <a:pt x="145605" y="68097"/>
                  </a:lnTo>
                  <a:lnTo>
                    <a:pt x="145592" y="68224"/>
                  </a:lnTo>
                  <a:lnTo>
                    <a:pt x="146265" y="68224"/>
                  </a:lnTo>
                  <a:lnTo>
                    <a:pt x="146265" y="68097"/>
                  </a:lnTo>
                  <a:close/>
                </a:path>
                <a:path w="232409" h="104775">
                  <a:moveTo>
                    <a:pt x="146278" y="68986"/>
                  </a:moveTo>
                  <a:lnTo>
                    <a:pt x="145554" y="68986"/>
                  </a:lnTo>
                  <a:lnTo>
                    <a:pt x="145542" y="69113"/>
                  </a:lnTo>
                  <a:lnTo>
                    <a:pt x="146278" y="69113"/>
                  </a:lnTo>
                  <a:lnTo>
                    <a:pt x="146278" y="68986"/>
                  </a:lnTo>
                  <a:close/>
                </a:path>
                <a:path w="232409" h="104775">
                  <a:moveTo>
                    <a:pt x="146824" y="15849"/>
                  </a:moveTo>
                  <a:lnTo>
                    <a:pt x="141122" y="15849"/>
                  </a:lnTo>
                  <a:lnTo>
                    <a:pt x="141122" y="24028"/>
                  </a:lnTo>
                  <a:lnTo>
                    <a:pt x="146824" y="24028"/>
                  </a:lnTo>
                  <a:lnTo>
                    <a:pt x="146824" y="15849"/>
                  </a:lnTo>
                  <a:close/>
                </a:path>
                <a:path w="232409" h="104775">
                  <a:moveTo>
                    <a:pt x="147078" y="69494"/>
                  </a:moveTo>
                  <a:lnTo>
                    <a:pt x="146291" y="69494"/>
                  </a:lnTo>
                  <a:lnTo>
                    <a:pt x="146405" y="75844"/>
                  </a:lnTo>
                  <a:lnTo>
                    <a:pt x="147002" y="75971"/>
                  </a:lnTo>
                  <a:lnTo>
                    <a:pt x="147078" y="69494"/>
                  </a:lnTo>
                  <a:close/>
                </a:path>
                <a:path w="232409" h="104775">
                  <a:moveTo>
                    <a:pt x="147078" y="69113"/>
                  </a:moveTo>
                  <a:lnTo>
                    <a:pt x="146278" y="69113"/>
                  </a:lnTo>
                  <a:lnTo>
                    <a:pt x="146291" y="69367"/>
                  </a:lnTo>
                  <a:lnTo>
                    <a:pt x="145529" y="69367"/>
                  </a:lnTo>
                  <a:lnTo>
                    <a:pt x="145542" y="69113"/>
                  </a:lnTo>
                  <a:lnTo>
                    <a:pt x="144818" y="69113"/>
                  </a:lnTo>
                  <a:lnTo>
                    <a:pt x="144703" y="72288"/>
                  </a:lnTo>
                  <a:lnTo>
                    <a:pt x="144653" y="73431"/>
                  </a:lnTo>
                  <a:lnTo>
                    <a:pt x="145313" y="73431"/>
                  </a:lnTo>
                  <a:lnTo>
                    <a:pt x="145402" y="71653"/>
                  </a:lnTo>
                  <a:lnTo>
                    <a:pt x="145529" y="69494"/>
                  </a:lnTo>
                  <a:lnTo>
                    <a:pt x="147078" y="69367"/>
                  </a:lnTo>
                  <a:lnTo>
                    <a:pt x="147078" y="69113"/>
                  </a:lnTo>
                  <a:close/>
                </a:path>
                <a:path w="232409" h="104775">
                  <a:moveTo>
                    <a:pt x="147091" y="68732"/>
                  </a:moveTo>
                  <a:lnTo>
                    <a:pt x="146278" y="68732"/>
                  </a:lnTo>
                  <a:lnTo>
                    <a:pt x="146278" y="68986"/>
                  </a:lnTo>
                  <a:lnTo>
                    <a:pt x="147078" y="68986"/>
                  </a:lnTo>
                  <a:lnTo>
                    <a:pt x="147091" y="68732"/>
                  </a:lnTo>
                  <a:close/>
                </a:path>
                <a:path w="232409" h="104775">
                  <a:moveTo>
                    <a:pt x="147091" y="68224"/>
                  </a:moveTo>
                  <a:lnTo>
                    <a:pt x="146265" y="68224"/>
                  </a:lnTo>
                  <a:lnTo>
                    <a:pt x="146278" y="68605"/>
                  </a:lnTo>
                  <a:lnTo>
                    <a:pt x="147091" y="68605"/>
                  </a:lnTo>
                  <a:lnTo>
                    <a:pt x="147091" y="68224"/>
                  </a:lnTo>
                  <a:close/>
                </a:path>
                <a:path w="232409" h="104775">
                  <a:moveTo>
                    <a:pt x="147104" y="67208"/>
                  </a:moveTo>
                  <a:lnTo>
                    <a:pt x="146253" y="67208"/>
                  </a:lnTo>
                  <a:lnTo>
                    <a:pt x="146265" y="68097"/>
                  </a:lnTo>
                  <a:lnTo>
                    <a:pt x="147091" y="68097"/>
                  </a:lnTo>
                  <a:lnTo>
                    <a:pt x="147104" y="67208"/>
                  </a:lnTo>
                  <a:close/>
                </a:path>
                <a:path w="232409" h="104775">
                  <a:moveTo>
                    <a:pt x="154889" y="67449"/>
                  </a:moveTo>
                  <a:lnTo>
                    <a:pt x="152869" y="63525"/>
                  </a:lnTo>
                  <a:lnTo>
                    <a:pt x="150088" y="66713"/>
                  </a:lnTo>
                  <a:lnTo>
                    <a:pt x="149872" y="75285"/>
                  </a:lnTo>
                  <a:lnTo>
                    <a:pt x="154889" y="74955"/>
                  </a:lnTo>
                  <a:lnTo>
                    <a:pt x="154889" y="67449"/>
                  </a:lnTo>
                  <a:close/>
                </a:path>
                <a:path w="232409" h="104775">
                  <a:moveTo>
                    <a:pt x="159169" y="52489"/>
                  </a:moveTo>
                  <a:lnTo>
                    <a:pt x="158864" y="52082"/>
                  </a:lnTo>
                  <a:lnTo>
                    <a:pt x="157911" y="52082"/>
                  </a:lnTo>
                  <a:lnTo>
                    <a:pt x="157607" y="52489"/>
                  </a:lnTo>
                  <a:lnTo>
                    <a:pt x="157607" y="53682"/>
                  </a:lnTo>
                  <a:lnTo>
                    <a:pt x="157911" y="54140"/>
                  </a:lnTo>
                  <a:lnTo>
                    <a:pt x="158381" y="54140"/>
                  </a:lnTo>
                  <a:lnTo>
                    <a:pt x="158864" y="54140"/>
                  </a:lnTo>
                  <a:lnTo>
                    <a:pt x="159169" y="53682"/>
                  </a:lnTo>
                  <a:lnTo>
                    <a:pt x="159169" y="52489"/>
                  </a:lnTo>
                  <a:close/>
                </a:path>
                <a:path w="232409" h="104775">
                  <a:moveTo>
                    <a:pt x="161886" y="52806"/>
                  </a:moveTo>
                  <a:lnTo>
                    <a:pt x="161493" y="52311"/>
                  </a:lnTo>
                  <a:lnTo>
                    <a:pt x="160667" y="52311"/>
                  </a:lnTo>
                  <a:lnTo>
                    <a:pt x="160197" y="52806"/>
                  </a:lnTo>
                  <a:lnTo>
                    <a:pt x="160197" y="53873"/>
                  </a:lnTo>
                  <a:lnTo>
                    <a:pt x="160667" y="54432"/>
                  </a:lnTo>
                  <a:lnTo>
                    <a:pt x="161048" y="54432"/>
                  </a:lnTo>
                  <a:lnTo>
                    <a:pt x="161493" y="54432"/>
                  </a:lnTo>
                  <a:lnTo>
                    <a:pt x="161886" y="53873"/>
                  </a:lnTo>
                  <a:lnTo>
                    <a:pt x="161886" y="52806"/>
                  </a:lnTo>
                  <a:close/>
                </a:path>
                <a:path w="232409" h="104775">
                  <a:moveTo>
                    <a:pt x="164630" y="52806"/>
                  </a:moveTo>
                  <a:lnTo>
                    <a:pt x="164172" y="52311"/>
                  </a:lnTo>
                  <a:lnTo>
                    <a:pt x="163195" y="52311"/>
                  </a:lnTo>
                  <a:lnTo>
                    <a:pt x="162801" y="52806"/>
                  </a:lnTo>
                  <a:lnTo>
                    <a:pt x="162801" y="54013"/>
                  </a:lnTo>
                  <a:lnTo>
                    <a:pt x="163195" y="54432"/>
                  </a:lnTo>
                  <a:lnTo>
                    <a:pt x="163703" y="54432"/>
                  </a:lnTo>
                  <a:lnTo>
                    <a:pt x="164172" y="54432"/>
                  </a:lnTo>
                  <a:lnTo>
                    <a:pt x="164630" y="54013"/>
                  </a:lnTo>
                  <a:lnTo>
                    <a:pt x="164630" y="52806"/>
                  </a:lnTo>
                  <a:close/>
                </a:path>
                <a:path w="232409" h="104775">
                  <a:moveTo>
                    <a:pt x="166420" y="66700"/>
                  </a:moveTo>
                  <a:lnTo>
                    <a:pt x="162864" y="62509"/>
                  </a:lnTo>
                  <a:lnTo>
                    <a:pt x="158597" y="65900"/>
                  </a:lnTo>
                  <a:lnTo>
                    <a:pt x="158381" y="75285"/>
                  </a:lnTo>
                  <a:lnTo>
                    <a:pt x="166420" y="74942"/>
                  </a:lnTo>
                  <a:lnTo>
                    <a:pt x="166420" y="66700"/>
                  </a:lnTo>
                  <a:close/>
                </a:path>
                <a:path w="232409" h="104775">
                  <a:moveTo>
                    <a:pt x="167017" y="52806"/>
                  </a:moveTo>
                  <a:lnTo>
                    <a:pt x="166598" y="52311"/>
                  </a:lnTo>
                  <a:lnTo>
                    <a:pt x="165582" y="52311"/>
                  </a:lnTo>
                  <a:lnTo>
                    <a:pt x="165315" y="52806"/>
                  </a:lnTo>
                  <a:lnTo>
                    <a:pt x="165315" y="53873"/>
                  </a:lnTo>
                  <a:lnTo>
                    <a:pt x="165582" y="54432"/>
                  </a:lnTo>
                  <a:lnTo>
                    <a:pt x="166293" y="54432"/>
                  </a:lnTo>
                  <a:lnTo>
                    <a:pt x="166598" y="54432"/>
                  </a:lnTo>
                  <a:lnTo>
                    <a:pt x="167017" y="53873"/>
                  </a:lnTo>
                  <a:lnTo>
                    <a:pt x="167017" y="52806"/>
                  </a:lnTo>
                  <a:close/>
                </a:path>
                <a:path w="232409" h="104775">
                  <a:moveTo>
                    <a:pt x="169164" y="45389"/>
                  </a:moveTo>
                  <a:lnTo>
                    <a:pt x="169049" y="3276"/>
                  </a:lnTo>
                  <a:lnTo>
                    <a:pt x="167792" y="3276"/>
                  </a:lnTo>
                  <a:lnTo>
                    <a:pt x="168109" y="45389"/>
                  </a:lnTo>
                  <a:lnTo>
                    <a:pt x="169164" y="45389"/>
                  </a:lnTo>
                  <a:close/>
                </a:path>
                <a:path w="232409" h="104775">
                  <a:moveTo>
                    <a:pt x="169443" y="52832"/>
                  </a:moveTo>
                  <a:lnTo>
                    <a:pt x="169037" y="52311"/>
                  </a:lnTo>
                  <a:lnTo>
                    <a:pt x="168122" y="52311"/>
                  </a:lnTo>
                  <a:lnTo>
                    <a:pt x="167779" y="52832"/>
                  </a:lnTo>
                  <a:lnTo>
                    <a:pt x="167779" y="54152"/>
                  </a:lnTo>
                  <a:lnTo>
                    <a:pt x="168122" y="54635"/>
                  </a:lnTo>
                  <a:lnTo>
                    <a:pt x="168719" y="54635"/>
                  </a:lnTo>
                  <a:lnTo>
                    <a:pt x="169037" y="54635"/>
                  </a:lnTo>
                  <a:lnTo>
                    <a:pt x="169443" y="54152"/>
                  </a:lnTo>
                  <a:lnTo>
                    <a:pt x="169443" y="52832"/>
                  </a:lnTo>
                  <a:close/>
                </a:path>
                <a:path w="232409" h="104775">
                  <a:moveTo>
                    <a:pt x="172694" y="52806"/>
                  </a:moveTo>
                  <a:lnTo>
                    <a:pt x="172504" y="52171"/>
                  </a:lnTo>
                  <a:lnTo>
                    <a:pt x="171526" y="52171"/>
                  </a:lnTo>
                  <a:lnTo>
                    <a:pt x="171056" y="52806"/>
                  </a:lnTo>
                  <a:lnTo>
                    <a:pt x="171056" y="53873"/>
                  </a:lnTo>
                  <a:lnTo>
                    <a:pt x="171526" y="54432"/>
                  </a:lnTo>
                  <a:lnTo>
                    <a:pt x="172008" y="54432"/>
                  </a:lnTo>
                  <a:lnTo>
                    <a:pt x="172504" y="54432"/>
                  </a:lnTo>
                  <a:lnTo>
                    <a:pt x="172694" y="53873"/>
                  </a:lnTo>
                  <a:lnTo>
                    <a:pt x="172694" y="52806"/>
                  </a:lnTo>
                  <a:close/>
                </a:path>
                <a:path w="232409" h="104775">
                  <a:moveTo>
                    <a:pt x="176339" y="52806"/>
                  </a:moveTo>
                  <a:lnTo>
                    <a:pt x="175996" y="52247"/>
                  </a:lnTo>
                  <a:lnTo>
                    <a:pt x="175044" y="52247"/>
                  </a:lnTo>
                  <a:lnTo>
                    <a:pt x="174625" y="52806"/>
                  </a:lnTo>
                  <a:lnTo>
                    <a:pt x="174625" y="53873"/>
                  </a:lnTo>
                  <a:lnTo>
                    <a:pt x="175044" y="54432"/>
                  </a:lnTo>
                  <a:lnTo>
                    <a:pt x="175526" y="54432"/>
                  </a:lnTo>
                  <a:lnTo>
                    <a:pt x="175996" y="54432"/>
                  </a:lnTo>
                  <a:lnTo>
                    <a:pt x="176339" y="53873"/>
                  </a:lnTo>
                  <a:lnTo>
                    <a:pt x="176339" y="52806"/>
                  </a:lnTo>
                  <a:close/>
                </a:path>
                <a:path w="232409" h="104775">
                  <a:moveTo>
                    <a:pt x="176517" y="44221"/>
                  </a:moveTo>
                  <a:lnTo>
                    <a:pt x="175704" y="4191"/>
                  </a:lnTo>
                  <a:lnTo>
                    <a:pt x="174637" y="4191"/>
                  </a:lnTo>
                  <a:lnTo>
                    <a:pt x="175463" y="44221"/>
                  </a:lnTo>
                  <a:lnTo>
                    <a:pt x="176517" y="44221"/>
                  </a:lnTo>
                  <a:close/>
                </a:path>
                <a:path w="232409" h="104775">
                  <a:moveTo>
                    <a:pt x="178816" y="65557"/>
                  </a:moveTo>
                  <a:lnTo>
                    <a:pt x="175285" y="61391"/>
                  </a:lnTo>
                  <a:lnTo>
                    <a:pt x="170929" y="64795"/>
                  </a:lnTo>
                  <a:lnTo>
                    <a:pt x="170840" y="74218"/>
                  </a:lnTo>
                  <a:lnTo>
                    <a:pt x="178727" y="73748"/>
                  </a:lnTo>
                  <a:lnTo>
                    <a:pt x="178816" y="65557"/>
                  </a:lnTo>
                  <a:close/>
                </a:path>
                <a:path w="232409" h="104775">
                  <a:moveTo>
                    <a:pt x="180187" y="52806"/>
                  </a:moveTo>
                  <a:lnTo>
                    <a:pt x="179755" y="52171"/>
                  </a:lnTo>
                  <a:lnTo>
                    <a:pt x="178816" y="52171"/>
                  </a:lnTo>
                  <a:lnTo>
                    <a:pt x="178409" y="52806"/>
                  </a:lnTo>
                  <a:lnTo>
                    <a:pt x="178409" y="53873"/>
                  </a:lnTo>
                  <a:lnTo>
                    <a:pt x="178816" y="54432"/>
                  </a:lnTo>
                  <a:lnTo>
                    <a:pt x="179285" y="54432"/>
                  </a:lnTo>
                  <a:lnTo>
                    <a:pt x="179755" y="54432"/>
                  </a:lnTo>
                  <a:lnTo>
                    <a:pt x="180187" y="53873"/>
                  </a:lnTo>
                  <a:lnTo>
                    <a:pt x="180187" y="52806"/>
                  </a:lnTo>
                  <a:close/>
                </a:path>
                <a:path w="232409" h="104775">
                  <a:moveTo>
                    <a:pt x="183108" y="52806"/>
                  </a:moveTo>
                  <a:lnTo>
                    <a:pt x="182689" y="52171"/>
                  </a:lnTo>
                  <a:lnTo>
                    <a:pt x="181825" y="52171"/>
                  </a:lnTo>
                  <a:lnTo>
                    <a:pt x="181495" y="52806"/>
                  </a:lnTo>
                  <a:lnTo>
                    <a:pt x="181495" y="53822"/>
                  </a:lnTo>
                  <a:lnTo>
                    <a:pt x="181825" y="54229"/>
                  </a:lnTo>
                  <a:lnTo>
                    <a:pt x="182270" y="54229"/>
                  </a:lnTo>
                  <a:lnTo>
                    <a:pt x="182689" y="54229"/>
                  </a:lnTo>
                  <a:lnTo>
                    <a:pt x="183108" y="53822"/>
                  </a:lnTo>
                  <a:lnTo>
                    <a:pt x="183108" y="52806"/>
                  </a:lnTo>
                  <a:close/>
                </a:path>
                <a:path w="232409" h="104775">
                  <a:moveTo>
                    <a:pt x="185699" y="52832"/>
                  </a:moveTo>
                  <a:lnTo>
                    <a:pt x="185191" y="52311"/>
                  </a:lnTo>
                  <a:lnTo>
                    <a:pt x="184213" y="52311"/>
                  </a:lnTo>
                  <a:lnTo>
                    <a:pt x="183819" y="52832"/>
                  </a:lnTo>
                  <a:lnTo>
                    <a:pt x="183819" y="54152"/>
                  </a:lnTo>
                  <a:lnTo>
                    <a:pt x="184213" y="54635"/>
                  </a:lnTo>
                  <a:lnTo>
                    <a:pt x="184746" y="54635"/>
                  </a:lnTo>
                  <a:lnTo>
                    <a:pt x="185191" y="54635"/>
                  </a:lnTo>
                  <a:lnTo>
                    <a:pt x="185699" y="54152"/>
                  </a:lnTo>
                  <a:lnTo>
                    <a:pt x="185699" y="52832"/>
                  </a:lnTo>
                  <a:close/>
                </a:path>
                <a:path w="232409" h="104775">
                  <a:moveTo>
                    <a:pt x="187833" y="67119"/>
                  </a:moveTo>
                  <a:lnTo>
                    <a:pt x="185547" y="62496"/>
                  </a:lnTo>
                  <a:lnTo>
                    <a:pt x="182689" y="66294"/>
                  </a:lnTo>
                  <a:lnTo>
                    <a:pt x="182689" y="76365"/>
                  </a:lnTo>
                  <a:lnTo>
                    <a:pt x="187706" y="75920"/>
                  </a:lnTo>
                  <a:lnTo>
                    <a:pt x="187833" y="67119"/>
                  </a:lnTo>
                  <a:close/>
                </a:path>
                <a:path w="232409" h="104775">
                  <a:moveTo>
                    <a:pt x="188861" y="52489"/>
                  </a:moveTo>
                  <a:lnTo>
                    <a:pt x="188480" y="52095"/>
                  </a:lnTo>
                  <a:lnTo>
                    <a:pt x="187477" y="52095"/>
                  </a:lnTo>
                  <a:lnTo>
                    <a:pt x="187045" y="52489"/>
                  </a:lnTo>
                  <a:lnTo>
                    <a:pt x="187045" y="53822"/>
                  </a:lnTo>
                  <a:lnTo>
                    <a:pt x="187477" y="54229"/>
                  </a:lnTo>
                  <a:lnTo>
                    <a:pt x="187820" y="54229"/>
                  </a:lnTo>
                  <a:lnTo>
                    <a:pt x="188480" y="54229"/>
                  </a:lnTo>
                  <a:lnTo>
                    <a:pt x="188861" y="53822"/>
                  </a:lnTo>
                  <a:lnTo>
                    <a:pt x="188861" y="52489"/>
                  </a:lnTo>
                  <a:close/>
                </a:path>
                <a:path w="232409" h="104775">
                  <a:moveTo>
                    <a:pt x="191439" y="64719"/>
                  </a:moveTo>
                  <a:lnTo>
                    <a:pt x="190093" y="64719"/>
                  </a:lnTo>
                  <a:lnTo>
                    <a:pt x="190093" y="76365"/>
                  </a:lnTo>
                  <a:lnTo>
                    <a:pt x="191439" y="76365"/>
                  </a:lnTo>
                  <a:lnTo>
                    <a:pt x="191439" y="64719"/>
                  </a:lnTo>
                  <a:close/>
                </a:path>
                <a:path w="232409" h="104775">
                  <a:moveTo>
                    <a:pt x="191655" y="88823"/>
                  </a:moveTo>
                  <a:lnTo>
                    <a:pt x="190817" y="88823"/>
                  </a:lnTo>
                  <a:lnTo>
                    <a:pt x="190665" y="98082"/>
                  </a:lnTo>
                  <a:lnTo>
                    <a:pt x="191376" y="98082"/>
                  </a:lnTo>
                  <a:lnTo>
                    <a:pt x="191655" y="88823"/>
                  </a:lnTo>
                  <a:close/>
                </a:path>
                <a:path w="232409" h="104775">
                  <a:moveTo>
                    <a:pt x="193205" y="51968"/>
                  </a:moveTo>
                  <a:lnTo>
                    <a:pt x="193014" y="51142"/>
                  </a:lnTo>
                  <a:lnTo>
                    <a:pt x="191820" y="50863"/>
                  </a:lnTo>
                  <a:lnTo>
                    <a:pt x="190931" y="50228"/>
                  </a:lnTo>
                  <a:lnTo>
                    <a:pt x="189915" y="49834"/>
                  </a:lnTo>
                  <a:lnTo>
                    <a:pt x="188480" y="49834"/>
                  </a:lnTo>
                  <a:lnTo>
                    <a:pt x="188302" y="49314"/>
                  </a:lnTo>
                  <a:lnTo>
                    <a:pt x="188302" y="48209"/>
                  </a:lnTo>
                  <a:lnTo>
                    <a:pt x="188874" y="47840"/>
                  </a:lnTo>
                  <a:lnTo>
                    <a:pt x="190309" y="48209"/>
                  </a:lnTo>
                  <a:lnTo>
                    <a:pt x="190779" y="47840"/>
                  </a:lnTo>
                  <a:lnTo>
                    <a:pt x="190779" y="38823"/>
                  </a:lnTo>
                  <a:lnTo>
                    <a:pt x="189407" y="37084"/>
                  </a:lnTo>
                  <a:lnTo>
                    <a:pt x="187833" y="38950"/>
                  </a:lnTo>
                  <a:lnTo>
                    <a:pt x="187833" y="46189"/>
                  </a:lnTo>
                  <a:lnTo>
                    <a:pt x="187706" y="49199"/>
                  </a:lnTo>
                  <a:lnTo>
                    <a:pt x="187058" y="49314"/>
                  </a:lnTo>
                  <a:lnTo>
                    <a:pt x="186245" y="49199"/>
                  </a:lnTo>
                  <a:lnTo>
                    <a:pt x="186055" y="50012"/>
                  </a:lnTo>
                  <a:lnTo>
                    <a:pt x="188480" y="50698"/>
                  </a:lnTo>
                  <a:lnTo>
                    <a:pt x="189560" y="50533"/>
                  </a:lnTo>
                  <a:lnTo>
                    <a:pt x="191655" y="51498"/>
                  </a:lnTo>
                  <a:lnTo>
                    <a:pt x="193205" y="51968"/>
                  </a:lnTo>
                  <a:close/>
                </a:path>
                <a:path w="232409" h="104775">
                  <a:moveTo>
                    <a:pt x="196164" y="100279"/>
                  </a:moveTo>
                  <a:lnTo>
                    <a:pt x="196037" y="91808"/>
                  </a:lnTo>
                  <a:lnTo>
                    <a:pt x="194665" y="91808"/>
                  </a:lnTo>
                  <a:lnTo>
                    <a:pt x="195021" y="100279"/>
                  </a:lnTo>
                  <a:lnTo>
                    <a:pt x="196164" y="100279"/>
                  </a:lnTo>
                  <a:close/>
                </a:path>
                <a:path w="232409" h="104775">
                  <a:moveTo>
                    <a:pt x="200723" y="100291"/>
                  </a:moveTo>
                  <a:lnTo>
                    <a:pt x="200660" y="91757"/>
                  </a:lnTo>
                  <a:lnTo>
                    <a:pt x="199555" y="91757"/>
                  </a:lnTo>
                  <a:lnTo>
                    <a:pt x="199618" y="100291"/>
                  </a:lnTo>
                  <a:lnTo>
                    <a:pt x="200723" y="100291"/>
                  </a:lnTo>
                  <a:close/>
                </a:path>
                <a:path w="232409" h="104775">
                  <a:moveTo>
                    <a:pt x="204787" y="100317"/>
                  </a:moveTo>
                  <a:lnTo>
                    <a:pt x="204724" y="91960"/>
                  </a:lnTo>
                  <a:lnTo>
                    <a:pt x="203504" y="91960"/>
                  </a:lnTo>
                  <a:lnTo>
                    <a:pt x="203530" y="100317"/>
                  </a:lnTo>
                  <a:lnTo>
                    <a:pt x="204787" y="100317"/>
                  </a:lnTo>
                  <a:close/>
                </a:path>
                <a:path w="232409" h="104775">
                  <a:moveTo>
                    <a:pt x="209346" y="62496"/>
                  </a:moveTo>
                  <a:lnTo>
                    <a:pt x="194056" y="58889"/>
                  </a:lnTo>
                  <a:lnTo>
                    <a:pt x="193649" y="58102"/>
                  </a:lnTo>
                  <a:lnTo>
                    <a:pt x="155968" y="57150"/>
                  </a:lnTo>
                  <a:lnTo>
                    <a:pt x="155803" y="57658"/>
                  </a:lnTo>
                  <a:lnTo>
                    <a:pt x="155905" y="51079"/>
                  </a:lnTo>
                  <a:lnTo>
                    <a:pt x="184899" y="50711"/>
                  </a:lnTo>
                  <a:lnTo>
                    <a:pt x="184899" y="49314"/>
                  </a:lnTo>
                  <a:lnTo>
                    <a:pt x="155930" y="48958"/>
                  </a:lnTo>
                  <a:lnTo>
                    <a:pt x="155968" y="46659"/>
                  </a:lnTo>
                  <a:lnTo>
                    <a:pt x="155968" y="47840"/>
                  </a:lnTo>
                  <a:lnTo>
                    <a:pt x="184759" y="47840"/>
                  </a:lnTo>
                  <a:lnTo>
                    <a:pt x="184759" y="46266"/>
                  </a:lnTo>
                  <a:lnTo>
                    <a:pt x="184467" y="46266"/>
                  </a:lnTo>
                  <a:lnTo>
                    <a:pt x="183464" y="368"/>
                  </a:lnTo>
                  <a:lnTo>
                    <a:pt x="182270" y="368"/>
                  </a:lnTo>
                  <a:lnTo>
                    <a:pt x="183210" y="46266"/>
                  </a:lnTo>
                  <a:lnTo>
                    <a:pt x="162585" y="46266"/>
                  </a:lnTo>
                  <a:lnTo>
                    <a:pt x="162420" y="2184"/>
                  </a:lnTo>
                  <a:lnTo>
                    <a:pt x="161378" y="2184"/>
                  </a:lnTo>
                  <a:lnTo>
                    <a:pt x="161467" y="46266"/>
                  </a:lnTo>
                  <a:lnTo>
                    <a:pt x="155968" y="46266"/>
                  </a:lnTo>
                  <a:lnTo>
                    <a:pt x="156629" y="0"/>
                  </a:lnTo>
                  <a:lnTo>
                    <a:pt x="155257" y="0"/>
                  </a:lnTo>
                  <a:lnTo>
                    <a:pt x="155143" y="9842"/>
                  </a:lnTo>
                  <a:lnTo>
                    <a:pt x="155130" y="10922"/>
                  </a:lnTo>
                  <a:lnTo>
                    <a:pt x="155117" y="11925"/>
                  </a:lnTo>
                  <a:lnTo>
                    <a:pt x="155105" y="13068"/>
                  </a:lnTo>
                  <a:lnTo>
                    <a:pt x="155079" y="14897"/>
                  </a:lnTo>
                  <a:lnTo>
                    <a:pt x="150291" y="14897"/>
                  </a:lnTo>
                  <a:lnTo>
                    <a:pt x="150291" y="23152"/>
                  </a:lnTo>
                  <a:lnTo>
                    <a:pt x="154990" y="23152"/>
                  </a:lnTo>
                  <a:lnTo>
                    <a:pt x="154940" y="27635"/>
                  </a:lnTo>
                  <a:lnTo>
                    <a:pt x="154927" y="28702"/>
                  </a:lnTo>
                  <a:lnTo>
                    <a:pt x="154914" y="29756"/>
                  </a:lnTo>
                  <a:lnTo>
                    <a:pt x="27343" y="34709"/>
                  </a:lnTo>
                  <a:lnTo>
                    <a:pt x="27368" y="33604"/>
                  </a:lnTo>
                  <a:lnTo>
                    <a:pt x="154927" y="28702"/>
                  </a:lnTo>
                  <a:lnTo>
                    <a:pt x="154927" y="27647"/>
                  </a:lnTo>
                  <a:lnTo>
                    <a:pt x="27393" y="32473"/>
                  </a:lnTo>
                  <a:lnTo>
                    <a:pt x="27736" y="18021"/>
                  </a:lnTo>
                  <a:lnTo>
                    <a:pt x="155105" y="13068"/>
                  </a:lnTo>
                  <a:lnTo>
                    <a:pt x="155105" y="11938"/>
                  </a:lnTo>
                  <a:lnTo>
                    <a:pt x="27762" y="16865"/>
                  </a:lnTo>
                  <a:lnTo>
                    <a:pt x="27787" y="15938"/>
                  </a:lnTo>
                  <a:lnTo>
                    <a:pt x="155130" y="10922"/>
                  </a:lnTo>
                  <a:lnTo>
                    <a:pt x="155130" y="9855"/>
                  </a:lnTo>
                  <a:lnTo>
                    <a:pt x="27813" y="14693"/>
                  </a:lnTo>
                  <a:lnTo>
                    <a:pt x="27965" y="8648"/>
                  </a:lnTo>
                  <a:lnTo>
                    <a:pt x="26111" y="8648"/>
                  </a:lnTo>
                  <a:lnTo>
                    <a:pt x="25069" y="52793"/>
                  </a:lnTo>
                  <a:lnTo>
                    <a:pt x="26924" y="52793"/>
                  </a:lnTo>
                  <a:lnTo>
                    <a:pt x="27317" y="35775"/>
                  </a:lnTo>
                  <a:lnTo>
                    <a:pt x="154901" y="30797"/>
                  </a:lnTo>
                  <a:lnTo>
                    <a:pt x="154673" y="52374"/>
                  </a:lnTo>
                  <a:lnTo>
                    <a:pt x="31584" y="53873"/>
                  </a:lnTo>
                  <a:lnTo>
                    <a:pt x="31584" y="54965"/>
                  </a:lnTo>
                  <a:lnTo>
                    <a:pt x="154660" y="53555"/>
                  </a:lnTo>
                  <a:lnTo>
                    <a:pt x="154597" y="59232"/>
                  </a:lnTo>
                  <a:lnTo>
                    <a:pt x="119227" y="59664"/>
                  </a:lnTo>
                  <a:lnTo>
                    <a:pt x="119227" y="60833"/>
                  </a:lnTo>
                  <a:lnTo>
                    <a:pt x="119126" y="63906"/>
                  </a:lnTo>
                  <a:lnTo>
                    <a:pt x="119011" y="64033"/>
                  </a:lnTo>
                  <a:lnTo>
                    <a:pt x="118529" y="64541"/>
                  </a:lnTo>
                  <a:lnTo>
                    <a:pt x="118643" y="64922"/>
                  </a:lnTo>
                  <a:lnTo>
                    <a:pt x="118681" y="65049"/>
                  </a:lnTo>
                  <a:lnTo>
                    <a:pt x="118859" y="65303"/>
                  </a:lnTo>
                  <a:lnTo>
                    <a:pt x="118795" y="67208"/>
                  </a:lnTo>
                  <a:lnTo>
                    <a:pt x="118706" y="67335"/>
                  </a:lnTo>
                  <a:lnTo>
                    <a:pt x="118529" y="67589"/>
                  </a:lnTo>
                  <a:lnTo>
                    <a:pt x="117754" y="67335"/>
                  </a:lnTo>
                  <a:lnTo>
                    <a:pt x="117703" y="67208"/>
                  </a:lnTo>
                  <a:lnTo>
                    <a:pt x="117614" y="66954"/>
                  </a:lnTo>
                  <a:lnTo>
                    <a:pt x="117538" y="66573"/>
                  </a:lnTo>
                  <a:lnTo>
                    <a:pt x="117576" y="66065"/>
                  </a:lnTo>
                  <a:lnTo>
                    <a:pt x="117678" y="64287"/>
                  </a:lnTo>
                  <a:lnTo>
                    <a:pt x="117182" y="64287"/>
                  </a:lnTo>
                  <a:lnTo>
                    <a:pt x="117043" y="64033"/>
                  </a:lnTo>
                  <a:lnTo>
                    <a:pt x="117106" y="60985"/>
                  </a:lnTo>
                  <a:lnTo>
                    <a:pt x="117144" y="60858"/>
                  </a:lnTo>
                  <a:lnTo>
                    <a:pt x="119227" y="60833"/>
                  </a:lnTo>
                  <a:lnTo>
                    <a:pt x="119227" y="59664"/>
                  </a:lnTo>
                  <a:lnTo>
                    <a:pt x="113969" y="59728"/>
                  </a:lnTo>
                  <a:lnTo>
                    <a:pt x="113969" y="63525"/>
                  </a:lnTo>
                  <a:lnTo>
                    <a:pt x="113665" y="64033"/>
                  </a:lnTo>
                  <a:lnTo>
                    <a:pt x="112979" y="64668"/>
                  </a:lnTo>
                  <a:lnTo>
                    <a:pt x="113080" y="64922"/>
                  </a:lnTo>
                  <a:lnTo>
                    <a:pt x="113195" y="65049"/>
                  </a:lnTo>
                  <a:lnTo>
                    <a:pt x="113436" y="65303"/>
                  </a:lnTo>
                  <a:lnTo>
                    <a:pt x="113360" y="66827"/>
                  </a:lnTo>
                  <a:lnTo>
                    <a:pt x="113245" y="66954"/>
                  </a:lnTo>
                  <a:lnTo>
                    <a:pt x="113118" y="67081"/>
                  </a:lnTo>
                  <a:lnTo>
                    <a:pt x="113004" y="67208"/>
                  </a:lnTo>
                  <a:lnTo>
                    <a:pt x="112877" y="67335"/>
                  </a:lnTo>
                  <a:lnTo>
                    <a:pt x="112318" y="67208"/>
                  </a:lnTo>
                  <a:lnTo>
                    <a:pt x="112229" y="67081"/>
                  </a:lnTo>
                  <a:lnTo>
                    <a:pt x="112141" y="66954"/>
                  </a:lnTo>
                  <a:lnTo>
                    <a:pt x="112052" y="66827"/>
                  </a:lnTo>
                  <a:lnTo>
                    <a:pt x="111950" y="66700"/>
                  </a:lnTo>
                  <a:lnTo>
                    <a:pt x="111836" y="64922"/>
                  </a:lnTo>
                  <a:lnTo>
                    <a:pt x="111747" y="64795"/>
                  </a:lnTo>
                  <a:lnTo>
                    <a:pt x="111658" y="64668"/>
                  </a:lnTo>
                  <a:lnTo>
                    <a:pt x="111569" y="64541"/>
                  </a:lnTo>
                  <a:lnTo>
                    <a:pt x="111391" y="64287"/>
                  </a:lnTo>
                  <a:lnTo>
                    <a:pt x="111010" y="64287"/>
                  </a:lnTo>
                  <a:lnTo>
                    <a:pt x="110934" y="64033"/>
                  </a:lnTo>
                  <a:lnTo>
                    <a:pt x="110871" y="63779"/>
                  </a:lnTo>
                  <a:lnTo>
                    <a:pt x="110756" y="62001"/>
                  </a:lnTo>
                  <a:lnTo>
                    <a:pt x="107594" y="62001"/>
                  </a:lnTo>
                  <a:lnTo>
                    <a:pt x="107530" y="64033"/>
                  </a:lnTo>
                  <a:lnTo>
                    <a:pt x="107061" y="64541"/>
                  </a:lnTo>
                  <a:lnTo>
                    <a:pt x="107099" y="64795"/>
                  </a:lnTo>
                  <a:lnTo>
                    <a:pt x="107416" y="65049"/>
                  </a:lnTo>
                  <a:lnTo>
                    <a:pt x="107937" y="65811"/>
                  </a:lnTo>
                  <a:lnTo>
                    <a:pt x="107810" y="66827"/>
                  </a:lnTo>
                  <a:lnTo>
                    <a:pt x="107746" y="67589"/>
                  </a:lnTo>
                  <a:lnTo>
                    <a:pt x="106934" y="67843"/>
                  </a:lnTo>
                  <a:lnTo>
                    <a:pt x="106337" y="67716"/>
                  </a:lnTo>
                  <a:lnTo>
                    <a:pt x="106286" y="67589"/>
                  </a:lnTo>
                  <a:lnTo>
                    <a:pt x="106337" y="65049"/>
                  </a:lnTo>
                  <a:lnTo>
                    <a:pt x="105410" y="64541"/>
                  </a:lnTo>
                  <a:lnTo>
                    <a:pt x="104838" y="64287"/>
                  </a:lnTo>
                  <a:lnTo>
                    <a:pt x="104876" y="63017"/>
                  </a:lnTo>
                  <a:lnTo>
                    <a:pt x="104978" y="62509"/>
                  </a:lnTo>
                  <a:lnTo>
                    <a:pt x="105092" y="62001"/>
                  </a:lnTo>
                  <a:lnTo>
                    <a:pt x="102527" y="62001"/>
                  </a:lnTo>
                  <a:lnTo>
                    <a:pt x="102603" y="63525"/>
                  </a:lnTo>
                  <a:lnTo>
                    <a:pt x="99771" y="63525"/>
                  </a:lnTo>
                  <a:lnTo>
                    <a:pt x="99771" y="63779"/>
                  </a:lnTo>
                  <a:lnTo>
                    <a:pt x="102616" y="63779"/>
                  </a:lnTo>
                  <a:lnTo>
                    <a:pt x="102044" y="64287"/>
                  </a:lnTo>
                  <a:lnTo>
                    <a:pt x="101841" y="64541"/>
                  </a:lnTo>
                  <a:lnTo>
                    <a:pt x="101892" y="65811"/>
                  </a:lnTo>
                  <a:lnTo>
                    <a:pt x="102489" y="66319"/>
                  </a:lnTo>
                  <a:lnTo>
                    <a:pt x="102387" y="66700"/>
                  </a:lnTo>
                  <a:lnTo>
                    <a:pt x="101485" y="67843"/>
                  </a:lnTo>
                  <a:lnTo>
                    <a:pt x="100520" y="67843"/>
                  </a:lnTo>
                  <a:lnTo>
                    <a:pt x="100406" y="67208"/>
                  </a:lnTo>
                  <a:lnTo>
                    <a:pt x="100431" y="67081"/>
                  </a:lnTo>
                  <a:lnTo>
                    <a:pt x="100545" y="65049"/>
                  </a:lnTo>
                  <a:lnTo>
                    <a:pt x="99771" y="64287"/>
                  </a:lnTo>
                  <a:lnTo>
                    <a:pt x="99771" y="63779"/>
                  </a:lnTo>
                  <a:lnTo>
                    <a:pt x="97167" y="63779"/>
                  </a:lnTo>
                  <a:lnTo>
                    <a:pt x="97053" y="63906"/>
                  </a:lnTo>
                  <a:lnTo>
                    <a:pt x="96939" y="64033"/>
                  </a:lnTo>
                  <a:lnTo>
                    <a:pt x="96380" y="64668"/>
                  </a:lnTo>
                  <a:lnTo>
                    <a:pt x="96304" y="64795"/>
                  </a:lnTo>
                  <a:lnTo>
                    <a:pt x="96227" y="64922"/>
                  </a:lnTo>
                  <a:lnTo>
                    <a:pt x="96151" y="65049"/>
                  </a:lnTo>
                  <a:lnTo>
                    <a:pt x="96012" y="65303"/>
                  </a:lnTo>
                  <a:lnTo>
                    <a:pt x="96088" y="65430"/>
                  </a:lnTo>
                  <a:lnTo>
                    <a:pt x="96164" y="65557"/>
                  </a:lnTo>
                  <a:lnTo>
                    <a:pt x="96316" y="65811"/>
                  </a:lnTo>
                  <a:lnTo>
                    <a:pt x="96278" y="67843"/>
                  </a:lnTo>
                  <a:lnTo>
                    <a:pt x="96012" y="68224"/>
                  </a:lnTo>
                  <a:lnTo>
                    <a:pt x="95567" y="68224"/>
                  </a:lnTo>
                  <a:lnTo>
                    <a:pt x="94818" y="67843"/>
                  </a:lnTo>
                  <a:lnTo>
                    <a:pt x="94996" y="67843"/>
                  </a:lnTo>
                  <a:lnTo>
                    <a:pt x="94945" y="67716"/>
                  </a:lnTo>
                  <a:lnTo>
                    <a:pt x="94983" y="65938"/>
                  </a:lnTo>
                  <a:lnTo>
                    <a:pt x="95097" y="64668"/>
                  </a:lnTo>
                  <a:lnTo>
                    <a:pt x="94310" y="64287"/>
                  </a:lnTo>
                  <a:lnTo>
                    <a:pt x="94195" y="64033"/>
                  </a:lnTo>
                  <a:lnTo>
                    <a:pt x="94081" y="63779"/>
                  </a:lnTo>
                  <a:lnTo>
                    <a:pt x="91541" y="63779"/>
                  </a:lnTo>
                  <a:lnTo>
                    <a:pt x="91541" y="67843"/>
                  </a:lnTo>
                  <a:lnTo>
                    <a:pt x="90462" y="68351"/>
                  </a:lnTo>
                  <a:lnTo>
                    <a:pt x="89535" y="68224"/>
                  </a:lnTo>
                  <a:lnTo>
                    <a:pt x="89471" y="68097"/>
                  </a:lnTo>
                  <a:lnTo>
                    <a:pt x="89357" y="67843"/>
                  </a:lnTo>
                  <a:lnTo>
                    <a:pt x="89293" y="67081"/>
                  </a:lnTo>
                  <a:lnTo>
                    <a:pt x="89319" y="66827"/>
                  </a:lnTo>
                  <a:lnTo>
                    <a:pt x="89382" y="66573"/>
                  </a:lnTo>
                  <a:lnTo>
                    <a:pt x="91325" y="66573"/>
                  </a:lnTo>
                  <a:lnTo>
                    <a:pt x="91414" y="66827"/>
                  </a:lnTo>
                  <a:lnTo>
                    <a:pt x="91541" y="67843"/>
                  </a:lnTo>
                  <a:lnTo>
                    <a:pt x="91541" y="63779"/>
                  </a:lnTo>
                  <a:lnTo>
                    <a:pt x="91325" y="63779"/>
                  </a:lnTo>
                  <a:lnTo>
                    <a:pt x="91274" y="64287"/>
                  </a:lnTo>
                  <a:lnTo>
                    <a:pt x="91160" y="64541"/>
                  </a:lnTo>
                  <a:lnTo>
                    <a:pt x="91046" y="64668"/>
                  </a:lnTo>
                  <a:lnTo>
                    <a:pt x="90932" y="64795"/>
                  </a:lnTo>
                  <a:lnTo>
                    <a:pt x="90817" y="64922"/>
                  </a:lnTo>
                  <a:lnTo>
                    <a:pt x="90703" y="65049"/>
                  </a:lnTo>
                  <a:lnTo>
                    <a:pt x="90576" y="65303"/>
                  </a:lnTo>
                  <a:lnTo>
                    <a:pt x="90462" y="65557"/>
                  </a:lnTo>
                  <a:lnTo>
                    <a:pt x="91084" y="66065"/>
                  </a:lnTo>
                  <a:lnTo>
                    <a:pt x="91211" y="66319"/>
                  </a:lnTo>
                  <a:lnTo>
                    <a:pt x="89446" y="66319"/>
                  </a:lnTo>
                  <a:lnTo>
                    <a:pt x="89535" y="65811"/>
                  </a:lnTo>
                  <a:lnTo>
                    <a:pt x="89141" y="65430"/>
                  </a:lnTo>
                  <a:lnTo>
                    <a:pt x="88544" y="64922"/>
                  </a:lnTo>
                  <a:lnTo>
                    <a:pt x="88646" y="63779"/>
                  </a:lnTo>
                  <a:lnTo>
                    <a:pt x="85763" y="63779"/>
                  </a:lnTo>
                  <a:lnTo>
                    <a:pt x="85648" y="64541"/>
                  </a:lnTo>
                  <a:lnTo>
                    <a:pt x="85547" y="64922"/>
                  </a:lnTo>
                  <a:lnTo>
                    <a:pt x="85445" y="67843"/>
                  </a:lnTo>
                  <a:lnTo>
                    <a:pt x="85318" y="68097"/>
                  </a:lnTo>
                  <a:lnTo>
                    <a:pt x="85267" y="68224"/>
                  </a:lnTo>
                  <a:lnTo>
                    <a:pt x="83286" y="67843"/>
                  </a:lnTo>
                  <a:lnTo>
                    <a:pt x="83896" y="67843"/>
                  </a:lnTo>
                  <a:lnTo>
                    <a:pt x="83959" y="65938"/>
                  </a:lnTo>
                  <a:lnTo>
                    <a:pt x="84048" y="65811"/>
                  </a:lnTo>
                  <a:lnTo>
                    <a:pt x="84201" y="65557"/>
                  </a:lnTo>
                  <a:lnTo>
                    <a:pt x="84124" y="64795"/>
                  </a:lnTo>
                  <a:lnTo>
                    <a:pt x="84048" y="64668"/>
                  </a:lnTo>
                  <a:lnTo>
                    <a:pt x="83959" y="64541"/>
                  </a:lnTo>
                  <a:lnTo>
                    <a:pt x="83566" y="63906"/>
                  </a:lnTo>
                  <a:lnTo>
                    <a:pt x="83515" y="63779"/>
                  </a:lnTo>
                  <a:lnTo>
                    <a:pt x="79768" y="63779"/>
                  </a:lnTo>
                  <a:lnTo>
                    <a:pt x="79679" y="64287"/>
                  </a:lnTo>
                  <a:lnTo>
                    <a:pt x="79578" y="64668"/>
                  </a:lnTo>
                  <a:lnTo>
                    <a:pt x="79489" y="64922"/>
                  </a:lnTo>
                  <a:lnTo>
                    <a:pt x="79438" y="65049"/>
                  </a:lnTo>
                  <a:lnTo>
                    <a:pt x="79349" y="65303"/>
                  </a:lnTo>
                  <a:lnTo>
                    <a:pt x="78752" y="65557"/>
                  </a:lnTo>
                  <a:lnTo>
                    <a:pt x="79336" y="66319"/>
                  </a:lnTo>
                  <a:lnTo>
                    <a:pt x="77622" y="66319"/>
                  </a:lnTo>
                  <a:lnTo>
                    <a:pt x="77520" y="66573"/>
                  </a:lnTo>
                  <a:lnTo>
                    <a:pt x="79489" y="66573"/>
                  </a:lnTo>
                  <a:lnTo>
                    <a:pt x="79400" y="67843"/>
                  </a:lnTo>
                  <a:lnTo>
                    <a:pt x="79209" y="68097"/>
                  </a:lnTo>
                  <a:lnTo>
                    <a:pt x="78930" y="68351"/>
                  </a:lnTo>
                  <a:lnTo>
                    <a:pt x="78244" y="68605"/>
                  </a:lnTo>
                  <a:lnTo>
                    <a:pt x="77952" y="68351"/>
                  </a:lnTo>
                  <a:lnTo>
                    <a:pt x="77749" y="68224"/>
                  </a:lnTo>
                  <a:lnTo>
                    <a:pt x="77558" y="68097"/>
                  </a:lnTo>
                  <a:lnTo>
                    <a:pt x="77381" y="67843"/>
                  </a:lnTo>
                  <a:lnTo>
                    <a:pt x="77406" y="66827"/>
                  </a:lnTo>
                  <a:lnTo>
                    <a:pt x="77520" y="66573"/>
                  </a:lnTo>
                  <a:lnTo>
                    <a:pt x="73914" y="66573"/>
                  </a:lnTo>
                  <a:lnTo>
                    <a:pt x="73914" y="68224"/>
                  </a:lnTo>
                  <a:lnTo>
                    <a:pt x="73533" y="68605"/>
                  </a:lnTo>
                  <a:lnTo>
                    <a:pt x="72885" y="68859"/>
                  </a:lnTo>
                  <a:lnTo>
                    <a:pt x="72161" y="68351"/>
                  </a:lnTo>
                  <a:lnTo>
                    <a:pt x="72034" y="67716"/>
                  </a:lnTo>
                  <a:lnTo>
                    <a:pt x="71932" y="66954"/>
                  </a:lnTo>
                  <a:lnTo>
                    <a:pt x="71894" y="64668"/>
                  </a:lnTo>
                  <a:lnTo>
                    <a:pt x="71805" y="64541"/>
                  </a:lnTo>
                  <a:lnTo>
                    <a:pt x="71628" y="64287"/>
                  </a:lnTo>
                  <a:lnTo>
                    <a:pt x="71589" y="63779"/>
                  </a:lnTo>
                  <a:lnTo>
                    <a:pt x="74244" y="63779"/>
                  </a:lnTo>
                  <a:lnTo>
                    <a:pt x="74244" y="63525"/>
                  </a:lnTo>
                  <a:lnTo>
                    <a:pt x="71577" y="63525"/>
                  </a:lnTo>
                  <a:lnTo>
                    <a:pt x="71501" y="62382"/>
                  </a:lnTo>
                  <a:lnTo>
                    <a:pt x="72567" y="61429"/>
                  </a:lnTo>
                  <a:lnTo>
                    <a:pt x="74053" y="61404"/>
                  </a:lnTo>
                  <a:lnTo>
                    <a:pt x="74168" y="61620"/>
                  </a:lnTo>
                  <a:lnTo>
                    <a:pt x="74244" y="63525"/>
                  </a:lnTo>
                  <a:lnTo>
                    <a:pt x="77139" y="63525"/>
                  </a:lnTo>
                  <a:lnTo>
                    <a:pt x="77139" y="62382"/>
                  </a:lnTo>
                  <a:lnTo>
                    <a:pt x="77673" y="61747"/>
                  </a:lnTo>
                  <a:lnTo>
                    <a:pt x="78130" y="61353"/>
                  </a:lnTo>
                  <a:lnTo>
                    <a:pt x="79260" y="61341"/>
                  </a:lnTo>
                  <a:lnTo>
                    <a:pt x="79019" y="61366"/>
                  </a:lnTo>
                  <a:lnTo>
                    <a:pt x="79260" y="61747"/>
                  </a:lnTo>
                  <a:lnTo>
                    <a:pt x="83705" y="61747"/>
                  </a:lnTo>
                  <a:lnTo>
                    <a:pt x="83756" y="61620"/>
                  </a:lnTo>
                  <a:lnTo>
                    <a:pt x="83870" y="61366"/>
                  </a:lnTo>
                  <a:lnTo>
                    <a:pt x="85572" y="61264"/>
                  </a:lnTo>
                  <a:lnTo>
                    <a:pt x="85572" y="61747"/>
                  </a:lnTo>
                  <a:lnTo>
                    <a:pt x="89471" y="61747"/>
                  </a:lnTo>
                  <a:lnTo>
                    <a:pt x="89509" y="61620"/>
                  </a:lnTo>
                  <a:lnTo>
                    <a:pt x="89598" y="61366"/>
                  </a:lnTo>
                  <a:lnTo>
                    <a:pt x="89649" y="61239"/>
                  </a:lnTo>
                  <a:lnTo>
                    <a:pt x="86842" y="61239"/>
                  </a:lnTo>
                  <a:lnTo>
                    <a:pt x="94615" y="61150"/>
                  </a:lnTo>
                  <a:lnTo>
                    <a:pt x="96418" y="61239"/>
                  </a:lnTo>
                  <a:lnTo>
                    <a:pt x="96456" y="61366"/>
                  </a:lnTo>
                  <a:lnTo>
                    <a:pt x="96583" y="61747"/>
                  </a:lnTo>
                  <a:lnTo>
                    <a:pt x="99771" y="61747"/>
                  </a:lnTo>
                  <a:lnTo>
                    <a:pt x="100698" y="61074"/>
                  </a:lnTo>
                  <a:lnTo>
                    <a:pt x="101815" y="61061"/>
                  </a:lnTo>
                  <a:lnTo>
                    <a:pt x="102489" y="61747"/>
                  </a:lnTo>
                  <a:lnTo>
                    <a:pt x="105295" y="61747"/>
                  </a:lnTo>
                  <a:lnTo>
                    <a:pt x="105397" y="61620"/>
                  </a:lnTo>
                  <a:lnTo>
                    <a:pt x="105892" y="61010"/>
                  </a:lnTo>
                  <a:lnTo>
                    <a:pt x="107607" y="60985"/>
                  </a:lnTo>
                  <a:lnTo>
                    <a:pt x="107594" y="61747"/>
                  </a:lnTo>
                  <a:lnTo>
                    <a:pt x="110858" y="61747"/>
                  </a:lnTo>
                  <a:lnTo>
                    <a:pt x="110972" y="61620"/>
                  </a:lnTo>
                  <a:lnTo>
                    <a:pt x="111480" y="60985"/>
                  </a:lnTo>
                  <a:lnTo>
                    <a:pt x="110744" y="60947"/>
                  </a:lnTo>
                  <a:lnTo>
                    <a:pt x="113538" y="60909"/>
                  </a:lnTo>
                  <a:lnTo>
                    <a:pt x="113665" y="61239"/>
                  </a:lnTo>
                  <a:lnTo>
                    <a:pt x="113715" y="61366"/>
                  </a:lnTo>
                  <a:lnTo>
                    <a:pt x="113931" y="61620"/>
                  </a:lnTo>
                  <a:lnTo>
                    <a:pt x="113969" y="63525"/>
                  </a:lnTo>
                  <a:lnTo>
                    <a:pt x="113969" y="59728"/>
                  </a:lnTo>
                  <a:lnTo>
                    <a:pt x="57759" y="60413"/>
                  </a:lnTo>
                  <a:lnTo>
                    <a:pt x="57759" y="62001"/>
                  </a:lnTo>
                  <a:lnTo>
                    <a:pt x="57645" y="68351"/>
                  </a:lnTo>
                  <a:lnTo>
                    <a:pt x="57378" y="68859"/>
                  </a:lnTo>
                  <a:lnTo>
                    <a:pt x="56311" y="68859"/>
                  </a:lnTo>
                  <a:lnTo>
                    <a:pt x="56197" y="68732"/>
                  </a:lnTo>
                  <a:lnTo>
                    <a:pt x="56083" y="68605"/>
                  </a:lnTo>
                  <a:lnTo>
                    <a:pt x="55727" y="68224"/>
                  </a:lnTo>
                  <a:lnTo>
                    <a:pt x="55626" y="67208"/>
                  </a:lnTo>
                  <a:lnTo>
                    <a:pt x="55727" y="67081"/>
                  </a:lnTo>
                  <a:lnTo>
                    <a:pt x="55829" y="66954"/>
                  </a:lnTo>
                  <a:lnTo>
                    <a:pt x="55918" y="66827"/>
                  </a:lnTo>
                  <a:lnTo>
                    <a:pt x="56019" y="66700"/>
                  </a:lnTo>
                  <a:lnTo>
                    <a:pt x="56121" y="66573"/>
                  </a:lnTo>
                  <a:lnTo>
                    <a:pt x="52565" y="66573"/>
                  </a:lnTo>
                  <a:lnTo>
                    <a:pt x="52451" y="67589"/>
                  </a:lnTo>
                  <a:lnTo>
                    <a:pt x="52349" y="67843"/>
                  </a:lnTo>
                  <a:lnTo>
                    <a:pt x="52133" y="68097"/>
                  </a:lnTo>
                  <a:lnTo>
                    <a:pt x="51460" y="68605"/>
                  </a:lnTo>
                  <a:lnTo>
                    <a:pt x="50622" y="68224"/>
                  </a:lnTo>
                  <a:lnTo>
                    <a:pt x="50507" y="68097"/>
                  </a:lnTo>
                  <a:lnTo>
                    <a:pt x="50279" y="67843"/>
                  </a:lnTo>
                  <a:lnTo>
                    <a:pt x="50393" y="67716"/>
                  </a:lnTo>
                  <a:lnTo>
                    <a:pt x="50431" y="66573"/>
                  </a:lnTo>
                  <a:lnTo>
                    <a:pt x="46850" y="66573"/>
                  </a:lnTo>
                  <a:lnTo>
                    <a:pt x="46863" y="68351"/>
                  </a:lnTo>
                  <a:lnTo>
                    <a:pt x="46202" y="68605"/>
                  </a:lnTo>
                  <a:lnTo>
                    <a:pt x="44919" y="68605"/>
                  </a:lnTo>
                  <a:lnTo>
                    <a:pt x="44856" y="68351"/>
                  </a:lnTo>
                  <a:lnTo>
                    <a:pt x="44919" y="66700"/>
                  </a:lnTo>
                  <a:lnTo>
                    <a:pt x="45123" y="66573"/>
                  </a:lnTo>
                  <a:lnTo>
                    <a:pt x="42189" y="66573"/>
                  </a:lnTo>
                  <a:lnTo>
                    <a:pt x="42265" y="66700"/>
                  </a:lnTo>
                  <a:lnTo>
                    <a:pt x="42341" y="67843"/>
                  </a:lnTo>
                  <a:lnTo>
                    <a:pt x="41706" y="68351"/>
                  </a:lnTo>
                  <a:lnTo>
                    <a:pt x="40868" y="68605"/>
                  </a:lnTo>
                  <a:lnTo>
                    <a:pt x="40335" y="68351"/>
                  </a:lnTo>
                  <a:lnTo>
                    <a:pt x="40335" y="67843"/>
                  </a:lnTo>
                  <a:lnTo>
                    <a:pt x="40373" y="67335"/>
                  </a:lnTo>
                  <a:lnTo>
                    <a:pt x="40462" y="66827"/>
                  </a:lnTo>
                  <a:lnTo>
                    <a:pt x="40513" y="66573"/>
                  </a:lnTo>
                  <a:lnTo>
                    <a:pt x="42189" y="66573"/>
                  </a:lnTo>
                  <a:lnTo>
                    <a:pt x="42037" y="66319"/>
                  </a:lnTo>
                  <a:lnTo>
                    <a:pt x="40576" y="66319"/>
                  </a:lnTo>
                  <a:lnTo>
                    <a:pt x="40703" y="65938"/>
                  </a:lnTo>
                  <a:lnTo>
                    <a:pt x="40830" y="65557"/>
                  </a:lnTo>
                  <a:lnTo>
                    <a:pt x="40182" y="65557"/>
                  </a:lnTo>
                  <a:lnTo>
                    <a:pt x="39433" y="65049"/>
                  </a:lnTo>
                  <a:lnTo>
                    <a:pt x="39433" y="63779"/>
                  </a:lnTo>
                  <a:lnTo>
                    <a:pt x="39674" y="63525"/>
                  </a:lnTo>
                  <a:lnTo>
                    <a:pt x="39776" y="63144"/>
                  </a:lnTo>
                  <a:lnTo>
                    <a:pt x="39865" y="62763"/>
                  </a:lnTo>
                  <a:lnTo>
                    <a:pt x="39966" y="62382"/>
                  </a:lnTo>
                  <a:lnTo>
                    <a:pt x="38862" y="62382"/>
                  </a:lnTo>
                  <a:lnTo>
                    <a:pt x="37401" y="62763"/>
                  </a:lnTo>
                  <a:lnTo>
                    <a:pt x="35979" y="61887"/>
                  </a:lnTo>
                  <a:lnTo>
                    <a:pt x="42011" y="61810"/>
                  </a:lnTo>
                  <a:lnTo>
                    <a:pt x="43218" y="63398"/>
                  </a:lnTo>
                  <a:lnTo>
                    <a:pt x="43129" y="63525"/>
                  </a:lnTo>
                  <a:lnTo>
                    <a:pt x="42799" y="64033"/>
                  </a:lnTo>
                  <a:lnTo>
                    <a:pt x="42341" y="64795"/>
                  </a:lnTo>
                  <a:lnTo>
                    <a:pt x="41681" y="65303"/>
                  </a:lnTo>
                  <a:lnTo>
                    <a:pt x="41757" y="65557"/>
                  </a:lnTo>
                  <a:lnTo>
                    <a:pt x="41884" y="65938"/>
                  </a:lnTo>
                  <a:lnTo>
                    <a:pt x="41973" y="66192"/>
                  </a:lnTo>
                  <a:lnTo>
                    <a:pt x="42037" y="66319"/>
                  </a:lnTo>
                  <a:lnTo>
                    <a:pt x="45554" y="66319"/>
                  </a:lnTo>
                  <a:lnTo>
                    <a:pt x="45758" y="66192"/>
                  </a:lnTo>
                  <a:lnTo>
                    <a:pt x="45758" y="65811"/>
                  </a:lnTo>
                  <a:lnTo>
                    <a:pt x="44475" y="64795"/>
                  </a:lnTo>
                  <a:lnTo>
                    <a:pt x="44526" y="64541"/>
                  </a:lnTo>
                  <a:lnTo>
                    <a:pt x="44640" y="64033"/>
                  </a:lnTo>
                  <a:lnTo>
                    <a:pt x="44754" y="63525"/>
                  </a:lnTo>
                  <a:lnTo>
                    <a:pt x="45046" y="63398"/>
                  </a:lnTo>
                  <a:lnTo>
                    <a:pt x="44132" y="61785"/>
                  </a:lnTo>
                  <a:lnTo>
                    <a:pt x="47167" y="61747"/>
                  </a:lnTo>
                  <a:lnTo>
                    <a:pt x="52171" y="61683"/>
                  </a:lnTo>
                  <a:lnTo>
                    <a:pt x="52273" y="62509"/>
                  </a:lnTo>
                  <a:lnTo>
                    <a:pt x="52298" y="64287"/>
                  </a:lnTo>
                  <a:lnTo>
                    <a:pt x="51854" y="64922"/>
                  </a:lnTo>
                  <a:lnTo>
                    <a:pt x="51752" y="65049"/>
                  </a:lnTo>
                  <a:lnTo>
                    <a:pt x="51523" y="65303"/>
                  </a:lnTo>
                  <a:lnTo>
                    <a:pt x="51625" y="65938"/>
                  </a:lnTo>
                  <a:lnTo>
                    <a:pt x="51739" y="66065"/>
                  </a:lnTo>
                  <a:lnTo>
                    <a:pt x="52298" y="66192"/>
                  </a:lnTo>
                  <a:lnTo>
                    <a:pt x="52387" y="66319"/>
                  </a:lnTo>
                  <a:lnTo>
                    <a:pt x="56210" y="66319"/>
                  </a:lnTo>
                  <a:lnTo>
                    <a:pt x="56095" y="65811"/>
                  </a:lnTo>
                  <a:lnTo>
                    <a:pt x="55384" y="65049"/>
                  </a:lnTo>
                  <a:lnTo>
                    <a:pt x="55460" y="62001"/>
                  </a:lnTo>
                  <a:lnTo>
                    <a:pt x="55562" y="61747"/>
                  </a:lnTo>
                  <a:lnTo>
                    <a:pt x="57505" y="61620"/>
                  </a:lnTo>
                  <a:lnTo>
                    <a:pt x="57594" y="61747"/>
                  </a:lnTo>
                  <a:lnTo>
                    <a:pt x="57759" y="62001"/>
                  </a:lnTo>
                  <a:lnTo>
                    <a:pt x="57759" y="60413"/>
                  </a:lnTo>
                  <a:lnTo>
                    <a:pt x="31584" y="60731"/>
                  </a:lnTo>
                  <a:lnTo>
                    <a:pt x="31584" y="61937"/>
                  </a:lnTo>
                  <a:lnTo>
                    <a:pt x="35826" y="61887"/>
                  </a:lnTo>
                  <a:lnTo>
                    <a:pt x="36677" y="63398"/>
                  </a:lnTo>
                  <a:lnTo>
                    <a:pt x="36550" y="63779"/>
                  </a:lnTo>
                  <a:lnTo>
                    <a:pt x="36474" y="64033"/>
                  </a:lnTo>
                  <a:lnTo>
                    <a:pt x="36385" y="64287"/>
                  </a:lnTo>
                  <a:lnTo>
                    <a:pt x="35763" y="64668"/>
                  </a:lnTo>
                  <a:lnTo>
                    <a:pt x="35852" y="65049"/>
                  </a:lnTo>
                  <a:lnTo>
                    <a:pt x="35966" y="65557"/>
                  </a:lnTo>
                  <a:lnTo>
                    <a:pt x="36080" y="66065"/>
                  </a:lnTo>
                  <a:lnTo>
                    <a:pt x="36169" y="66319"/>
                  </a:lnTo>
                  <a:lnTo>
                    <a:pt x="36258" y="66573"/>
                  </a:lnTo>
                  <a:lnTo>
                    <a:pt x="36385" y="68097"/>
                  </a:lnTo>
                  <a:lnTo>
                    <a:pt x="35293" y="68605"/>
                  </a:lnTo>
                  <a:lnTo>
                    <a:pt x="34632" y="67843"/>
                  </a:lnTo>
                  <a:lnTo>
                    <a:pt x="34785" y="67843"/>
                  </a:lnTo>
                  <a:lnTo>
                    <a:pt x="34874" y="67589"/>
                  </a:lnTo>
                  <a:lnTo>
                    <a:pt x="34963" y="67335"/>
                  </a:lnTo>
                  <a:lnTo>
                    <a:pt x="35001" y="67208"/>
                  </a:lnTo>
                  <a:lnTo>
                    <a:pt x="35090" y="66954"/>
                  </a:lnTo>
                  <a:lnTo>
                    <a:pt x="35191" y="66573"/>
                  </a:lnTo>
                  <a:lnTo>
                    <a:pt x="35306" y="66065"/>
                  </a:lnTo>
                  <a:lnTo>
                    <a:pt x="35420" y="65557"/>
                  </a:lnTo>
                  <a:lnTo>
                    <a:pt x="34632" y="66319"/>
                  </a:lnTo>
                  <a:lnTo>
                    <a:pt x="33159" y="66319"/>
                  </a:lnTo>
                  <a:lnTo>
                    <a:pt x="33248" y="66192"/>
                  </a:lnTo>
                  <a:lnTo>
                    <a:pt x="33337" y="66065"/>
                  </a:lnTo>
                  <a:lnTo>
                    <a:pt x="33426" y="65938"/>
                  </a:lnTo>
                  <a:lnTo>
                    <a:pt x="33502" y="65811"/>
                  </a:lnTo>
                  <a:lnTo>
                    <a:pt x="34036" y="65049"/>
                  </a:lnTo>
                  <a:lnTo>
                    <a:pt x="34036" y="64287"/>
                  </a:lnTo>
                  <a:lnTo>
                    <a:pt x="33578" y="63906"/>
                  </a:lnTo>
                  <a:lnTo>
                    <a:pt x="33655" y="63779"/>
                  </a:lnTo>
                  <a:lnTo>
                    <a:pt x="34036" y="63144"/>
                  </a:lnTo>
                  <a:lnTo>
                    <a:pt x="33921" y="63017"/>
                  </a:lnTo>
                  <a:lnTo>
                    <a:pt x="33375" y="62382"/>
                  </a:lnTo>
                  <a:lnTo>
                    <a:pt x="33261" y="62763"/>
                  </a:lnTo>
                  <a:lnTo>
                    <a:pt x="33223" y="64668"/>
                  </a:lnTo>
                  <a:lnTo>
                    <a:pt x="33070" y="64770"/>
                  </a:lnTo>
                  <a:lnTo>
                    <a:pt x="33070" y="66446"/>
                  </a:lnTo>
                  <a:lnTo>
                    <a:pt x="32981" y="66573"/>
                  </a:lnTo>
                  <a:lnTo>
                    <a:pt x="31508" y="66573"/>
                  </a:lnTo>
                  <a:lnTo>
                    <a:pt x="33070" y="66446"/>
                  </a:lnTo>
                  <a:lnTo>
                    <a:pt x="33070" y="64770"/>
                  </a:lnTo>
                  <a:lnTo>
                    <a:pt x="32156" y="65303"/>
                  </a:lnTo>
                  <a:lnTo>
                    <a:pt x="31762" y="65430"/>
                  </a:lnTo>
                  <a:lnTo>
                    <a:pt x="31699" y="65557"/>
                  </a:lnTo>
                  <a:lnTo>
                    <a:pt x="31597" y="65811"/>
                  </a:lnTo>
                  <a:lnTo>
                    <a:pt x="31483" y="66065"/>
                  </a:lnTo>
                  <a:lnTo>
                    <a:pt x="31381" y="66319"/>
                  </a:lnTo>
                  <a:lnTo>
                    <a:pt x="31267" y="66573"/>
                  </a:lnTo>
                  <a:lnTo>
                    <a:pt x="31165" y="66827"/>
                  </a:lnTo>
                  <a:lnTo>
                    <a:pt x="31051" y="67081"/>
                  </a:lnTo>
                  <a:lnTo>
                    <a:pt x="30949" y="68351"/>
                  </a:lnTo>
                  <a:lnTo>
                    <a:pt x="30480" y="68605"/>
                  </a:lnTo>
                  <a:lnTo>
                    <a:pt x="30391" y="70383"/>
                  </a:lnTo>
                  <a:lnTo>
                    <a:pt x="29718" y="70891"/>
                  </a:lnTo>
                  <a:lnTo>
                    <a:pt x="30086" y="71907"/>
                  </a:lnTo>
                  <a:lnTo>
                    <a:pt x="30200" y="72288"/>
                  </a:lnTo>
                  <a:lnTo>
                    <a:pt x="30530" y="73431"/>
                  </a:lnTo>
                  <a:lnTo>
                    <a:pt x="30568" y="75209"/>
                  </a:lnTo>
                  <a:lnTo>
                    <a:pt x="30949" y="75209"/>
                  </a:lnTo>
                  <a:lnTo>
                    <a:pt x="31216" y="73050"/>
                  </a:lnTo>
                  <a:lnTo>
                    <a:pt x="31369" y="72288"/>
                  </a:lnTo>
                  <a:lnTo>
                    <a:pt x="31330" y="70256"/>
                  </a:lnTo>
                  <a:lnTo>
                    <a:pt x="32321" y="69113"/>
                  </a:lnTo>
                  <a:lnTo>
                    <a:pt x="33794" y="70383"/>
                  </a:lnTo>
                  <a:lnTo>
                    <a:pt x="34036" y="70256"/>
                  </a:lnTo>
                  <a:lnTo>
                    <a:pt x="34442" y="69748"/>
                  </a:lnTo>
                  <a:lnTo>
                    <a:pt x="35763" y="69748"/>
                  </a:lnTo>
                  <a:lnTo>
                    <a:pt x="36499" y="69113"/>
                  </a:lnTo>
                  <a:lnTo>
                    <a:pt x="36804" y="68859"/>
                  </a:lnTo>
                  <a:lnTo>
                    <a:pt x="36868" y="68732"/>
                  </a:lnTo>
                  <a:lnTo>
                    <a:pt x="36931" y="68605"/>
                  </a:lnTo>
                  <a:lnTo>
                    <a:pt x="37261" y="67970"/>
                  </a:lnTo>
                  <a:lnTo>
                    <a:pt x="38087" y="68097"/>
                  </a:lnTo>
                  <a:lnTo>
                    <a:pt x="37973" y="68351"/>
                  </a:lnTo>
                  <a:lnTo>
                    <a:pt x="37858" y="68605"/>
                  </a:lnTo>
                  <a:lnTo>
                    <a:pt x="37757" y="69113"/>
                  </a:lnTo>
                  <a:lnTo>
                    <a:pt x="37680" y="69494"/>
                  </a:lnTo>
                  <a:lnTo>
                    <a:pt x="38201" y="69748"/>
                  </a:lnTo>
                  <a:lnTo>
                    <a:pt x="39674" y="68351"/>
                  </a:lnTo>
                  <a:lnTo>
                    <a:pt x="39776" y="68605"/>
                  </a:lnTo>
                  <a:lnTo>
                    <a:pt x="39865" y="68859"/>
                  </a:lnTo>
                  <a:lnTo>
                    <a:pt x="39966" y="69113"/>
                  </a:lnTo>
                  <a:lnTo>
                    <a:pt x="41071" y="69494"/>
                  </a:lnTo>
                  <a:lnTo>
                    <a:pt x="42341" y="68986"/>
                  </a:lnTo>
                  <a:lnTo>
                    <a:pt x="42875" y="69367"/>
                  </a:lnTo>
                  <a:lnTo>
                    <a:pt x="43268" y="68986"/>
                  </a:lnTo>
                  <a:lnTo>
                    <a:pt x="43662" y="68605"/>
                  </a:lnTo>
                  <a:lnTo>
                    <a:pt x="44119" y="68351"/>
                  </a:lnTo>
                  <a:lnTo>
                    <a:pt x="44754" y="68859"/>
                  </a:lnTo>
                  <a:lnTo>
                    <a:pt x="45440" y="69113"/>
                  </a:lnTo>
                  <a:lnTo>
                    <a:pt x="46545" y="69113"/>
                  </a:lnTo>
                  <a:lnTo>
                    <a:pt x="47040" y="68732"/>
                  </a:lnTo>
                  <a:lnTo>
                    <a:pt x="47129" y="68605"/>
                  </a:lnTo>
                  <a:lnTo>
                    <a:pt x="47383" y="68224"/>
                  </a:lnTo>
                  <a:lnTo>
                    <a:pt x="47764" y="68224"/>
                  </a:lnTo>
                  <a:lnTo>
                    <a:pt x="47764" y="67716"/>
                  </a:lnTo>
                  <a:lnTo>
                    <a:pt x="49009" y="68224"/>
                  </a:lnTo>
                  <a:lnTo>
                    <a:pt x="49339" y="67970"/>
                  </a:lnTo>
                  <a:lnTo>
                    <a:pt x="50622" y="69367"/>
                  </a:lnTo>
                  <a:lnTo>
                    <a:pt x="51308" y="69875"/>
                  </a:lnTo>
                  <a:lnTo>
                    <a:pt x="51396" y="69748"/>
                  </a:lnTo>
                  <a:lnTo>
                    <a:pt x="51854" y="69113"/>
                  </a:lnTo>
                  <a:lnTo>
                    <a:pt x="52565" y="68605"/>
                  </a:lnTo>
                  <a:lnTo>
                    <a:pt x="53035" y="68097"/>
                  </a:lnTo>
                  <a:lnTo>
                    <a:pt x="53174" y="67843"/>
                  </a:lnTo>
                  <a:lnTo>
                    <a:pt x="53873" y="67208"/>
                  </a:lnTo>
                  <a:lnTo>
                    <a:pt x="53759" y="67335"/>
                  </a:lnTo>
                  <a:lnTo>
                    <a:pt x="53517" y="67589"/>
                  </a:lnTo>
                  <a:lnTo>
                    <a:pt x="53530" y="68351"/>
                  </a:lnTo>
                  <a:lnTo>
                    <a:pt x="54025" y="69113"/>
                  </a:lnTo>
                  <a:lnTo>
                    <a:pt x="54394" y="69748"/>
                  </a:lnTo>
                  <a:lnTo>
                    <a:pt x="54508" y="69494"/>
                  </a:lnTo>
                  <a:lnTo>
                    <a:pt x="54559" y="69367"/>
                  </a:lnTo>
                  <a:lnTo>
                    <a:pt x="54673" y="69113"/>
                  </a:lnTo>
                  <a:lnTo>
                    <a:pt x="54775" y="68859"/>
                  </a:lnTo>
                  <a:lnTo>
                    <a:pt x="55283" y="68859"/>
                  </a:lnTo>
                  <a:lnTo>
                    <a:pt x="55346" y="68986"/>
                  </a:lnTo>
                  <a:lnTo>
                    <a:pt x="55422" y="69113"/>
                  </a:lnTo>
                  <a:lnTo>
                    <a:pt x="55613" y="69494"/>
                  </a:lnTo>
                  <a:lnTo>
                    <a:pt x="56311" y="69748"/>
                  </a:lnTo>
                  <a:lnTo>
                    <a:pt x="57010" y="69494"/>
                  </a:lnTo>
                  <a:lnTo>
                    <a:pt x="58293" y="68859"/>
                  </a:lnTo>
                  <a:lnTo>
                    <a:pt x="58369" y="68732"/>
                  </a:lnTo>
                  <a:lnTo>
                    <a:pt x="58432" y="68605"/>
                  </a:lnTo>
                  <a:lnTo>
                    <a:pt x="58775" y="67970"/>
                  </a:lnTo>
                  <a:lnTo>
                    <a:pt x="59347" y="68351"/>
                  </a:lnTo>
                  <a:lnTo>
                    <a:pt x="60629" y="68351"/>
                  </a:lnTo>
                  <a:lnTo>
                    <a:pt x="61493" y="68351"/>
                  </a:lnTo>
                  <a:lnTo>
                    <a:pt x="61493" y="67843"/>
                  </a:lnTo>
                  <a:lnTo>
                    <a:pt x="61493" y="64922"/>
                  </a:lnTo>
                  <a:lnTo>
                    <a:pt x="61087" y="64541"/>
                  </a:lnTo>
                  <a:lnTo>
                    <a:pt x="60934" y="64287"/>
                  </a:lnTo>
                  <a:lnTo>
                    <a:pt x="60972" y="63017"/>
                  </a:lnTo>
                  <a:lnTo>
                    <a:pt x="61315" y="62382"/>
                  </a:lnTo>
                  <a:lnTo>
                    <a:pt x="61366" y="61569"/>
                  </a:lnTo>
                  <a:lnTo>
                    <a:pt x="63322" y="61544"/>
                  </a:lnTo>
                  <a:lnTo>
                    <a:pt x="63601" y="62001"/>
                  </a:lnTo>
                  <a:lnTo>
                    <a:pt x="63525" y="63906"/>
                  </a:lnTo>
                  <a:lnTo>
                    <a:pt x="63474" y="64033"/>
                  </a:lnTo>
                  <a:lnTo>
                    <a:pt x="63385" y="64287"/>
                  </a:lnTo>
                  <a:lnTo>
                    <a:pt x="63284" y="64541"/>
                  </a:lnTo>
                  <a:lnTo>
                    <a:pt x="63233" y="64668"/>
                  </a:lnTo>
                  <a:lnTo>
                    <a:pt x="62598" y="64922"/>
                  </a:lnTo>
                  <a:lnTo>
                    <a:pt x="62496" y="65303"/>
                  </a:lnTo>
                  <a:lnTo>
                    <a:pt x="62420" y="65557"/>
                  </a:lnTo>
                  <a:lnTo>
                    <a:pt x="63233" y="66319"/>
                  </a:lnTo>
                  <a:lnTo>
                    <a:pt x="63106" y="68224"/>
                  </a:lnTo>
                  <a:lnTo>
                    <a:pt x="62992" y="68351"/>
                  </a:lnTo>
                  <a:lnTo>
                    <a:pt x="62738" y="68605"/>
                  </a:lnTo>
                  <a:lnTo>
                    <a:pt x="62839" y="68732"/>
                  </a:lnTo>
                  <a:lnTo>
                    <a:pt x="62928" y="68859"/>
                  </a:lnTo>
                  <a:lnTo>
                    <a:pt x="63525" y="68859"/>
                  </a:lnTo>
                  <a:lnTo>
                    <a:pt x="63652" y="68097"/>
                  </a:lnTo>
                  <a:lnTo>
                    <a:pt x="63766" y="67335"/>
                  </a:lnTo>
                  <a:lnTo>
                    <a:pt x="64490" y="67335"/>
                  </a:lnTo>
                  <a:lnTo>
                    <a:pt x="64719" y="67589"/>
                  </a:lnTo>
                  <a:lnTo>
                    <a:pt x="65532" y="67589"/>
                  </a:lnTo>
                  <a:lnTo>
                    <a:pt x="66306" y="67589"/>
                  </a:lnTo>
                  <a:lnTo>
                    <a:pt x="66306" y="67335"/>
                  </a:lnTo>
                  <a:lnTo>
                    <a:pt x="66370" y="66573"/>
                  </a:lnTo>
                  <a:lnTo>
                    <a:pt x="66713" y="65938"/>
                  </a:lnTo>
                  <a:lnTo>
                    <a:pt x="66776" y="65049"/>
                  </a:lnTo>
                  <a:lnTo>
                    <a:pt x="66306" y="64668"/>
                  </a:lnTo>
                  <a:lnTo>
                    <a:pt x="66230" y="64541"/>
                  </a:lnTo>
                  <a:lnTo>
                    <a:pt x="66065" y="64287"/>
                  </a:lnTo>
                  <a:lnTo>
                    <a:pt x="66154" y="63017"/>
                  </a:lnTo>
                  <a:lnTo>
                    <a:pt x="67195" y="61493"/>
                  </a:lnTo>
                  <a:lnTo>
                    <a:pt x="68313" y="61480"/>
                  </a:lnTo>
                  <a:lnTo>
                    <a:pt x="68313" y="61747"/>
                  </a:lnTo>
                  <a:lnTo>
                    <a:pt x="68630" y="62382"/>
                  </a:lnTo>
                  <a:lnTo>
                    <a:pt x="68516" y="64541"/>
                  </a:lnTo>
                  <a:lnTo>
                    <a:pt x="68402" y="64668"/>
                  </a:lnTo>
                  <a:lnTo>
                    <a:pt x="68287" y="64795"/>
                  </a:lnTo>
                  <a:lnTo>
                    <a:pt x="68173" y="64922"/>
                  </a:lnTo>
                  <a:lnTo>
                    <a:pt x="68059" y="65049"/>
                  </a:lnTo>
                  <a:lnTo>
                    <a:pt x="67830" y="65303"/>
                  </a:lnTo>
                  <a:lnTo>
                    <a:pt x="67932" y="65430"/>
                  </a:lnTo>
                  <a:lnTo>
                    <a:pt x="68033" y="65557"/>
                  </a:lnTo>
                  <a:lnTo>
                    <a:pt x="68224" y="65811"/>
                  </a:lnTo>
                  <a:lnTo>
                    <a:pt x="68300" y="67716"/>
                  </a:lnTo>
                  <a:lnTo>
                    <a:pt x="68084" y="67843"/>
                  </a:lnTo>
                  <a:lnTo>
                    <a:pt x="67754" y="68097"/>
                  </a:lnTo>
                  <a:lnTo>
                    <a:pt x="67627" y="68224"/>
                  </a:lnTo>
                  <a:lnTo>
                    <a:pt x="66357" y="67843"/>
                  </a:lnTo>
                  <a:lnTo>
                    <a:pt x="66548" y="67843"/>
                  </a:lnTo>
                  <a:lnTo>
                    <a:pt x="66306" y="67716"/>
                  </a:lnTo>
                  <a:lnTo>
                    <a:pt x="65671" y="67716"/>
                  </a:lnTo>
                  <a:lnTo>
                    <a:pt x="65824" y="67843"/>
                  </a:lnTo>
                  <a:lnTo>
                    <a:pt x="66001" y="68097"/>
                  </a:lnTo>
                  <a:lnTo>
                    <a:pt x="66065" y="68351"/>
                  </a:lnTo>
                  <a:lnTo>
                    <a:pt x="66776" y="68605"/>
                  </a:lnTo>
                  <a:lnTo>
                    <a:pt x="67284" y="68859"/>
                  </a:lnTo>
                  <a:lnTo>
                    <a:pt x="68033" y="68859"/>
                  </a:lnTo>
                  <a:lnTo>
                    <a:pt x="68135" y="68732"/>
                  </a:lnTo>
                  <a:lnTo>
                    <a:pt x="68237" y="68605"/>
                  </a:lnTo>
                  <a:lnTo>
                    <a:pt x="68529" y="68224"/>
                  </a:lnTo>
                  <a:lnTo>
                    <a:pt x="68630" y="68097"/>
                  </a:lnTo>
                  <a:lnTo>
                    <a:pt x="69316" y="67716"/>
                  </a:lnTo>
                  <a:lnTo>
                    <a:pt x="69659" y="67843"/>
                  </a:lnTo>
                  <a:lnTo>
                    <a:pt x="70129" y="67843"/>
                  </a:lnTo>
                  <a:lnTo>
                    <a:pt x="69405" y="68605"/>
                  </a:lnTo>
                  <a:lnTo>
                    <a:pt x="69507" y="68732"/>
                  </a:lnTo>
                  <a:lnTo>
                    <a:pt x="69596" y="68859"/>
                  </a:lnTo>
                  <a:lnTo>
                    <a:pt x="69697" y="68986"/>
                  </a:lnTo>
                  <a:lnTo>
                    <a:pt x="69786" y="69113"/>
                  </a:lnTo>
                  <a:lnTo>
                    <a:pt x="71043" y="67970"/>
                  </a:lnTo>
                  <a:lnTo>
                    <a:pt x="71120" y="68224"/>
                  </a:lnTo>
                  <a:lnTo>
                    <a:pt x="71221" y="68605"/>
                  </a:lnTo>
                  <a:lnTo>
                    <a:pt x="71259" y="68732"/>
                  </a:lnTo>
                  <a:lnTo>
                    <a:pt x="71818" y="69113"/>
                  </a:lnTo>
                  <a:lnTo>
                    <a:pt x="72161" y="69113"/>
                  </a:lnTo>
                  <a:lnTo>
                    <a:pt x="72250" y="69367"/>
                  </a:lnTo>
                  <a:lnTo>
                    <a:pt x="72631" y="69748"/>
                  </a:lnTo>
                  <a:lnTo>
                    <a:pt x="73075" y="69748"/>
                  </a:lnTo>
                  <a:lnTo>
                    <a:pt x="73533" y="69494"/>
                  </a:lnTo>
                  <a:lnTo>
                    <a:pt x="73533" y="68986"/>
                  </a:lnTo>
                  <a:lnTo>
                    <a:pt x="73888" y="68859"/>
                  </a:lnTo>
                  <a:lnTo>
                    <a:pt x="74574" y="68605"/>
                  </a:lnTo>
                  <a:lnTo>
                    <a:pt x="75234" y="68859"/>
                  </a:lnTo>
                  <a:lnTo>
                    <a:pt x="75526" y="69113"/>
                  </a:lnTo>
                  <a:lnTo>
                    <a:pt x="76174" y="69367"/>
                  </a:lnTo>
                  <a:lnTo>
                    <a:pt x="76276" y="68605"/>
                  </a:lnTo>
                  <a:lnTo>
                    <a:pt x="76695" y="68224"/>
                  </a:lnTo>
                  <a:lnTo>
                    <a:pt x="76809" y="68351"/>
                  </a:lnTo>
                  <a:lnTo>
                    <a:pt x="77038" y="68605"/>
                  </a:lnTo>
                  <a:lnTo>
                    <a:pt x="77139" y="69113"/>
                  </a:lnTo>
                  <a:lnTo>
                    <a:pt x="78244" y="69367"/>
                  </a:lnTo>
                  <a:lnTo>
                    <a:pt x="78930" y="69113"/>
                  </a:lnTo>
                  <a:lnTo>
                    <a:pt x="79590" y="68605"/>
                  </a:lnTo>
                  <a:lnTo>
                    <a:pt x="80035" y="68224"/>
                  </a:lnTo>
                  <a:lnTo>
                    <a:pt x="80657" y="67983"/>
                  </a:lnTo>
                  <a:lnTo>
                    <a:pt x="80772" y="68986"/>
                  </a:lnTo>
                  <a:lnTo>
                    <a:pt x="80784" y="69113"/>
                  </a:lnTo>
                  <a:lnTo>
                    <a:pt x="81445" y="68859"/>
                  </a:lnTo>
                  <a:lnTo>
                    <a:pt x="82664" y="68224"/>
                  </a:lnTo>
                  <a:lnTo>
                    <a:pt x="83439" y="68605"/>
                  </a:lnTo>
                  <a:lnTo>
                    <a:pt x="83883" y="68859"/>
                  </a:lnTo>
                  <a:lnTo>
                    <a:pt x="85267" y="68859"/>
                  </a:lnTo>
                  <a:lnTo>
                    <a:pt x="86042" y="68351"/>
                  </a:lnTo>
                  <a:lnTo>
                    <a:pt x="86423" y="68224"/>
                  </a:lnTo>
                  <a:lnTo>
                    <a:pt x="87020" y="68605"/>
                  </a:lnTo>
                  <a:lnTo>
                    <a:pt x="87833" y="68859"/>
                  </a:lnTo>
                  <a:lnTo>
                    <a:pt x="87947" y="67589"/>
                  </a:lnTo>
                  <a:lnTo>
                    <a:pt x="88188" y="67335"/>
                  </a:lnTo>
                  <a:lnTo>
                    <a:pt x="88430" y="67208"/>
                  </a:lnTo>
                  <a:lnTo>
                    <a:pt x="88430" y="67081"/>
                  </a:lnTo>
                  <a:lnTo>
                    <a:pt x="88544" y="67716"/>
                  </a:lnTo>
                  <a:lnTo>
                    <a:pt x="88671" y="67843"/>
                  </a:lnTo>
                  <a:lnTo>
                    <a:pt x="89141" y="68351"/>
                  </a:lnTo>
                  <a:lnTo>
                    <a:pt x="90106" y="68986"/>
                  </a:lnTo>
                  <a:lnTo>
                    <a:pt x="90868" y="68986"/>
                  </a:lnTo>
                  <a:lnTo>
                    <a:pt x="91465" y="68605"/>
                  </a:lnTo>
                  <a:lnTo>
                    <a:pt x="91694" y="68351"/>
                  </a:lnTo>
                  <a:lnTo>
                    <a:pt x="91808" y="68224"/>
                  </a:lnTo>
                  <a:lnTo>
                    <a:pt x="91922" y="68097"/>
                  </a:lnTo>
                  <a:lnTo>
                    <a:pt x="92189" y="68097"/>
                  </a:lnTo>
                  <a:lnTo>
                    <a:pt x="92303" y="68224"/>
                  </a:lnTo>
                  <a:lnTo>
                    <a:pt x="92417" y="68351"/>
                  </a:lnTo>
                  <a:lnTo>
                    <a:pt x="92646" y="68605"/>
                  </a:lnTo>
                  <a:lnTo>
                    <a:pt x="93027" y="68859"/>
                  </a:lnTo>
                  <a:lnTo>
                    <a:pt x="93446" y="68859"/>
                  </a:lnTo>
                  <a:lnTo>
                    <a:pt x="93484" y="68732"/>
                  </a:lnTo>
                  <a:lnTo>
                    <a:pt x="93599" y="68351"/>
                  </a:lnTo>
                  <a:lnTo>
                    <a:pt x="93687" y="68097"/>
                  </a:lnTo>
                  <a:lnTo>
                    <a:pt x="93802" y="67716"/>
                  </a:lnTo>
                  <a:lnTo>
                    <a:pt x="94526" y="68224"/>
                  </a:lnTo>
                  <a:lnTo>
                    <a:pt x="94640" y="68351"/>
                  </a:lnTo>
                  <a:lnTo>
                    <a:pt x="95097" y="68859"/>
                  </a:lnTo>
                  <a:lnTo>
                    <a:pt x="95567" y="68732"/>
                  </a:lnTo>
                  <a:lnTo>
                    <a:pt x="96469" y="68732"/>
                  </a:lnTo>
                  <a:lnTo>
                    <a:pt x="97028" y="68224"/>
                  </a:lnTo>
                  <a:lnTo>
                    <a:pt x="97167" y="68097"/>
                  </a:lnTo>
                  <a:lnTo>
                    <a:pt x="97218" y="67843"/>
                  </a:lnTo>
                  <a:lnTo>
                    <a:pt x="97320" y="67208"/>
                  </a:lnTo>
                  <a:lnTo>
                    <a:pt x="99479" y="67208"/>
                  </a:lnTo>
                  <a:lnTo>
                    <a:pt x="99529" y="67335"/>
                  </a:lnTo>
                  <a:lnTo>
                    <a:pt x="99644" y="67589"/>
                  </a:lnTo>
                  <a:lnTo>
                    <a:pt x="99758" y="67843"/>
                  </a:lnTo>
                  <a:lnTo>
                    <a:pt x="99872" y="68097"/>
                  </a:lnTo>
                  <a:lnTo>
                    <a:pt x="99987" y="68351"/>
                  </a:lnTo>
                  <a:lnTo>
                    <a:pt x="100545" y="68859"/>
                  </a:lnTo>
                  <a:lnTo>
                    <a:pt x="101333" y="68732"/>
                  </a:lnTo>
                  <a:lnTo>
                    <a:pt x="101892" y="68351"/>
                  </a:lnTo>
                  <a:lnTo>
                    <a:pt x="102844" y="67843"/>
                  </a:lnTo>
                  <a:lnTo>
                    <a:pt x="103085" y="67716"/>
                  </a:lnTo>
                  <a:lnTo>
                    <a:pt x="103035" y="67843"/>
                  </a:lnTo>
                  <a:lnTo>
                    <a:pt x="102946" y="68097"/>
                  </a:lnTo>
                  <a:lnTo>
                    <a:pt x="102857" y="68351"/>
                  </a:lnTo>
                  <a:lnTo>
                    <a:pt x="102768" y="68605"/>
                  </a:lnTo>
                  <a:lnTo>
                    <a:pt x="103327" y="68859"/>
                  </a:lnTo>
                  <a:lnTo>
                    <a:pt x="104571" y="67716"/>
                  </a:lnTo>
                  <a:lnTo>
                    <a:pt x="104711" y="67589"/>
                  </a:lnTo>
                  <a:lnTo>
                    <a:pt x="105105" y="67843"/>
                  </a:lnTo>
                  <a:lnTo>
                    <a:pt x="105562" y="68097"/>
                  </a:lnTo>
                  <a:lnTo>
                    <a:pt x="106095" y="68351"/>
                  </a:lnTo>
                  <a:lnTo>
                    <a:pt x="107061" y="68605"/>
                  </a:lnTo>
                  <a:lnTo>
                    <a:pt x="107619" y="68224"/>
                  </a:lnTo>
                  <a:lnTo>
                    <a:pt x="108254" y="67843"/>
                  </a:lnTo>
                  <a:lnTo>
                    <a:pt x="108470" y="67716"/>
                  </a:lnTo>
                  <a:lnTo>
                    <a:pt x="109105" y="67843"/>
                  </a:lnTo>
                  <a:lnTo>
                    <a:pt x="110782" y="67843"/>
                  </a:lnTo>
                  <a:lnTo>
                    <a:pt x="110883" y="67716"/>
                  </a:lnTo>
                  <a:lnTo>
                    <a:pt x="110985" y="67589"/>
                  </a:lnTo>
                  <a:lnTo>
                    <a:pt x="111201" y="67335"/>
                  </a:lnTo>
                  <a:lnTo>
                    <a:pt x="111607" y="67843"/>
                  </a:lnTo>
                  <a:lnTo>
                    <a:pt x="112318" y="68224"/>
                  </a:lnTo>
                  <a:lnTo>
                    <a:pt x="112877" y="68097"/>
                  </a:lnTo>
                  <a:lnTo>
                    <a:pt x="113893" y="67716"/>
                  </a:lnTo>
                  <a:lnTo>
                    <a:pt x="113982" y="67589"/>
                  </a:lnTo>
                  <a:lnTo>
                    <a:pt x="114173" y="67335"/>
                  </a:lnTo>
                  <a:lnTo>
                    <a:pt x="114261" y="66700"/>
                  </a:lnTo>
                  <a:lnTo>
                    <a:pt x="114947" y="66700"/>
                  </a:lnTo>
                  <a:lnTo>
                    <a:pt x="115074" y="66827"/>
                  </a:lnTo>
                  <a:lnTo>
                    <a:pt x="115201" y="66954"/>
                  </a:lnTo>
                  <a:lnTo>
                    <a:pt x="115316" y="67081"/>
                  </a:lnTo>
                  <a:lnTo>
                    <a:pt x="115443" y="67208"/>
                  </a:lnTo>
                  <a:lnTo>
                    <a:pt x="115557" y="67335"/>
                  </a:lnTo>
                  <a:lnTo>
                    <a:pt x="115811" y="67589"/>
                  </a:lnTo>
                  <a:lnTo>
                    <a:pt x="116344" y="67335"/>
                  </a:lnTo>
                  <a:lnTo>
                    <a:pt x="116446" y="66827"/>
                  </a:lnTo>
                  <a:lnTo>
                    <a:pt x="116560" y="66700"/>
                  </a:lnTo>
                  <a:lnTo>
                    <a:pt x="116674" y="66573"/>
                  </a:lnTo>
                  <a:lnTo>
                    <a:pt x="116789" y="66700"/>
                  </a:lnTo>
                  <a:lnTo>
                    <a:pt x="116903" y="66827"/>
                  </a:lnTo>
                  <a:lnTo>
                    <a:pt x="116992" y="67081"/>
                  </a:lnTo>
                  <a:lnTo>
                    <a:pt x="117119" y="67589"/>
                  </a:lnTo>
                  <a:lnTo>
                    <a:pt x="117182" y="68097"/>
                  </a:lnTo>
                  <a:lnTo>
                    <a:pt x="118110" y="68097"/>
                  </a:lnTo>
                  <a:lnTo>
                    <a:pt x="118681" y="68224"/>
                  </a:lnTo>
                  <a:lnTo>
                    <a:pt x="118783" y="68097"/>
                  </a:lnTo>
                  <a:lnTo>
                    <a:pt x="119240" y="67589"/>
                  </a:lnTo>
                  <a:lnTo>
                    <a:pt x="119329" y="67335"/>
                  </a:lnTo>
                  <a:lnTo>
                    <a:pt x="119418" y="67081"/>
                  </a:lnTo>
                  <a:lnTo>
                    <a:pt x="119507" y="66827"/>
                  </a:lnTo>
                  <a:lnTo>
                    <a:pt x="119989" y="66700"/>
                  </a:lnTo>
                  <a:lnTo>
                    <a:pt x="122072" y="66700"/>
                  </a:lnTo>
                  <a:lnTo>
                    <a:pt x="122669" y="66192"/>
                  </a:lnTo>
                  <a:lnTo>
                    <a:pt x="122669" y="67208"/>
                  </a:lnTo>
                  <a:lnTo>
                    <a:pt x="123329" y="67843"/>
                  </a:lnTo>
                  <a:lnTo>
                    <a:pt x="124142" y="68224"/>
                  </a:lnTo>
                  <a:lnTo>
                    <a:pt x="124891" y="67716"/>
                  </a:lnTo>
                  <a:lnTo>
                    <a:pt x="125450" y="67589"/>
                  </a:lnTo>
                  <a:lnTo>
                    <a:pt x="125514" y="67335"/>
                  </a:lnTo>
                  <a:lnTo>
                    <a:pt x="125628" y="67081"/>
                  </a:lnTo>
                  <a:lnTo>
                    <a:pt x="125704" y="66954"/>
                  </a:lnTo>
                  <a:lnTo>
                    <a:pt x="125780" y="66827"/>
                  </a:lnTo>
                  <a:lnTo>
                    <a:pt x="125869" y="66700"/>
                  </a:lnTo>
                  <a:lnTo>
                    <a:pt x="126555" y="66446"/>
                  </a:lnTo>
                  <a:lnTo>
                    <a:pt x="129247" y="66954"/>
                  </a:lnTo>
                  <a:lnTo>
                    <a:pt x="129273" y="67335"/>
                  </a:lnTo>
                  <a:lnTo>
                    <a:pt x="129628" y="67716"/>
                  </a:lnTo>
                  <a:lnTo>
                    <a:pt x="130556" y="67843"/>
                  </a:lnTo>
                  <a:lnTo>
                    <a:pt x="130632" y="67716"/>
                  </a:lnTo>
                  <a:lnTo>
                    <a:pt x="130721" y="67589"/>
                  </a:lnTo>
                  <a:lnTo>
                    <a:pt x="130975" y="67208"/>
                  </a:lnTo>
                  <a:lnTo>
                    <a:pt x="131076" y="67081"/>
                  </a:lnTo>
                  <a:lnTo>
                    <a:pt x="131178" y="66954"/>
                  </a:lnTo>
                  <a:lnTo>
                    <a:pt x="131267" y="66827"/>
                  </a:lnTo>
                  <a:lnTo>
                    <a:pt x="131368" y="66700"/>
                  </a:lnTo>
                  <a:lnTo>
                    <a:pt x="131483" y="66573"/>
                  </a:lnTo>
                  <a:lnTo>
                    <a:pt x="131711" y="66319"/>
                  </a:lnTo>
                  <a:lnTo>
                    <a:pt x="132321" y="66065"/>
                  </a:lnTo>
                  <a:lnTo>
                    <a:pt x="133096" y="65557"/>
                  </a:lnTo>
                  <a:lnTo>
                    <a:pt x="133565" y="65811"/>
                  </a:lnTo>
                  <a:lnTo>
                    <a:pt x="133870" y="66065"/>
                  </a:lnTo>
                  <a:lnTo>
                    <a:pt x="133946" y="66192"/>
                  </a:lnTo>
                  <a:lnTo>
                    <a:pt x="134010" y="66319"/>
                  </a:lnTo>
                  <a:lnTo>
                    <a:pt x="134137" y="66573"/>
                  </a:lnTo>
                  <a:lnTo>
                    <a:pt x="134505" y="66700"/>
                  </a:lnTo>
                  <a:lnTo>
                    <a:pt x="134594" y="66319"/>
                  </a:lnTo>
                  <a:lnTo>
                    <a:pt x="135001" y="66827"/>
                  </a:lnTo>
                  <a:lnTo>
                    <a:pt x="135445" y="67208"/>
                  </a:lnTo>
                  <a:lnTo>
                    <a:pt x="136563" y="67208"/>
                  </a:lnTo>
                  <a:lnTo>
                    <a:pt x="136664" y="67081"/>
                  </a:lnTo>
                  <a:lnTo>
                    <a:pt x="136753" y="66954"/>
                  </a:lnTo>
                  <a:lnTo>
                    <a:pt x="136855" y="66827"/>
                  </a:lnTo>
                  <a:lnTo>
                    <a:pt x="137134" y="66573"/>
                  </a:lnTo>
                  <a:lnTo>
                    <a:pt x="136245" y="66573"/>
                  </a:lnTo>
                  <a:lnTo>
                    <a:pt x="137134" y="66573"/>
                  </a:lnTo>
                  <a:lnTo>
                    <a:pt x="137541" y="66192"/>
                  </a:lnTo>
                  <a:lnTo>
                    <a:pt x="137820" y="66319"/>
                  </a:lnTo>
                  <a:lnTo>
                    <a:pt x="138391" y="66319"/>
                  </a:lnTo>
                  <a:lnTo>
                    <a:pt x="138671" y="66192"/>
                  </a:lnTo>
                  <a:lnTo>
                    <a:pt x="139369" y="65557"/>
                  </a:lnTo>
                  <a:lnTo>
                    <a:pt x="139788" y="65811"/>
                  </a:lnTo>
                  <a:lnTo>
                    <a:pt x="140525" y="65811"/>
                  </a:lnTo>
                  <a:lnTo>
                    <a:pt x="141211" y="65557"/>
                  </a:lnTo>
                  <a:lnTo>
                    <a:pt x="141554" y="65430"/>
                  </a:lnTo>
                  <a:lnTo>
                    <a:pt x="141516" y="66192"/>
                  </a:lnTo>
                  <a:lnTo>
                    <a:pt x="141719" y="66319"/>
                  </a:lnTo>
                  <a:lnTo>
                    <a:pt x="142773" y="66827"/>
                  </a:lnTo>
                  <a:lnTo>
                    <a:pt x="144030" y="66192"/>
                  </a:lnTo>
                  <a:lnTo>
                    <a:pt x="144106" y="66065"/>
                  </a:lnTo>
                  <a:lnTo>
                    <a:pt x="144183" y="65938"/>
                  </a:lnTo>
                  <a:lnTo>
                    <a:pt x="144272" y="65811"/>
                  </a:lnTo>
                  <a:lnTo>
                    <a:pt x="144589" y="65303"/>
                  </a:lnTo>
                  <a:lnTo>
                    <a:pt x="144970" y="65303"/>
                  </a:lnTo>
                  <a:lnTo>
                    <a:pt x="144868" y="68097"/>
                  </a:lnTo>
                  <a:lnTo>
                    <a:pt x="145605" y="68097"/>
                  </a:lnTo>
                  <a:lnTo>
                    <a:pt x="145719" y="65938"/>
                  </a:lnTo>
                  <a:lnTo>
                    <a:pt x="146227" y="66065"/>
                  </a:lnTo>
                  <a:lnTo>
                    <a:pt x="146240" y="67081"/>
                  </a:lnTo>
                  <a:lnTo>
                    <a:pt x="147104" y="67081"/>
                  </a:lnTo>
                  <a:lnTo>
                    <a:pt x="147116" y="65938"/>
                  </a:lnTo>
                  <a:lnTo>
                    <a:pt x="147129" y="65303"/>
                  </a:lnTo>
                  <a:lnTo>
                    <a:pt x="147027" y="64541"/>
                  </a:lnTo>
                  <a:lnTo>
                    <a:pt x="146824" y="64287"/>
                  </a:lnTo>
                  <a:lnTo>
                    <a:pt x="146405" y="64033"/>
                  </a:lnTo>
                  <a:lnTo>
                    <a:pt x="146469" y="63779"/>
                  </a:lnTo>
                  <a:lnTo>
                    <a:pt x="143446" y="63779"/>
                  </a:lnTo>
                  <a:lnTo>
                    <a:pt x="143535" y="64033"/>
                  </a:lnTo>
                  <a:lnTo>
                    <a:pt x="143624" y="64287"/>
                  </a:lnTo>
                  <a:lnTo>
                    <a:pt x="143789" y="64541"/>
                  </a:lnTo>
                  <a:lnTo>
                    <a:pt x="143713" y="64922"/>
                  </a:lnTo>
                  <a:lnTo>
                    <a:pt x="143624" y="65049"/>
                  </a:lnTo>
                  <a:lnTo>
                    <a:pt x="143510" y="65303"/>
                  </a:lnTo>
                  <a:lnTo>
                    <a:pt x="143395" y="65557"/>
                  </a:lnTo>
                  <a:lnTo>
                    <a:pt x="143281" y="65811"/>
                  </a:lnTo>
                  <a:lnTo>
                    <a:pt x="143154" y="65938"/>
                  </a:lnTo>
                  <a:lnTo>
                    <a:pt x="143027" y="66065"/>
                  </a:lnTo>
                  <a:lnTo>
                    <a:pt x="142900" y="66192"/>
                  </a:lnTo>
                  <a:lnTo>
                    <a:pt x="142201" y="65557"/>
                  </a:lnTo>
                  <a:lnTo>
                    <a:pt x="142201" y="65430"/>
                  </a:lnTo>
                  <a:lnTo>
                    <a:pt x="142201" y="63779"/>
                  </a:lnTo>
                  <a:lnTo>
                    <a:pt x="136893" y="63779"/>
                  </a:lnTo>
                  <a:lnTo>
                    <a:pt x="136804" y="63906"/>
                  </a:lnTo>
                  <a:lnTo>
                    <a:pt x="136728" y="64033"/>
                  </a:lnTo>
                  <a:lnTo>
                    <a:pt x="136563" y="64287"/>
                  </a:lnTo>
                  <a:lnTo>
                    <a:pt x="136753" y="64541"/>
                  </a:lnTo>
                  <a:lnTo>
                    <a:pt x="136677" y="66065"/>
                  </a:lnTo>
                  <a:lnTo>
                    <a:pt x="136563" y="66192"/>
                  </a:lnTo>
                  <a:lnTo>
                    <a:pt x="136461" y="66319"/>
                  </a:lnTo>
                  <a:lnTo>
                    <a:pt x="135445" y="66319"/>
                  </a:lnTo>
                  <a:lnTo>
                    <a:pt x="135572" y="64287"/>
                  </a:lnTo>
                  <a:lnTo>
                    <a:pt x="135115" y="63779"/>
                  </a:lnTo>
                  <a:lnTo>
                    <a:pt x="136893" y="63779"/>
                  </a:lnTo>
                  <a:lnTo>
                    <a:pt x="137045" y="63525"/>
                  </a:lnTo>
                  <a:lnTo>
                    <a:pt x="134937" y="63525"/>
                  </a:lnTo>
                  <a:lnTo>
                    <a:pt x="134848" y="63398"/>
                  </a:lnTo>
                  <a:lnTo>
                    <a:pt x="134759" y="62763"/>
                  </a:lnTo>
                  <a:lnTo>
                    <a:pt x="134683" y="62636"/>
                  </a:lnTo>
                  <a:lnTo>
                    <a:pt x="134594" y="62509"/>
                  </a:lnTo>
                  <a:lnTo>
                    <a:pt x="134505" y="62001"/>
                  </a:lnTo>
                  <a:lnTo>
                    <a:pt x="130911" y="62001"/>
                  </a:lnTo>
                  <a:lnTo>
                    <a:pt x="130949" y="63144"/>
                  </a:lnTo>
                  <a:lnTo>
                    <a:pt x="130517" y="63779"/>
                  </a:lnTo>
                  <a:lnTo>
                    <a:pt x="130492" y="65049"/>
                  </a:lnTo>
                  <a:lnTo>
                    <a:pt x="130937" y="65557"/>
                  </a:lnTo>
                  <a:lnTo>
                    <a:pt x="131216" y="65557"/>
                  </a:lnTo>
                  <a:lnTo>
                    <a:pt x="131152" y="66192"/>
                  </a:lnTo>
                  <a:lnTo>
                    <a:pt x="131076" y="66319"/>
                  </a:lnTo>
                  <a:lnTo>
                    <a:pt x="130873" y="66700"/>
                  </a:lnTo>
                  <a:lnTo>
                    <a:pt x="130111" y="67208"/>
                  </a:lnTo>
                  <a:lnTo>
                    <a:pt x="130022" y="67081"/>
                  </a:lnTo>
                  <a:lnTo>
                    <a:pt x="129933" y="66954"/>
                  </a:lnTo>
                  <a:lnTo>
                    <a:pt x="129844" y="66827"/>
                  </a:lnTo>
                  <a:lnTo>
                    <a:pt x="129743" y="66319"/>
                  </a:lnTo>
                  <a:lnTo>
                    <a:pt x="129654" y="65303"/>
                  </a:lnTo>
                  <a:lnTo>
                    <a:pt x="129552" y="65049"/>
                  </a:lnTo>
                  <a:lnTo>
                    <a:pt x="129463" y="64795"/>
                  </a:lnTo>
                  <a:lnTo>
                    <a:pt x="129374" y="64541"/>
                  </a:lnTo>
                  <a:lnTo>
                    <a:pt x="129273" y="64287"/>
                  </a:lnTo>
                  <a:lnTo>
                    <a:pt x="128917" y="63779"/>
                  </a:lnTo>
                  <a:lnTo>
                    <a:pt x="128587" y="63144"/>
                  </a:lnTo>
                  <a:lnTo>
                    <a:pt x="128701" y="62382"/>
                  </a:lnTo>
                  <a:lnTo>
                    <a:pt x="128917" y="62128"/>
                  </a:lnTo>
                  <a:lnTo>
                    <a:pt x="128892" y="62001"/>
                  </a:lnTo>
                  <a:lnTo>
                    <a:pt x="125628" y="62001"/>
                  </a:lnTo>
                  <a:lnTo>
                    <a:pt x="125704" y="62128"/>
                  </a:lnTo>
                  <a:lnTo>
                    <a:pt x="125869" y="62382"/>
                  </a:lnTo>
                  <a:lnTo>
                    <a:pt x="125780" y="62509"/>
                  </a:lnTo>
                  <a:lnTo>
                    <a:pt x="125704" y="62636"/>
                  </a:lnTo>
                  <a:lnTo>
                    <a:pt x="125628" y="62763"/>
                  </a:lnTo>
                  <a:lnTo>
                    <a:pt x="125539" y="63779"/>
                  </a:lnTo>
                  <a:lnTo>
                    <a:pt x="124891" y="64287"/>
                  </a:lnTo>
                  <a:lnTo>
                    <a:pt x="124472" y="64541"/>
                  </a:lnTo>
                  <a:lnTo>
                    <a:pt x="124383" y="65049"/>
                  </a:lnTo>
                  <a:lnTo>
                    <a:pt x="125069" y="65557"/>
                  </a:lnTo>
                  <a:lnTo>
                    <a:pt x="125107" y="66827"/>
                  </a:lnTo>
                  <a:lnTo>
                    <a:pt x="124472" y="67335"/>
                  </a:lnTo>
                  <a:lnTo>
                    <a:pt x="123723" y="67335"/>
                  </a:lnTo>
                  <a:lnTo>
                    <a:pt x="123621" y="67208"/>
                  </a:lnTo>
                  <a:lnTo>
                    <a:pt x="123520" y="67081"/>
                  </a:lnTo>
                  <a:lnTo>
                    <a:pt x="123431" y="66954"/>
                  </a:lnTo>
                  <a:lnTo>
                    <a:pt x="123329" y="66192"/>
                  </a:lnTo>
                  <a:lnTo>
                    <a:pt x="123329" y="65811"/>
                  </a:lnTo>
                  <a:lnTo>
                    <a:pt x="123520" y="65557"/>
                  </a:lnTo>
                  <a:lnTo>
                    <a:pt x="123494" y="64795"/>
                  </a:lnTo>
                  <a:lnTo>
                    <a:pt x="123380" y="64541"/>
                  </a:lnTo>
                  <a:lnTo>
                    <a:pt x="123266" y="64287"/>
                  </a:lnTo>
                  <a:lnTo>
                    <a:pt x="123126" y="64287"/>
                  </a:lnTo>
                  <a:lnTo>
                    <a:pt x="122732" y="64033"/>
                  </a:lnTo>
                  <a:lnTo>
                    <a:pt x="122618" y="63906"/>
                  </a:lnTo>
                  <a:lnTo>
                    <a:pt x="122491" y="63779"/>
                  </a:lnTo>
                  <a:lnTo>
                    <a:pt x="122250" y="63525"/>
                  </a:lnTo>
                  <a:lnTo>
                    <a:pt x="122326" y="62382"/>
                  </a:lnTo>
                  <a:lnTo>
                    <a:pt x="123291" y="60782"/>
                  </a:lnTo>
                  <a:lnTo>
                    <a:pt x="125450" y="60756"/>
                  </a:lnTo>
                  <a:lnTo>
                    <a:pt x="125539" y="61747"/>
                  </a:lnTo>
                  <a:lnTo>
                    <a:pt x="128841" y="61747"/>
                  </a:lnTo>
                  <a:lnTo>
                    <a:pt x="128866" y="61239"/>
                  </a:lnTo>
                  <a:lnTo>
                    <a:pt x="129273" y="60731"/>
                  </a:lnTo>
                  <a:lnTo>
                    <a:pt x="127025" y="60731"/>
                  </a:lnTo>
                  <a:lnTo>
                    <a:pt x="136982" y="60617"/>
                  </a:lnTo>
                  <a:lnTo>
                    <a:pt x="137109" y="60985"/>
                  </a:lnTo>
                  <a:lnTo>
                    <a:pt x="137172" y="61747"/>
                  </a:lnTo>
                  <a:lnTo>
                    <a:pt x="141325" y="61747"/>
                  </a:lnTo>
                  <a:lnTo>
                    <a:pt x="141376" y="61620"/>
                  </a:lnTo>
                  <a:lnTo>
                    <a:pt x="141490" y="61366"/>
                  </a:lnTo>
                  <a:lnTo>
                    <a:pt x="141554" y="61239"/>
                  </a:lnTo>
                  <a:lnTo>
                    <a:pt x="140893" y="60985"/>
                  </a:lnTo>
                  <a:lnTo>
                    <a:pt x="140779" y="60731"/>
                  </a:lnTo>
                  <a:lnTo>
                    <a:pt x="140703" y="60566"/>
                  </a:lnTo>
                  <a:lnTo>
                    <a:pt x="144957" y="60515"/>
                  </a:lnTo>
                  <a:lnTo>
                    <a:pt x="144868" y="61747"/>
                  </a:lnTo>
                  <a:lnTo>
                    <a:pt x="141325" y="61747"/>
                  </a:lnTo>
                  <a:lnTo>
                    <a:pt x="141211" y="62001"/>
                  </a:lnTo>
                  <a:lnTo>
                    <a:pt x="144729" y="62001"/>
                  </a:lnTo>
                  <a:lnTo>
                    <a:pt x="144856" y="61887"/>
                  </a:lnTo>
                  <a:lnTo>
                    <a:pt x="144729" y="62001"/>
                  </a:lnTo>
                  <a:lnTo>
                    <a:pt x="144030" y="62636"/>
                  </a:lnTo>
                  <a:lnTo>
                    <a:pt x="143916" y="62763"/>
                  </a:lnTo>
                  <a:lnTo>
                    <a:pt x="143395" y="63398"/>
                  </a:lnTo>
                  <a:lnTo>
                    <a:pt x="143395" y="63525"/>
                  </a:lnTo>
                  <a:lnTo>
                    <a:pt x="146519" y="63525"/>
                  </a:lnTo>
                  <a:lnTo>
                    <a:pt x="146405" y="62382"/>
                  </a:lnTo>
                  <a:lnTo>
                    <a:pt x="147218" y="62128"/>
                  </a:lnTo>
                  <a:lnTo>
                    <a:pt x="150749" y="62128"/>
                  </a:lnTo>
                  <a:lnTo>
                    <a:pt x="153454" y="62636"/>
                  </a:lnTo>
                  <a:lnTo>
                    <a:pt x="154101" y="62128"/>
                  </a:lnTo>
                  <a:lnTo>
                    <a:pt x="154584" y="61747"/>
                  </a:lnTo>
                  <a:lnTo>
                    <a:pt x="155613" y="60731"/>
                  </a:lnTo>
                  <a:lnTo>
                    <a:pt x="156070" y="59804"/>
                  </a:lnTo>
                  <a:lnTo>
                    <a:pt x="193116" y="60286"/>
                  </a:lnTo>
                  <a:lnTo>
                    <a:pt x="192989" y="64782"/>
                  </a:lnTo>
                  <a:lnTo>
                    <a:pt x="194056" y="65354"/>
                  </a:lnTo>
                  <a:lnTo>
                    <a:pt x="194056" y="60058"/>
                  </a:lnTo>
                  <a:lnTo>
                    <a:pt x="209346" y="63906"/>
                  </a:lnTo>
                  <a:lnTo>
                    <a:pt x="209346" y="62496"/>
                  </a:lnTo>
                  <a:close/>
                </a:path>
                <a:path w="232409" h="104775">
                  <a:moveTo>
                    <a:pt x="210019" y="89674"/>
                  </a:moveTo>
                  <a:lnTo>
                    <a:pt x="208724" y="88620"/>
                  </a:lnTo>
                  <a:lnTo>
                    <a:pt x="197967" y="88620"/>
                  </a:lnTo>
                  <a:lnTo>
                    <a:pt x="197967" y="82943"/>
                  </a:lnTo>
                  <a:lnTo>
                    <a:pt x="196367" y="81076"/>
                  </a:lnTo>
                  <a:lnTo>
                    <a:pt x="195021" y="82943"/>
                  </a:lnTo>
                  <a:lnTo>
                    <a:pt x="195021" y="88620"/>
                  </a:lnTo>
                  <a:lnTo>
                    <a:pt x="193103" y="88620"/>
                  </a:lnTo>
                  <a:lnTo>
                    <a:pt x="193154" y="83769"/>
                  </a:lnTo>
                  <a:lnTo>
                    <a:pt x="193319" y="83769"/>
                  </a:lnTo>
                  <a:lnTo>
                    <a:pt x="193319" y="81407"/>
                  </a:lnTo>
                  <a:lnTo>
                    <a:pt x="193179" y="81407"/>
                  </a:lnTo>
                  <a:lnTo>
                    <a:pt x="193192" y="79121"/>
                  </a:lnTo>
                  <a:lnTo>
                    <a:pt x="193852" y="79121"/>
                  </a:lnTo>
                  <a:lnTo>
                    <a:pt x="193852" y="77470"/>
                  </a:lnTo>
                  <a:lnTo>
                    <a:pt x="192608" y="77470"/>
                  </a:lnTo>
                  <a:lnTo>
                    <a:pt x="192608" y="79121"/>
                  </a:lnTo>
                  <a:lnTo>
                    <a:pt x="192557" y="81407"/>
                  </a:lnTo>
                  <a:lnTo>
                    <a:pt x="148793" y="81407"/>
                  </a:lnTo>
                  <a:lnTo>
                    <a:pt x="148793" y="79121"/>
                  </a:lnTo>
                  <a:lnTo>
                    <a:pt x="192608" y="79121"/>
                  </a:lnTo>
                  <a:lnTo>
                    <a:pt x="192608" y="77470"/>
                  </a:lnTo>
                  <a:lnTo>
                    <a:pt x="148793" y="77470"/>
                  </a:lnTo>
                  <a:lnTo>
                    <a:pt x="146951" y="77470"/>
                  </a:lnTo>
                  <a:lnTo>
                    <a:pt x="146951" y="79121"/>
                  </a:lnTo>
                  <a:lnTo>
                    <a:pt x="146951" y="81407"/>
                  </a:lnTo>
                  <a:lnTo>
                    <a:pt x="146418" y="81407"/>
                  </a:lnTo>
                  <a:lnTo>
                    <a:pt x="146418" y="83769"/>
                  </a:lnTo>
                  <a:lnTo>
                    <a:pt x="192506" y="83769"/>
                  </a:lnTo>
                  <a:lnTo>
                    <a:pt x="192125" y="100660"/>
                  </a:lnTo>
                  <a:lnTo>
                    <a:pt x="193014" y="100660"/>
                  </a:lnTo>
                  <a:lnTo>
                    <a:pt x="193103" y="89674"/>
                  </a:lnTo>
                  <a:lnTo>
                    <a:pt x="210019" y="89674"/>
                  </a:lnTo>
                  <a:close/>
                </a:path>
                <a:path w="232409" h="104775">
                  <a:moveTo>
                    <a:pt x="212064" y="83185"/>
                  </a:moveTo>
                  <a:lnTo>
                    <a:pt x="211810" y="74650"/>
                  </a:lnTo>
                  <a:lnTo>
                    <a:pt x="208521" y="74650"/>
                  </a:lnTo>
                  <a:lnTo>
                    <a:pt x="208927" y="83185"/>
                  </a:lnTo>
                  <a:lnTo>
                    <a:pt x="212064" y="83185"/>
                  </a:lnTo>
                  <a:close/>
                </a:path>
                <a:path w="232409" h="104775">
                  <a:moveTo>
                    <a:pt x="212432" y="100876"/>
                  </a:moveTo>
                  <a:lnTo>
                    <a:pt x="212191" y="92303"/>
                  </a:lnTo>
                  <a:lnTo>
                    <a:pt x="208940" y="92303"/>
                  </a:lnTo>
                  <a:lnTo>
                    <a:pt x="209207" y="100876"/>
                  </a:lnTo>
                  <a:lnTo>
                    <a:pt x="212432" y="100876"/>
                  </a:lnTo>
                  <a:close/>
                </a:path>
                <a:path w="232409" h="104775">
                  <a:moveTo>
                    <a:pt x="220014" y="83299"/>
                  </a:moveTo>
                  <a:lnTo>
                    <a:pt x="219862" y="74891"/>
                  </a:lnTo>
                  <a:lnTo>
                    <a:pt x="217385" y="72948"/>
                  </a:lnTo>
                  <a:lnTo>
                    <a:pt x="215417" y="74891"/>
                  </a:lnTo>
                  <a:lnTo>
                    <a:pt x="215912" y="83299"/>
                  </a:lnTo>
                  <a:lnTo>
                    <a:pt x="220014" y="83299"/>
                  </a:lnTo>
                  <a:close/>
                </a:path>
                <a:path w="232409" h="104775">
                  <a:moveTo>
                    <a:pt x="220687" y="101104"/>
                  </a:moveTo>
                  <a:lnTo>
                    <a:pt x="220306" y="92570"/>
                  </a:lnTo>
                  <a:lnTo>
                    <a:pt x="217741" y="90792"/>
                  </a:lnTo>
                  <a:lnTo>
                    <a:pt x="215925" y="92570"/>
                  </a:lnTo>
                  <a:lnTo>
                    <a:pt x="216268" y="101104"/>
                  </a:lnTo>
                  <a:lnTo>
                    <a:pt x="220687" y="101104"/>
                  </a:lnTo>
                  <a:close/>
                </a:path>
                <a:path w="232409" h="104775">
                  <a:moveTo>
                    <a:pt x="232346" y="101790"/>
                  </a:moveTo>
                  <a:lnTo>
                    <a:pt x="232194" y="101790"/>
                  </a:lnTo>
                  <a:lnTo>
                    <a:pt x="231470" y="88976"/>
                  </a:lnTo>
                  <a:lnTo>
                    <a:pt x="231000" y="88976"/>
                  </a:lnTo>
                  <a:lnTo>
                    <a:pt x="231698" y="101790"/>
                  </a:lnTo>
                  <a:lnTo>
                    <a:pt x="193319" y="101790"/>
                  </a:lnTo>
                  <a:lnTo>
                    <a:pt x="193319" y="101092"/>
                  </a:lnTo>
                  <a:lnTo>
                    <a:pt x="147637" y="101092"/>
                  </a:lnTo>
                  <a:lnTo>
                    <a:pt x="147637" y="102387"/>
                  </a:lnTo>
                  <a:lnTo>
                    <a:pt x="193319" y="102387"/>
                  </a:lnTo>
                  <a:lnTo>
                    <a:pt x="193319" y="103136"/>
                  </a:lnTo>
                  <a:lnTo>
                    <a:pt x="231775" y="103136"/>
                  </a:lnTo>
                  <a:lnTo>
                    <a:pt x="231838" y="104267"/>
                  </a:lnTo>
                  <a:lnTo>
                    <a:pt x="232346" y="104267"/>
                  </a:lnTo>
                  <a:lnTo>
                    <a:pt x="232270" y="103136"/>
                  </a:lnTo>
                  <a:lnTo>
                    <a:pt x="232346" y="10179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94727" y="1566481"/>
              <a:ext cx="241300" cy="299720"/>
            </a:xfrm>
            <a:custGeom>
              <a:avLst/>
              <a:gdLst/>
              <a:ahLst/>
              <a:cxnLst/>
              <a:rect l="l" t="t" r="r" b="b"/>
              <a:pathLst>
                <a:path w="241300" h="299719">
                  <a:moveTo>
                    <a:pt x="17106" y="192709"/>
                  </a:moveTo>
                  <a:lnTo>
                    <a:pt x="17043" y="192328"/>
                  </a:lnTo>
                  <a:lnTo>
                    <a:pt x="16941" y="191770"/>
                  </a:lnTo>
                  <a:lnTo>
                    <a:pt x="16865" y="191376"/>
                  </a:lnTo>
                  <a:lnTo>
                    <a:pt x="16103" y="191376"/>
                  </a:lnTo>
                  <a:lnTo>
                    <a:pt x="16103" y="192709"/>
                  </a:lnTo>
                  <a:lnTo>
                    <a:pt x="17005" y="192709"/>
                  </a:lnTo>
                  <a:close/>
                </a:path>
                <a:path w="241300" h="299719">
                  <a:moveTo>
                    <a:pt x="20675" y="191770"/>
                  </a:moveTo>
                  <a:lnTo>
                    <a:pt x="20269" y="191770"/>
                  </a:lnTo>
                  <a:lnTo>
                    <a:pt x="19735" y="192709"/>
                  </a:lnTo>
                  <a:lnTo>
                    <a:pt x="20675" y="192709"/>
                  </a:lnTo>
                  <a:lnTo>
                    <a:pt x="20675" y="191770"/>
                  </a:lnTo>
                  <a:close/>
                </a:path>
                <a:path w="241300" h="299719">
                  <a:moveTo>
                    <a:pt x="38087" y="203860"/>
                  </a:moveTo>
                  <a:lnTo>
                    <a:pt x="37757" y="203860"/>
                  </a:lnTo>
                  <a:lnTo>
                    <a:pt x="34632" y="203047"/>
                  </a:lnTo>
                  <a:lnTo>
                    <a:pt x="34290" y="203047"/>
                  </a:lnTo>
                  <a:lnTo>
                    <a:pt x="32016" y="202666"/>
                  </a:lnTo>
                  <a:lnTo>
                    <a:pt x="29222" y="201841"/>
                  </a:lnTo>
                  <a:lnTo>
                    <a:pt x="27127" y="201625"/>
                  </a:lnTo>
                  <a:lnTo>
                    <a:pt x="23850" y="201396"/>
                  </a:lnTo>
                  <a:lnTo>
                    <a:pt x="20993" y="201396"/>
                  </a:lnTo>
                  <a:lnTo>
                    <a:pt x="19329" y="201079"/>
                  </a:lnTo>
                  <a:lnTo>
                    <a:pt x="17513" y="200812"/>
                  </a:lnTo>
                  <a:lnTo>
                    <a:pt x="14719" y="201396"/>
                  </a:lnTo>
                  <a:lnTo>
                    <a:pt x="8864" y="201396"/>
                  </a:lnTo>
                  <a:lnTo>
                    <a:pt x="8737" y="199682"/>
                  </a:lnTo>
                  <a:lnTo>
                    <a:pt x="8331" y="199847"/>
                  </a:lnTo>
                  <a:lnTo>
                    <a:pt x="8051" y="200063"/>
                  </a:lnTo>
                  <a:lnTo>
                    <a:pt x="7937" y="200812"/>
                  </a:lnTo>
                  <a:lnTo>
                    <a:pt x="7734" y="201079"/>
                  </a:lnTo>
                  <a:lnTo>
                    <a:pt x="8051" y="201625"/>
                  </a:lnTo>
                  <a:lnTo>
                    <a:pt x="7480" y="202387"/>
                  </a:lnTo>
                  <a:lnTo>
                    <a:pt x="7162" y="203047"/>
                  </a:lnTo>
                  <a:lnTo>
                    <a:pt x="6807" y="203517"/>
                  </a:lnTo>
                  <a:lnTo>
                    <a:pt x="6515" y="203860"/>
                  </a:lnTo>
                  <a:lnTo>
                    <a:pt x="10464" y="203860"/>
                  </a:lnTo>
                  <a:lnTo>
                    <a:pt x="11595" y="203517"/>
                  </a:lnTo>
                  <a:lnTo>
                    <a:pt x="16103" y="203047"/>
                  </a:lnTo>
                  <a:lnTo>
                    <a:pt x="20523" y="202666"/>
                  </a:lnTo>
                  <a:lnTo>
                    <a:pt x="22656" y="203047"/>
                  </a:lnTo>
                  <a:lnTo>
                    <a:pt x="22237" y="203047"/>
                  </a:lnTo>
                  <a:lnTo>
                    <a:pt x="29476" y="203860"/>
                  </a:lnTo>
                  <a:lnTo>
                    <a:pt x="30048" y="203860"/>
                  </a:lnTo>
                  <a:lnTo>
                    <a:pt x="33845" y="204546"/>
                  </a:lnTo>
                  <a:lnTo>
                    <a:pt x="34213" y="204546"/>
                  </a:lnTo>
                  <a:lnTo>
                    <a:pt x="34594" y="205092"/>
                  </a:lnTo>
                  <a:lnTo>
                    <a:pt x="35140" y="205333"/>
                  </a:lnTo>
                  <a:lnTo>
                    <a:pt x="37185" y="204546"/>
                  </a:lnTo>
                  <a:lnTo>
                    <a:pt x="38087" y="203860"/>
                  </a:lnTo>
                  <a:close/>
                </a:path>
                <a:path w="241300" h="299719">
                  <a:moveTo>
                    <a:pt x="40411" y="247078"/>
                  </a:moveTo>
                  <a:lnTo>
                    <a:pt x="40005" y="237934"/>
                  </a:lnTo>
                  <a:lnTo>
                    <a:pt x="38214" y="235712"/>
                  </a:lnTo>
                  <a:lnTo>
                    <a:pt x="36474" y="237934"/>
                  </a:lnTo>
                  <a:lnTo>
                    <a:pt x="36715" y="245529"/>
                  </a:lnTo>
                  <a:lnTo>
                    <a:pt x="38569" y="245529"/>
                  </a:lnTo>
                  <a:lnTo>
                    <a:pt x="38214" y="247078"/>
                  </a:lnTo>
                  <a:lnTo>
                    <a:pt x="40411" y="247078"/>
                  </a:lnTo>
                  <a:close/>
                </a:path>
                <a:path w="241300" h="299719">
                  <a:moveTo>
                    <a:pt x="44119" y="245770"/>
                  </a:moveTo>
                  <a:lnTo>
                    <a:pt x="43916" y="236651"/>
                  </a:lnTo>
                  <a:lnTo>
                    <a:pt x="42392" y="237617"/>
                  </a:lnTo>
                  <a:lnTo>
                    <a:pt x="42392" y="245173"/>
                  </a:lnTo>
                  <a:lnTo>
                    <a:pt x="44119" y="245770"/>
                  </a:lnTo>
                  <a:close/>
                </a:path>
                <a:path w="241300" h="299719">
                  <a:moveTo>
                    <a:pt x="45186" y="186194"/>
                  </a:moveTo>
                  <a:lnTo>
                    <a:pt x="44716" y="184721"/>
                  </a:lnTo>
                  <a:lnTo>
                    <a:pt x="44310" y="185508"/>
                  </a:lnTo>
                  <a:lnTo>
                    <a:pt x="45186" y="186194"/>
                  </a:lnTo>
                  <a:close/>
                </a:path>
                <a:path w="241300" h="299719">
                  <a:moveTo>
                    <a:pt x="45910" y="186791"/>
                  </a:moveTo>
                  <a:lnTo>
                    <a:pt x="45504" y="186334"/>
                  </a:lnTo>
                  <a:lnTo>
                    <a:pt x="44119" y="186334"/>
                  </a:lnTo>
                  <a:lnTo>
                    <a:pt x="43586" y="186791"/>
                  </a:lnTo>
                  <a:lnTo>
                    <a:pt x="45910" y="186791"/>
                  </a:lnTo>
                  <a:close/>
                </a:path>
                <a:path w="241300" h="299719">
                  <a:moveTo>
                    <a:pt x="51015" y="244094"/>
                  </a:moveTo>
                  <a:lnTo>
                    <a:pt x="50660" y="237223"/>
                  </a:lnTo>
                  <a:lnTo>
                    <a:pt x="48958" y="235572"/>
                  </a:lnTo>
                  <a:lnTo>
                    <a:pt x="48336" y="232346"/>
                  </a:lnTo>
                  <a:lnTo>
                    <a:pt x="47828" y="233845"/>
                  </a:lnTo>
                  <a:lnTo>
                    <a:pt x="47980" y="235966"/>
                  </a:lnTo>
                  <a:lnTo>
                    <a:pt x="46596" y="238467"/>
                  </a:lnTo>
                  <a:lnTo>
                    <a:pt x="46951" y="246761"/>
                  </a:lnTo>
                  <a:lnTo>
                    <a:pt x="50660" y="246595"/>
                  </a:lnTo>
                  <a:lnTo>
                    <a:pt x="51015" y="244094"/>
                  </a:lnTo>
                  <a:close/>
                </a:path>
                <a:path w="241300" h="299719">
                  <a:moveTo>
                    <a:pt x="58686" y="198462"/>
                  </a:moveTo>
                  <a:lnTo>
                    <a:pt x="58369" y="197421"/>
                  </a:lnTo>
                  <a:lnTo>
                    <a:pt x="57988" y="197421"/>
                  </a:lnTo>
                  <a:lnTo>
                    <a:pt x="57708" y="197993"/>
                  </a:lnTo>
                  <a:lnTo>
                    <a:pt x="57581" y="198615"/>
                  </a:lnTo>
                  <a:lnTo>
                    <a:pt x="57619" y="198462"/>
                  </a:lnTo>
                  <a:lnTo>
                    <a:pt x="58686" y="198462"/>
                  </a:lnTo>
                  <a:close/>
                </a:path>
                <a:path w="241300" h="299719">
                  <a:moveTo>
                    <a:pt x="59194" y="237832"/>
                  </a:moveTo>
                  <a:lnTo>
                    <a:pt x="57251" y="235724"/>
                  </a:lnTo>
                  <a:lnTo>
                    <a:pt x="57251" y="232257"/>
                  </a:lnTo>
                  <a:lnTo>
                    <a:pt x="57594" y="231203"/>
                  </a:lnTo>
                  <a:lnTo>
                    <a:pt x="56451" y="232257"/>
                  </a:lnTo>
                  <a:lnTo>
                    <a:pt x="56451" y="235978"/>
                  </a:lnTo>
                  <a:lnTo>
                    <a:pt x="53822" y="238721"/>
                  </a:lnTo>
                  <a:lnTo>
                    <a:pt x="54267" y="246595"/>
                  </a:lnTo>
                  <a:lnTo>
                    <a:pt x="58686" y="245541"/>
                  </a:lnTo>
                  <a:lnTo>
                    <a:pt x="59194" y="237832"/>
                  </a:lnTo>
                  <a:close/>
                </a:path>
                <a:path w="241300" h="299719">
                  <a:moveTo>
                    <a:pt x="59791" y="201434"/>
                  </a:moveTo>
                  <a:lnTo>
                    <a:pt x="57581" y="198615"/>
                  </a:lnTo>
                  <a:lnTo>
                    <a:pt x="56642" y="199847"/>
                  </a:lnTo>
                  <a:lnTo>
                    <a:pt x="56642" y="201256"/>
                  </a:lnTo>
                  <a:lnTo>
                    <a:pt x="57581" y="201256"/>
                  </a:lnTo>
                  <a:lnTo>
                    <a:pt x="57480" y="200748"/>
                  </a:lnTo>
                  <a:lnTo>
                    <a:pt x="57391" y="200291"/>
                  </a:lnTo>
                  <a:lnTo>
                    <a:pt x="58826" y="200291"/>
                  </a:lnTo>
                  <a:lnTo>
                    <a:pt x="59105" y="200748"/>
                  </a:lnTo>
                  <a:lnTo>
                    <a:pt x="59105" y="201434"/>
                  </a:lnTo>
                  <a:lnTo>
                    <a:pt x="59791" y="201434"/>
                  </a:lnTo>
                  <a:close/>
                </a:path>
                <a:path w="241300" h="299719">
                  <a:moveTo>
                    <a:pt x="66662" y="237934"/>
                  </a:moveTo>
                  <a:lnTo>
                    <a:pt x="65062" y="235864"/>
                  </a:lnTo>
                  <a:lnTo>
                    <a:pt x="65201" y="232575"/>
                  </a:lnTo>
                  <a:lnTo>
                    <a:pt x="64401" y="231749"/>
                  </a:lnTo>
                  <a:lnTo>
                    <a:pt x="63220" y="235724"/>
                  </a:lnTo>
                  <a:lnTo>
                    <a:pt x="63830" y="236880"/>
                  </a:lnTo>
                  <a:lnTo>
                    <a:pt x="61925" y="238874"/>
                  </a:lnTo>
                  <a:lnTo>
                    <a:pt x="62242" y="246595"/>
                  </a:lnTo>
                  <a:lnTo>
                    <a:pt x="66662" y="246100"/>
                  </a:lnTo>
                  <a:lnTo>
                    <a:pt x="66662" y="237934"/>
                  </a:lnTo>
                  <a:close/>
                </a:path>
                <a:path w="241300" h="299719">
                  <a:moveTo>
                    <a:pt x="71450" y="194271"/>
                  </a:moveTo>
                  <a:lnTo>
                    <a:pt x="71348" y="193738"/>
                  </a:lnTo>
                  <a:lnTo>
                    <a:pt x="70624" y="193103"/>
                  </a:lnTo>
                  <a:lnTo>
                    <a:pt x="70167" y="192697"/>
                  </a:lnTo>
                  <a:lnTo>
                    <a:pt x="69570" y="191770"/>
                  </a:lnTo>
                  <a:lnTo>
                    <a:pt x="69380" y="191376"/>
                  </a:lnTo>
                  <a:lnTo>
                    <a:pt x="67538" y="192620"/>
                  </a:lnTo>
                  <a:lnTo>
                    <a:pt x="67538" y="194271"/>
                  </a:lnTo>
                  <a:lnTo>
                    <a:pt x="67475" y="194868"/>
                  </a:lnTo>
                  <a:lnTo>
                    <a:pt x="67005" y="195770"/>
                  </a:lnTo>
                  <a:lnTo>
                    <a:pt x="66344" y="196443"/>
                  </a:lnTo>
                  <a:lnTo>
                    <a:pt x="65760" y="197256"/>
                  </a:lnTo>
                  <a:lnTo>
                    <a:pt x="65303" y="197853"/>
                  </a:lnTo>
                  <a:lnTo>
                    <a:pt x="65189" y="198996"/>
                  </a:lnTo>
                  <a:lnTo>
                    <a:pt x="64401" y="200304"/>
                  </a:lnTo>
                  <a:lnTo>
                    <a:pt x="64008" y="201472"/>
                  </a:lnTo>
                  <a:lnTo>
                    <a:pt x="63893" y="202184"/>
                  </a:lnTo>
                  <a:lnTo>
                    <a:pt x="63830" y="202565"/>
                  </a:lnTo>
                  <a:lnTo>
                    <a:pt x="63220" y="202933"/>
                  </a:lnTo>
                  <a:lnTo>
                    <a:pt x="63119" y="203098"/>
                  </a:lnTo>
                  <a:lnTo>
                    <a:pt x="62852" y="202387"/>
                  </a:lnTo>
                  <a:lnTo>
                    <a:pt x="63169" y="201625"/>
                  </a:lnTo>
                  <a:lnTo>
                    <a:pt x="63233" y="200507"/>
                  </a:lnTo>
                  <a:lnTo>
                    <a:pt x="63233" y="197980"/>
                  </a:lnTo>
                  <a:lnTo>
                    <a:pt x="64008" y="197243"/>
                  </a:lnTo>
                  <a:lnTo>
                    <a:pt x="64389" y="196456"/>
                  </a:lnTo>
                  <a:lnTo>
                    <a:pt x="64871" y="195300"/>
                  </a:lnTo>
                  <a:lnTo>
                    <a:pt x="65557" y="194665"/>
                  </a:lnTo>
                  <a:lnTo>
                    <a:pt x="66332" y="193992"/>
                  </a:lnTo>
                  <a:lnTo>
                    <a:pt x="67538" y="194271"/>
                  </a:lnTo>
                  <a:lnTo>
                    <a:pt x="67538" y="192620"/>
                  </a:lnTo>
                  <a:lnTo>
                    <a:pt x="67221" y="193103"/>
                  </a:lnTo>
                  <a:lnTo>
                    <a:pt x="66332" y="193243"/>
                  </a:lnTo>
                  <a:lnTo>
                    <a:pt x="65887" y="193243"/>
                  </a:lnTo>
                  <a:lnTo>
                    <a:pt x="65201" y="194068"/>
                  </a:lnTo>
                  <a:lnTo>
                    <a:pt x="64490" y="194551"/>
                  </a:lnTo>
                  <a:lnTo>
                    <a:pt x="64008" y="195491"/>
                  </a:lnTo>
                  <a:lnTo>
                    <a:pt x="62928" y="196748"/>
                  </a:lnTo>
                  <a:lnTo>
                    <a:pt x="62598" y="197548"/>
                  </a:lnTo>
                  <a:lnTo>
                    <a:pt x="62420" y="198615"/>
                  </a:lnTo>
                  <a:lnTo>
                    <a:pt x="62598" y="199847"/>
                  </a:lnTo>
                  <a:lnTo>
                    <a:pt x="62420" y="200977"/>
                  </a:lnTo>
                  <a:lnTo>
                    <a:pt x="62153" y="202184"/>
                  </a:lnTo>
                  <a:lnTo>
                    <a:pt x="62153" y="202920"/>
                  </a:lnTo>
                  <a:lnTo>
                    <a:pt x="62420" y="203517"/>
                  </a:lnTo>
                  <a:lnTo>
                    <a:pt x="62852" y="204089"/>
                  </a:lnTo>
                  <a:lnTo>
                    <a:pt x="62979" y="204457"/>
                  </a:lnTo>
                  <a:lnTo>
                    <a:pt x="63220" y="205092"/>
                  </a:lnTo>
                  <a:lnTo>
                    <a:pt x="64490" y="204470"/>
                  </a:lnTo>
                  <a:lnTo>
                    <a:pt x="64401" y="205498"/>
                  </a:lnTo>
                  <a:lnTo>
                    <a:pt x="62928" y="205498"/>
                  </a:lnTo>
                  <a:lnTo>
                    <a:pt x="61658" y="204939"/>
                  </a:lnTo>
                  <a:lnTo>
                    <a:pt x="61810" y="204939"/>
                  </a:lnTo>
                  <a:lnTo>
                    <a:pt x="58470" y="203784"/>
                  </a:lnTo>
                  <a:lnTo>
                    <a:pt x="58699" y="203784"/>
                  </a:lnTo>
                  <a:lnTo>
                    <a:pt x="58661" y="202565"/>
                  </a:lnTo>
                  <a:lnTo>
                    <a:pt x="58547" y="202196"/>
                  </a:lnTo>
                  <a:lnTo>
                    <a:pt x="59499" y="202196"/>
                  </a:lnTo>
                  <a:lnTo>
                    <a:pt x="59740" y="201612"/>
                  </a:lnTo>
                  <a:lnTo>
                    <a:pt x="58686" y="201612"/>
                  </a:lnTo>
                  <a:lnTo>
                    <a:pt x="58445" y="201841"/>
                  </a:lnTo>
                  <a:lnTo>
                    <a:pt x="58254" y="201841"/>
                  </a:lnTo>
                  <a:lnTo>
                    <a:pt x="57912" y="202120"/>
                  </a:lnTo>
                  <a:lnTo>
                    <a:pt x="57708" y="201612"/>
                  </a:lnTo>
                  <a:lnTo>
                    <a:pt x="57264" y="201612"/>
                  </a:lnTo>
                  <a:lnTo>
                    <a:pt x="57442" y="202196"/>
                  </a:lnTo>
                  <a:lnTo>
                    <a:pt x="57810" y="202196"/>
                  </a:lnTo>
                  <a:lnTo>
                    <a:pt x="57442" y="202209"/>
                  </a:lnTo>
                  <a:lnTo>
                    <a:pt x="57556" y="202552"/>
                  </a:lnTo>
                  <a:lnTo>
                    <a:pt x="57581" y="202933"/>
                  </a:lnTo>
                  <a:lnTo>
                    <a:pt x="57404" y="203352"/>
                  </a:lnTo>
                  <a:lnTo>
                    <a:pt x="57137" y="203784"/>
                  </a:lnTo>
                  <a:lnTo>
                    <a:pt x="55537" y="203784"/>
                  </a:lnTo>
                  <a:lnTo>
                    <a:pt x="49999" y="201841"/>
                  </a:lnTo>
                  <a:lnTo>
                    <a:pt x="46113" y="200304"/>
                  </a:lnTo>
                  <a:lnTo>
                    <a:pt x="45491" y="200075"/>
                  </a:lnTo>
                  <a:lnTo>
                    <a:pt x="44831" y="198996"/>
                  </a:lnTo>
                  <a:lnTo>
                    <a:pt x="44386" y="198691"/>
                  </a:lnTo>
                  <a:lnTo>
                    <a:pt x="44386" y="197993"/>
                  </a:lnTo>
                  <a:lnTo>
                    <a:pt x="44716" y="197853"/>
                  </a:lnTo>
                  <a:lnTo>
                    <a:pt x="45199" y="197650"/>
                  </a:lnTo>
                  <a:lnTo>
                    <a:pt x="45250" y="197256"/>
                  </a:lnTo>
                  <a:lnTo>
                    <a:pt x="45364" y="196443"/>
                  </a:lnTo>
                  <a:lnTo>
                    <a:pt x="45453" y="195770"/>
                  </a:lnTo>
                  <a:lnTo>
                    <a:pt x="45580" y="194868"/>
                  </a:lnTo>
                  <a:lnTo>
                    <a:pt x="45631" y="193421"/>
                  </a:lnTo>
                  <a:lnTo>
                    <a:pt x="44602" y="192697"/>
                  </a:lnTo>
                  <a:lnTo>
                    <a:pt x="44729" y="192697"/>
                  </a:lnTo>
                  <a:lnTo>
                    <a:pt x="44805" y="190982"/>
                  </a:lnTo>
                  <a:lnTo>
                    <a:pt x="45821" y="190982"/>
                  </a:lnTo>
                  <a:lnTo>
                    <a:pt x="46532" y="189928"/>
                  </a:lnTo>
                  <a:lnTo>
                    <a:pt x="46672" y="189509"/>
                  </a:lnTo>
                  <a:lnTo>
                    <a:pt x="46659" y="187731"/>
                  </a:lnTo>
                  <a:lnTo>
                    <a:pt x="46596" y="187553"/>
                  </a:lnTo>
                  <a:lnTo>
                    <a:pt x="46075" y="186982"/>
                  </a:lnTo>
                  <a:lnTo>
                    <a:pt x="45758" y="186982"/>
                  </a:lnTo>
                  <a:lnTo>
                    <a:pt x="45758" y="187731"/>
                  </a:lnTo>
                  <a:lnTo>
                    <a:pt x="45732" y="189268"/>
                  </a:lnTo>
                  <a:lnTo>
                    <a:pt x="45186" y="190246"/>
                  </a:lnTo>
                  <a:lnTo>
                    <a:pt x="44843" y="190246"/>
                  </a:lnTo>
                  <a:lnTo>
                    <a:pt x="44843" y="190436"/>
                  </a:lnTo>
                  <a:lnTo>
                    <a:pt x="44843" y="190246"/>
                  </a:lnTo>
                  <a:lnTo>
                    <a:pt x="44475" y="190246"/>
                  </a:lnTo>
                  <a:lnTo>
                    <a:pt x="44030" y="190246"/>
                  </a:lnTo>
                  <a:lnTo>
                    <a:pt x="43586" y="189509"/>
                  </a:lnTo>
                  <a:lnTo>
                    <a:pt x="43586" y="188074"/>
                  </a:lnTo>
                  <a:lnTo>
                    <a:pt x="43903" y="187731"/>
                  </a:lnTo>
                  <a:lnTo>
                    <a:pt x="45758" y="187731"/>
                  </a:lnTo>
                  <a:lnTo>
                    <a:pt x="45758" y="186982"/>
                  </a:lnTo>
                  <a:lnTo>
                    <a:pt x="43027" y="186982"/>
                  </a:lnTo>
                  <a:lnTo>
                    <a:pt x="42748" y="187553"/>
                  </a:lnTo>
                  <a:lnTo>
                    <a:pt x="42265" y="188074"/>
                  </a:lnTo>
                  <a:lnTo>
                    <a:pt x="42392" y="188074"/>
                  </a:lnTo>
                  <a:lnTo>
                    <a:pt x="42519" y="189509"/>
                  </a:lnTo>
                  <a:lnTo>
                    <a:pt x="42748" y="189928"/>
                  </a:lnTo>
                  <a:lnTo>
                    <a:pt x="43307" y="190652"/>
                  </a:lnTo>
                  <a:lnTo>
                    <a:pt x="43916" y="191198"/>
                  </a:lnTo>
                  <a:lnTo>
                    <a:pt x="44030" y="193421"/>
                  </a:lnTo>
                  <a:lnTo>
                    <a:pt x="43192" y="193929"/>
                  </a:lnTo>
                  <a:lnTo>
                    <a:pt x="43129" y="195046"/>
                  </a:lnTo>
                  <a:lnTo>
                    <a:pt x="42532" y="193421"/>
                  </a:lnTo>
                  <a:lnTo>
                    <a:pt x="42443" y="192976"/>
                  </a:lnTo>
                  <a:lnTo>
                    <a:pt x="41910" y="194106"/>
                  </a:lnTo>
                  <a:lnTo>
                    <a:pt x="41973" y="193738"/>
                  </a:lnTo>
                  <a:lnTo>
                    <a:pt x="42062" y="193421"/>
                  </a:lnTo>
                  <a:lnTo>
                    <a:pt x="42341" y="192976"/>
                  </a:lnTo>
                  <a:lnTo>
                    <a:pt x="42214" y="192328"/>
                  </a:lnTo>
                  <a:lnTo>
                    <a:pt x="42113" y="191770"/>
                  </a:lnTo>
                  <a:lnTo>
                    <a:pt x="42037" y="191376"/>
                  </a:lnTo>
                  <a:lnTo>
                    <a:pt x="41821" y="191376"/>
                  </a:lnTo>
                  <a:lnTo>
                    <a:pt x="41821" y="194386"/>
                  </a:lnTo>
                  <a:lnTo>
                    <a:pt x="41744" y="196240"/>
                  </a:lnTo>
                  <a:lnTo>
                    <a:pt x="41452" y="196240"/>
                  </a:lnTo>
                  <a:lnTo>
                    <a:pt x="40665" y="196748"/>
                  </a:lnTo>
                  <a:lnTo>
                    <a:pt x="41097" y="195834"/>
                  </a:lnTo>
                  <a:lnTo>
                    <a:pt x="41173" y="195668"/>
                  </a:lnTo>
                  <a:lnTo>
                    <a:pt x="41363" y="195275"/>
                  </a:lnTo>
                  <a:lnTo>
                    <a:pt x="41821" y="194386"/>
                  </a:lnTo>
                  <a:lnTo>
                    <a:pt x="41821" y="191376"/>
                  </a:lnTo>
                  <a:lnTo>
                    <a:pt x="41033" y="191376"/>
                  </a:lnTo>
                  <a:lnTo>
                    <a:pt x="40970" y="190982"/>
                  </a:lnTo>
                  <a:lnTo>
                    <a:pt x="40894" y="190639"/>
                  </a:lnTo>
                  <a:lnTo>
                    <a:pt x="40436" y="190639"/>
                  </a:lnTo>
                  <a:lnTo>
                    <a:pt x="37566" y="189915"/>
                  </a:lnTo>
                  <a:lnTo>
                    <a:pt x="36715" y="189699"/>
                  </a:lnTo>
                  <a:lnTo>
                    <a:pt x="34505" y="188607"/>
                  </a:lnTo>
                  <a:lnTo>
                    <a:pt x="34086" y="188607"/>
                  </a:lnTo>
                  <a:lnTo>
                    <a:pt x="26555" y="187223"/>
                  </a:lnTo>
                  <a:lnTo>
                    <a:pt x="22771" y="187223"/>
                  </a:lnTo>
                  <a:lnTo>
                    <a:pt x="18580" y="186918"/>
                  </a:lnTo>
                  <a:lnTo>
                    <a:pt x="647" y="191376"/>
                  </a:lnTo>
                  <a:lnTo>
                    <a:pt x="533" y="191770"/>
                  </a:lnTo>
                  <a:lnTo>
                    <a:pt x="406" y="192328"/>
                  </a:lnTo>
                  <a:lnTo>
                    <a:pt x="330" y="192709"/>
                  </a:lnTo>
                  <a:lnTo>
                    <a:pt x="266" y="192976"/>
                  </a:lnTo>
                  <a:lnTo>
                    <a:pt x="177" y="193421"/>
                  </a:lnTo>
                  <a:lnTo>
                    <a:pt x="63" y="193967"/>
                  </a:lnTo>
                  <a:lnTo>
                    <a:pt x="0" y="194271"/>
                  </a:lnTo>
                  <a:lnTo>
                    <a:pt x="673" y="195275"/>
                  </a:lnTo>
                  <a:lnTo>
                    <a:pt x="838" y="195668"/>
                  </a:lnTo>
                  <a:lnTo>
                    <a:pt x="889" y="195834"/>
                  </a:lnTo>
                  <a:lnTo>
                    <a:pt x="1003" y="196240"/>
                  </a:lnTo>
                  <a:lnTo>
                    <a:pt x="1816" y="196748"/>
                  </a:lnTo>
                  <a:lnTo>
                    <a:pt x="2082" y="196748"/>
                  </a:lnTo>
                  <a:lnTo>
                    <a:pt x="2247" y="196240"/>
                  </a:lnTo>
                  <a:lnTo>
                    <a:pt x="2133" y="195834"/>
                  </a:lnTo>
                  <a:lnTo>
                    <a:pt x="1651" y="195834"/>
                  </a:lnTo>
                  <a:lnTo>
                    <a:pt x="1524" y="195668"/>
                  </a:lnTo>
                  <a:lnTo>
                    <a:pt x="1257" y="195275"/>
                  </a:lnTo>
                  <a:lnTo>
                    <a:pt x="1930" y="195275"/>
                  </a:lnTo>
                  <a:lnTo>
                    <a:pt x="647" y="194271"/>
                  </a:lnTo>
                  <a:lnTo>
                    <a:pt x="965" y="194271"/>
                  </a:lnTo>
                  <a:lnTo>
                    <a:pt x="927" y="193967"/>
                  </a:lnTo>
                  <a:lnTo>
                    <a:pt x="812" y="193738"/>
                  </a:lnTo>
                  <a:lnTo>
                    <a:pt x="1282" y="192709"/>
                  </a:lnTo>
                  <a:lnTo>
                    <a:pt x="2438" y="192328"/>
                  </a:lnTo>
                  <a:lnTo>
                    <a:pt x="3390" y="192328"/>
                  </a:lnTo>
                  <a:lnTo>
                    <a:pt x="5994" y="191376"/>
                  </a:lnTo>
                  <a:lnTo>
                    <a:pt x="9461" y="190639"/>
                  </a:lnTo>
                  <a:lnTo>
                    <a:pt x="15341" y="189915"/>
                  </a:lnTo>
                  <a:lnTo>
                    <a:pt x="25514" y="189915"/>
                  </a:lnTo>
                  <a:lnTo>
                    <a:pt x="29324" y="190639"/>
                  </a:lnTo>
                  <a:lnTo>
                    <a:pt x="29489" y="190639"/>
                  </a:lnTo>
                  <a:lnTo>
                    <a:pt x="35280" y="192100"/>
                  </a:lnTo>
                  <a:lnTo>
                    <a:pt x="38354" y="192976"/>
                  </a:lnTo>
                  <a:lnTo>
                    <a:pt x="40411" y="193967"/>
                  </a:lnTo>
                  <a:lnTo>
                    <a:pt x="40284" y="195834"/>
                  </a:lnTo>
                  <a:lnTo>
                    <a:pt x="37960" y="195834"/>
                  </a:lnTo>
                  <a:lnTo>
                    <a:pt x="37909" y="195668"/>
                  </a:lnTo>
                  <a:lnTo>
                    <a:pt x="37782" y="195275"/>
                  </a:lnTo>
                  <a:lnTo>
                    <a:pt x="37465" y="194271"/>
                  </a:lnTo>
                  <a:lnTo>
                    <a:pt x="36614" y="194271"/>
                  </a:lnTo>
                  <a:lnTo>
                    <a:pt x="37071" y="195834"/>
                  </a:lnTo>
                  <a:lnTo>
                    <a:pt x="36576" y="195834"/>
                  </a:lnTo>
                  <a:lnTo>
                    <a:pt x="33947" y="195275"/>
                  </a:lnTo>
                  <a:lnTo>
                    <a:pt x="34531" y="195275"/>
                  </a:lnTo>
                  <a:lnTo>
                    <a:pt x="34531" y="193509"/>
                  </a:lnTo>
                  <a:lnTo>
                    <a:pt x="33185" y="193738"/>
                  </a:lnTo>
                  <a:lnTo>
                    <a:pt x="34010" y="193738"/>
                  </a:lnTo>
                  <a:lnTo>
                    <a:pt x="33959" y="194271"/>
                  </a:lnTo>
                  <a:lnTo>
                    <a:pt x="31699" y="194271"/>
                  </a:lnTo>
                  <a:lnTo>
                    <a:pt x="31699" y="192328"/>
                  </a:lnTo>
                  <a:lnTo>
                    <a:pt x="30924" y="192328"/>
                  </a:lnTo>
                  <a:lnTo>
                    <a:pt x="30924" y="194271"/>
                  </a:lnTo>
                  <a:lnTo>
                    <a:pt x="27724" y="193967"/>
                  </a:lnTo>
                  <a:lnTo>
                    <a:pt x="27673" y="193421"/>
                  </a:lnTo>
                  <a:lnTo>
                    <a:pt x="27622" y="192976"/>
                  </a:lnTo>
                  <a:lnTo>
                    <a:pt x="27533" y="192100"/>
                  </a:lnTo>
                  <a:lnTo>
                    <a:pt x="26847" y="192100"/>
                  </a:lnTo>
                  <a:lnTo>
                    <a:pt x="26847" y="193421"/>
                  </a:lnTo>
                  <a:lnTo>
                    <a:pt x="23571" y="193421"/>
                  </a:lnTo>
                  <a:lnTo>
                    <a:pt x="23520" y="192976"/>
                  </a:lnTo>
                  <a:lnTo>
                    <a:pt x="23444" y="192328"/>
                  </a:lnTo>
                  <a:lnTo>
                    <a:pt x="23329" y="191376"/>
                  </a:lnTo>
                  <a:lnTo>
                    <a:pt x="22656" y="191376"/>
                  </a:lnTo>
                  <a:lnTo>
                    <a:pt x="22656" y="192976"/>
                  </a:lnTo>
                  <a:lnTo>
                    <a:pt x="19735" y="192709"/>
                  </a:lnTo>
                  <a:lnTo>
                    <a:pt x="19583" y="192976"/>
                  </a:lnTo>
                  <a:lnTo>
                    <a:pt x="17170" y="192976"/>
                  </a:lnTo>
                  <a:lnTo>
                    <a:pt x="17005" y="192709"/>
                  </a:lnTo>
                  <a:lnTo>
                    <a:pt x="14249" y="192976"/>
                  </a:lnTo>
                  <a:lnTo>
                    <a:pt x="13233" y="192976"/>
                  </a:lnTo>
                  <a:lnTo>
                    <a:pt x="13195" y="192709"/>
                  </a:lnTo>
                  <a:lnTo>
                    <a:pt x="13093" y="192100"/>
                  </a:lnTo>
                  <a:lnTo>
                    <a:pt x="12369" y="192100"/>
                  </a:lnTo>
                  <a:lnTo>
                    <a:pt x="12458" y="192709"/>
                  </a:lnTo>
                  <a:lnTo>
                    <a:pt x="12560" y="193421"/>
                  </a:lnTo>
                  <a:lnTo>
                    <a:pt x="10375" y="193421"/>
                  </a:lnTo>
                  <a:lnTo>
                    <a:pt x="10871" y="191770"/>
                  </a:lnTo>
                  <a:lnTo>
                    <a:pt x="9982" y="191770"/>
                  </a:lnTo>
                  <a:lnTo>
                    <a:pt x="9867" y="192100"/>
                  </a:lnTo>
                  <a:lnTo>
                    <a:pt x="9779" y="192328"/>
                  </a:lnTo>
                  <a:lnTo>
                    <a:pt x="9639" y="192709"/>
                  </a:lnTo>
                  <a:lnTo>
                    <a:pt x="9613" y="193738"/>
                  </a:lnTo>
                  <a:lnTo>
                    <a:pt x="8039" y="193738"/>
                  </a:lnTo>
                  <a:lnTo>
                    <a:pt x="7962" y="193421"/>
                  </a:lnTo>
                  <a:lnTo>
                    <a:pt x="7861" y="192976"/>
                  </a:lnTo>
                  <a:lnTo>
                    <a:pt x="7797" y="192709"/>
                  </a:lnTo>
                  <a:lnTo>
                    <a:pt x="7721" y="192328"/>
                  </a:lnTo>
                  <a:lnTo>
                    <a:pt x="7429" y="192328"/>
                  </a:lnTo>
                  <a:lnTo>
                    <a:pt x="6972" y="192709"/>
                  </a:lnTo>
                  <a:lnTo>
                    <a:pt x="6845" y="192709"/>
                  </a:lnTo>
                  <a:lnTo>
                    <a:pt x="6908" y="192976"/>
                  </a:lnTo>
                  <a:lnTo>
                    <a:pt x="6997" y="193421"/>
                  </a:lnTo>
                  <a:lnTo>
                    <a:pt x="7073" y="193738"/>
                  </a:lnTo>
                  <a:lnTo>
                    <a:pt x="7366" y="193738"/>
                  </a:lnTo>
                  <a:lnTo>
                    <a:pt x="5727" y="194271"/>
                  </a:lnTo>
                  <a:lnTo>
                    <a:pt x="4559" y="194271"/>
                  </a:lnTo>
                  <a:lnTo>
                    <a:pt x="4495" y="193738"/>
                  </a:lnTo>
                  <a:lnTo>
                    <a:pt x="4140" y="193421"/>
                  </a:lnTo>
                  <a:lnTo>
                    <a:pt x="3263" y="193078"/>
                  </a:lnTo>
                  <a:lnTo>
                    <a:pt x="3352" y="193421"/>
                  </a:lnTo>
                  <a:lnTo>
                    <a:pt x="3441" y="193738"/>
                  </a:lnTo>
                  <a:lnTo>
                    <a:pt x="3505" y="193967"/>
                  </a:lnTo>
                  <a:lnTo>
                    <a:pt x="3124" y="194271"/>
                  </a:lnTo>
                  <a:lnTo>
                    <a:pt x="2273" y="195275"/>
                  </a:lnTo>
                  <a:lnTo>
                    <a:pt x="1968" y="195275"/>
                  </a:lnTo>
                  <a:lnTo>
                    <a:pt x="2082" y="195668"/>
                  </a:lnTo>
                  <a:lnTo>
                    <a:pt x="2133" y="195834"/>
                  </a:lnTo>
                  <a:lnTo>
                    <a:pt x="2705" y="195834"/>
                  </a:lnTo>
                  <a:lnTo>
                    <a:pt x="3429" y="195668"/>
                  </a:lnTo>
                  <a:lnTo>
                    <a:pt x="4648" y="195275"/>
                  </a:lnTo>
                  <a:lnTo>
                    <a:pt x="8216" y="194271"/>
                  </a:lnTo>
                  <a:lnTo>
                    <a:pt x="10147" y="194271"/>
                  </a:lnTo>
                  <a:lnTo>
                    <a:pt x="12814" y="193967"/>
                  </a:lnTo>
                  <a:lnTo>
                    <a:pt x="12979" y="193967"/>
                  </a:lnTo>
                  <a:lnTo>
                    <a:pt x="15341" y="193738"/>
                  </a:lnTo>
                  <a:lnTo>
                    <a:pt x="21450" y="193738"/>
                  </a:lnTo>
                  <a:lnTo>
                    <a:pt x="23228" y="193967"/>
                  </a:lnTo>
                  <a:lnTo>
                    <a:pt x="25336" y="194271"/>
                  </a:lnTo>
                  <a:lnTo>
                    <a:pt x="27749" y="194271"/>
                  </a:lnTo>
                  <a:lnTo>
                    <a:pt x="34429" y="195668"/>
                  </a:lnTo>
                  <a:lnTo>
                    <a:pt x="34099" y="195668"/>
                  </a:lnTo>
                  <a:lnTo>
                    <a:pt x="34594" y="195834"/>
                  </a:lnTo>
                  <a:lnTo>
                    <a:pt x="34010" y="196354"/>
                  </a:lnTo>
                  <a:lnTo>
                    <a:pt x="32181" y="195770"/>
                  </a:lnTo>
                  <a:lnTo>
                    <a:pt x="26657" y="195262"/>
                  </a:lnTo>
                  <a:lnTo>
                    <a:pt x="20027" y="194881"/>
                  </a:lnTo>
                  <a:lnTo>
                    <a:pt x="12560" y="194881"/>
                  </a:lnTo>
                  <a:lnTo>
                    <a:pt x="10896" y="195262"/>
                  </a:lnTo>
                  <a:lnTo>
                    <a:pt x="9182" y="195491"/>
                  </a:lnTo>
                  <a:lnTo>
                    <a:pt x="7734" y="195770"/>
                  </a:lnTo>
                  <a:lnTo>
                    <a:pt x="6667" y="195770"/>
                  </a:lnTo>
                  <a:lnTo>
                    <a:pt x="5181" y="196367"/>
                  </a:lnTo>
                  <a:lnTo>
                    <a:pt x="5029" y="196367"/>
                  </a:lnTo>
                  <a:lnTo>
                    <a:pt x="4089" y="197421"/>
                  </a:lnTo>
                  <a:lnTo>
                    <a:pt x="3835" y="197421"/>
                  </a:lnTo>
                  <a:lnTo>
                    <a:pt x="3390" y="197053"/>
                  </a:lnTo>
                  <a:lnTo>
                    <a:pt x="2946" y="196748"/>
                  </a:lnTo>
                  <a:lnTo>
                    <a:pt x="2286" y="196367"/>
                  </a:lnTo>
                  <a:lnTo>
                    <a:pt x="2108" y="196748"/>
                  </a:lnTo>
                  <a:lnTo>
                    <a:pt x="1993" y="197053"/>
                  </a:lnTo>
                  <a:lnTo>
                    <a:pt x="1727" y="197421"/>
                  </a:lnTo>
                  <a:lnTo>
                    <a:pt x="2286" y="197866"/>
                  </a:lnTo>
                  <a:lnTo>
                    <a:pt x="2667" y="197866"/>
                  </a:lnTo>
                  <a:lnTo>
                    <a:pt x="3670" y="198831"/>
                  </a:lnTo>
                  <a:lnTo>
                    <a:pt x="3987" y="198996"/>
                  </a:lnTo>
                  <a:lnTo>
                    <a:pt x="4089" y="199237"/>
                  </a:lnTo>
                  <a:lnTo>
                    <a:pt x="4152" y="199402"/>
                  </a:lnTo>
                  <a:lnTo>
                    <a:pt x="4254" y="199682"/>
                  </a:lnTo>
                  <a:lnTo>
                    <a:pt x="4318" y="199847"/>
                  </a:lnTo>
                  <a:lnTo>
                    <a:pt x="4445" y="200063"/>
                  </a:lnTo>
                  <a:lnTo>
                    <a:pt x="4648" y="200380"/>
                  </a:lnTo>
                  <a:lnTo>
                    <a:pt x="4737" y="200621"/>
                  </a:lnTo>
                  <a:lnTo>
                    <a:pt x="4813" y="200812"/>
                  </a:lnTo>
                  <a:lnTo>
                    <a:pt x="4940" y="201625"/>
                  </a:lnTo>
                  <a:lnTo>
                    <a:pt x="4953" y="201841"/>
                  </a:lnTo>
                  <a:lnTo>
                    <a:pt x="5270" y="202387"/>
                  </a:lnTo>
                  <a:lnTo>
                    <a:pt x="5397" y="203860"/>
                  </a:lnTo>
                  <a:lnTo>
                    <a:pt x="6464" y="203860"/>
                  </a:lnTo>
                  <a:lnTo>
                    <a:pt x="6413" y="202387"/>
                  </a:lnTo>
                  <a:lnTo>
                    <a:pt x="6045" y="201625"/>
                  </a:lnTo>
                  <a:lnTo>
                    <a:pt x="6299" y="201396"/>
                  </a:lnTo>
                  <a:lnTo>
                    <a:pt x="6362" y="201079"/>
                  </a:lnTo>
                  <a:lnTo>
                    <a:pt x="6464" y="198996"/>
                  </a:lnTo>
                  <a:lnTo>
                    <a:pt x="7239" y="197993"/>
                  </a:lnTo>
                  <a:lnTo>
                    <a:pt x="8204" y="198196"/>
                  </a:lnTo>
                  <a:lnTo>
                    <a:pt x="9182" y="197866"/>
                  </a:lnTo>
                  <a:lnTo>
                    <a:pt x="13144" y="197459"/>
                  </a:lnTo>
                  <a:lnTo>
                    <a:pt x="30137" y="197866"/>
                  </a:lnTo>
                  <a:lnTo>
                    <a:pt x="27495" y="197866"/>
                  </a:lnTo>
                  <a:lnTo>
                    <a:pt x="29908" y="198424"/>
                  </a:lnTo>
                  <a:lnTo>
                    <a:pt x="32181" y="198691"/>
                  </a:lnTo>
                  <a:lnTo>
                    <a:pt x="34531" y="198996"/>
                  </a:lnTo>
                  <a:lnTo>
                    <a:pt x="35648" y="199237"/>
                  </a:lnTo>
                  <a:lnTo>
                    <a:pt x="36537" y="199847"/>
                  </a:lnTo>
                  <a:lnTo>
                    <a:pt x="37592" y="200063"/>
                  </a:lnTo>
                  <a:lnTo>
                    <a:pt x="37592" y="199402"/>
                  </a:lnTo>
                  <a:lnTo>
                    <a:pt x="38417" y="198691"/>
                  </a:lnTo>
                  <a:lnTo>
                    <a:pt x="38671" y="198424"/>
                  </a:lnTo>
                  <a:lnTo>
                    <a:pt x="39255" y="198462"/>
                  </a:lnTo>
                  <a:lnTo>
                    <a:pt x="40208" y="197040"/>
                  </a:lnTo>
                  <a:lnTo>
                    <a:pt x="41757" y="197548"/>
                  </a:lnTo>
                  <a:lnTo>
                    <a:pt x="41884" y="197040"/>
                  </a:lnTo>
                  <a:lnTo>
                    <a:pt x="41960" y="196748"/>
                  </a:lnTo>
                  <a:lnTo>
                    <a:pt x="42075" y="196240"/>
                  </a:lnTo>
                  <a:lnTo>
                    <a:pt x="42176" y="195834"/>
                  </a:lnTo>
                  <a:lnTo>
                    <a:pt x="42214" y="195668"/>
                  </a:lnTo>
                  <a:lnTo>
                    <a:pt x="42316" y="195275"/>
                  </a:lnTo>
                  <a:lnTo>
                    <a:pt x="43116" y="195275"/>
                  </a:lnTo>
                  <a:lnTo>
                    <a:pt x="43091" y="195770"/>
                  </a:lnTo>
                  <a:lnTo>
                    <a:pt x="43014" y="197256"/>
                  </a:lnTo>
                  <a:lnTo>
                    <a:pt x="43789" y="197993"/>
                  </a:lnTo>
                  <a:lnTo>
                    <a:pt x="43916" y="199237"/>
                  </a:lnTo>
                  <a:lnTo>
                    <a:pt x="43319" y="199859"/>
                  </a:lnTo>
                  <a:lnTo>
                    <a:pt x="43218" y="201841"/>
                  </a:lnTo>
                  <a:lnTo>
                    <a:pt x="43141" y="202565"/>
                  </a:lnTo>
                  <a:lnTo>
                    <a:pt x="40551" y="202565"/>
                  </a:lnTo>
                  <a:lnTo>
                    <a:pt x="40436" y="203352"/>
                  </a:lnTo>
                  <a:lnTo>
                    <a:pt x="40792" y="203352"/>
                  </a:lnTo>
                  <a:lnTo>
                    <a:pt x="39827" y="203784"/>
                  </a:lnTo>
                  <a:lnTo>
                    <a:pt x="39179" y="203784"/>
                  </a:lnTo>
                  <a:lnTo>
                    <a:pt x="39243" y="205663"/>
                  </a:lnTo>
                  <a:lnTo>
                    <a:pt x="39344" y="205854"/>
                  </a:lnTo>
                  <a:lnTo>
                    <a:pt x="39497" y="206171"/>
                  </a:lnTo>
                  <a:lnTo>
                    <a:pt x="38569" y="206171"/>
                  </a:lnTo>
                  <a:lnTo>
                    <a:pt x="38569" y="208864"/>
                  </a:lnTo>
                  <a:lnTo>
                    <a:pt x="39128" y="209397"/>
                  </a:lnTo>
                  <a:lnTo>
                    <a:pt x="39128" y="208864"/>
                  </a:lnTo>
                  <a:lnTo>
                    <a:pt x="39497" y="208051"/>
                  </a:lnTo>
                  <a:lnTo>
                    <a:pt x="39128" y="207479"/>
                  </a:lnTo>
                  <a:lnTo>
                    <a:pt x="40005" y="207314"/>
                  </a:lnTo>
                  <a:lnTo>
                    <a:pt x="40411" y="206730"/>
                  </a:lnTo>
                  <a:lnTo>
                    <a:pt x="40195" y="205854"/>
                  </a:lnTo>
                  <a:lnTo>
                    <a:pt x="39852" y="205854"/>
                  </a:lnTo>
                  <a:lnTo>
                    <a:pt x="39903" y="204939"/>
                  </a:lnTo>
                  <a:lnTo>
                    <a:pt x="39535" y="204939"/>
                  </a:lnTo>
                  <a:lnTo>
                    <a:pt x="40576" y="204470"/>
                  </a:lnTo>
                  <a:lnTo>
                    <a:pt x="41084" y="203784"/>
                  </a:lnTo>
                  <a:lnTo>
                    <a:pt x="43294" y="203784"/>
                  </a:lnTo>
                  <a:lnTo>
                    <a:pt x="43472" y="204470"/>
                  </a:lnTo>
                  <a:lnTo>
                    <a:pt x="43573" y="207670"/>
                  </a:lnTo>
                  <a:lnTo>
                    <a:pt x="44119" y="207670"/>
                  </a:lnTo>
                  <a:lnTo>
                    <a:pt x="44196" y="206730"/>
                  </a:lnTo>
                  <a:lnTo>
                    <a:pt x="44259" y="204470"/>
                  </a:lnTo>
                  <a:lnTo>
                    <a:pt x="43637" y="203784"/>
                  </a:lnTo>
                  <a:lnTo>
                    <a:pt x="44005" y="203784"/>
                  </a:lnTo>
                  <a:lnTo>
                    <a:pt x="44119" y="203352"/>
                  </a:lnTo>
                  <a:lnTo>
                    <a:pt x="43789" y="202565"/>
                  </a:lnTo>
                  <a:lnTo>
                    <a:pt x="43916" y="200761"/>
                  </a:lnTo>
                  <a:lnTo>
                    <a:pt x="44488" y="200304"/>
                  </a:lnTo>
                  <a:lnTo>
                    <a:pt x="44488" y="201079"/>
                  </a:lnTo>
                  <a:lnTo>
                    <a:pt x="46304" y="202184"/>
                  </a:lnTo>
                  <a:lnTo>
                    <a:pt x="48336" y="202184"/>
                  </a:lnTo>
                  <a:lnTo>
                    <a:pt x="56489" y="205295"/>
                  </a:lnTo>
                  <a:lnTo>
                    <a:pt x="59486" y="206171"/>
                  </a:lnTo>
                  <a:lnTo>
                    <a:pt x="59664" y="206171"/>
                  </a:lnTo>
                  <a:lnTo>
                    <a:pt x="62153" y="207810"/>
                  </a:lnTo>
                  <a:lnTo>
                    <a:pt x="63525" y="207810"/>
                  </a:lnTo>
                  <a:lnTo>
                    <a:pt x="65290" y="205092"/>
                  </a:lnTo>
                  <a:lnTo>
                    <a:pt x="65392" y="204470"/>
                  </a:lnTo>
                  <a:lnTo>
                    <a:pt x="65506" y="203784"/>
                  </a:lnTo>
                  <a:lnTo>
                    <a:pt x="65532" y="203352"/>
                  </a:lnTo>
                  <a:lnTo>
                    <a:pt x="65049" y="202184"/>
                  </a:lnTo>
                  <a:lnTo>
                    <a:pt x="64985" y="200761"/>
                  </a:lnTo>
                  <a:lnTo>
                    <a:pt x="65557" y="200075"/>
                  </a:lnTo>
                  <a:lnTo>
                    <a:pt x="66344" y="199237"/>
                  </a:lnTo>
                  <a:lnTo>
                    <a:pt x="66446" y="198996"/>
                  </a:lnTo>
                  <a:lnTo>
                    <a:pt x="66573" y="198691"/>
                  </a:lnTo>
                  <a:lnTo>
                    <a:pt x="66675" y="198437"/>
                  </a:lnTo>
                  <a:lnTo>
                    <a:pt x="65976" y="198437"/>
                  </a:lnTo>
                  <a:lnTo>
                    <a:pt x="66344" y="197497"/>
                  </a:lnTo>
                  <a:lnTo>
                    <a:pt x="67589" y="196748"/>
                  </a:lnTo>
                  <a:lnTo>
                    <a:pt x="67652" y="195605"/>
                  </a:lnTo>
                  <a:lnTo>
                    <a:pt x="68846" y="194868"/>
                  </a:lnTo>
                  <a:lnTo>
                    <a:pt x="68922" y="194640"/>
                  </a:lnTo>
                  <a:lnTo>
                    <a:pt x="69049" y="194271"/>
                  </a:lnTo>
                  <a:lnTo>
                    <a:pt x="68008" y="193738"/>
                  </a:lnTo>
                  <a:lnTo>
                    <a:pt x="68008" y="193103"/>
                  </a:lnTo>
                  <a:lnTo>
                    <a:pt x="68846" y="193421"/>
                  </a:lnTo>
                  <a:lnTo>
                    <a:pt x="69570" y="193929"/>
                  </a:lnTo>
                  <a:lnTo>
                    <a:pt x="69862" y="194271"/>
                  </a:lnTo>
                  <a:lnTo>
                    <a:pt x="71450" y="194271"/>
                  </a:lnTo>
                  <a:close/>
                </a:path>
                <a:path w="241300" h="299719">
                  <a:moveTo>
                    <a:pt x="74904" y="236893"/>
                  </a:moveTo>
                  <a:lnTo>
                    <a:pt x="73240" y="235419"/>
                  </a:lnTo>
                  <a:lnTo>
                    <a:pt x="72936" y="231660"/>
                  </a:lnTo>
                  <a:lnTo>
                    <a:pt x="72402" y="231203"/>
                  </a:lnTo>
                  <a:lnTo>
                    <a:pt x="72148" y="235724"/>
                  </a:lnTo>
                  <a:lnTo>
                    <a:pt x="70396" y="237528"/>
                  </a:lnTo>
                  <a:lnTo>
                    <a:pt x="70396" y="245351"/>
                  </a:lnTo>
                  <a:lnTo>
                    <a:pt x="74904" y="244767"/>
                  </a:lnTo>
                  <a:lnTo>
                    <a:pt x="74904" y="236893"/>
                  </a:lnTo>
                  <a:close/>
                </a:path>
                <a:path w="241300" h="299719">
                  <a:moveTo>
                    <a:pt x="76784" y="196240"/>
                  </a:moveTo>
                  <a:lnTo>
                    <a:pt x="76644" y="195668"/>
                  </a:lnTo>
                  <a:lnTo>
                    <a:pt x="76339" y="195059"/>
                  </a:lnTo>
                  <a:lnTo>
                    <a:pt x="75260" y="194538"/>
                  </a:lnTo>
                  <a:lnTo>
                    <a:pt x="75145" y="192697"/>
                  </a:lnTo>
                  <a:lnTo>
                    <a:pt x="75831" y="192112"/>
                  </a:lnTo>
                  <a:lnTo>
                    <a:pt x="76047" y="191198"/>
                  </a:lnTo>
                  <a:lnTo>
                    <a:pt x="76428" y="190423"/>
                  </a:lnTo>
                  <a:lnTo>
                    <a:pt x="76428" y="189204"/>
                  </a:lnTo>
                  <a:lnTo>
                    <a:pt x="75831" y="187934"/>
                  </a:lnTo>
                  <a:lnTo>
                    <a:pt x="75145" y="187261"/>
                  </a:lnTo>
                  <a:lnTo>
                    <a:pt x="74676" y="186715"/>
                  </a:lnTo>
                  <a:lnTo>
                    <a:pt x="74510" y="185508"/>
                  </a:lnTo>
                  <a:lnTo>
                    <a:pt x="74015" y="182511"/>
                  </a:lnTo>
                  <a:lnTo>
                    <a:pt x="74015" y="181394"/>
                  </a:lnTo>
                  <a:lnTo>
                    <a:pt x="73418" y="180136"/>
                  </a:lnTo>
                  <a:lnTo>
                    <a:pt x="73228" y="180136"/>
                  </a:lnTo>
                  <a:lnTo>
                    <a:pt x="72936" y="181038"/>
                  </a:lnTo>
                  <a:lnTo>
                    <a:pt x="72936" y="182130"/>
                  </a:lnTo>
                  <a:lnTo>
                    <a:pt x="72605" y="183997"/>
                  </a:lnTo>
                  <a:lnTo>
                    <a:pt x="72605" y="186791"/>
                  </a:lnTo>
                  <a:lnTo>
                    <a:pt x="71831" y="187261"/>
                  </a:lnTo>
                  <a:lnTo>
                    <a:pt x="71437" y="187553"/>
                  </a:lnTo>
                  <a:lnTo>
                    <a:pt x="71005" y="188595"/>
                  </a:lnTo>
                  <a:lnTo>
                    <a:pt x="70751" y="190080"/>
                  </a:lnTo>
                  <a:lnTo>
                    <a:pt x="71348" y="190639"/>
                  </a:lnTo>
                  <a:lnTo>
                    <a:pt x="71437" y="191300"/>
                  </a:lnTo>
                  <a:lnTo>
                    <a:pt x="72161" y="192189"/>
                  </a:lnTo>
                  <a:lnTo>
                    <a:pt x="72161" y="192697"/>
                  </a:lnTo>
                  <a:lnTo>
                    <a:pt x="71831" y="194068"/>
                  </a:lnTo>
                  <a:lnTo>
                    <a:pt x="71107" y="194665"/>
                  </a:lnTo>
                  <a:lnTo>
                    <a:pt x="71005" y="195668"/>
                  </a:lnTo>
                  <a:lnTo>
                    <a:pt x="71107" y="196494"/>
                  </a:lnTo>
                  <a:lnTo>
                    <a:pt x="71437" y="197421"/>
                  </a:lnTo>
                  <a:lnTo>
                    <a:pt x="71501" y="198450"/>
                  </a:lnTo>
                  <a:lnTo>
                    <a:pt x="72034" y="198996"/>
                  </a:lnTo>
                  <a:lnTo>
                    <a:pt x="71437" y="199847"/>
                  </a:lnTo>
                  <a:lnTo>
                    <a:pt x="71831" y="200367"/>
                  </a:lnTo>
                  <a:lnTo>
                    <a:pt x="71107" y="201066"/>
                  </a:lnTo>
                  <a:lnTo>
                    <a:pt x="70815" y="202184"/>
                  </a:lnTo>
                  <a:lnTo>
                    <a:pt x="70751" y="203161"/>
                  </a:lnTo>
                  <a:lnTo>
                    <a:pt x="71107" y="203682"/>
                  </a:lnTo>
                  <a:lnTo>
                    <a:pt x="72034" y="204292"/>
                  </a:lnTo>
                  <a:lnTo>
                    <a:pt x="72605" y="204520"/>
                  </a:lnTo>
                  <a:lnTo>
                    <a:pt x="72605" y="205295"/>
                  </a:lnTo>
                  <a:lnTo>
                    <a:pt x="73228" y="205917"/>
                  </a:lnTo>
                  <a:lnTo>
                    <a:pt x="73228" y="206248"/>
                  </a:lnTo>
                  <a:lnTo>
                    <a:pt x="72072" y="207048"/>
                  </a:lnTo>
                  <a:lnTo>
                    <a:pt x="72517" y="207797"/>
                  </a:lnTo>
                  <a:lnTo>
                    <a:pt x="73418" y="207479"/>
                  </a:lnTo>
                  <a:lnTo>
                    <a:pt x="73418" y="207048"/>
                  </a:lnTo>
                  <a:lnTo>
                    <a:pt x="73914" y="206844"/>
                  </a:lnTo>
                  <a:lnTo>
                    <a:pt x="74015" y="205917"/>
                  </a:lnTo>
                  <a:lnTo>
                    <a:pt x="73609" y="204470"/>
                  </a:lnTo>
                  <a:lnTo>
                    <a:pt x="72694" y="203847"/>
                  </a:lnTo>
                  <a:lnTo>
                    <a:pt x="71501" y="203212"/>
                  </a:lnTo>
                  <a:lnTo>
                    <a:pt x="71437" y="202628"/>
                  </a:lnTo>
                  <a:lnTo>
                    <a:pt x="71831" y="201612"/>
                  </a:lnTo>
                  <a:lnTo>
                    <a:pt x="72390" y="200406"/>
                  </a:lnTo>
                  <a:lnTo>
                    <a:pt x="72694" y="200291"/>
                  </a:lnTo>
                  <a:lnTo>
                    <a:pt x="72517" y="199237"/>
                  </a:lnTo>
                  <a:lnTo>
                    <a:pt x="72694" y="198450"/>
                  </a:lnTo>
                  <a:lnTo>
                    <a:pt x="73228" y="197840"/>
                  </a:lnTo>
                  <a:lnTo>
                    <a:pt x="72517" y="197840"/>
                  </a:lnTo>
                  <a:lnTo>
                    <a:pt x="72034" y="197421"/>
                  </a:lnTo>
                  <a:lnTo>
                    <a:pt x="72517" y="196748"/>
                  </a:lnTo>
                  <a:lnTo>
                    <a:pt x="73228" y="196240"/>
                  </a:lnTo>
                  <a:lnTo>
                    <a:pt x="73418" y="194640"/>
                  </a:lnTo>
                  <a:lnTo>
                    <a:pt x="72694" y="193916"/>
                  </a:lnTo>
                  <a:lnTo>
                    <a:pt x="73418" y="192430"/>
                  </a:lnTo>
                  <a:lnTo>
                    <a:pt x="72694" y="191897"/>
                  </a:lnTo>
                  <a:lnTo>
                    <a:pt x="72161" y="191300"/>
                  </a:lnTo>
                  <a:lnTo>
                    <a:pt x="71831" y="190233"/>
                  </a:lnTo>
                  <a:lnTo>
                    <a:pt x="72034" y="188595"/>
                  </a:lnTo>
                  <a:lnTo>
                    <a:pt x="72694" y="187972"/>
                  </a:lnTo>
                  <a:lnTo>
                    <a:pt x="74460" y="187718"/>
                  </a:lnTo>
                  <a:lnTo>
                    <a:pt x="75145" y="188429"/>
                  </a:lnTo>
                  <a:lnTo>
                    <a:pt x="75679" y="189649"/>
                  </a:lnTo>
                  <a:lnTo>
                    <a:pt x="75260" y="191198"/>
                  </a:lnTo>
                  <a:lnTo>
                    <a:pt x="74460" y="192112"/>
                  </a:lnTo>
                  <a:lnTo>
                    <a:pt x="74015" y="192430"/>
                  </a:lnTo>
                  <a:lnTo>
                    <a:pt x="74637" y="193090"/>
                  </a:lnTo>
                  <a:lnTo>
                    <a:pt x="74637" y="194640"/>
                  </a:lnTo>
                  <a:lnTo>
                    <a:pt x="74510" y="195262"/>
                  </a:lnTo>
                  <a:lnTo>
                    <a:pt x="74930" y="195592"/>
                  </a:lnTo>
                  <a:lnTo>
                    <a:pt x="75831" y="195770"/>
                  </a:lnTo>
                  <a:lnTo>
                    <a:pt x="75958" y="196596"/>
                  </a:lnTo>
                  <a:lnTo>
                    <a:pt x="75615" y="197421"/>
                  </a:lnTo>
                  <a:lnTo>
                    <a:pt x="76187" y="197840"/>
                  </a:lnTo>
                  <a:lnTo>
                    <a:pt x="75831" y="198678"/>
                  </a:lnTo>
                  <a:lnTo>
                    <a:pt x="74930" y="198805"/>
                  </a:lnTo>
                  <a:lnTo>
                    <a:pt x="74790" y="199237"/>
                  </a:lnTo>
                  <a:lnTo>
                    <a:pt x="75260" y="200012"/>
                  </a:lnTo>
                  <a:lnTo>
                    <a:pt x="75476" y="200507"/>
                  </a:lnTo>
                  <a:lnTo>
                    <a:pt x="75260" y="201841"/>
                  </a:lnTo>
                  <a:lnTo>
                    <a:pt x="75476" y="202387"/>
                  </a:lnTo>
                  <a:lnTo>
                    <a:pt x="75958" y="203161"/>
                  </a:lnTo>
                  <a:lnTo>
                    <a:pt x="75615" y="203911"/>
                  </a:lnTo>
                  <a:lnTo>
                    <a:pt x="75476" y="204520"/>
                  </a:lnTo>
                  <a:lnTo>
                    <a:pt x="75679" y="205651"/>
                  </a:lnTo>
                  <a:lnTo>
                    <a:pt x="75260" y="206248"/>
                  </a:lnTo>
                  <a:lnTo>
                    <a:pt x="75831" y="207365"/>
                  </a:lnTo>
                  <a:lnTo>
                    <a:pt x="76581" y="206248"/>
                  </a:lnTo>
                  <a:lnTo>
                    <a:pt x="76339" y="205917"/>
                  </a:lnTo>
                  <a:lnTo>
                    <a:pt x="76187" y="205486"/>
                  </a:lnTo>
                  <a:lnTo>
                    <a:pt x="76047" y="204749"/>
                  </a:lnTo>
                  <a:lnTo>
                    <a:pt x="76581" y="203593"/>
                  </a:lnTo>
                  <a:lnTo>
                    <a:pt x="76428" y="202920"/>
                  </a:lnTo>
                  <a:lnTo>
                    <a:pt x="76047" y="202184"/>
                  </a:lnTo>
                  <a:lnTo>
                    <a:pt x="76187" y="201256"/>
                  </a:lnTo>
                  <a:lnTo>
                    <a:pt x="76047" y="200621"/>
                  </a:lnTo>
                  <a:lnTo>
                    <a:pt x="75958" y="199847"/>
                  </a:lnTo>
                  <a:lnTo>
                    <a:pt x="76644" y="199237"/>
                  </a:lnTo>
                  <a:lnTo>
                    <a:pt x="76784" y="198678"/>
                  </a:lnTo>
                  <a:lnTo>
                    <a:pt x="76784" y="197535"/>
                  </a:lnTo>
                  <a:lnTo>
                    <a:pt x="76428" y="196875"/>
                  </a:lnTo>
                  <a:lnTo>
                    <a:pt x="76784" y="196240"/>
                  </a:lnTo>
                  <a:close/>
                </a:path>
                <a:path w="241300" h="299719">
                  <a:moveTo>
                    <a:pt x="82804" y="237134"/>
                  </a:moveTo>
                  <a:lnTo>
                    <a:pt x="81203" y="235712"/>
                  </a:lnTo>
                  <a:lnTo>
                    <a:pt x="81114" y="231584"/>
                  </a:lnTo>
                  <a:lnTo>
                    <a:pt x="80327" y="231584"/>
                  </a:lnTo>
                  <a:lnTo>
                    <a:pt x="80327" y="235712"/>
                  </a:lnTo>
                  <a:lnTo>
                    <a:pt x="78447" y="237731"/>
                  </a:lnTo>
                  <a:lnTo>
                    <a:pt x="78663" y="244779"/>
                  </a:lnTo>
                  <a:lnTo>
                    <a:pt x="82613" y="244284"/>
                  </a:lnTo>
                  <a:lnTo>
                    <a:pt x="82804" y="237134"/>
                  </a:lnTo>
                  <a:close/>
                </a:path>
                <a:path w="241300" h="299719">
                  <a:moveTo>
                    <a:pt x="84874" y="198208"/>
                  </a:moveTo>
                  <a:lnTo>
                    <a:pt x="84429" y="197497"/>
                  </a:lnTo>
                  <a:lnTo>
                    <a:pt x="84188" y="196989"/>
                  </a:lnTo>
                  <a:lnTo>
                    <a:pt x="83439" y="197040"/>
                  </a:lnTo>
                  <a:lnTo>
                    <a:pt x="81534" y="197256"/>
                  </a:lnTo>
                  <a:lnTo>
                    <a:pt x="81114" y="198437"/>
                  </a:lnTo>
                  <a:lnTo>
                    <a:pt x="81203" y="199415"/>
                  </a:lnTo>
                  <a:lnTo>
                    <a:pt x="81534" y="201345"/>
                  </a:lnTo>
                  <a:lnTo>
                    <a:pt x="81864" y="201841"/>
                  </a:lnTo>
                  <a:lnTo>
                    <a:pt x="81534" y="203606"/>
                  </a:lnTo>
                  <a:lnTo>
                    <a:pt x="81203" y="205079"/>
                  </a:lnTo>
                  <a:lnTo>
                    <a:pt x="81775" y="207810"/>
                  </a:lnTo>
                  <a:lnTo>
                    <a:pt x="83769" y="207810"/>
                  </a:lnTo>
                  <a:lnTo>
                    <a:pt x="84315" y="207060"/>
                  </a:lnTo>
                  <a:lnTo>
                    <a:pt x="83769" y="203784"/>
                  </a:lnTo>
                  <a:lnTo>
                    <a:pt x="83210" y="203606"/>
                  </a:lnTo>
                  <a:lnTo>
                    <a:pt x="82905" y="202933"/>
                  </a:lnTo>
                  <a:lnTo>
                    <a:pt x="83210" y="201612"/>
                  </a:lnTo>
                  <a:lnTo>
                    <a:pt x="82905" y="200825"/>
                  </a:lnTo>
                  <a:lnTo>
                    <a:pt x="82219" y="200291"/>
                  </a:lnTo>
                  <a:lnTo>
                    <a:pt x="81864" y="198208"/>
                  </a:lnTo>
                  <a:lnTo>
                    <a:pt x="82219" y="197637"/>
                  </a:lnTo>
                  <a:lnTo>
                    <a:pt x="83337" y="197853"/>
                  </a:lnTo>
                  <a:lnTo>
                    <a:pt x="83337" y="198691"/>
                  </a:lnTo>
                  <a:lnTo>
                    <a:pt x="82156" y="199224"/>
                  </a:lnTo>
                  <a:lnTo>
                    <a:pt x="82816" y="199847"/>
                  </a:lnTo>
                  <a:lnTo>
                    <a:pt x="83934" y="199415"/>
                  </a:lnTo>
                  <a:lnTo>
                    <a:pt x="84429" y="198996"/>
                  </a:lnTo>
                  <a:lnTo>
                    <a:pt x="84874" y="198818"/>
                  </a:lnTo>
                  <a:lnTo>
                    <a:pt x="84874" y="198208"/>
                  </a:lnTo>
                  <a:close/>
                </a:path>
                <a:path w="241300" h="299719">
                  <a:moveTo>
                    <a:pt x="91503" y="236880"/>
                  </a:moveTo>
                  <a:lnTo>
                    <a:pt x="89801" y="235064"/>
                  </a:lnTo>
                  <a:lnTo>
                    <a:pt x="88785" y="231025"/>
                  </a:lnTo>
                  <a:lnTo>
                    <a:pt x="87655" y="231025"/>
                  </a:lnTo>
                  <a:lnTo>
                    <a:pt x="88976" y="235407"/>
                  </a:lnTo>
                  <a:lnTo>
                    <a:pt x="86753" y="236308"/>
                  </a:lnTo>
                  <a:lnTo>
                    <a:pt x="86245" y="244297"/>
                  </a:lnTo>
                  <a:lnTo>
                    <a:pt x="91109" y="244449"/>
                  </a:lnTo>
                  <a:lnTo>
                    <a:pt x="91503" y="236880"/>
                  </a:lnTo>
                  <a:close/>
                </a:path>
                <a:path w="241300" h="299719">
                  <a:moveTo>
                    <a:pt x="91770" y="203695"/>
                  </a:moveTo>
                  <a:lnTo>
                    <a:pt x="91516" y="202933"/>
                  </a:lnTo>
                  <a:lnTo>
                    <a:pt x="88963" y="202933"/>
                  </a:lnTo>
                  <a:lnTo>
                    <a:pt x="87503" y="204368"/>
                  </a:lnTo>
                  <a:lnTo>
                    <a:pt x="87414" y="205663"/>
                  </a:lnTo>
                  <a:lnTo>
                    <a:pt x="88849" y="204368"/>
                  </a:lnTo>
                  <a:lnTo>
                    <a:pt x="90068" y="203695"/>
                  </a:lnTo>
                  <a:lnTo>
                    <a:pt x="91770" y="203695"/>
                  </a:lnTo>
                  <a:close/>
                </a:path>
                <a:path w="241300" h="299719">
                  <a:moveTo>
                    <a:pt x="91859" y="203923"/>
                  </a:moveTo>
                  <a:lnTo>
                    <a:pt x="91782" y="203695"/>
                  </a:lnTo>
                  <a:lnTo>
                    <a:pt x="91859" y="203923"/>
                  </a:lnTo>
                  <a:close/>
                </a:path>
                <a:path w="241300" h="299719">
                  <a:moveTo>
                    <a:pt x="92303" y="206730"/>
                  </a:moveTo>
                  <a:lnTo>
                    <a:pt x="92227" y="205663"/>
                  </a:lnTo>
                  <a:lnTo>
                    <a:pt x="92113" y="204927"/>
                  </a:lnTo>
                  <a:lnTo>
                    <a:pt x="92011" y="204368"/>
                  </a:lnTo>
                  <a:lnTo>
                    <a:pt x="91859" y="203923"/>
                  </a:lnTo>
                  <a:lnTo>
                    <a:pt x="91236" y="203923"/>
                  </a:lnTo>
                  <a:lnTo>
                    <a:pt x="90982" y="204368"/>
                  </a:lnTo>
                  <a:lnTo>
                    <a:pt x="90462" y="204368"/>
                  </a:lnTo>
                  <a:lnTo>
                    <a:pt x="88455" y="204927"/>
                  </a:lnTo>
                  <a:lnTo>
                    <a:pt x="87414" y="205663"/>
                  </a:lnTo>
                  <a:lnTo>
                    <a:pt x="87414" y="206730"/>
                  </a:lnTo>
                  <a:lnTo>
                    <a:pt x="87160" y="206730"/>
                  </a:lnTo>
                  <a:lnTo>
                    <a:pt x="88366" y="207314"/>
                  </a:lnTo>
                  <a:lnTo>
                    <a:pt x="92303" y="206730"/>
                  </a:lnTo>
                  <a:close/>
                </a:path>
                <a:path w="241300" h="299719">
                  <a:moveTo>
                    <a:pt x="99275" y="102641"/>
                  </a:moveTo>
                  <a:lnTo>
                    <a:pt x="98552" y="101244"/>
                  </a:lnTo>
                  <a:lnTo>
                    <a:pt x="99034" y="100380"/>
                  </a:lnTo>
                  <a:lnTo>
                    <a:pt x="98552" y="99504"/>
                  </a:lnTo>
                  <a:lnTo>
                    <a:pt x="98501" y="98780"/>
                  </a:lnTo>
                  <a:lnTo>
                    <a:pt x="98488" y="102641"/>
                  </a:lnTo>
                  <a:lnTo>
                    <a:pt x="98120" y="103974"/>
                  </a:lnTo>
                  <a:lnTo>
                    <a:pt x="97891" y="103911"/>
                  </a:lnTo>
                  <a:lnTo>
                    <a:pt x="97891" y="105295"/>
                  </a:lnTo>
                  <a:lnTo>
                    <a:pt x="95237" y="105295"/>
                  </a:lnTo>
                  <a:lnTo>
                    <a:pt x="95923" y="104762"/>
                  </a:lnTo>
                  <a:lnTo>
                    <a:pt x="97091" y="104762"/>
                  </a:lnTo>
                  <a:lnTo>
                    <a:pt x="97891" y="105295"/>
                  </a:lnTo>
                  <a:lnTo>
                    <a:pt x="97891" y="103911"/>
                  </a:lnTo>
                  <a:lnTo>
                    <a:pt x="97396" y="103771"/>
                  </a:lnTo>
                  <a:lnTo>
                    <a:pt x="95923" y="103771"/>
                  </a:lnTo>
                  <a:lnTo>
                    <a:pt x="95567" y="102857"/>
                  </a:lnTo>
                  <a:lnTo>
                    <a:pt x="95923" y="102273"/>
                  </a:lnTo>
                  <a:lnTo>
                    <a:pt x="96824" y="102133"/>
                  </a:lnTo>
                  <a:lnTo>
                    <a:pt x="97891" y="102133"/>
                  </a:lnTo>
                  <a:lnTo>
                    <a:pt x="98488" y="102641"/>
                  </a:lnTo>
                  <a:lnTo>
                    <a:pt x="98488" y="98780"/>
                  </a:lnTo>
                  <a:lnTo>
                    <a:pt x="98552" y="98628"/>
                  </a:lnTo>
                  <a:lnTo>
                    <a:pt x="98488" y="97866"/>
                  </a:lnTo>
                  <a:lnTo>
                    <a:pt x="98094" y="96977"/>
                  </a:lnTo>
                  <a:lnTo>
                    <a:pt x="98094" y="100380"/>
                  </a:lnTo>
                  <a:lnTo>
                    <a:pt x="97929" y="100990"/>
                  </a:lnTo>
                  <a:lnTo>
                    <a:pt x="97383" y="100774"/>
                  </a:lnTo>
                  <a:lnTo>
                    <a:pt x="96456" y="101079"/>
                  </a:lnTo>
                  <a:lnTo>
                    <a:pt x="95770" y="101168"/>
                  </a:lnTo>
                  <a:lnTo>
                    <a:pt x="95770" y="100952"/>
                  </a:lnTo>
                  <a:lnTo>
                    <a:pt x="95770" y="100241"/>
                  </a:lnTo>
                  <a:lnTo>
                    <a:pt x="95986" y="99860"/>
                  </a:lnTo>
                  <a:lnTo>
                    <a:pt x="96812" y="99504"/>
                  </a:lnTo>
                  <a:lnTo>
                    <a:pt x="97713" y="99860"/>
                  </a:lnTo>
                  <a:lnTo>
                    <a:pt x="98094" y="100380"/>
                  </a:lnTo>
                  <a:lnTo>
                    <a:pt x="98094" y="96977"/>
                  </a:lnTo>
                  <a:lnTo>
                    <a:pt x="98259" y="96710"/>
                  </a:lnTo>
                  <a:lnTo>
                    <a:pt x="98552" y="96291"/>
                  </a:lnTo>
                  <a:lnTo>
                    <a:pt x="98552" y="94894"/>
                  </a:lnTo>
                  <a:lnTo>
                    <a:pt x="98132" y="94348"/>
                  </a:lnTo>
                  <a:lnTo>
                    <a:pt x="98501" y="93713"/>
                  </a:lnTo>
                  <a:lnTo>
                    <a:pt x="98374" y="92494"/>
                  </a:lnTo>
                  <a:lnTo>
                    <a:pt x="98310" y="92278"/>
                  </a:lnTo>
                  <a:lnTo>
                    <a:pt x="98183" y="91884"/>
                  </a:lnTo>
                  <a:lnTo>
                    <a:pt x="98094" y="90093"/>
                  </a:lnTo>
                  <a:lnTo>
                    <a:pt x="97904" y="88531"/>
                  </a:lnTo>
                  <a:lnTo>
                    <a:pt x="97891" y="95961"/>
                  </a:lnTo>
                  <a:lnTo>
                    <a:pt x="97777" y="96202"/>
                  </a:lnTo>
                  <a:lnTo>
                    <a:pt x="97777" y="97764"/>
                  </a:lnTo>
                  <a:lnTo>
                    <a:pt x="97510" y="98463"/>
                  </a:lnTo>
                  <a:lnTo>
                    <a:pt x="97053" y="98475"/>
                  </a:lnTo>
                  <a:lnTo>
                    <a:pt x="96380" y="98640"/>
                  </a:lnTo>
                  <a:lnTo>
                    <a:pt x="96164" y="98018"/>
                  </a:lnTo>
                  <a:lnTo>
                    <a:pt x="96418" y="97421"/>
                  </a:lnTo>
                  <a:lnTo>
                    <a:pt x="97332" y="97409"/>
                  </a:lnTo>
                  <a:lnTo>
                    <a:pt x="97777" y="97764"/>
                  </a:lnTo>
                  <a:lnTo>
                    <a:pt x="97777" y="96202"/>
                  </a:lnTo>
                  <a:lnTo>
                    <a:pt x="97548" y="96685"/>
                  </a:lnTo>
                  <a:lnTo>
                    <a:pt x="96469" y="96710"/>
                  </a:lnTo>
                  <a:lnTo>
                    <a:pt x="96164" y="95961"/>
                  </a:lnTo>
                  <a:lnTo>
                    <a:pt x="96164" y="95402"/>
                  </a:lnTo>
                  <a:lnTo>
                    <a:pt x="96723" y="94983"/>
                  </a:lnTo>
                  <a:lnTo>
                    <a:pt x="97320" y="94983"/>
                  </a:lnTo>
                  <a:lnTo>
                    <a:pt x="97764" y="95237"/>
                  </a:lnTo>
                  <a:lnTo>
                    <a:pt x="97891" y="95961"/>
                  </a:lnTo>
                  <a:lnTo>
                    <a:pt x="97891" y="88480"/>
                  </a:lnTo>
                  <a:lnTo>
                    <a:pt x="97802" y="88112"/>
                  </a:lnTo>
                  <a:lnTo>
                    <a:pt x="97802" y="93992"/>
                  </a:lnTo>
                  <a:lnTo>
                    <a:pt x="97320" y="93827"/>
                  </a:lnTo>
                  <a:lnTo>
                    <a:pt x="96494" y="93827"/>
                  </a:lnTo>
                  <a:lnTo>
                    <a:pt x="96608" y="92887"/>
                  </a:lnTo>
                  <a:lnTo>
                    <a:pt x="96735" y="92278"/>
                  </a:lnTo>
                  <a:lnTo>
                    <a:pt x="96824" y="91643"/>
                  </a:lnTo>
                  <a:lnTo>
                    <a:pt x="96989" y="90601"/>
                  </a:lnTo>
                  <a:lnTo>
                    <a:pt x="97078" y="88620"/>
                  </a:lnTo>
                  <a:lnTo>
                    <a:pt x="97447" y="90093"/>
                  </a:lnTo>
                  <a:lnTo>
                    <a:pt x="97561" y="92278"/>
                  </a:lnTo>
                  <a:lnTo>
                    <a:pt x="97650" y="93713"/>
                  </a:lnTo>
                  <a:lnTo>
                    <a:pt x="97802" y="93992"/>
                  </a:lnTo>
                  <a:lnTo>
                    <a:pt x="97802" y="88112"/>
                  </a:lnTo>
                  <a:lnTo>
                    <a:pt x="97091" y="85166"/>
                  </a:lnTo>
                  <a:lnTo>
                    <a:pt x="96443" y="88531"/>
                  </a:lnTo>
                  <a:lnTo>
                    <a:pt x="96164" y="90601"/>
                  </a:lnTo>
                  <a:lnTo>
                    <a:pt x="95580" y="93713"/>
                  </a:lnTo>
                  <a:lnTo>
                    <a:pt x="95783" y="94373"/>
                  </a:lnTo>
                  <a:lnTo>
                    <a:pt x="95440" y="95656"/>
                  </a:lnTo>
                  <a:lnTo>
                    <a:pt x="95567" y="96710"/>
                  </a:lnTo>
                  <a:lnTo>
                    <a:pt x="95173" y="97866"/>
                  </a:lnTo>
                  <a:lnTo>
                    <a:pt x="95567" y="98628"/>
                  </a:lnTo>
                  <a:lnTo>
                    <a:pt x="95745" y="98806"/>
                  </a:lnTo>
                  <a:lnTo>
                    <a:pt x="95173" y="99504"/>
                  </a:lnTo>
                  <a:lnTo>
                    <a:pt x="95059" y="99860"/>
                  </a:lnTo>
                  <a:lnTo>
                    <a:pt x="95059" y="101498"/>
                  </a:lnTo>
                  <a:lnTo>
                    <a:pt x="95250" y="101511"/>
                  </a:lnTo>
                  <a:lnTo>
                    <a:pt x="95008" y="101663"/>
                  </a:lnTo>
                  <a:lnTo>
                    <a:pt x="94665" y="103035"/>
                  </a:lnTo>
                  <a:lnTo>
                    <a:pt x="94792" y="104152"/>
                  </a:lnTo>
                  <a:lnTo>
                    <a:pt x="94043" y="105079"/>
                  </a:lnTo>
                  <a:lnTo>
                    <a:pt x="94132" y="106692"/>
                  </a:lnTo>
                  <a:lnTo>
                    <a:pt x="94208" y="106946"/>
                  </a:lnTo>
                  <a:lnTo>
                    <a:pt x="94322" y="107302"/>
                  </a:lnTo>
                  <a:lnTo>
                    <a:pt x="94373" y="107467"/>
                  </a:lnTo>
                  <a:lnTo>
                    <a:pt x="94513" y="107911"/>
                  </a:lnTo>
                  <a:lnTo>
                    <a:pt x="95986" y="107911"/>
                  </a:lnTo>
                  <a:lnTo>
                    <a:pt x="95986" y="107302"/>
                  </a:lnTo>
                  <a:lnTo>
                    <a:pt x="95173" y="106946"/>
                  </a:lnTo>
                  <a:lnTo>
                    <a:pt x="95046" y="106692"/>
                  </a:lnTo>
                  <a:lnTo>
                    <a:pt x="94792" y="106133"/>
                  </a:lnTo>
                  <a:lnTo>
                    <a:pt x="94996" y="105575"/>
                  </a:lnTo>
                  <a:lnTo>
                    <a:pt x="98488" y="105575"/>
                  </a:lnTo>
                  <a:lnTo>
                    <a:pt x="98386" y="106692"/>
                  </a:lnTo>
                  <a:lnTo>
                    <a:pt x="98247" y="106946"/>
                  </a:lnTo>
                  <a:lnTo>
                    <a:pt x="98005" y="107302"/>
                  </a:lnTo>
                  <a:lnTo>
                    <a:pt x="98107" y="107911"/>
                  </a:lnTo>
                  <a:lnTo>
                    <a:pt x="98488" y="108724"/>
                  </a:lnTo>
                  <a:lnTo>
                    <a:pt x="99021" y="107467"/>
                  </a:lnTo>
                  <a:lnTo>
                    <a:pt x="99072" y="104762"/>
                  </a:lnTo>
                  <a:lnTo>
                    <a:pt x="99021" y="104622"/>
                  </a:lnTo>
                  <a:lnTo>
                    <a:pt x="99275" y="104013"/>
                  </a:lnTo>
                  <a:lnTo>
                    <a:pt x="99275" y="102641"/>
                  </a:lnTo>
                  <a:close/>
                </a:path>
                <a:path w="241300" h="299719">
                  <a:moveTo>
                    <a:pt x="99860" y="237134"/>
                  </a:moveTo>
                  <a:lnTo>
                    <a:pt x="97891" y="234861"/>
                  </a:lnTo>
                  <a:lnTo>
                    <a:pt x="97332" y="231660"/>
                  </a:lnTo>
                  <a:lnTo>
                    <a:pt x="96735" y="231749"/>
                  </a:lnTo>
                  <a:lnTo>
                    <a:pt x="97053" y="234861"/>
                  </a:lnTo>
                  <a:lnTo>
                    <a:pt x="94665" y="237223"/>
                  </a:lnTo>
                  <a:lnTo>
                    <a:pt x="94513" y="244500"/>
                  </a:lnTo>
                  <a:lnTo>
                    <a:pt x="99453" y="243916"/>
                  </a:lnTo>
                  <a:lnTo>
                    <a:pt x="99860" y="237134"/>
                  </a:lnTo>
                  <a:close/>
                </a:path>
                <a:path w="241300" h="299719">
                  <a:moveTo>
                    <a:pt x="101473" y="206857"/>
                  </a:moveTo>
                  <a:lnTo>
                    <a:pt x="100850" y="206248"/>
                  </a:lnTo>
                  <a:lnTo>
                    <a:pt x="98958" y="203517"/>
                  </a:lnTo>
                  <a:lnTo>
                    <a:pt x="98844" y="202628"/>
                  </a:lnTo>
                  <a:lnTo>
                    <a:pt x="98069" y="202920"/>
                  </a:lnTo>
                  <a:lnTo>
                    <a:pt x="97548" y="203352"/>
                  </a:lnTo>
                  <a:lnTo>
                    <a:pt x="96164" y="203352"/>
                  </a:lnTo>
                  <a:lnTo>
                    <a:pt x="95567" y="203695"/>
                  </a:lnTo>
                  <a:lnTo>
                    <a:pt x="95059" y="204546"/>
                  </a:lnTo>
                  <a:lnTo>
                    <a:pt x="95059" y="205295"/>
                  </a:lnTo>
                  <a:lnTo>
                    <a:pt x="94678" y="205917"/>
                  </a:lnTo>
                  <a:lnTo>
                    <a:pt x="95173" y="206603"/>
                  </a:lnTo>
                  <a:lnTo>
                    <a:pt x="95885" y="207149"/>
                  </a:lnTo>
                  <a:lnTo>
                    <a:pt x="98844" y="207149"/>
                  </a:lnTo>
                  <a:lnTo>
                    <a:pt x="101473" y="206857"/>
                  </a:lnTo>
                  <a:close/>
                </a:path>
                <a:path w="241300" h="299719">
                  <a:moveTo>
                    <a:pt x="105778" y="206171"/>
                  </a:moveTo>
                  <a:lnTo>
                    <a:pt x="105092" y="205155"/>
                  </a:lnTo>
                  <a:lnTo>
                    <a:pt x="105156" y="204470"/>
                  </a:lnTo>
                  <a:lnTo>
                    <a:pt x="104457" y="203784"/>
                  </a:lnTo>
                  <a:lnTo>
                    <a:pt x="103085" y="204304"/>
                  </a:lnTo>
                  <a:lnTo>
                    <a:pt x="102641" y="204203"/>
                  </a:lnTo>
                  <a:lnTo>
                    <a:pt x="102196" y="204711"/>
                  </a:lnTo>
                  <a:lnTo>
                    <a:pt x="102196" y="205422"/>
                  </a:lnTo>
                  <a:lnTo>
                    <a:pt x="102552" y="206857"/>
                  </a:lnTo>
                  <a:lnTo>
                    <a:pt x="105308" y="206857"/>
                  </a:lnTo>
                  <a:lnTo>
                    <a:pt x="105778" y="206171"/>
                  </a:lnTo>
                  <a:close/>
                </a:path>
                <a:path w="241300" h="299719">
                  <a:moveTo>
                    <a:pt x="108407" y="236321"/>
                  </a:moveTo>
                  <a:lnTo>
                    <a:pt x="106108" y="234772"/>
                  </a:lnTo>
                  <a:lnTo>
                    <a:pt x="105295" y="230479"/>
                  </a:lnTo>
                  <a:lnTo>
                    <a:pt x="104736" y="231000"/>
                  </a:lnTo>
                  <a:lnTo>
                    <a:pt x="105079" y="234861"/>
                  </a:lnTo>
                  <a:lnTo>
                    <a:pt x="103085" y="237210"/>
                  </a:lnTo>
                  <a:lnTo>
                    <a:pt x="103479" y="244449"/>
                  </a:lnTo>
                  <a:lnTo>
                    <a:pt x="108140" y="243941"/>
                  </a:lnTo>
                  <a:lnTo>
                    <a:pt x="108407" y="236321"/>
                  </a:lnTo>
                  <a:close/>
                </a:path>
                <a:path w="241300" h="299719">
                  <a:moveTo>
                    <a:pt x="110490" y="206248"/>
                  </a:moveTo>
                  <a:lnTo>
                    <a:pt x="110286" y="197650"/>
                  </a:lnTo>
                  <a:lnTo>
                    <a:pt x="108902" y="197650"/>
                  </a:lnTo>
                  <a:lnTo>
                    <a:pt x="109258" y="206248"/>
                  </a:lnTo>
                  <a:lnTo>
                    <a:pt x="110490" y="206248"/>
                  </a:lnTo>
                  <a:close/>
                </a:path>
                <a:path w="241300" h="299719">
                  <a:moveTo>
                    <a:pt x="116738" y="244106"/>
                  </a:moveTo>
                  <a:lnTo>
                    <a:pt x="116624" y="235966"/>
                  </a:lnTo>
                  <a:lnTo>
                    <a:pt x="115087" y="234353"/>
                  </a:lnTo>
                  <a:lnTo>
                    <a:pt x="114554" y="230339"/>
                  </a:lnTo>
                  <a:lnTo>
                    <a:pt x="113906" y="230759"/>
                  </a:lnTo>
                  <a:lnTo>
                    <a:pt x="114173" y="234353"/>
                  </a:lnTo>
                  <a:lnTo>
                    <a:pt x="111709" y="236321"/>
                  </a:lnTo>
                  <a:lnTo>
                    <a:pt x="112293" y="244284"/>
                  </a:lnTo>
                  <a:lnTo>
                    <a:pt x="116738" y="244106"/>
                  </a:lnTo>
                  <a:close/>
                </a:path>
                <a:path w="241300" h="299719">
                  <a:moveTo>
                    <a:pt x="126225" y="235978"/>
                  </a:moveTo>
                  <a:lnTo>
                    <a:pt x="123685" y="233730"/>
                  </a:lnTo>
                  <a:lnTo>
                    <a:pt x="123088" y="229755"/>
                  </a:lnTo>
                  <a:lnTo>
                    <a:pt x="122047" y="230073"/>
                  </a:lnTo>
                  <a:lnTo>
                    <a:pt x="122580" y="234010"/>
                  </a:lnTo>
                  <a:lnTo>
                    <a:pt x="120675" y="235978"/>
                  </a:lnTo>
                  <a:lnTo>
                    <a:pt x="120523" y="243928"/>
                  </a:lnTo>
                  <a:lnTo>
                    <a:pt x="126149" y="243573"/>
                  </a:lnTo>
                  <a:lnTo>
                    <a:pt x="126225" y="235978"/>
                  </a:lnTo>
                  <a:close/>
                </a:path>
                <a:path w="241300" h="299719">
                  <a:moveTo>
                    <a:pt x="135229" y="243382"/>
                  </a:moveTo>
                  <a:lnTo>
                    <a:pt x="134861" y="234797"/>
                  </a:lnTo>
                  <a:lnTo>
                    <a:pt x="132765" y="233845"/>
                  </a:lnTo>
                  <a:lnTo>
                    <a:pt x="131902" y="230073"/>
                  </a:lnTo>
                  <a:lnTo>
                    <a:pt x="131102" y="230263"/>
                  </a:lnTo>
                  <a:lnTo>
                    <a:pt x="131902" y="234010"/>
                  </a:lnTo>
                  <a:lnTo>
                    <a:pt x="129603" y="236651"/>
                  </a:lnTo>
                  <a:lnTo>
                    <a:pt x="129971" y="244284"/>
                  </a:lnTo>
                  <a:lnTo>
                    <a:pt x="135229" y="243382"/>
                  </a:lnTo>
                  <a:close/>
                </a:path>
                <a:path w="241300" h="299719">
                  <a:moveTo>
                    <a:pt x="143306" y="234861"/>
                  </a:moveTo>
                  <a:lnTo>
                    <a:pt x="140766" y="232727"/>
                  </a:lnTo>
                  <a:lnTo>
                    <a:pt x="140144" y="228866"/>
                  </a:lnTo>
                  <a:lnTo>
                    <a:pt x="139395" y="229209"/>
                  </a:lnTo>
                  <a:lnTo>
                    <a:pt x="139839" y="233083"/>
                  </a:lnTo>
                  <a:lnTo>
                    <a:pt x="138074" y="235407"/>
                  </a:lnTo>
                  <a:lnTo>
                    <a:pt x="138074" y="243928"/>
                  </a:lnTo>
                  <a:lnTo>
                    <a:pt x="143090" y="242976"/>
                  </a:lnTo>
                  <a:lnTo>
                    <a:pt x="143306" y="234861"/>
                  </a:lnTo>
                  <a:close/>
                </a:path>
                <a:path w="241300" h="299719">
                  <a:moveTo>
                    <a:pt x="152349" y="236334"/>
                  </a:moveTo>
                  <a:lnTo>
                    <a:pt x="149733" y="232575"/>
                  </a:lnTo>
                  <a:lnTo>
                    <a:pt x="149250" y="229222"/>
                  </a:lnTo>
                  <a:lnTo>
                    <a:pt x="148170" y="229768"/>
                  </a:lnTo>
                  <a:lnTo>
                    <a:pt x="148361" y="233362"/>
                  </a:lnTo>
                  <a:lnTo>
                    <a:pt x="146418" y="235127"/>
                  </a:lnTo>
                  <a:lnTo>
                    <a:pt x="146265" y="242989"/>
                  </a:lnTo>
                  <a:lnTo>
                    <a:pt x="151841" y="242773"/>
                  </a:lnTo>
                  <a:lnTo>
                    <a:pt x="152349" y="236334"/>
                  </a:lnTo>
                  <a:close/>
                </a:path>
                <a:path w="241300" h="299719">
                  <a:moveTo>
                    <a:pt x="159842" y="234188"/>
                  </a:moveTo>
                  <a:lnTo>
                    <a:pt x="158064" y="232029"/>
                  </a:lnTo>
                  <a:lnTo>
                    <a:pt x="157734" y="229209"/>
                  </a:lnTo>
                  <a:lnTo>
                    <a:pt x="156921" y="229666"/>
                  </a:lnTo>
                  <a:lnTo>
                    <a:pt x="157111" y="231851"/>
                  </a:lnTo>
                  <a:lnTo>
                    <a:pt x="154660" y="234772"/>
                  </a:lnTo>
                  <a:lnTo>
                    <a:pt x="154292" y="242633"/>
                  </a:lnTo>
                  <a:lnTo>
                    <a:pt x="159842" y="242404"/>
                  </a:lnTo>
                  <a:lnTo>
                    <a:pt x="159842" y="234188"/>
                  </a:lnTo>
                  <a:close/>
                </a:path>
                <a:path w="241300" h="299719">
                  <a:moveTo>
                    <a:pt x="166839" y="46570"/>
                  </a:moveTo>
                  <a:lnTo>
                    <a:pt x="166509" y="45618"/>
                  </a:lnTo>
                  <a:lnTo>
                    <a:pt x="165646" y="46380"/>
                  </a:lnTo>
                  <a:lnTo>
                    <a:pt x="166357" y="47218"/>
                  </a:lnTo>
                  <a:lnTo>
                    <a:pt x="166839" y="46570"/>
                  </a:lnTo>
                  <a:close/>
                </a:path>
                <a:path w="241300" h="299719">
                  <a:moveTo>
                    <a:pt x="169887" y="44754"/>
                  </a:moveTo>
                  <a:lnTo>
                    <a:pt x="169049" y="44754"/>
                  </a:lnTo>
                  <a:lnTo>
                    <a:pt x="169049" y="47180"/>
                  </a:lnTo>
                  <a:lnTo>
                    <a:pt x="169824" y="47078"/>
                  </a:lnTo>
                  <a:lnTo>
                    <a:pt x="169887" y="44754"/>
                  </a:lnTo>
                  <a:close/>
                </a:path>
                <a:path w="241300" h="299719">
                  <a:moveTo>
                    <a:pt x="173431" y="43688"/>
                  </a:moveTo>
                  <a:lnTo>
                    <a:pt x="172212" y="44742"/>
                  </a:lnTo>
                  <a:lnTo>
                    <a:pt x="172212" y="46977"/>
                  </a:lnTo>
                  <a:lnTo>
                    <a:pt x="173431" y="46558"/>
                  </a:lnTo>
                  <a:lnTo>
                    <a:pt x="173431" y="43688"/>
                  </a:lnTo>
                  <a:close/>
                </a:path>
                <a:path w="241300" h="299719">
                  <a:moveTo>
                    <a:pt x="174650" y="66814"/>
                  </a:moveTo>
                  <a:lnTo>
                    <a:pt x="172923" y="64401"/>
                  </a:lnTo>
                  <a:lnTo>
                    <a:pt x="170091" y="66306"/>
                  </a:lnTo>
                  <a:lnTo>
                    <a:pt x="169875" y="75069"/>
                  </a:lnTo>
                  <a:lnTo>
                    <a:pt x="174650" y="74726"/>
                  </a:lnTo>
                  <a:lnTo>
                    <a:pt x="174650" y="66814"/>
                  </a:lnTo>
                  <a:close/>
                </a:path>
                <a:path w="241300" h="299719">
                  <a:moveTo>
                    <a:pt x="177558" y="44119"/>
                  </a:moveTo>
                  <a:lnTo>
                    <a:pt x="176377" y="43865"/>
                  </a:lnTo>
                  <a:lnTo>
                    <a:pt x="176060" y="46570"/>
                  </a:lnTo>
                  <a:lnTo>
                    <a:pt x="177469" y="46888"/>
                  </a:lnTo>
                  <a:lnTo>
                    <a:pt x="177558" y="44119"/>
                  </a:lnTo>
                  <a:close/>
                </a:path>
                <a:path w="241300" h="299719">
                  <a:moveTo>
                    <a:pt x="180251" y="44551"/>
                  </a:moveTo>
                  <a:lnTo>
                    <a:pt x="179324" y="45224"/>
                  </a:lnTo>
                  <a:lnTo>
                    <a:pt x="179133" y="47231"/>
                  </a:lnTo>
                  <a:lnTo>
                    <a:pt x="179971" y="47231"/>
                  </a:lnTo>
                  <a:lnTo>
                    <a:pt x="180251" y="44551"/>
                  </a:lnTo>
                  <a:close/>
                </a:path>
                <a:path w="241300" h="299719">
                  <a:moveTo>
                    <a:pt x="183654" y="67081"/>
                  </a:moveTo>
                  <a:lnTo>
                    <a:pt x="181267" y="64909"/>
                  </a:lnTo>
                  <a:lnTo>
                    <a:pt x="178447" y="66827"/>
                  </a:lnTo>
                  <a:lnTo>
                    <a:pt x="178447" y="74866"/>
                  </a:lnTo>
                  <a:lnTo>
                    <a:pt x="182968" y="75920"/>
                  </a:lnTo>
                  <a:lnTo>
                    <a:pt x="183654" y="67081"/>
                  </a:lnTo>
                  <a:close/>
                </a:path>
                <a:path w="241300" h="299719">
                  <a:moveTo>
                    <a:pt x="183819" y="45783"/>
                  </a:moveTo>
                  <a:lnTo>
                    <a:pt x="182626" y="45910"/>
                  </a:lnTo>
                  <a:lnTo>
                    <a:pt x="182626" y="47917"/>
                  </a:lnTo>
                  <a:lnTo>
                    <a:pt x="183476" y="48145"/>
                  </a:lnTo>
                  <a:lnTo>
                    <a:pt x="183819" y="45783"/>
                  </a:lnTo>
                  <a:close/>
                </a:path>
                <a:path w="241300" h="299719">
                  <a:moveTo>
                    <a:pt x="189979" y="46570"/>
                  </a:moveTo>
                  <a:lnTo>
                    <a:pt x="189966" y="46393"/>
                  </a:lnTo>
                  <a:lnTo>
                    <a:pt x="188798" y="46393"/>
                  </a:lnTo>
                  <a:lnTo>
                    <a:pt x="188810" y="46189"/>
                  </a:lnTo>
                  <a:lnTo>
                    <a:pt x="189966" y="46393"/>
                  </a:lnTo>
                  <a:lnTo>
                    <a:pt x="189852" y="43865"/>
                  </a:lnTo>
                  <a:lnTo>
                    <a:pt x="189445" y="43421"/>
                  </a:lnTo>
                  <a:lnTo>
                    <a:pt x="189318" y="43230"/>
                  </a:lnTo>
                  <a:lnTo>
                    <a:pt x="189166" y="43129"/>
                  </a:lnTo>
                  <a:lnTo>
                    <a:pt x="189166" y="43675"/>
                  </a:lnTo>
                  <a:lnTo>
                    <a:pt x="189077" y="44881"/>
                  </a:lnTo>
                  <a:lnTo>
                    <a:pt x="188912" y="45224"/>
                  </a:lnTo>
                  <a:lnTo>
                    <a:pt x="188836" y="45910"/>
                  </a:lnTo>
                  <a:lnTo>
                    <a:pt x="187464" y="45910"/>
                  </a:lnTo>
                  <a:lnTo>
                    <a:pt x="187464" y="61683"/>
                  </a:lnTo>
                  <a:lnTo>
                    <a:pt x="186969" y="61455"/>
                  </a:lnTo>
                  <a:lnTo>
                    <a:pt x="182054" y="58445"/>
                  </a:lnTo>
                  <a:lnTo>
                    <a:pt x="179489" y="56870"/>
                  </a:lnTo>
                  <a:lnTo>
                    <a:pt x="172212" y="56870"/>
                  </a:lnTo>
                  <a:lnTo>
                    <a:pt x="165227" y="60020"/>
                  </a:lnTo>
                  <a:lnTo>
                    <a:pt x="165227" y="58204"/>
                  </a:lnTo>
                  <a:lnTo>
                    <a:pt x="172059" y="54711"/>
                  </a:lnTo>
                  <a:lnTo>
                    <a:pt x="179324" y="54711"/>
                  </a:lnTo>
                  <a:lnTo>
                    <a:pt x="187452" y="59232"/>
                  </a:lnTo>
                  <a:lnTo>
                    <a:pt x="187464" y="61683"/>
                  </a:lnTo>
                  <a:lnTo>
                    <a:pt x="187464" y="45910"/>
                  </a:lnTo>
                  <a:lnTo>
                    <a:pt x="187452" y="57835"/>
                  </a:lnTo>
                  <a:lnTo>
                    <a:pt x="187452" y="58026"/>
                  </a:lnTo>
                  <a:lnTo>
                    <a:pt x="187452" y="57835"/>
                  </a:lnTo>
                  <a:lnTo>
                    <a:pt x="186842" y="57645"/>
                  </a:lnTo>
                  <a:lnTo>
                    <a:pt x="182181" y="54711"/>
                  </a:lnTo>
                  <a:lnTo>
                    <a:pt x="179527" y="53047"/>
                  </a:lnTo>
                  <a:lnTo>
                    <a:pt x="171996" y="52857"/>
                  </a:lnTo>
                  <a:lnTo>
                    <a:pt x="165227" y="56235"/>
                  </a:lnTo>
                  <a:lnTo>
                    <a:pt x="165227" y="54254"/>
                  </a:lnTo>
                  <a:lnTo>
                    <a:pt x="171945" y="50888"/>
                  </a:lnTo>
                  <a:lnTo>
                    <a:pt x="179311" y="50698"/>
                  </a:lnTo>
                  <a:lnTo>
                    <a:pt x="187198" y="55410"/>
                  </a:lnTo>
                  <a:lnTo>
                    <a:pt x="187439" y="55410"/>
                  </a:lnTo>
                  <a:lnTo>
                    <a:pt x="187452" y="57835"/>
                  </a:lnTo>
                  <a:lnTo>
                    <a:pt x="187452" y="45910"/>
                  </a:lnTo>
                  <a:lnTo>
                    <a:pt x="187413" y="46228"/>
                  </a:lnTo>
                  <a:lnTo>
                    <a:pt x="187413" y="46507"/>
                  </a:lnTo>
                  <a:lnTo>
                    <a:pt x="186461" y="45694"/>
                  </a:lnTo>
                  <a:lnTo>
                    <a:pt x="186804" y="45910"/>
                  </a:lnTo>
                  <a:lnTo>
                    <a:pt x="187413" y="46228"/>
                  </a:lnTo>
                  <a:lnTo>
                    <a:pt x="187413" y="45910"/>
                  </a:lnTo>
                  <a:lnTo>
                    <a:pt x="186804" y="45402"/>
                  </a:lnTo>
                  <a:lnTo>
                    <a:pt x="186245" y="44881"/>
                  </a:lnTo>
                  <a:lnTo>
                    <a:pt x="186131" y="44754"/>
                  </a:lnTo>
                  <a:lnTo>
                    <a:pt x="185737" y="44259"/>
                  </a:lnTo>
                  <a:lnTo>
                    <a:pt x="185077" y="44119"/>
                  </a:lnTo>
                  <a:lnTo>
                    <a:pt x="184721" y="43865"/>
                  </a:lnTo>
                  <a:lnTo>
                    <a:pt x="184277" y="43865"/>
                  </a:lnTo>
                  <a:lnTo>
                    <a:pt x="183146" y="43675"/>
                  </a:lnTo>
                  <a:lnTo>
                    <a:pt x="182105" y="43421"/>
                  </a:lnTo>
                  <a:lnTo>
                    <a:pt x="181051" y="43230"/>
                  </a:lnTo>
                  <a:lnTo>
                    <a:pt x="179857" y="42926"/>
                  </a:lnTo>
                  <a:lnTo>
                    <a:pt x="179133" y="42926"/>
                  </a:lnTo>
                  <a:lnTo>
                    <a:pt x="178447" y="42659"/>
                  </a:lnTo>
                  <a:lnTo>
                    <a:pt x="174536" y="42659"/>
                  </a:lnTo>
                  <a:lnTo>
                    <a:pt x="173050" y="42926"/>
                  </a:lnTo>
                  <a:lnTo>
                    <a:pt x="169468" y="42926"/>
                  </a:lnTo>
                  <a:lnTo>
                    <a:pt x="167817" y="43675"/>
                  </a:lnTo>
                  <a:lnTo>
                    <a:pt x="167043" y="43865"/>
                  </a:lnTo>
                  <a:lnTo>
                    <a:pt x="166509" y="44119"/>
                  </a:lnTo>
                  <a:lnTo>
                    <a:pt x="166001" y="44259"/>
                  </a:lnTo>
                  <a:lnTo>
                    <a:pt x="165849" y="44259"/>
                  </a:lnTo>
                  <a:lnTo>
                    <a:pt x="165265" y="44551"/>
                  </a:lnTo>
                  <a:lnTo>
                    <a:pt x="164985" y="44754"/>
                  </a:lnTo>
                  <a:lnTo>
                    <a:pt x="164846" y="44881"/>
                  </a:lnTo>
                  <a:lnTo>
                    <a:pt x="164388" y="44881"/>
                  </a:lnTo>
                  <a:lnTo>
                    <a:pt x="163969" y="45402"/>
                  </a:lnTo>
                  <a:lnTo>
                    <a:pt x="163728" y="45618"/>
                  </a:lnTo>
                  <a:lnTo>
                    <a:pt x="163436" y="45618"/>
                  </a:lnTo>
                  <a:lnTo>
                    <a:pt x="163436" y="45910"/>
                  </a:lnTo>
                  <a:lnTo>
                    <a:pt x="163093" y="46393"/>
                  </a:lnTo>
                  <a:lnTo>
                    <a:pt x="164858" y="45910"/>
                  </a:lnTo>
                  <a:lnTo>
                    <a:pt x="164642" y="45910"/>
                  </a:lnTo>
                  <a:lnTo>
                    <a:pt x="165227" y="45618"/>
                  </a:lnTo>
                  <a:lnTo>
                    <a:pt x="166001" y="45402"/>
                  </a:lnTo>
                  <a:lnTo>
                    <a:pt x="167284" y="44881"/>
                  </a:lnTo>
                  <a:lnTo>
                    <a:pt x="167982" y="44551"/>
                  </a:lnTo>
                  <a:lnTo>
                    <a:pt x="169494" y="43865"/>
                  </a:lnTo>
                  <a:lnTo>
                    <a:pt x="171996" y="43675"/>
                  </a:lnTo>
                  <a:lnTo>
                    <a:pt x="174663" y="43675"/>
                  </a:lnTo>
                  <a:lnTo>
                    <a:pt x="176961" y="43421"/>
                  </a:lnTo>
                  <a:lnTo>
                    <a:pt x="177825" y="43421"/>
                  </a:lnTo>
                  <a:lnTo>
                    <a:pt x="179324" y="43675"/>
                  </a:lnTo>
                  <a:lnTo>
                    <a:pt x="180568" y="43675"/>
                  </a:lnTo>
                  <a:lnTo>
                    <a:pt x="181584" y="44119"/>
                  </a:lnTo>
                  <a:lnTo>
                    <a:pt x="182219" y="44259"/>
                  </a:lnTo>
                  <a:lnTo>
                    <a:pt x="184721" y="44881"/>
                  </a:lnTo>
                  <a:lnTo>
                    <a:pt x="185343" y="44881"/>
                  </a:lnTo>
                  <a:lnTo>
                    <a:pt x="186029" y="45402"/>
                  </a:lnTo>
                  <a:lnTo>
                    <a:pt x="186385" y="45643"/>
                  </a:lnTo>
                  <a:lnTo>
                    <a:pt x="184899" y="46189"/>
                  </a:lnTo>
                  <a:lnTo>
                    <a:pt x="184632" y="48666"/>
                  </a:lnTo>
                  <a:lnTo>
                    <a:pt x="186842" y="49390"/>
                  </a:lnTo>
                  <a:lnTo>
                    <a:pt x="187413" y="49707"/>
                  </a:lnTo>
                  <a:lnTo>
                    <a:pt x="187439" y="54051"/>
                  </a:lnTo>
                  <a:lnTo>
                    <a:pt x="187439" y="54190"/>
                  </a:lnTo>
                  <a:lnTo>
                    <a:pt x="187439" y="54635"/>
                  </a:lnTo>
                  <a:lnTo>
                    <a:pt x="187198" y="54190"/>
                  </a:lnTo>
                  <a:lnTo>
                    <a:pt x="187439" y="54190"/>
                  </a:lnTo>
                  <a:lnTo>
                    <a:pt x="187439" y="54051"/>
                  </a:lnTo>
                  <a:lnTo>
                    <a:pt x="186817" y="53835"/>
                  </a:lnTo>
                  <a:lnTo>
                    <a:pt x="181635" y="50698"/>
                  </a:lnTo>
                  <a:lnTo>
                    <a:pt x="179311" y="49288"/>
                  </a:lnTo>
                  <a:lnTo>
                    <a:pt x="171945" y="49034"/>
                  </a:lnTo>
                  <a:lnTo>
                    <a:pt x="165227" y="52387"/>
                  </a:lnTo>
                  <a:lnTo>
                    <a:pt x="165227" y="46977"/>
                  </a:lnTo>
                  <a:lnTo>
                    <a:pt x="163563" y="47447"/>
                  </a:lnTo>
                  <a:lnTo>
                    <a:pt x="163576" y="46570"/>
                  </a:lnTo>
                  <a:lnTo>
                    <a:pt x="163652" y="46393"/>
                  </a:lnTo>
                  <a:lnTo>
                    <a:pt x="163093" y="46393"/>
                  </a:lnTo>
                  <a:lnTo>
                    <a:pt x="162902" y="46570"/>
                  </a:lnTo>
                  <a:lnTo>
                    <a:pt x="162737" y="46393"/>
                  </a:lnTo>
                  <a:lnTo>
                    <a:pt x="162534" y="46393"/>
                  </a:lnTo>
                  <a:lnTo>
                    <a:pt x="162801" y="45618"/>
                  </a:lnTo>
                  <a:lnTo>
                    <a:pt x="162877" y="44881"/>
                  </a:lnTo>
                  <a:lnTo>
                    <a:pt x="162801" y="44665"/>
                  </a:lnTo>
                  <a:lnTo>
                    <a:pt x="163004" y="44551"/>
                  </a:lnTo>
                  <a:lnTo>
                    <a:pt x="163106" y="43865"/>
                  </a:lnTo>
                  <a:lnTo>
                    <a:pt x="163169" y="43675"/>
                  </a:lnTo>
                  <a:lnTo>
                    <a:pt x="163258" y="43421"/>
                  </a:lnTo>
                  <a:lnTo>
                    <a:pt x="163322" y="43230"/>
                  </a:lnTo>
                  <a:lnTo>
                    <a:pt x="163436" y="42926"/>
                  </a:lnTo>
                  <a:lnTo>
                    <a:pt x="163728" y="42316"/>
                  </a:lnTo>
                  <a:lnTo>
                    <a:pt x="164896" y="41694"/>
                  </a:lnTo>
                  <a:lnTo>
                    <a:pt x="165468" y="42316"/>
                  </a:lnTo>
                  <a:lnTo>
                    <a:pt x="165227" y="42316"/>
                  </a:lnTo>
                  <a:lnTo>
                    <a:pt x="165608" y="42659"/>
                  </a:lnTo>
                  <a:lnTo>
                    <a:pt x="165709" y="43230"/>
                  </a:lnTo>
                  <a:lnTo>
                    <a:pt x="165785" y="42316"/>
                  </a:lnTo>
                  <a:lnTo>
                    <a:pt x="166077" y="41402"/>
                  </a:lnTo>
                  <a:lnTo>
                    <a:pt x="166192" y="40868"/>
                  </a:lnTo>
                  <a:lnTo>
                    <a:pt x="166789" y="40322"/>
                  </a:lnTo>
                  <a:lnTo>
                    <a:pt x="167284" y="40322"/>
                  </a:lnTo>
                  <a:lnTo>
                    <a:pt x="167817" y="41059"/>
                  </a:lnTo>
                  <a:lnTo>
                    <a:pt x="167982" y="41402"/>
                  </a:lnTo>
                  <a:lnTo>
                    <a:pt x="168732" y="42316"/>
                  </a:lnTo>
                  <a:lnTo>
                    <a:pt x="168910" y="41402"/>
                  </a:lnTo>
                  <a:lnTo>
                    <a:pt x="169049" y="41059"/>
                  </a:lnTo>
                  <a:lnTo>
                    <a:pt x="169138" y="40728"/>
                  </a:lnTo>
                  <a:lnTo>
                    <a:pt x="169265" y="40322"/>
                  </a:lnTo>
                  <a:lnTo>
                    <a:pt x="169494" y="40005"/>
                  </a:lnTo>
                  <a:lnTo>
                    <a:pt x="169684" y="39763"/>
                  </a:lnTo>
                  <a:lnTo>
                    <a:pt x="170332" y="39128"/>
                  </a:lnTo>
                  <a:lnTo>
                    <a:pt x="171157" y="39763"/>
                  </a:lnTo>
                  <a:lnTo>
                    <a:pt x="171424" y="40005"/>
                  </a:lnTo>
                  <a:lnTo>
                    <a:pt x="171538" y="40322"/>
                  </a:lnTo>
                  <a:lnTo>
                    <a:pt x="171640" y="41402"/>
                  </a:lnTo>
                  <a:lnTo>
                    <a:pt x="172554" y="41402"/>
                  </a:lnTo>
                  <a:lnTo>
                    <a:pt x="172580" y="40728"/>
                  </a:lnTo>
                  <a:lnTo>
                    <a:pt x="172681" y="40322"/>
                  </a:lnTo>
                  <a:lnTo>
                    <a:pt x="173050" y="40005"/>
                  </a:lnTo>
                  <a:lnTo>
                    <a:pt x="173380" y="39763"/>
                  </a:lnTo>
                  <a:lnTo>
                    <a:pt x="173520" y="39763"/>
                  </a:lnTo>
                  <a:lnTo>
                    <a:pt x="173875" y="39217"/>
                  </a:lnTo>
                  <a:lnTo>
                    <a:pt x="174663" y="39763"/>
                  </a:lnTo>
                  <a:lnTo>
                    <a:pt x="174752" y="40005"/>
                  </a:lnTo>
                  <a:lnTo>
                    <a:pt x="174967" y="40322"/>
                  </a:lnTo>
                  <a:lnTo>
                    <a:pt x="175082" y="40728"/>
                  </a:lnTo>
                  <a:lnTo>
                    <a:pt x="175120" y="41402"/>
                  </a:lnTo>
                  <a:lnTo>
                    <a:pt x="175425" y="42316"/>
                  </a:lnTo>
                  <a:lnTo>
                    <a:pt x="176047" y="42316"/>
                  </a:lnTo>
                  <a:lnTo>
                    <a:pt x="176161" y="40322"/>
                  </a:lnTo>
                  <a:lnTo>
                    <a:pt x="176364" y="40322"/>
                  </a:lnTo>
                  <a:lnTo>
                    <a:pt x="176949" y="40005"/>
                  </a:lnTo>
                  <a:lnTo>
                    <a:pt x="177469" y="39763"/>
                  </a:lnTo>
                  <a:lnTo>
                    <a:pt x="178257" y="39763"/>
                  </a:lnTo>
                  <a:lnTo>
                    <a:pt x="178320" y="40005"/>
                  </a:lnTo>
                  <a:lnTo>
                    <a:pt x="178409" y="40322"/>
                  </a:lnTo>
                  <a:lnTo>
                    <a:pt x="178790" y="40728"/>
                  </a:lnTo>
                  <a:lnTo>
                    <a:pt x="178955" y="40868"/>
                  </a:lnTo>
                  <a:lnTo>
                    <a:pt x="178854" y="42316"/>
                  </a:lnTo>
                  <a:lnTo>
                    <a:pt x="179666" y="42316"/>
                  </a:lnTo>
                  <a:lnTo>
                    <a:pt x="179666" y="41402"/>
                  </a:lnTo>
                  <a:lnTo>
                    <a:pt x="179971" y="41402"/>
                  </a:lnTo>
                  <a:lnTo>
                    <a:pt x="179971" y="41059"/>
                  </a:lnTo>
                  <a:lnTo>
                    <a:pt x="180670" y="40868"/>
                  </a:lnTo>
                  <a:lnTo>
                    <a:pt x="181444" y="40728"/>
                  </a:lnTo>
                  <a:lnTo>
                    <a:pt x="182105" y="40322"/>
                  </a:lnTo>
                  <a:lnTo>
                    <a:pt x="182587" y="41402"/>
                  </a:lnTo>
                  <a:lnTo>
                    <a:pt x="183146" y="42316"/>
                  </a:lnTo>
                  <a:lnTo>
                    <a:pt x="182956" y="42316"/>
                  </a:lnTo>
                  <a:lnTo>
                    <a:pt x="182854" y="43230"/>
                  </a:lnTo>
                  <a:lnTo>
                    <a:pt x="182778" y="43421"/>
                  </a:lnTo>
                  <a:lnTo>
                    <a:pt x="183261" y="43421"/>
                  </a:lnTo>
                  <a:lnTo>
                    <a:pt x="183680" y="43675"/>
                  </a:lnTo>
                  <a:lnTo>
                    <a:pt x="183730" y="43230"/>
                  </a:lnTo>
                  <a:lnTo>
                    <a:pt x="183845" y="42659"/>
                  </a:lnTo>
                  <a:lnTo>
                    <a:pt x="184137" y="42316"/>
                  </a:lnTo>
                  <a:lnTo>
                    <a:pt x="185674" y="41529"/>
                  </a:lnTo>
                  <a:lnTo>
                    <a:pt x="186080" y="42316"/>
                  </a:lnTo>
                  <a:lnTo>
                    <a:pt x="186232" y="42316"/>
                  </a:lnTo>
                  <a:lnTo>
                    <a:pt x="186359" y="42659"/>
                  </a:lnTo>
                  <a:lnTo>
                    <a:pt x="186397" y="44551"/>
                  </a:lnTo>
                  <a:lnTo>
                    <a:pt x="186575" y="44551"/>
                  </a:lnTo>
                  <a:lnTo>
                    <a:pt x="186842" y="44881"/>
                  </a:lnTo>
                  <a:lnTo>
                    <a:pt x="187210" y="44881"/>
                  </a:lnTo>
                  <a:lnTo>
                    <a:pt x="187325" y="44754"/>
                  </a:lnTo>
                  <a:lnTo>
                    <a:pt x="187490" y="44551"/>
                  </a:lnTo>
                  <a:lnTo>
                    <a:pt x="187528" y="43865"/>
                  </a:lnTo>
                  <a:lnTo>
                    <a:pt x="187833" y="43421"/>
                  </a:lnTo>
                  <a:lnTo>
                    <a:pt x="188899" y="43421"/>
                  </a:lnTo>
                  <a:lnTo>
                    <a:pt x="189166" y="43675"/>
                  </a:lnTo>
                  <a:lnTo>
                    <a:pt x="189166" y="43129"/>
                  </a:lnTo>
                  <a:lnTo>
                    <a:pt x="188937" y="42964"/>
                  </a:lnTo>
                  <a:lnTo>
                    <a:pt x="189852" y="34620"/>
                  </a:lnTo>
                  <a:lnTo>
                    <a:pt x="187883" y="32270"/>
                  </a:lnTo>
                  <a:lnTo>
                    <a:pt x="187883" y="36969"/>
                  </a:lnTo>
                  <a:lnTo>
                    <a:pt x="187579" y="41402"/>
                  </a:lnTo>
                  <a:lnTo>
                    <a:pt x="186245" y="40868"/>
                  </a:lnTo>
                  <a:lnTo>
                    <a:pt x="185089" y="40322"/>
                  </a:lnTo>
                  <a:lnTo>
                    <a:pt x="184962" y="40322"/>
                  </a:lnTo>
                  <a:lnTo>
                    <a:pt x="184035" y="40005"/>
                  </a:lnTo>
                  <a:lnTo>
                    <a:pt x="183413" y="39763"/>
                  </a:lnTo>
                  <a:lnTo>
                    <a:pt x="184188" y="39763"/>
                  </a:lnTo>
                  <a:lnTo>
                    <a:pt x="178701" y="39065"/>
                  </a:lnTo>
                  <a:lnTo>
                    <a:pt x="180238" y="39065"/>
                  </a:lnTo>
                  <a:lnTo>
                    <a:pt x="178955" y="38849"/>
                  </a:lnTo>
                  <a:lnTo>
                    <a:pt x="177482" y="38468"/>
                  </a:lnTo>
                  <a:lnTo>
                    <a:pt x="176631" y="38468"/>
                  </a:lnTo>
                  <a:lnTo>
                    <a:pt x="175437" y="38201"/>
                  </a:lnTo>
                  <a:lnTo>
                    <a:pt x="171513" y="38201"/>
                  </a:lnTo>
                  <a:lnTo>
                    <a:pt x="170180" y="38468"/>
                  </a:lnTo>
                  <a:lnTo>
                    <a:pt x="169849" y="38468"/>
                  </a:lnTo>
                  <a:lnTo>
                    <a:pt x="168109" y="38849"/>
                  </a:lnTo>
                  <a:lnTo>
                    <a:pt x="167563" y="39065"/>
                  </a:lnTo>
                  <a:lnTo>
                    <a:pt x="167195" y="39065"/>
                  </a:lnTo>
                  <a:lnTo>
                    <a:pt x="165823" y="39763"/>
                  </a:lnTo>
                  <a:lnTo>
                    <a:pt x="165354" y="39763"/>
                  </a:lnTo>
                  <a:lnTo>
                    <a:pt x="165011" y="40005"/>
                  </a:lnTo>
                  <a:lnTo>
                    <a:pt x="164388" y="40005"/>
                  </a:lnTo>
                  <a:lnTo>
                    <a:pt x="163918" y="40322"/>
                  </a:lnTo>
                  <a:lnTo>
                    <a:pt x="163626" y="40576"/>
                  </a:lnTo>
                  <a:lnTo>
                    <a:pt x="163728" y="40322"/>
                  </a:lnTo>
                  <a:lnTo>
                    <a:pt x="162814" y="33604"/>
                  </a:lnTo>
                  <a:lnTo>
                    <a:pt x="166598" y="29222"/>
                  </a:lnTo>
                  <a:lnTo>
                    <a:pt x="170599" y="27266"/>
                  </a:lnTo>
                  <a:lnTo>
                    <a:pt x="174967" y="24879"/>
                  </a:lnTo>
                  <a:lnTo>
                    <a:pt x="180238" y="25984"/>
                  </a:lnTo>
                  <a:lnTo>
                    <a:pt x="183705" y="30378"/>
                  </a:lnTo>
                  <a:lnTo>
                    <a:pt x="185889" y="33032"/>
                  </a:lnTo>
                  <a:lnTo>
                    <a:pt x="187883" y="36969"/>
                  </a:lnTo>
                  <a:lnTo>
                    <a:pt x="187883" y="32270"/>
                  </a:lnTo>
                  <a:lnTo>
                    <a:pt x="184175" y="27825"/>
                  </a:lnTo>
                  <a:lnTo>
                    <a:pt x="178447" y="23837"/>
                  </a:lnTo>
                  <a:lnTo>
                    <a:pt x="178536" y="23469"/>
                  </a:lnTo>
                  <a:lnTo>
                    <a:pt x="178625" y="23037"/>
                  </a:lnTo>
                  <a:lnTo>
                    <a:pt x="178689" y="22618"/>
                  </a:lnTo>
                  <a:lnTo>
                    <a:pt x="178841" y="21742"/>
                  </a:lnTo>
                  <a:lnTo>
                    <a:pt x="178752" y="21513"/>
                  </a:lnTo>
                  <a:lnTo>
                    <a:pt x="178536" y="20980"/>
                  </a:lnTo>
                  <a:lnTo>
                    <a:pt x="178460" y="20764"/>
                  </a:lnTo>
                  <a:lnTo>
                    <a:pt x="178219" y="20535"/>
                  </a:lnTo>
                  <a:lnTo>
                    <a:pt x="178447" y="20015"/>
                  </a:lnTo>
                  <a:lnTo>
                    <a:pt x="178447" y="18618"/>
                  </a:lnTo>
                  <a:lnTo>
                    <a:pt x="177927" y="17792"/>
                  </a:lnTo>
                  <a:lnTo>
                    <a:pt x="177927" y="22618"/>
                  </a:lnTo>
                  <a:lnTo>
                    <a:pt x="177863" y="22783"/>
                  </a:lnTo>
                  <a:lnTo>
                    <a:pt x="177774" y="23037"/>
                  </a:lnTo>
                  <a:lnTo>
                    <a:pt x="177673" y="23317"/>
                  </a:lnTo>
                  <a:lnTo>
                    <a:pt x="177114" y="23825"/>
                  </a:lnTo>
                  <a:lnTo>
                    <a:pt x="176631" y="23825"/>
                  </a:lnTo>
                  <a:lnTo>
                    <a:pt x="174815" y="23710"/>
                  </a:lnTo>
                  <a:lnTo>
                    <a:pt x="174269" y="23469"/>
                  </a:lnTo>
                  <a:lnTo>
                    <a:pt x="174193" y="23317"/>
                  </a:lnTo>
                  <a:lnTo>
                    <a:pt x="174078" y="23037"/>
                  </a:lnTo>
                  <a:lnTo>
                    <a:pt x="173964" y="22783"/>
                  </a:lnTo>
                  <a:lnTo>
                    <a:pt x="173888" y="21742"/>
                  </a:lnTo>
                  <a:lnTo>
                    <a:pt x="177673" y="21742"/>
                  </a:lnTo>
                  <a:lnTo>
                    <a:pt x="177927" y="22618"/>
                  </a:lnTo>
                  <a:lnTo>
                    <a:pt x="177927" y="17792"/>
                  </a:lnTo>
                  <a:lnTo>
                    <a:pt x="177673" y="17386"/>
                  </a:lnTo>
                  <a:lnTo>
                    <a:pt x="178155" y="16179"/>
                  </a:lnTo>
                  <a:lnTo>
                    <a:pt x="177685" y="15240"/>
                  </a:lnTo>
                  <a:lnTo>
                    <a:pt x="177571" y="14884"/>
                  </a:lnTo>
                  <a:lnTo>
                    <a:pt x="177571" y="18745"/>
                  </a:lnTo>
                  <a:lnTo>
                    <a:pt x="177469" y="20015"/>
                  </a:lnTo>
                  <a:lnTo>
                    <a:pt x="177114" y="20015"/>
                  </a:lnTo>
                  <a:lnTo>
                    <a:pt x="177114" y="21513"/>
                  </a:lnTo>
                  <a:lnTo>
                    <a:pt x="174205" y="21513"/>
                  </a:lnTo>
                  <a:lnTo>
                    <a:pt x="174955" y="20980"/>
                  </a:lnTo>
                  <a:lnTo>
                    <a:pt x="176479" y="20980"/>
                  </a:lnTo>
                  <a:lnTo>
                    <a:pt x="177114" y="21513"/>
                  </a:lnTo>
                  <a:lnTo>
                    <a:pt x="177114" y="20015"/>
                  </a:lnTo>
                  <a:lnTo>
                    <a:pt x="174967" y="20015"/>
                  </a:lnTo>
                  <a:lnTo>
                    <a:pt x="174967" y="19875"/>
                  </a:lnTo>
                  <a:lnTo>
                    <a:pt x="174409" y="19151"/>
                  </a:lnTo>
                  <a:lnTo>
                    <a:pt x="174752" y="18364"/>
                  </a:lnTo>
                  <a:lnTo>
                    <a:pt x="176072" y="18199"/>
                  </a:lnTo>
                  <a:lnTo>
                    <a:pt x="177076" y="18288"/>
                  </a:lnTo>
                  <a:lnTo>
                    <a:pt x="177571" y="18745"/>
                  </a:lnTo>
                  <a:lnTo>
                    <a:pt x="177571" y="14884"/>
                  </a:lnTo>
                  <a:lnTo>
                    <a:pt x="177469" y="14554"/>
                  </a:lnTo>
                  <a:lnTo>
                    <a:pt x="177558" y="14351"/>
                  </a:lnTo>
                  <a:lnTo>
                    <a:pt x="177469" y="13423"/>
                  </a:lnTo>
                  <a:lnTo>
                    <a:pt x="177101" y="12585"/>
                  </a:lnTo>
                  <a:lnTo>
                    <a:pt x="177101" y="16319"/>
                  </a:lnTo>
                  <a:lnTo>
                    <a:pt x="177076" y="17005"/>
                  </a:lnTo>
                  <a:lnTo>
                    <a:pt x="176479" y="16687"/>
                  </a:lnTo>
                  <a:lnTo>
                    <a:pt x="175437" y="17157"/>
                  </a:lnTo>
                  <a:lnTo>
                    <a:pt x="174663" y="17373"/>
                  </a:lnTo>
                  <a:lnTo>
                    <a:pt x="174447" y="17500"/>
                  </a:lnTo>
                  <a:lnTo>
                    <a:pt x="174752" y="16865"/>
                  </a:lnTo>
                  <a:lnTo>
                    <a:pt x="174421" y="16319"/>
                  </a:lnTo>
                  <a:lnTo>
                    <a:pt x="174955" y="15760"/>
                  </a:lnTo>
                  <a:lnTo>
                    <a:pt x="175679" y="15240"/>
                  </a:lnTo>
                  <a:lnTo>
                    <a:pt x="176745" y="15621"/>
                  </a:lnTo>
                  <a:lnTo>
                    <a:pt x="177101" y="16319"/>
                  </a:lnTo>
                  <a:lnTo>
                    <a:pt x="177101" y="12585"/>
                  </a:lnTo>
                  <a:lnTo>
                    <a:pt x="176961" y="12484"/>
                  </a:lnTo>
                  <a:lnTo>
                    <a:pt x="177114" y="12293"/>
                  </a:lnTo>
                  <a:lnTo>
                    <a:pt x="177558" y="11912"/>
                  </a:lnTo>
                  <a:lnTo>
                    <a:pt x="177558" y="11023"/>
                  </a:lnTo>
                  <a:lnTo>
                    <a:pt x="177469" y="10375"/>
                  </a:lnTo>
                  <a:lnTo>
                    <a:pt x="177114" y="9804"/>
                  </a:lnTo>
                  <a:lnTo>
                    <a:pt x="177292" y="9410"/>
                  </a:lnTo>
                  <a:lnTo>
                    <a:pt x="177253" y="7683"/>
                  </a:lnTo>
                  <a:lnTo>
                    <a:pt x="177101" y="7340"/>
                  </a:lnTo>
                  <a:lnTo>
                    <a:pt x="176834" y="5207"/>
                  </a:lnTo>
                  <a:lnTo>
                    <a:pt x="176834" y="11569"/>
                  </a:lnTo>
                  <a:lnTo>
                    <a:pt x="176720" y="11887"/>
                  </a:lnTo>
                  <a:lnTo>
                    <a:pt x="176720" y="13423"/>
                  </a:lnTo>
                  <a:lnTo>
                    <a:pt x="176479" y="14274"/>
                  </a:lnTo>
                  <a:lnTo>
                    <a:pt x="176504" y="14427"/>
                  </a:lnTo>
                  <a:lnTo>
                    <a:pt x="176060" y="14351"/>
                  </a:lnTo>
                  <a:lnTo>
                    <a:pt x="175323" y="14516"/>
                  </a:lnTo>
                  <a:lnTo>
                    <a:pt x="174967" y="13792"/>
                  </a:lnTo>
                  <a:lnTo>
                    <a:pt x="175336" y="13017"/>
                  </a:lnTo>
                  <a:lnTo>
                    <a:pt x="176161" y="13157"/>
                  </a:lnTo>
                  <a:lnTo>
                    <a:pt x="176720" y="13423"/>
                  </a:lnTo>
                  <a:lnTo>
                    <a:pt x="176720" y="11887"/>
                  </a:lnTo>
                  <a:lnTo>
                    <a:pt x="176555" y="12331"/>
                  </a:lnTo>
                  <a:lnTo>
                    <a:pt x="175348" y="12331"/>
                  </a:lnTo>
                  <a:lnTo>
                    <a:pt x="174955" y="11569"/>
                  </a:lnTo>
                  <a:lnTo>
                    <a:pt x="174955" y="10947"/>
                  </a:lnTo>
                  <a:lnTo>
                    <a:pt x="175437" y="10541"/>
                  </a:lnTo>
                  <a:lnTo>
                    <a:pt x="176149" y="10541"/>
                  </a:lnTo>
                  <a:lnTo>
                    <a:pt x="176631" y="10706"/>
                  </a:lnTo>
                  <a:lnTo>
                    <a:pt x="176834" y="11569"/>
                  </a:lnTo>
                  <a:lnTo>
                    <a:pt x="176834" y="5207"/>
                  </a:lnTo>
                  <a:lnTo>
                    <a:pt x="176631" y="3581"/>
                  </a:lnTo>
                  <a:lnTo>
                    <a:pt x="176491" y="3073"/>
                  </a:lnTo>
                  <a:lnTo>
                    <a:pt x="176491" y="9232"/>
                  </a:lnTo>
                  <a:lnTo>
                    <a:pt x="176149" y="9144"/>
                  </a:lnTo>
                  <a:lnTo>
                    <a:pt x="175361" y="9194"/>
                  </a:lnTo>
                  <a:lnTo>
                    <a:pt x="175387" y="7340"/>
                  </a:lnTo>
                  <a:lnTo>
                    <a:pt x="175577" y="5930"/>
                  </a:lnTo>
                  <a:lnTo>
                    <a:pt x="175653" y="3708"/>
                  </a:lnTo>
                  <a:lnTo>
                    <a:pt x="176276" y="5321"/>
                  </a:lnTo>
                  <a:lnTo>
                    <a:pt x="176364" y="5930"/>
                  </a:lnTo>
                  <a:lnTo>
                    <a:pt x="176479" y="9207"/>
                  </a:lnTo>
                  <a:lnTo>
                    <a:pt x="176491" y="3073"/>
                  </a:lnTo>
                  <a:lnTo>
                    <a:pt x="175666" y="0"/>
                  </a:lnTo>
                  <a:lnTo>
                    <a:pt x="174993" y="3581"/>
                  </a:lnTo>
                  <a:lnTo>
                    <a:pt x="174752" y="5930"/>
                  </a:lnTo>
                  <a:lnTo>
                    <a:pt x="174396" y="8153"/>
                  </a:lnTo>
                  <a:lnTo>
                    <a:pt x="174282" y="9410"/>
                  </a:lnTo>
                  <a:lnTo>
                    <a:pt x="174625" y="9842"/>
                  </a:lnTo>
                  <a:lnTo>
                    <a:pt x="174028" y="11290"/>
                  </a:lnTo>
                  <a:lnTo>
                    <a:pt x="174269" y="12509"/>
                  </a:lnTo>
                  <a:lnTo>
                    <a:pt x="174028" y="13792"/>
                  </a:lnTo>
                  <a:lnTo>
                    <a:pt x="174269" y="14541"/>
                  </a:lnTo>
                  <a:lnTo>
                    <a:pt x="174510" y="14681"/>
                  </a:lnTo>
                  <a:lnTo>
                    <a:pt x="174028" y="15303"/>
                  </a:lnTo>
                  <a:lnTo>
                    <a:pt x="173888" y="16014"/>
                  </a:lnTo>
                  <a:lnTo>
                    <a:pt x="173888" y="17576"/>
                  </a:lnTo>
                  <a:lnTo>
                    <a:pt x="174320" y="17576"/>
                  </a:lnTo>
                  <a:lnTo>
                    <a:pt x="173875" y="17843"/>
                  </a:lnTo>
                  <a:lnTo>
                    <a:pt x="173647" y="19291"/>
                  </a:lnTo>
                  <a:lnTo>
                    <a:pt x="173837" y="20358"/>
                  </a:lnTo>
                  <a:lnTo>
                    <a:pt x="173228" y="21513"/>
                  </a:lnTo>
                  <a:lnTo>
                    <a:pt x="173177" y="21742"/>
                  </a:lnTo>
                  <a:lnTo>
                    <a:pt x="172961" y="22618"/>
                  </a:lnTo>
                  <a:lnTo>
                    <a:pt x="173024" y="23037"/>
                  </a:lnTo>
                  <a:lnTo>
                    <a:pt x="173126" y="23317"/>
                  </a:lnTo>
                  <a:lnTo>
                    <a:pt x="173189" y="23469"/>
                  </a:lnTo>
                  <a:lnTo>
                    <a:pt x="173266" y="23698"/>
                  </a:lnTo>
                  <a:lnTo>
                    <a:pt x="173050" y="23698"/>
                  </a:lnTo>
                  <a:lnTo>
                    <a:pt x="170802" y="25057"/>
                  </a:lnTo>
                  <a:lnTo>
                    <a:pt x="161124" y="37490"/>
                  </a:lnTo>
                  <a:lnTo>
                    <a:pt x="161213" y="40005"/>
                  </a:lnTo>
                  <a:lnTo>
                    <a:pt x="161213" y="42456"/>
                  </a:lnTo>
                  <a:lnTo>
                    <a:pt x="161531" y="43040"/>
                  </a:lnTo>
                  <a:lnTo>
                    <a:pt x="161785" y="43421"/>
                  </a:lnTo>
                  <a:lnTo>
                    <a:pt x="161874" y="44119"/>
                  </a:lnTo>
                  <a:lnTo>
                    <a:pt x="161874" y="44551"/>
                  </a:lnTo>
                  <a:lnTo>
                    <a:pt x="162064" y="44754"/>
                  </a:lnTo>
                  <a:lnTo>
                    <a:pt x="162598" y="44754"/>
                  </a:lnTo>
                  <a:lnTo>
                    <a:pt x="162242" y="44881"/>
                  </a:lnTo>
                  <a:lnTo>
                    <a:pt x="162064" y="44754"/>
                  </a:lnTo>
                  <a:lnTo>
                    <a:pt x="161874" y="44754"/>
                  </a:lnTo>
                  <a:lnTo>
                    <a:pt x="162001" y="46570"/>
                  </a:lnTo>
                  <a:lnTo>
                    <a:pt x="162064" y="46786"/>
                  </a:lnTo>
                  <a:lnTo>
                    <a:pt x="162433" y="47180"/>
                  </a:lnTo>
                  <a:lnTo>
                    <a:pt x="162598" y="47180"/>
                  </a:lnTo>
                  <a:lnTo>
                    <a:pt x="162598" y="47434"/>
                  </a:lnTo>
                  <a:lnTo>
                    <a:pt x="162458" y="47434"/>
                  </a:lnTo>
                  <a:lnTo>
                    <a:pt x="163550" y="47815"/>
                  </a:lnTo>
                  <a:lnTo>
                    <a:pt x="163728" y="76784"/>
                  </a:lnTo>
                  <a:lnTo>
                    <a:pt x="165227" y="75793"/>
                  </a:lnTo>
                  <a:lnTo>
                    <a:pt x="165227" y="62103"/>
                  </a:lnTo>
                  <a:lnTo>
                    <a:pt x="171996" y="58445"/>
                  </a:lnTo>
                  <a:lnTo>
                    <a:pt x="179527" y="58445"/>
                  </a:lnTo>
                  <a:lnTo>
                    <a:pt x="187477" y="63220"/>
                  </a:lnTo>
                  <a:lnTo>
                    <a:pt x="187502" y="68580"/>
                  </a:lnTo>
                  <a:lnTo>
                    <a:pt x="186842" y="67729"/>
                  </a:lnTo>
                  <a:lnTo>
                    <a:pt x="185432" y="68033"/>
                  </a:lnTo>
                  <a:lnTo>
                    <a:pt x="185648" y="77457"/>
                  </a:lnTo>
                  <a:lnTo>
                    <a:pt x="189318" y="78130"/>
                  </a:lnTo>
                  <a:lnTo>
                    <a:pt x="188607" y="47244"/>
                  </a:lnTo>
                  <a:lnTo>
                    <a:pt x="188810" y="47434"/>
                  </a:lnTo>
                  <a:lnTo>
                    <a:pt x="189230" y="47180"/>
                  </a:lnTo>
                  <a:lnTo>
                    <a:pt x="189496" y="46786"/>
                  </a:lnTo>
                  <a:lnTo>
                    <a:pt x="189979" y="46570"/>
                  </a:lnTo>
                  <a:close/>
                </a:path>
                <a:path w="241300" h="299719">
                  <a:moveTo>
                    <a:pt x="199948" y="298348"/>
                  </a:moveTo>
                  <a:lnTo>
                    <a:pt x="154266" y="298348"/>
                  </a:lnTo>
                  <a:lnTo>
                    <a:pt x="154266" y="299694"/>
                  </a:lnTo>
                  <a:lnTo>
                    <a:pt x="199948" y="299694"/>
                  </a:lnTo>
                  <a:lnTo>
                    <a:pt x="199948" y="298348"/>
                  </a:lnTo>
                  <a:close/>
                </a:path>
                <a:path w="241300" h="299719">
                  <a:moveTo>
                    <a:pt x="203860" y="269557"/>
                  </a:moveTo>
                  <a:lnTo>
                    <a:pt x="203377" y="269036"/>
                  </a:lnTo>
                  <a:lnTo>
                    <a:pt x="202285" y="269036"/>
                  </a:lnTo>
                  <a:lnTo>
                    <a:pt x="201942" y="269557"/>
                  </a:lnTo>
                  <a:lnTo>
                    <a:pt x="201942" y="270941"/>
                  </a:lnTo>
                  <a:lnTo>
                    <a:pt x="202285" y="271538"/>
                  </a:lnTo>
                  <a:lnTo>
                    <a:pt x="202793" y="271538"/>
                  </a:lnTo>
                  <a:lnTo>
                    <a:pt x="203377" y="271538"/>
                  </a:lnTo>
                  <a:lnTo>
                    <a:pt x="203860" y="270941"/>
                  </a:lnTo>
                  <a:lnTo>
                    <a:pt x="203860" y="269557"/>
                  </a:lnTo>
                  <a:close/>
                </a:path>
                <a:path w="241300" h="299719">
                  <a:moveTo>
                    <a:pt x="204597" y="277215"/>
                  </a:moveTo>
                  <a:lnTo>
                    <a:pt x="202996" y="275348"/>
                  </a:lnTo>
                  <a:lnTo>
                    <a:pt x="201650" y="277215"/>
                  </a:lnTo>
                  <a:lnTo>
                    <a:pt x="201650" y="283324"/>
                  </a:lnTo>
                  <a:lnTo>
                    <a:pt x="204597" y="283324"/>
                  </a:lnTo>
                  <a:lnTo>
                    <a:pt x="204597" y="277215"/>
                  </a:lnTo>
                  <a:close/>
                </a:path>
                <a:path w="241300" h="299719">
                  <a:moveTo>
                    <a:pt x="207657" y="270624"/>
                  </a:moveTo>
                  <a:lnTo>
                    <a:pt x="207289" y="270192"/>
                  </a:lnTo>
                  <a:lnTo>
                    <a:pt x="206489" y="270192"/>
                  </a:lnTo>
                  <a:lnTo>
                    <a:pt x="206197" y="270624"/>
                  </a:lnTo>
                  <a:lnTo>
                    <a:pt x="206197" y="271729"/>
                  </a:lnTo>
                  <a:lnTo>
                    <a:pt x="206489" y="272046"/>
                  </a:lnTo>
                  <a:lnTo>
                    <a:pt x="206819" y="272046"/>
                  </a:lnTo>
                  <a:lnTo>
                    <a:pt x="207289" y="272046"/>
                  </a:lnTo>
                  <a:lnTo>
                    <a:pt x="207657" y="271729"/>
                  </a:lnTo>
                  <a:lnTo>
                    <a:pt x="207657" y="270624"/>
                  </a:lnTo>
                  <a:close/>
                </a:path>
                <a:path w="241300" h="299719">
                  <a:moveTo>
                    <a:pt x="208965" y="277215"/>
                  </a:moveTo>
                  <a:lnTo>
                    <a:pt x="207200" y="275348"/>
                  </a:lnTo>
                  <a:lnTo>
                    <a:pt x="205955" y="277215"/>
                  </a:lnTo>
                  <a:lnTo>
                    <a:pt x="205955" y="283324"/>
                  </a:lnTo>
                  <a:lnTo>
                    <a:pt x="208762" y="283324"/>
                  </a:lnTo>
                  <a:lnTo>
                    <a:pt x="208965" y="277215"/>
                  </a:lnTo>
                  <a:close/>
                </a:path>
                <a:path w="241300" h="299719">
                  <a:moveTo>
                    <a:pt x="213118" y="277215"/>
                  </a:moveTo>
                  <a:lnTo>
                    <a:pt x="211721" y="275348"/>
                  </a:lnTo>
                  <a:lnTo>
                    <a:pt x="210312" y="277215"/>
                  </a:lnTo>
                  <a:lnTo>
                    <a:pt x="210312" y="283324"/>
                  </a:lnTo>
                  <a:lnTo>
                    <a:pt x="213118" y="283324"/>
                  </a:lnTo>
                  <a:lnTo>
                    <a:pt x="213118" y="277215"/>
                  </a:lnTo>
                  <a:close/>
                </a:path>
                <a:path w="241300" h="299719">
                  <a:moveTo>
                    <a:pt x="223431" y="261594"/>
                  </a:moveTo>
                  <a:lnTo>
                    <a:pt x="223367" y="261315"/>
                  </a:lnTo>
                  <a:lnTo>
                    <a:pt x="223253" y="260807"/>
                  </a:lnTo>
                  <a:lnTo>
                    <a:pt x="223151" y="260388"/>
                  </a:lnTo>
                  <a:lnTo>
                    <a:pt x="223037" y="259626"/>
                  </a:lnTo>
                  <a:lnTo>
                    <a:pt x="222580" y="259626"/>
                  </a:lnTo>
                  <a:lnTo>
                    <a:pt x="222681" y="260807"/>
                  </a:lnTo>
                  <a:lnTo>
                    <a:pt x="222758" y="261594"/>
                  </a:lnTo>
                  <a:lnTo>
                    <a:pt x="223431" y="261594"/>
                  </a:lnTo>
                  <a:close/>
                </a:path>
                <a:path w="241300" h="299719">
                  <a:moveTo>
                    <a:pt x="226453" y="261150"/>
                  </a:moveTo>
                  <a:lnTo>
                    <a:pt x="225920" y="260985"/>
                  </a:lnTo>
                  <a:lnTo>
                    <a:pt x="225679" y="261150"/>
                  </a:lnTo>
                  <a:lnTo>
                    <a:pt x="226453" y="261150"/>
                  </a:lnTo>
                  <a:close/>
                </a:path>
                <a:path w="241300" h="299719">
                  <a:moveTo>
                    <a:pt x="234645" y="295148"/>
                  </a:moveTo>
                  <a:lnTo>
                    <a:pt x="234226" y="287299"/>
                  </a:lnTo>
                  <a:lnTo>
                    <a:pt x="232130" y="285572"/>
                  </a:lnTo>
                  <a:lnTo>
                    <a:pt x="230403" y="287299"/>
                  </a:lnTo>
                  <a:lnTo>
                    <a:pt x="230784" y="295148"/>
                  </a:lnTo>
                  <a:lnTo>
                    <a:pt x="234645" y="295148"/>
                  </a:lnTo>
                  <a:close/>
                </a:path>
                <a:path w="241300" h="299719">
                  <a:moveTo>
                    <a:pt x="240677" y="280631"/>
                  </a:moveTo>
                  <a:lnTo>
                    <a:pt x="239115" y="278371"/>
                  </a:lnTo>
                  <a:lnTo>
                    <a:pt x="237756" y="278371"/>
                  </a:lnTo>
                  <a:lnTo>
                    <a:pt x="237756" y="279069"/>
                  </a:lnTo>
                  <a:lnTo>
                    <a:pt x="217081" y="279069"/>
                  </a:lnTo>
                  <a:lnTo>
                    <a:pt x="217081" y="278752"/>
                  </a:lnTo>
                  <a:lnTo>
                    <a:pt x="217360" y="278104"/>
                  </a:lnTo>
                  <a:lnTo>
                    <a:pt x="217982" y="278104"/>
                  </a:lnTo>
                  <a:lnTo>
                    <a:pt x="237388" y="278104"/>
                  </a:lnTo>
                  <a:lnTo>
                    <a:pt x="238620" y="278104"/>
                  </a:lnTo>
                  <a:lnTo>
                    <a:pt x="238785" y="278091"/>
                  </a:lnTo>
                  <a:lnTo>
                    <a:pt x="238620" y="277939"/>
                  </a:lnTo>
                  <a:lnTo>
                    <a:pt x="238620" y="277456"/>
                  </a:lnTo>
                  <a:lnTo>
                    <a:pt x="238480" y="268427"/>
                  </a:lnTo>
                  <a:lnTo>
                    <a:pt x="238467" y="267385"/>
                  </a:lnTo>
                  <a:lnTo>
                    <a:pt x="237909" y="266115"/>
                  </a:lnTo>
                  <a:lnTo>
                    <a:pt x="238798" y="265061"/>
                  </a:lnTo>
                  <a:lnTo>
                    <a:pt x="238696" y="261912"/>
                  </a:lnTo>
                  <a:lnTo>
                    <a:pt x="238620" y="259626"/>
                  </a:lnTo>
                  <a:lnTo>
                    <a:pt x="238607" y="259168"/>
                  </a:lnTo>
                  <a:lnTo>
                    <a:pt x="238302" y="258889"/>
                  </a:lnTo>
                  <a:lnTo>
                    <a:pt x="238607" y="259156"/>
                  </a:lnTo>
                  <a:lnTo>
                    <a:pt x="238467" y="257746"/>
                  </a:lnTo>
                  <a:lnTo>
                    <a:pt x="238467" y="256857"/>
                  </a:lnTo>
                  <a:lnTo>
                    <a:pt x="237629" y="256514"/>
                  </a:lnTo>
                  <a:lnTo>
                    <a:pt x="235953" y="256260"/>
                  </a:lnTo>
                  <a:lnTo>
                    <a:pt x="219062" y="255917"/>
                  </a:lnTo>
                  <a:lnTo>
                    <a:pt x="219062" y="257124"/>
                  </a:lnTo>
                  <a:lnTo>
                    <a:pt x="235686" y="256857"/>
                  </a:lnTo>
                  <a:lnTo>
                    <a:pt x="237629" y="257124"/>
                  </a:lnTo>
                  <a:lnTo>
                    <a:pt x="237896" y="257746"/>
                  </a:lnTo>
                  <a:lnTo>
                    <a:pt x="237756" y="258394"/>
                  </a:lnTo>
                  <a:lnTo>
                    <a:pt x="235686" y="258368"/>
                  </a:lnTo>
                  <a:lnTo>
                    <a:pt x="234645" y="257683"/>
                  </a:lnTo>
                  <a:lnTo>
                    <a:pt x="218401" y="257683"/>
                  </a:lnTo>
                  <a:lnTo>
                    <a:pt x="217678" y="258610"/>
                  </a:lnTo>
                  <a:lnTo>
                    <a:pt x="218706" y="259168"/>
                  </a:lnTo>
                  <a:lnTo>
                    <a:pt x="220814" y="259168"/>
                  </a:lnTo>
                  <a:lnTo>
                    <a:pt x="220014" y="260388"/>
                  </a:lnTo>
                  <a:lnTo>
                    <a:pt x="220586" y="260807"/>
                  </a:lnTo>
                  <a:lnTo>
                    <a:pt x="221932" y="259168"/>
                  </a:lnTo>
                  <a:lnTo>
                    <a:pt x="223037" y="259626"/>
                  </a:lnTo>
                  <a:lnTo>
                    <a:pt x="223037" y="259168"/>
                  </a:lnTo>
                  <a:lnTo>
                    <a:pt x="223443" y="259168"/>
                  </a:lnTo>
                  <a:lnTo>
                    <a:pt x="223888" y="259626"/>
                  </a:lnTo>
                  <a:lnTo>
                    <a:pt x="224345" y="260388"/>
                  </a:lnTo>
                  <a:lnTo>
                    <a:pt x="224713" y="260807"/>
                  </a:lnTo>
                  <a:lnTo>
                    <a:pt x="225158" y="260388"/>
                  </a:lnTo>
                  <a:lnTo>
                    <a:pt x="225005" y="260388"/>
                  </a:lnTo>
                  <a:lnTo>
                    <a:pt x="224510" y="259626"/>
                  </a:lnTo>
                  <a:lnTo>
                    <a:pt x="224294" y="259626"/>
                  </a:lnTo>
                  <a:lnTo>
                    <a:pt x="224510" y="259003"/>
                  </a:lnTo>
                  <a:lnTo>
                    <a:pt x="225425" y="259168"/>
                  </a:lnTo>
                  <a:lnTo>
                    <a:pt x="225831" y="259168"/>
                  </a:lnTo>
                  <a:lnTo>
                    <a:pt x="225704" y="259626"/>
                  </a:lnTo>
                  <a:lnTo>
                    <a:pt x="225602" y="260007"/>
                  </a:lnTo>
                  <a:lnTo>
                    <a:pt x="225501" y="260388"/>
                  </a:lnTo>
                  <a:lnTo>
                    <a:pt x="225386" y="260807"/>
                  </a:lnTo>
                  <a:lnTo>
                    <a:pt x="226161" y="260807"/>
                  </a:lnTo>
                  <a:lnTo>
                    <a:pt x="226491" y="260578"/>
                  </a:lnTo>
                  <a:lnTo>
                    <a:pt x="226542" y="260807"/>
                  </a:lnTo>
                  <a:lnTo>
                    <a:pt x="226644" y="261315"/>
                  </a:lnTo>
                  <a:lnTo>
                    <a:pt x="227330" y="261912"/>
                  </a:lnTo>
                  <a:lnTo>
                    <a:pt x="227317" y="261594"/>
                  </a:lnTo>
                  <a:lnTo>
                    <a:pt x="227190" y="261150"/>
                  </a:lnTo>
                  <a:lnTo>
                    <a:pt x="227101" y="260807"/>
                  </a:lnTo>
                  <a:lnTo>
                    <a:pt x="226974" y="260388"/>
                  </a:lnTo>
                  <a:lnTo>
                    <a:pt x="227164" y="260007"/>
                  </a:lnTo>
                  <a:lnTo>
                    <a:pt x="227266" y="259626"/>
                  </a:lnTo>
                  <a:lnTo>
                    <a:pt x="227330" y="258889"/>
                  </a:lnTo>
                  <a:lnTo>
                    <a:pt x="228257" y="258889"/>
                  </a:lnTo>
                  <a:lnTo>
                    <a:pt x="228257" y="260807"/>
                  </a:lnTo>
                  <a:lnTo>
                    <a:pt x="228587" y="261150"/>
                  </a:lnTo>
                  <a:lnTo>
                    <a:pt x="228701" y="261315"/>
                  </a:lnTo>
                  <a:lnTo>
                    <a:pt x="228600" y="260007"/>
                  </a:lnTo>
                  <a:lnTo>
                    <a:pt x="229146" y="259168"/>
                  </a:lnTo>
                  <a:lnTo>
                    <a:pt x="229539" y="259168"/>
                  </a:lnTo>
                  <a:lnTo>
                    <a:pt x="229539" y="259626"/>
                  </a:lnTo>
                  <a:lnTo>
                    <a:pt x="229831" y="260007"/>
                  </a:lnTo>
                  <a:lnTo>
                    <a:pt x="230657" y="260007"/>
                  </a:lnTo>
                  <a:lnTo>
                    <a:pt x="230962" y="260388"/>
                  </a:lnTo>
                  <a:lnTo>
                    <a:pt x="231152" y="260007"/>
                  </a:lnTo>
                  <a:lnTo>
                    <a:pt x="231025" y="259626"/>
                  </a:lnTo>
                  <a:lnTo>
                    <a:pt x="229819" y="259626"/>
                  </a:lnTo>
                  <a:lnTo>
                    <a:pt x="231851" y="259245"/>
                  </a:lnTo>
                  <a:lnTo>
                    <a:pt x="232105" y="259626"/>
                  </a:lnTo>
                  <a:lnTo>
                    <a:pt x="232016" y="261594"/>
                  </a:lnTo>
                  <a:lnTo>
                    <a:pt x="232829" y="261150"/>
                  </a:lnTo>
                  <a:lnTo>
                    <a:pt x="232879" y="260007"/>
                  </a:lnTo>
                  <a:lnTo>
                    <a:pt x="233108" y="259626"/>
                  </a:lnTo>
                  <a:lnTo>
                    <a:pt x="234645" y="259626"/>
                  </a:lnTo>
                  <a:lnTo>
                    <a:pt x="234454" y="260007"/>
                  </a:lnTo>
                  <a:lnTo>
                    <a:pt x="234264" y="260007"/>
                  </a:lnTo>
                  <a:lnTo>
                    <a:pt x="234772" y="260807"/>
                  </a:lnTo>
                  <a:lnTo>
                    <a:pt x="235534" y="260807"/>
                  </a:lnTo>
                  <a:lnTo>
                    <a:pt x="235915" y="260388"/>
                  </a:lnTo>
                  <a:lnTo>
                    <a:pt x="236207" y="260007"/>
                  </a:lnTo>
                  <a:lnTo>
                    <a:pt x="236334" y="259626"/>
                  </a:lnTo>
                  <a:lnTo>
                    <a:pt x="237756" y="259626"/>
                  </a:lnTo>
                  <a:lnTo>
                    <a:pt x="237756" y="264033"/>
                  </a:lnTo>
                  <a:lnTo>
                    <a:pt x="236855" y="265061"/>
                  </a:lnTo>
                  <a:lnTo>
                    <a:pt x="219176" y="263842"/>
                  </a:lnTo>
                  <a:lnTo>
                    <a:pt x="219202" y="264033"/>
                  </a:lnTo>
                  <a:lnTo>
                    <a:pt x="219316" y="265061"/>
                  </a:lnTo>
                  <a:lnTo>
                    <a:pt x="219430" y="266115"/>
                  </a:lnTo>
                  <a:lnTo>
                    <a:pt x="219456" y="266268"/>
                  </a:lnTo>
                  <a:lnTo>
                    <a:pt x="236651" y="266687"/>
                  </a:lnTo>
                  <a:lnTo>
                    <a:pt x="237388" y="268427"/>
                  </a:lnTo>
                  <a:lnTo>
                    <a:pt x="237388" y="277456"/>
                  </a:lnTo>
                  <a:lnTo>
                    <a:pt x="236918" y="277456"/>
                  </a:lnTo>
                  <a:lnTo>
                    <a:pt x="234226" y="277456"/>
                  </a:lnTo>
                  <a:lnTo>
                    <a:pt x="233934" y="269557"/>
                  </a:lnTo>
                  <a:lnTo>
                    <a:pt x="231863" y="267830"/>
                  </a:lnTo>
                  <a:lnTo>
                    <a:pt x="230009" y="269557"/>
                  </a:lnTo>
                  <a:lnTo>
                    <a:pt x="230339" y="277456"/>
                  </a:lnTo>
                  <a:lnTo>
                    <a:pt x="216166" y="277456"/>
                  </a:lnTo>
                  <a:lnTo>
                    <a:pt x="216166" y="278104"/>
                  </a:lnTo>
                  <a:lnTo>
                    <a:pt x="215976" y="278790"/>
                  </a:lnTo>
                  <a:lnTo>
                    <a:pt x="215595" y="279730"/>
                  </a:lnTo>
                  <a:lnTo>
                    <a:pt x="215595" y="280441"/>
                  </a:lnTo>
                  <a:lnTo>
                    <a:pt x="215976" y="281330"/>
                  </a:lnTo>
                  <a:lnTo>
                    <a:pt x="215976" y="282663"/>
                  </a:lnTo>
                  <a:lnTo>
                    <a:pt x="215976" y="283933"/>
                  </a:lnTo>
                  <a:lnTo>
                    <a:pt x="237883" y="283933"/>
                  </a:lnTo>
                  <a:lnTo>
                    <a:pt x="238353" y="284302"/>
                  </a:lnTo>
                  <a:lnTo>
                    <a:pt x="238036" y="283933"/>
                  </a:lnTo>
                  <a:lnTo>
                    <a:pt x="238467" y="283933"/>
                  </a:lnTo>
                  <a:lnTo>
                    <a:pt x="238467" y="283578"/>
                  </a:lnTo>
                  <a:lnTo>
                    <a:pt x="239179" y="283578"/>
                  </a:lnTo>
                  <a:lnTo>
                    <a:pt x="239750" y="283095"/>
                  </a:lnTo>
                  <a:lnTo>
                    <a:pt x="238506" y="283095"/>
                  </a:lnTo>
                  <a:lnTo>
                    <a:pt x="238467" y="282663"/>
                  </a:lnTo>
                  <a:lnTo>
                    <a:pt x="217246" y="282663"/>
                  </a:lnTo>
                  <a:lnTo>
                    <a:pt x="216789" y="281724"/>
                  </a:lnTo>
                  <a:lnTo>
                    <a:pt x="216789" y="281012"/>
                  </a:lnTo>
                  <a:lnTo>
                    <a:pt x="216636" y="279730"/>
                  </a:lnTo>
                  <a:lnTo>
                    <a:pt x="238798" y="279717"/>
                  </a:lnTo>
                  <a:lnTo>
                    <a:pt x="239179" y="280276"/>
                  </a:lnTo>
                  <a:lnTo>
                    <a:pt x="239179" y="282321"/>
                  </a:lnTo>
                  <a:lnTo>
                    <a:pt x="238607" y="282778"/>
                  </a:lnTo>
                  <a:lnTo>
                    <a:pt x="240055" y="282778"/>
                  </a:lnTo>
                  <a:lnTo>
                    <a:pt x="240487" y="282321"/>
                  </a:lnTo>
                  <a:lnTo>
                    <a:pt x="240487" y="281571"/>
                  </a:lnTo>
                  <a:lnTo>
                    <a:pt x="240677" y="280631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95743" y="1628431"/>
              <a:ext cx="109855" cy="144780"/>
            </a:xfrm>
            <a:custGeom>
              <a:avLst/>
              <a:gdLst/>
              <a:ahLst/>
              <a:cxnLst/>
              <a:rect l="l" t="t" r="r" b="b"/>
              <a:pathLst>
                <a:path w="109855" h="144780">
                  <a:moveTo>
                    <a:pt x="12611" y="114858"/>
                  </a:moveTo>
                  <a:lnTo>
                    <a:pt x="10198" y="112356"/>
                  </a:lnTo>
                  <a:lnTo>
                    <a:pt x="7721" y="114757"/>
                  </a:lnTo>
                  <a:lnTo>
                    <a:pt x="7721" y="124244"/>
                  </a:lnTo>
                  <a:lnTo>
                    <a:pt x="12230" y="123304"/>
                  </a:lnTo>
                  <a:lnTo>
                    <a:pt x="12611" y="114858"/>
                  </a:lnTo>
                  <a:close/>
                </a:path>
                <a:path w="109855" h="144780">
                  <a:moveTo>
                    <a:pt x="13690" y="7302"/>
                  </a:moveTo>
                  <a:lnTo>
                    <a:pt x="13563" y="6388"/>
                  </a:lnTo>
                  <a:lnTo>
                    <a:pt x="12623" y="7086"/>
                  </a:lnTo>
                  <a:lnTo>
                    <a:pt x="13208" y="7810"/>
                  </a:lnTo>
                  <a:lnTo>
                    <a:pt x="13690" y="7302"/>
                  </a:lnTo>
                  <a:close/>
                </a:path>
                <a:path w="109855" h="144780">
                  <a:moveTo>
                    <a:pt x="16827" y="5765"/>
                  </a:moveTo>
                  <a:lnTo>
                    <a:pt x="15875" y="5765"/>
                  </a:lnTo>
                  <a:lnTo>
                    <a:pt x="15875" y="7861"/>
                  </a:lnTo>
                  <a:lnTo>
                    <a:pt x="16383" y="7861"/>
                  </a:lnTo>
                  <a:lnTo>
                    <a:pt x="16827" y="5765"/>
                  </a:lnTo>
                  <a:close/>
                </a:path>
                <a:path w="109855" h="144780">
                  <a:moveTo>
                    <a:pt x="19964" y="5118"/>
                  </a:moveTo>
                  <a:lnTo>
                    <a:pt x="18872" y="5918"/>
                  </a:lnTo>
                  <a:lnTo>
                    <a:pt x="18567" y="7861"/>
                  </a:lnTo>
                  <a:lnTo>
                    <a:pt x="19939" y="7518"/>
                  </a:lnTo>
                  <a:lnTo>
                    <a:pt x="19964" y="5118"/>
                  </a:lnTo>
                  <a:close/>
                </a:path>
                <a:path w="109855" h="144780">
                  <a:moveTo>
                    <a:pt x="22326" y="115163"/>
                  </a:moveTo>
                  <a:lnTo>
                    <a:pt x="19519" y="112229"/>
                  </a:lnTo>
                  <a:lnTo>
                    <a:pt x="16383" y="115455"/>
                  </a:lnTo>
                  <a:lnTo>
                    <a:pt x="16497" y="123405"/>
                  </a:lnTo>
                  <a:lnTo>
                    <a:pt x="22326" y="123723"/>
                  </a:lnTo>
                  <a:lnTo>
                    <a:pt x="22326" y="115163"/>
                  </a:lnTo>
                  <a:close/>
                </a:path>
                <a:path w="109855" h="144780">
                  <a:moveTo>
                    <a:pt x="23914" y="5588"/>
                  </a:moveTo>
                  <a:lnTo>
                    <a:pt x="22707" y="5283"/>
                  </a:lnTo>
                  <a:lnTo>
                    <a:pt x="22326" y="7708"/>
                  </a:lnTo>
                  <a:lnTo>
                    <a:pt x="23672" y="8051"/>
                  </a:lnTo>
                  <a:lnTo>
                    <a:pt x="23914" y="5588"/>
                  </a:lnTo>
                  <a:close/>
                </a:path>
                <a:path w="109855" h="144780">
                  <a:moveTo>
                    <a:pt x="26212" y="3213"/>
                  </a:moveTo>
                  <a:lnTo>
                    <a:pt x="25184" y="3213"/>
                  </a:lnTo>
                  <a:lnTo>
                    <a:pt x="25095" y="3975"/>
                  </a:lnTo>
                  <a:lnTo>
                    <a:pt x="25628" y="3975"/>
                  </a:lnTo>
                  <a:lnTo>
                    <a:pt x="25908" y="3670"/>
                  </a:lnTo>
                  <a:lnTo>
                    <a:pt x="26212" y="3213"/>
                  </a:lnTo>
                  <a:close/>
                </a:path>
                <a:path w="109855" h="144780">
                  <a:moveTo>
                    <a:pt x="26301" y="6070"/>
                  </a:moveTo>
                  <a:lnTo>
                    <a:pt x="25374" y="6629"/>
                  </a:lnTo>
                  <a:lnTo>
                    <a:pt x="25095" y="8356"/>
                  </a:lnTo>
                  <a:lnTo>
                    <a:pt x="25806" y="8445"/>
                  </a:lnTo>
                  <a:lnTo>
                    <a:pt x="26301" y="6070"/>
                  </a:lnTo>
                  <a:close/>
                </a:path>
                <a:path w="109855" h="144780">
                  <a:moveTo>
                    <a:pt x="29540" y="7327"/>
                  </a:moveTo>
                  <a:lnTo>
                    <a:pt x="28536" y="7416"/>
                  </a:lnTo>
                  <a:lnTo>
                    <a:pt x="28219" y="9334"/>
                  </a:lnTo>
                  <a:lnTo>
                    <a:pt x="29197" y="9525"/>
                  </a:lnTo>
                  <a:lnTo>
                    <a:pt x="29540" y="7327"/>
                  </a:lnTo>
                  <a:close/>
                </a:path>
                <a:path w="109855" h="144780">
                  <a:moveTo>
                    <a:pt x="31737" y="117792"/>
                  </a:moveTo>
                  <a:lnTo>
                    <a:pt x="29286" y="113601"/>
                  </a:lnTo>
                  <a:lnTo>
                    <a:pt x="26289" y="116052"/>
                  </a:lnTo>
                  <a:lnTo>
                    <a:pt x="25819" y="124383"/>
                  </a:lnTo>
                  <a:lnTo>
                    <a:pt x="31165" y="125183"/>
                  </a:lnTo>
                  <a:lnTo>
                    <a:pt x="31737" y="117792"/>
                  </a:lnTo>
                  <a:close/>
                </a:path>
                <a:path w="109855" h="144780">
                  <a:moveTo>
                    <a:pt x="37642" y="126301"/>
                  </a:moveTo>
                  <a:lnTo>
                    <a:pt x="37172" y="116166"/>
                  </a:lnTo>
                  <a:lnTo>
                    <a:pt x="34632" y="118897"/>
                  </a:lnTo>
                  <a:lnTo>
                    <a:pt x="34417" y="126136"/>
                  </a:lnTo>
                  <a:lnTo>
                    <a:pt x="37642" y="126301"/>
                  </a:lnTo>
                  <a:close/>
                </a:path>
                <a:path w="109855" h="144780">
                  <a:moveTo>
                    <a:pt x="38239" y="136512"/>
                  </a:moveTo>
                  <a:lnTo>
                    <a:pt x="37757" y="135902"/>
                  </a:lnTo>
                  <a:lnTo>
                    <a:pt x="35699" y="137464"/>
                  </a:lnTo>
                  <a:lnTo>
                    <a:pt x="34785" y="139128"/>
                  </a:lnTo>
                  <a:lnTo>
                    <a:pt x="34264" y="139128"/>
                  </a:lnTo>
                  <a:lnTo>
                    <a:pt x="32778" y="138353"/>
                  </a:lnTo>
                  <a:lnTo>
                    <a:pt x="30302" y="137883"/>
                  </a:lnTo>
                  <a:lnTo>
                    <a:pt x="27520" y="137731"/>
                  </a:lnTo>
                  <a:lnTo>
                    <a:pt x="25425" y="137464"/>
                  </a:lnTo>
                  <a:lnTo>
                    <a:pt x="22326" y="137045"/>
                  </a:lnTo>
                  <a:lnTo>
                    <a:pt x="19519" y="136652"/>
                  </a:lnTo>
                  <a:lnTo>
                    <a:pt x="19126" y="136652"/>
                  </a:lnTo>
                  <a:lnTo>
                    <a:pt x="6464" y="137045"/>
                  </a:lnTo>
                  <a:lnTo>
                    <a:pt x="10134" y="137045"/>
                  </a:lnTo>
                  <a:lnTo>
                    <a:pt x="7467" y="137287"/>
                  </a:lnTo>
                  <a:lnTo>
                    <a:pt x="5397" y="137731"/>
                  </a:lnTo>
                  <a:lnTo>
                    <a:pt x="5270" y="139128"/>
                  </a:lnTo>
                  <a:lnTo>
                    <a:pt x="7556" y="138798"/>
                  </a:lnTo>
                  <a:lnTo>
                    <a:pt x="7175" y="138798"/>
                  </a:lnTo>
                  <a:lnTo>
                    <a:pt x="8445" y="138125"/>
                  </a:lnTo>
                  <a:lnTo>
                    <a:pt x="11696" y="138125"/>
                  </a:lnTo>
                  <a:lnTo>
                    <a:pt x="15100" y="137883"/>
                  </a:lnTo>
                  <a:lnTo>
                    <a:pt x="18148" y="137464"/>
                  </a:lnTo>
                  <a:lnTo>
                    <a:pt x="25222" y="138353"/>
                  </a:lnTo>
                  <a:lnTo>
                    <a:pt x="28359" y="138798"/>
                  </a:lnTo>
                  <a:lnTo>
                    <a:pt x="31140" y="138798"/>
                  </a:lnTo>
                  <a:lnTo>
                    <a:pt x="33997" y="139890"/>
                  </a:lnTo>
                  <a:lnTo>
                    <a:pt x="34417" y="140677"/>
                  </a:lnTo>
                  <a:lnTo>
                    <a:pt x="34264" y="141389"/>
                  </a:lnTo>
                  <a:lnTo>
                    <a:pt x="34124" y="141744"/>
                  </a:lnTo>
                  <a:lnTo>
                    <a:pt x="34124" y="142138"/>
                  </a:lnTo>
                  <a:lnTo>
                    <a:pt x="34785" y="142138"/>
                  </a:lnTo>
                  <a:lnTo>
                    <a:pt x="36093" y="141744"/>
                  </a:lnTo>
                  <a:lnTo>
                    <a:pt x="36004" y="141389"/>
                  </a:lnTo>
                  <a:lnTo>
                    <a:pt x="35699" y="140233"/>
                  </a:lnTo>
                  <a:lnTo>
                    <a:pt x="36449" y="139128"/>
                  </a:lnTo>
                  <a:lnTo>
                    <a:pt x="38239" y="136512"/>
                  </a:lnTo>
                  <a:close/>
                </a:path>
                <a:path w="109855" h="144780">
                  <a:moveTo>
                    <a:pt x="39395" y="41630"/>
                  </a:moveTo>
                  <a:lnTo>
                    <a:pt x="39166" y="41287"/>
                  </a:lnTo>
                  <a:lnTo>
                    <a:pt x="38836" y="41084"/>
                  </a:lnTo>
                  <a:lnTo>
                    <a:pt x="38760" y="40906"/>
                  </a:lnTo>
                  <a:lnTo>
                    <a:pt x="38633" y="40690"/>
                  </a:lnTo>
                  <a:lnTo>
                    <a:pt x="38481" y="40551"/>
                  </a:lnTo>
                  <a:lnTo>
                    <a:pt x="38481" y="42125"/>
                  </a:lnTo>
                  <a:lnTo>
                    <a:pt x="38239" y="42557"/>
                  </a:lnTo>
                  <a:lnTo>
                    <a:pt x="38125" y="42951"/>
                  </a:lnTo>
                  <a:lnTo>
                    <a:pt x="38061" y="43129"/>
                  </a:lnTo>
                  <a:lnTo>
                    <a:pt x="37985" y="43345"/>
                  </a:lnTo>
                  <a:lnTo>
                    <a:pt x="37934" y="43484"/>
                  </a:lnTo>
                  <a:lnTo>
                    <a:pt x="37553" y="43345"/>
                  </a:lnTo>
                  <a:lnTo>
                    <a:pt x="37363" y="43129"/>
                  </a:lnTo>
                  <a:lnTo>
                    <a:pt x="37198" y="43053"/>
                  </a:lnTo>
                  <a:lnTo>
                    <a:pt x="37198" y="51727"/>
                  </a:lnTo>
                  <a:lnTo>
                    <a:pt x="37198" y="54686"/>
                  </a:lnTo>
                  <a:lnTo>
                    <a:pt x="36982" y="55638"/>
                  </a:lnTo>
                  <a:lnTo>
                    <a:pt x="35471" y="54902"/>
                  </a:lnTo>
                  <a:lnTo>
                    <a:pt x="35699" y="48310"/>
                  </a:lnTo>
                  <a:lnTo>
                    <a:pt x="35166" y="47548"/>
                  </a:lnTo>
                  <a:lnTo>
                    <a:pt x="34264" y="48310"/>
                  </a:lnTo>
                  <a:lnTo>
                    <a:pt x="34264" y="54305"/>
                  </a:lnTo>
                  <a:lnTo>
                    <a:pt x="32778" y="53809"/>
                  </a:lnTo>
                  <a:lnTo>
                    <a:pt x="30746" y="53454"/>
                  </a:lnTo>
                  <a:lnTo>
                    <a:pt x="30683" y="44665"/>
                  </a:lnTo>
                  <a:lnTo>
                    <a:pt x="30187" y="43992"/>
                  </a:lnTo>
                  <a:lnTo>
                    <a:pt x="28448" y="44665"/>
                  </a:lnTo>
                  <a:lnTo>
                    <a:pt x="27647" y="45720"/>
                  </a:lnTo>
                  <a:lnTo>
                    <a:pt x="27279" y="47625"/>
                  </a:lnTo>
                  <a:lnTo>
                    <a:pt x="26987" y="52616"/>
                  </a:lnTo>
                  <a:lnTo>
                    <a:pt x="25107" y="52057"/>
                  </a:lnTo>
                  <a:lnTo>
                    <a:pt x="22771" y="51727"/>
                  </a:lnTo>
                  <a:lnTo>
                    <a:pt x="22771" y="46596"/>
                  </a:lnTo>
                  <a:lnTo>
                    <a:pt x="22136" y="43268"/>
                  </a:lnTo>
                  <a:lnTo>
                    <a:pt x="21094" y="43268"/>
                  </a:lnTo>
                  <a:lnTo>
                    <a:pt x="19964" y="43992"/>
                  </a:lnTo>
                  <a:lnTo>
                    <a:pt x="19253" y="44589"/>
                  </a:lnTo>
                  <a:lnTo>
                    <a:pt x="19011" y="45212"/>
                  </a:lnTo>
                  <a:lnTo>
                    <a:pt x="18567" y="51460"/>
                  </a:lnTo>
                  <a:lnTo>
                    <a:pt x="15875" y="51460"/>
                  </a:lnTo>
                  <a:lnTo>
                    <a:pt x="15875" y="45085"/>
                  </a:lnTo>
                  <a:lnTo>
                    <a:pt x="15100" y="43141"/>
                  </a:lnTo>
                  <a:lnTo>
                    <a:pt x="14465" y="42062"/>
                  </a:lnTo>
                  <a:lnTo>
                    <a:pt x="14020" y="41986"/>
                  </a:lnTo>
                  <a:lnTo>
                    <a:pt x="13665" y="42125"/>
                  </a:lnTo>
                  <a:lnTo>
                    <a:pt x="12611" y="42811"/>
                  </a:lnTo>
                  <a:lnTo>
                    <a:pt x="12230" y="43141"/>
                  </a:lnTo>
                  <a:lnTo>
                    <a:pt x="11696" y="43484"/>
                  </a:lnTo>
                  <a:lnTo>
                    <a:pt x="11366" y="44589"/>
                  </a:lnTo>
                  <a:lnTo>
                    <a:pt x="11366" y="51612"/>
                  </a:lnTo>
                  <a:lnTo>
                    <a:pt x="10541" y="51866"/>
                  </a:lnTo>
                  <a:lnTo>
                    <a:pt x="7848" y="52311"/>
                  </a:lnTo>
                  <a:lnTo>
                    <a:pt x="7404" y="52501"/>
                  </a:lnTo>
                  <a:lnTo>
                    <a:pt x="7188" y="51765"/>
                  </a:lnTo>
                  <a:lnTo>
                    <a:pt x="18465" y="39217"/>
                  </a:lnTo>
                  <a:lnTo>
                    <a:pt x="22720" y="39560"/>
                  </a:lnTo>
                  <a:lnTo>
                    <a:pt x="36626" y="46050"/>
                  </a:lnTo>
                  <a:lnTo>
                    <a:pt x="37198" y="51727"/>
                  </a:lnTo>
                  <a:lnTo>
                    <a:pt x="37198" y="43053"/>
                  </a:lnTo>
                  <a:lnTo>
                    <a:pt x="36982" y="42951"/>
                  </a:lnTo>
                  <a:lnTo>
                    <a:pt x="33731" y="40906"/>
                  </a:lnTo>
                  <a:lnTo>
                    <a:pt x="30924" y="40106"/>
                  </a:lnTo>
                  <a:lnTo>
                    <a:pt x="26454" y="39128"/>
                  </a:lnTo>
                  <a:lnTo>
                    <a:pt x="23139" y="38481"/>
                  </a:lnTo>
                  <a:lnTo>
                    <a:pt x="19215" y="38290"/>
                  </a:lnTo>
                  <a:lnTo>
                    <a:pt x="14465" y="38290"/>
                  </a:lnTo>
                  <a:lnTo>
                    <a:pt x="12420" y="38658"/>
                  </a:lnTo>
                  <a:lnTo>
                    <a:pt x="8940" y="39725"/>
                  </a:lnTo>
                  <a:lnTo>
                    <a:pt x="7442" y="40487"/>
                  </a:lnTo>
                  <a:lnTo>
                    <a:pt x="6654" y="41059"/>
                  </a:lnTo>
                  <a:lnTo>
                    <a:pt x="6350" y="40906"/>
                  </a:lnTo>
                  <a:lnTo>
                    <a:pt x="5981" y="40614"/>
                  </a:lnTo>
                  <a:lnTo>
                    <a:pt x="5943" y="42418"/>
                  </a:lnTo>
                  <a:lnTo>
                    <a:pt x="5778" y="42456"/>
                  </a:lnTo>
                  <a:lnTo>
                    <a:pt x="5943" y="42418"/>
                  </a:lnTo>
                  <a:lnTo>
                    <a:pt x="5943" y="40563"/>
                  </a:lnTo>
                  <a:lnTo>
                    <a:pt x="5778" y="40322"/>
                  </a:lnTo>
                  <a:lnTo>
                    <a:pt x="4927" y="39725"/>
                  </a:lnTo>
                  <a:lnTo>
                    <a:pt x="5143" y="39725"/>
                  </a:lnTo>
                  <a:lnTo>
                    <a:pt x="6565" y="38481"/>
                  </a:lnTo>
                  <a:lnTo>
                    <a:pt x="7023" y="38163"/>
                  </a:lnTo>
                  <a:lnTo>
                    <a:pt x="7848" y="37731"/>
                  </a:lnTo>
                  <a:lnTo>
                    <a:pt x="8610" y="37477"/>
                  </a:lnTo>
                  <a:lnTo>
                    <a:pt x="8953" y="37325"/>
                  </a:lnTo>
                  <a:lnTo>
                    <a:pt x="9880" y="37020"/>
                  </a:lnTo>
                  <a:lnTo>
                    <a:pt x="10579" y="36677"/>
                  </a:lnTo>
                  <a:lnTo>
                    <a:pt x="11696" y="36436"/>
                  </a:lnTo>
                  <a:lnTo>
                    <a:pt x="12992" y="35915"/>
                  </a:lnTo>
                  <a:lnTo>
                    <a:pt x="13309" y="35915"/>
                  </a:lnTo>
                  <a:lnTo>
                    <a:pt x="13906" y="35674"/>
                  </a:lnTo>
                  <a:lnTo>
                    <a:pt x="15087" y="35471"/>
                  </a:lnTo>
                  <a:lnTo>
                    <a:pt x="16497" y="35471"/>
                  </a:lnTo>
                  <a:lnTo>
                    <a:pt x="17995" y="35306"/>
                  </a:lnTo>
                  <a:lnTo>
                    <a:pt x="19939" y="35471"/>
                  </a:lnTo>
                  <a:lnTo>
                    <a:pt x="21755" y="35471"/>
                  </a:lnTo>
                  <a:lnTo>
                    <a:pt x="23698" y="35674"/>
                  </a:lnTo>
                  <a:lnTo>
                    <a:pt x="25438" y="35915"/>
                  </a:lnTo>
                  <a:lnTo>
                    <a:pt x="25679" y="35915"/>
                  </a:lnTo>
                  <a:lnTo>
                    <a:pt x="28841" y="36436"/>
                  </a:lnTo>
                  <a:lnTo>
                    <a:pt x="29972" y="36830"/>
                  </a:lnTo>
                  <a:lnTo>
                    <a:pt x="31165" y="37477"/>
                  </a:lnTo>
                  <a:lnTo>
                    <a:pt x="32321" y="37922"/>
                  </a:lnTo>
                  <a:lnTo>
                    <a:pt x="33515" y="38163"/>
                  </a:lnTo>
                  <a:lnTo>
                    <a:pt x="35458" y="38989"/>
                  </a:lnTo>
                  <a:lnTo>
                    <a:pt x="36080" y="39484"/>
                  </a:lnTo>
                  <a:lnTo>
                    <a:pt x="37363" y="40322"/>
                  </a:lnTo>
                  <a:lnTo>
                    <a:pt x="37642" y="40906"/>
                  </a:lnTo>
                  <a:lnTo>
                    <a:pt x="38481" y="42125"/>
                  </a:lnTo>
                  <a:lnTo>
                    <a:pt x="38481" y="40551"/>
                  </a:lnTo>
                  <a:lnTo>
                    <a:pt x="38112" y="40182"/>
                  </a:lnTo>
                  <a:lnTo>
                    <a:pt x="37934" y="39725"/>
                  </a:lnTo>
                  <a:lnTo>
                    <a:pt x="37553" y="39281"/>
                  </a:lnTo>
                  <a:lnTo>
                    <a:pt x="37261" y="38989"/>
                  </a:lnTo>
                  <a:lnTo>
                    <a:pt x="36982" y="38823"/>
                  </a:lnTo>
                  <a:lnTo>
                    <a:pt x="36664" y="38481"/>
                  </a:lnTo>
                  <a:lnTo>
                    <a:pt x="36461" y="38163"/>
                  </a:lnTo>
                  <a:lnTo>
                    <a:pt x="36258" y="38163"/>
                  </a:lnTo>
                  <a:lnTo>
                    <a:pt x="35699" y="37922"/>
                  </a:lnTo>
                  <a:lnTo>
                    <a:pt x="34925" y="37477"/>
                  </a:lnTo>
                  <a:lnTo>
                    <a:pt x="34264" y="37020"/>
                  </a:lnTo>
                  <a:lnTo>
                    <a:pt x="33578" y="36715"/>
                  </a:lnTo>
                  <a:lnTo>
                    <a:pt x="34099" y="8928"/>
                  </a:lnTo>
                  <a:lnTo>
                    <a:pt x="34277" y="9042"/>
                  </a:lnTo>
                  <a:lnTo>
                    <a:pt x="34696" y="8775"/>
                  </a:lnTo>
                  <a:lnTo>
                    <a:pt x="35039" y="8458"/>
                  </a:lnTo>
                  <a:lnTo>
                    <a:pt x="35725" y="8051"/>
                  </a:lnTo>
                  <a:lnTo>
                    <a:pt x="35458" y="8051"/>
                  </a:lnTo>
                  <a:lnTo>
                    <a:pt x="35458" y="7721"/>
                  </a:lnTo>
                  <a:lnTo>
                    <a:pt x="35458" y="6070"/>
                  </a:lnTo>
                  <a:lnTo>
                    <a:pt x="34772" y="5410"/>
                  </a:lnTo>
                  <a:lnTo>
                    <a:pt x="34772" y="6070"/>
                  </a:lnTo>
                  <a:lnTo>
                    <a:pt x="34772" y="6515"/>
                  </a:lnTo>
                  <a:lnTo>
                    <a:pt x="34645" y="6781"/>
                  </a:lnTo>
                  <a:lnTo>
                    <a:pt x="34493" y="6934"/>
                  </a:lnTo>
                  <a:lnTo>
                    <a:pt x="34315" y="7302"/>
                  </a:lnTo>
                  <a:lnTo>
                    <a:pt x="34277" y="7721"/>
                  </a:lnTo>
                  <a:lnTo>
                    <a:pt x="33159" y="7721"/>
                  </a:lnTo>
                  <a:lnTo>
                    <a:pt x="32918" y="7543"/>
                  </a:lnTo>
                  <a:lnTo>
                    <a:pt x="32778" y="7429"/>
                  </a:lnTo>
                  <a:lnTo>
                    <a:pt x="32778" y="11201"/>
                  </a:lnTo>
                  <a:lnTo>
                    <a:pt x="32677" y="15367"/>
                  </a:lnTo>
                  <a:lnTo>
                    <a:pt x="32677" y="15519"/>
                  </a:lnTo>
                  <a:lnTo>
                    <a:pt x="32664" y="16002"/>
                  </a:lnTo>
                  <a:lnTo>
                    <a:pt x="32651" y="16535"/>
                  </a:lnTo>
                  <a:lnTo>
                    <a:pt x="32588" y="18948"/>
                  </a:lnTo>
                  <a:lnTo>
                    <a:pt x="32575" y="19088"/>
                  </a:lnTo>
                  <a:lnTo>
                    <a:pt x="32575" y="19405"/>
                  </a:lnTo>
                  <a:lnTo>
                    <a:pt x="32550" y="20231"/>
                  </a:lnTo>
                  <a:lnTo>
                    <a:pt x="32499" y="22453"/>
                  </a:lnTo>
                  <a:lnTo>
                    <a:pt x="32486" y="22745"/>
                  </a:lnTo>
                  <a:lnTo>
                    <a:pt x="32461" y="23825"/>
                  </a:lnTo>
                  <a:lnTo>
                    <a:pt x="32334" y="28816"/>
                  </a:lnTo>
                  <a:lnTo>
                    <a:pt x="31737" y="27813"/>
                  </a:lnTo>
                  <a:lnTo>
                    <a:pt x="30607" y="28194"/>
                  </a:lnTo>
                  <a:lnTo>
                    <a:pt x="30314" y="35610"/>
                  </a:lnTo>
                  <a:lnTo>
                    <a:pt x="29552" y="35471"/>
                  </a:lnTo>
                  <a:lnTo>
                    <a:pt x="28790" y="35306"/>
                  </a:lnTo>
                  <a:lnTo>
                    <a:pt x="27838" y="35090"/>
                  </a:lnTo>
                  <a:lnTo>
                    <a:pt x="26924" y="35090"/>
                  </a:lnTo>
                  <a:lnTo>
                    <a:pt x="25806" y="34874"/>
                  </a:lnTo>
                  <a:lnTo>
                    <a:pt x="25908" y="27190"/>
                  </a:lnTo>
                  <a:lnTo>
                    <a:pt x="24930" y="25107"/>
                  </a:lnTo>
                  <a:lnTo>
                    <a:pt x="22860" y="26644"/>
                  </a:lnTo>
                  <a:lnTo>
                    <a:pt x="22707" y="34251"/>
                  </a:lnTo>
                  <a:lnTo>
                    <a:pt x="22021" y="34137"/>
                  </a:lnTo>
                  <a:lnTo>
                    <a:pt x="20243" y="34137"/>
                  </a:lnTo>
                  <a:lnTo>
                    <a:pt x="17741" y="33820"/>
                  </a:lnTo>
                  <a:lnTo>
                    <a:pt x="16510" y="33883"/>
                  </a:lnTo>
                  <a:lnTo>
                    <a:pt x="17272" y="26365"/>
                  </a:lnTo>
                  <a:lnTo>
                    <a:pt x="16141" y="24066"/>
                  </a:lnTo>
                  <a:lnTo>
                    <a:pt x="14020" y="25844"/>
                  </a:lnTo>
                  <a:lnTo>
                    <a:pt x="13665" y="33997"/>
                  </a:lnTo>
                  <a:lnTo>
                    <a:pt x="15925" y="33909"/>
                  </a:lnTo>
                  <a:lnTo>
                    <a:pt x="13144" y="34048"/>
                  </a:lnTo>
                  <a:lnTo>
                    <a:pt x="12077" y="34417"/>
                  </a:lnTo>
                  <a:lnTo>
                    <a:pt x="11366" y="34556"/>
                  </a:lnTo>
                  <a:lnTo>
                    <a:pt x="11379" y="34137"/>
                  </a:lnTo>
                  <a:lnTo>
                    <a:pt x="13144" y="34137"/>
                  </a:lnTo>
                  <a:lnTo>
                    <a:pt x="11379" y="34124"/>
                  </a:lnTo>
                  <a:lnTo>
                    <a:pt x="11772" y="21805"/>
                  </a:lnTo>
                  <a:lnTo>
                    <a:pt x="18326" y="18948"/>
                  </a:lnTo>
                  <a:lnTo>
                    <a:pt x="24930" y="18948"/>
                  </a:lnTo>
                  <a:lnTo>
                    <a:pt x="32410" y="23825"/>
                  </a:lnTo>
                  <a:lnTo>
                    <a:pt x="32461" y="22694"/>
                  </a:lnTo>
                  <a:lnTo>
                    <a:pt x="32410" y="22567"/>
                  </a:lnTo>
                  <a:lnTo>
                    <a:pt x="31915" y="22301"/>
                  </a:lnTo>
                  <a:lnTo>
                    <a:pt x="27368" y="18948"/>
                  </a:lnTo>
                  <a:lnTo>
                    <a:pt x="25438" y="17526"/>
                  </a:lnTo>
                  <a:lnTo>
                    <a:pt x="18326" y="17132"/>
                  </a:lnTo>
                  <a:lnTo>
                    <a:pt x="11823" y="20027"/>
                  </a:lnTo>
                  <a:lnTo>
                    <a:pt x="11874" y="18135"/>
                  </a:lnTo>
                  <a:lnTo>
                    <a:pt x="18326" y="15176"/>
                  </a:lnTo>
                  <a:lnTo>
                    <a:pt x="25095" y="15570"/>
                  </a:lnTo>
                  <a:lnTo>
                    <a:pt x="32410" y="20231"/>
                  </a:lnTo>
                  <a:lnTo>
                    <a:pt x="32550" y="20231"/>
                  </a:lnTo>
                  <a:lnTo>
                    <a:pt x="32550" y="19354"/>
                  </a:lnTo>
                  <a:lnTo>
                    <a:pt x="32410" y="19050"/>
                  </a:lnTo>
                  <a:lnTo>
                    <a:pt x="32575" y="19088"/>
                  </a:lnTo>
                  <a:lnTo>
                    <a:pt x="32575" y="18948"/>
                  </a:lnTo>
                  <a:lnTo>
                    <a:pt x="31915" y="18554"/>
                  </a:lnTo>
                  <a:lnTo>
                    <a:pt x="26924" y="15176"/>
                  </a:lnTo>
                  <a:lnTo>
                    <a:pt x="25438" y="14160"/>
                  </a:lnTo>
                  <a:lnTo>
                    <a:pt x="18326" y="13538"/>
                  </a:lnTo>
                  <a:lnTo>
                    <a:pt x="11938" y="16332"/>
                  </a:lnTo>
                  <a:lnTo>
                    <a:pt x="12001" y="14376"/>
                  </a:lnTo>
                  <a:lnTo>
                    <a:pt x="18326" y="11557"/>
                  </a:lnTo>
                  <a:lnTo>
                    <a:pt x="25095" y="11899"/>
                  </a:lnTo>
                  <a:lnTo>
                    <a:pt x="32410" y="16535"/>
                  </a:lnTo>
                  <a:lnTo>
                    <a:pt x="32651" y="16535"/>
                  </a:lnTo>
                  <a:lnTo>
                    <a:pt x="32651" y="15989"/>
                  </a:lnTo>
                  <a:lnTo>
                    <a:pt x="32410" y="15519"/>
                  </a:lnTo>
                  <a:lnTo>
                    <a:pt x="32677" y="15519"/>
                  </a:lnTo>
                  <a:lnTo>
                    <a:pt x="32677" y="15367"/>
                  </a:lnTo>
                  <a:lnTo>
                    <a:pt x="31915" y="14998"/>
                  </a:lnTo>
                  <a:lnTo>
                    <a:pt x="27038" y="11557"/>
                  </a:lnTo>
                  <a:lnTo>
                    <a:pt x="25438" y="10426"/>
                  </a:lnTo>
                  <a:lnTo>
                    <a:pt x="18326" y="9918"/>
                  </a:lnTo>
                  <a:lnTo>
                    <a:pt x="12052" y="12661"/>
                  </a:lnTo>
                  <a:lnTo>
                    <a:pt x="12230" y="7505"/>
                  </a:lnTo>
                  <a:lnTo>
                    <a:pt x="10591" y="7810"/>
                  </a:lnTo>
                  <a:lnTo>
                    <a:pt x="10604" y="7302"/>
                  </a:lnTo>
                  <a:lnTo>
                    <a:pt x="10883" y="6934"/>
                  </a:lnTo>
                  <a:lnTo>
                    <a:pt x="11760" y="6515"/>
                  </a:lnTo>
                  <a:lnTo>
                    <a:pt x="14262" y="5765"/>
                  </a:lnTo>
                  <a:lnTo>
                    <a:pt x="15760" y="5295"/>
                  </a:lnTo>
                  <a:lnTo>
                    <a:pt x="16725" y="5029"/>
                  </a:lnTo>
                  <a:lnTo>
                    <a:pt x="23787" y="5029"/>
                  </a:lnTo>
                  <a:lnTo>
                    <a:pt x="25476" y="5295"/>
                  </a:lnTo>
                  <a:lnTo>
                    <a:pt x="26250" y="5295"/>
                  </a:lnTo>
                  <a:lnTo>
                    <a:pt x="27520" y="5765"/>
                  </a:lnTo>
                  <a:lnTo>
                    <a:pt x="29870" y="6515"/>
                  </a:lnTo>
                  <a:lnTo>
                    <a:pt x="30861" y="6515"/>
                  </a:lnTo>
                  <a:lnTo>
                    <a:pt x="31915" y="7340"/>
                  </a:lnTo>
                  <a:lnTo>
                    <a:pt x="30683" y="7823"/>
                  </a:lnTo>
                  <a:lnTo>
                    <a:pt x="30327" y="10236"/>
                  </a:lnTo>
                  <a:lnTo>
                    <a:pt x="32207" y="10960"/>
                  </a:lnTo>
                  <a:lnTo>
                    <a:pt x="32778" y="11201"/>
                  </a:lnTo>
                  <a:lnTo>
                    <a:pt x="32778" y="7429"/>
                  </a:lnTo>
                  <a:lnTo>
                    <a:pt x="32626" y="7302"/>
                  </a:lnTo>
                  <a:lnTo>
                    <a:pt x="32207" y="6934"/>
                  </a:lnTo>
                  <a:lnTo>
                    <a:pt x="32080" y="6781"/>
                  </a:lnTo>
                  <a:lnTo>
                    <a:pt x="31800" y="6515"/>
                  </a:lnTo>
                  <a:lnTo>
                    <a:pt x="31013" y="5918"/>
                  </a:lnTo>
                  <a:lnTo>
                    <a:pt x="30645" y="5765"/>
                  </a:lnTo>
                  <a:lnTo>
                    <a:pt x="29984" y="5765"/>
                  </a:lnTo>
                  <a:lnTo>
                    <a:pt x="27813" y="5029"/>
                  </a:lnTo>
                  <a:lnTo>
                    <a:pt x="28244" y="5029"/>
                  </a:lnTo>
                  <a:lnTo>
                    <a:pt x="25590" y="4711"/>
                  </a:lnTo>
                  <a:lnTo>
                    <a:pt x="25971" y="4711"/>
                  </a:lnTo>
                  <a:lnTo>
                    <a:pt x="24879" y="4267"/>
                  </a:lnTo>
                  <a:lnTo>
                    <a:pt x="15659" y="4267"/>
                  </a:lnTo>
                  <a:lnTo>
                    <a:pt x="14706" y="4711"/>
                  </a:lnTo>
                  <a:lnTo>
                    <a:pt x="13398" y="5029"/>
                  </a:lnTo>
                  <a:lnTo>
                    <a:pt x="13995" y="5029"/>
                  </a:lnTo>
                  <a:lnTo>
                    <a:pt x="12788" y="5295"/>
                  </a:lnTo>
                  <a:lnTo>
                    <a:pt x="12230" y="5600"/>
                  </a:lnTo>
                  <a:lnTo>
                    <a:pt x="11912" y="5600"/>
                  </a:lnTo>
                  <a:lnTo>
                    <a:pt x="11544" y="5765"/>
                  </a:lnTo>
                  <a:lnTo>
                    <a:pt x="11366" y="5765"/>
                  </a:lnTo>
                  <a:lnTo>
                    <a:pt x="10998" y="6070"/>
                  </a:lnTo>
                  <a:lnTo>
                    <a:pt x="10274" y="6515"/>
                  </a:lnTo>
                  <a:lnTo>
                    <a:pt x="10198" y="6934"/>
                  </a:lnTo>
                  <a:lnTo>
                    <a:pt x="9867" y="6934"/>
                  </a:lnTo>
                  <a:lnTo>
                    <a:pt x="9969" y="5765"/>
                  </a:lnTo>
                  <a:lnTo>
                    <a:pt x="10071" y="5600"/>
                  </a:lnTo>
                  <a:lnTo>
                    <a:pt x="10261" y="5295"/>
                  </a:lnTo>
                  <a:lnTo>
                    <a:pt x="10299" y="4711"/>
                  </a:lnTo>
                  <a:lnTo>
                    <a:pt x="10541" y="4267"/>
                  </a:lnTo>
                  <a:lnTo>
                    <a:pt x="10566" y="3975"/>
                  </a:lnTo>
                  <a:lnTo>
                    <a:pt x="10668" y="3670"/>
                  </a:lnTo>
                  <a:lnTo>
                    <a:pt x="11176" y="3213"/>
                  </a:lnTo>
                  <a:lnTo>
                    <a:pt x="12077" y="2781"/>
                  </a:lnTo>
                  <a:lnTo>
                    <a:pt x="12446" y="3213"/>
                  </a:lnTo>
                  <a:lnTo>
                    <a:pt x="12623" y="3670"/>
                  </a:lnTo>
                  <a:lnTo>
                    <a:pt x="12623" y="4267"/>
                  </a:lnTo>
                  <a:lnTo>
                    <a:pt x="12788" y="4533"/>
                  </a:lnTo>
                  <a:lnTo>
                    <a:pt x="12839" y="4267"/>
                  </a:lnTo>
                  <a:lnTo>
                    <a:pt x="12954" y="3670"/>
                  </a:lnTo>
                  <a:lnTo>
                    <a:pt x="13144" y="3213"/>
                  </a:lnTo>
                  <a:lnTo>
                    <a:pt x="13220" y="2628"/>
                  </a:lnTo>
                  <a:lnTo>
                    <a:pt x="13284" y="2260"/>
                  </a:lnTo>
                  <a:lnTo>
                    <a:pt x="13385" y="2006"/>
                  </a:lnTo>
                  <a:lnTo>
                    <a:pt x="13741" y="1574"/>
                  </a:lnTo>
                  <a:lnTo>
                    <a:pt x="14274" y="1574"/>
                  </a:lnTo>
                  <a:lnTo>
                    <a:pt x="14605" y="2006"/>
                  </a:lnTo>
                  <a:lnTo>
                    <a:pt x="15011" y="2628"/>
                  </a:lnTo>
                  <a:lnTo>
                    <a:pt x="15494" y="3213"/>
                  </a:lnTo>
                  <a:lnTo>
                    <a:pt x="15773" y="3213"/>
                  </a:lnTo>
                  <a:lnTo>
                    <a:pt x="16078" y="2451"/>
                  </a:lnTo>
                  <a:lnTo>
                    <a:pt x="16154" y="1574"/>
                  </a:lnTo>
                  <a:lnTo>
                    <a:pt x="16344" y="1574"/>
                  </a:lnTo>
                  <a:lnTo>
                    <a:pt x="16916" y="1028"/>
                  </a:lnTo>
                  <a:lnTo>
                    <a:pt x="17272" y="609"/>
                  </a:lnTo>
                  <a:lnTo>
                    <a:pt x="17576" y="1028"/>
                  </a:lnTo>
                  <a:lnTo>
                    <a:pt x="18186" y="1574"/>
                  </a:lnTo>
                  <a:lnTo>
                    <a:pt x="18326" y="1574"/>
                  </a:lnTo>
                  <a:lnTo>
                    <a:pt x="18440" y="2628"/>
                  </a:lnTo>
                  <a:lnTo>
                    <a:pt x="18478" y="3213"/>
                  </a:lnTo>
                  <a:lnTo>
                    <a:pt x="19215" y="3213"/>
                  </a:lnTo>
                  <a:lnTo>
                    <a:pt x="19253" y="1574"/>
                  </a:lnTo>
                  <a:lnTo>
                    <a:pt x="19939" y="1574"/>
                  </a:lnTo>
                  <a:lnTo>
                    <a:pt x="20485" y="1028"/>
                  </a:lnTo>
                  <a:lnTo>
                    <a:pt x="20993" y="1028"/>
                  </a:lnTo>
                  <a:lnTo>
                    <a:pt x="21297" y="1574"/>
                  </a:lnTo>
                  <a:lnTo>
                    <a:pt x="21640" y="2006"/>
                  </a:lnTo>
                  <a:lnTo>
                    <a:pt x="21755" y="3670"/>
                  </a:lnTo>
                  <a:lnTo>
                    <a:pt x="22529" y="3670"/>
                  </a:lnTo>
                  <a:lnTo>
                    <a:pt x="22529" y="3213"/>
                  </a:lnTo>
                  <a:lnTo>
                    <a:pt x="22720" y="2628"/>
                  </a:lnTo>
                  <a:lnTo>
                    <a:pt x="22720" y="2006"/>
                  </a:lnTo>
                  <a:lnTo>
                    <a:pt x="23126" y="2006"/>
                  </a:lnTo>
                  <a:lnTo>
                    <a:pt x="23787" y="1574"/>
                  </a:lnTo>
                  <a:lnTo>
                    <a:pt x="24206" y="1282"/>
                  </a:lnTo>
                  <a:lnTo>
                    <a:pt x="24409" y="1574"/>
                  </a:lnTo>
                  <a:lnTo>
                    <a:pt x="24777" y="2006"/>
                  </a:lnTo>
                  <a:lnTo>
                    <a:pt x="24955" y="2260"/>
                  </a:lnTo>
                  <a:lnTo>
                    <a:pt x="25082" y="2628"/>
                  </a:lnTo>
                  <a:lnTo>
                    <a:pt x="25184" y="3213"/>
                  </a:lnTo>
                  <a:lnTo>
                    <a:pt x="27520" y="2628"/>
                  </a:lnTo>
                  <a:lnTo>
                    <a:pt x="28143" y="2451"/>
                  </a:lnTo>
                  <a:lnTo>
                    <a:pt x="28270" y="2628"/>
                  </a:lnTo>
                  <a:lnTo>
                    <a:pt x="28575" y="3213"/>
                  </a:lnTo>
                  <a:lnTo>
                    <a:pt x="28727" y="3670"/>
                  </a:lnTo>
                  <a:lnTo>
                    <a:pt x="28841" y="4267"/>
                  </a:lnTo>
                  <a:lnTo>
                    <a:pt x="28917" y="5295"/>
                  </a:lnTo>
                  <a:lnTo>
                    <a:pt x="29552" y="5295"/>
                  </a:lnTo>
                  <a:lnTo>
                    <a:pt x="29603" y="5029"/>
                  </a:lnTo>
                  <a:lnTo>
                    <a:pt x="29921" y="4711"/>
                  </a:lnTo>
                  <a:lnTo>
                    <a:pt x="29921" y="4267"/>
                  </a:lnTo>
                  <a:lnTo>
                    <a:pt x="30848" y="3975"/>
                  </a:lnTo>
                  <a:lnTo>
                    <a:pt x="30657" y="3975"/>
                  </a:lnTo>
                  <a:lnTo>
                    <a:pt x="31165" y="3670"/>
                  </a:lnTo>
                  <a:lnTo>
                    <a:pt x="31457" y="3670"/>
                  </a:lnTo>
                  <a:lnTo>
                    <a:pt x="31851" y="4267"/>
                  </a:lnTo>
                  <a:lnTo>
                    <a:pt x="31965" y="6515"/>
                  </a:lnTo>
                  <a:lnTo>
                    <a:pt x="32893" y="6781"/>
                  </a:lnTo>
                  <a:lnTo>
                    <a:pt x="33020" y="5918"/>
                  </a:lnTo>
                  <a:lnTo>
                    <a:pt x="33629" y="5295"/>
                  </a:lnTo>
                  <a:lnTo>
                    <a:pt x="34404" y="5295"/>
                  </a:lnTo>
                  <a:lnTo>
                    <a:pt x="34518" y="5918"/>
                  </a:lnTo>
                  <a:lnTo>
                    <a:pt x="34632" y="6070"/>
                  </a:lnTo>
                  <a:lnTo>
                    <a:pt x="34772" y="6070"/>
                  </a:lnTo>
                  <a:lnTo>
                    <a:pt x="34772" y="5410"/>
                  </a:lnTo>
                  <a:lnTo>
                    <a:pt x="34620" y="5029"/>
                  </a:lnTo>
                  <a:lnTo>
                    <a:pt x="34442" y="4711"/>
                  </a:lnTo>
                  <a:lnTo>
                    <a:pt x="33502" y="3670"/>
                  </a:lnTo>
                  <a:lnTo>
                    <a:pt x="32448" y="3213"/>
                  </a:lnTo>
                  <a:lnTo>
                    <a:pt x="32258" y="3213"/>
                  </a:lnTo>
                  <a:lnTo>
                    <a:pt x="30797" y="2451"/>
                  </a:lnTo>
                  <a:lnTo>
                    <a:pt x="30454" y="2260"/>
                  </a:lnTo>
                  <a:lnTo>
                    <a:pt x="29032" y="2006"/>
                  </a:lnTo>
                  <a:lnTo>
                    <a:pt x="29311" y="2006"/>
                  </a:lnTo>
                  <a:lnTo>
                    <a:pt x="28194" y="1574"/>
                  </a:lnTo>
                  <a:lnTo>
                    <a:pt x="26098" y="1028"/>
                  </a:lnTo>
                  <a:lnTo>
                    <a:pt x="24511" y="609"/>
                  </a:lnTo>
                  <a:lnTo>
                    <a:pt x="24638" y="609"/>
                  </a:lnTo>
                  <a:lnTo>
                    <a:pt x="23926" y="381"/>
                  </a:lnTo>
                  <a:lnTo>
                    <a:pt x="23126" y="381"/>
                  </a:lnTo>
                  <a:lnTo>
                    <a:pt x="22148" y="0"/>
                  </a:lnTo>
                  <a:lnTo>
                    <a:pt x="17068" y="0"/>
                  </a:lnTo>
                  <a:lnTo>
                    <a:pt x="16383" y="139"/>
                  </a:lnTo>
                  <a:lnTo>
                    <a:pt x="15367" y="381"/>
                  </a:lnTo>
                  <a:lnTo>
                    <a:pt x="14833" y="381"/>
                  </a:lnTo>
                  <a:lnTo>
                    <a:pt x="14325" y="609"/>
                  </a:lnTo>
                  <a:lnTo>
                    <a:pt x="14020" y="609"/>
                  </a:lnTo>
                  <a:lnTo>
                    <a:pt x="13271" y="1028"/>
                  </a:lnTo>
                  <a:lnTo>
                    <a:pt x="11645" y="1028"/>
                  </a:lnTo>
                  <a:lnTo>
                    <a:pt x="11036" y="1574"/>
                  </a:lnTo>
                  <a:lnTo>
                    <a:pt x="10782" y="1574"/>
                  </a:lnTo>
                  <a:lnTo>
                    <a:pt x="10375" y="2006"/>
                  </a:lnTo>
                  <a:lnTo>
                    <a:pt x="9867" y="2451"/>
                  </a:lnTo>
                  <a:lnTo>
                    <a:pt x="9867" y="5295"/>
                  </a:lnTo>
                  <a:lnTo>
                    <a:pt x="9690" y="5600"/>
                  </a:lnTo>
                  <a:lnTo>
                    <a:pt x="9550" y="5295"/>
                  </a:lnTo>
                  <a:lnTo>
                    <a:pt x="9867" y="5295"/>
                  </a:lnTo>
                  <a:lnTo>
                    <a:pt x="9867" y="2451"/>
                  </a:lnTo>
                  <a:lnTo>
                    <a:pt x="9766" y="2628"/>
                  </a:lnTo>
                  <a:lnTo>
                    <a:pt x="9461" y="3213"/>
                  </a:lnTo>
                  <a:lnTo>
                    <a:pt x="9334" y="3975"/>
                  </a:lnTo>
                  <a:lnTo>
                    <a:pt x="9245" y="7302"/>
                  </a:lnTo>
                  <a:lnTo>
                    <a:pt x="9601" y="7721"/>
                  </a:lnTo>
                  <a:lnTo>
                    <a:pt x="9220" y="7721"/>
                  </a:lnTo>
                  <a:lnTo>
                    <a:pt x="10375" y="8051"/>
                  </a:lnTo>
                  <a:lnTo>
                    <a:pt x="10579" y="8051"/>
                  </a:lnTo>
                  <a:lnTo>
                    <a:pt x="9880" y="34912"/>
                  </a:lnTo>
                  <a:lnTo>
                    <a:pt x="9194" y="35090"/>
                  </a:lnTo>
                  <a:lnTo>
                    <a:pt x="8674" y="35471"/>
                  </a:lnTo>
                  <a:lnTo>
                    <a:pt x="7962" y="35915"/>
                  </a:lnTo>
                  <a:lnTo>
                    <a:pt x="7188" y="36436"/>
                  </a:lnTo>
                  <a:lnTo>
                    <a:pt x="5842" y="37477"/>
                  </a:lnTo>
                  <a:lnTo>
                    <a:pt x="3632" y="39281"/>
                  </a:lnTo>
                  <a:lnTo>
                    <a:pt x="5397" y="41630"/>
                  </a:lnTo>
                  <a:lnTo>
                    <a:pt x="5422" y="41935"/>
                  </a:lnTo>
                  <a:lnTo>
                    <a:pt x="5461" y="42341"/>
                  </a:lnTo>
                  <a:lnTo>
                    <a:pt x="6019" y="43129"/>
                  </a:lnTo>
                  <a:lnTo>
                    <a:pt x="6235" y="44348"/>
                  </a:lnTo>
                  <a:lnTo>
                    <a:pt x="6235" y="47548"/>
                  </a:lnTo>
                  <a:lnTo>
                    <a:pt x="6464" y="52209"/>
                  </a:lnTo>
                  <a:lnTo>
                    <a:pt x="6591" y="52654"/>
                  </a:lnTo>
                  <a:lnTo>
                    <a:pt x="6794" y="52882"/>
                  </a:lnTo>
                  <a:lnTo>
                    <a:pt x="6096" y="53530"/>
                  </a:lnTo>
                  <a:lnTo>
                    <a:pt x="5029" y="53873"/>
                  </a:lnTo>
                  <a:lnTo>
                    <a:pt x="3937" y="54444"/>
                  </a:lnTo>
                  <a:lnTo>
                    <a:pt x="4254" y="56489"/>
                  </a:lnTo>
                  <a:lnTo>
                    <a:pt x="4254" y="56642"/>
                  </a:lnTo>
                  <a:lnTo>
                    <a:pt x="4851" y="58089"/>
                  </a:lnTo>
                  <a:lnTo>
                    <a:pt x="4648" y="58089"/>
                  </a:lnTo>
                  <a:lnTo>
                    <a:pt x="4737" y="58559"/>
                  </a:lnTo>
                  <a:lnTo>
                    <a:pt x="4978" y="58826"/>
                  </a:lnTo>
                  <a:lnTo>
                    <a:pt x="5308" y="59067"/>
                  </a:lnTo>
                  <a:lnTo>
                    <a:pt x="5549" y="59067"/>
                  </a:lnTo>
                  <a:lnTo>
                    <a:pt x="6921" y="58559"/>
                  </a:lnTo>
                  <a:lnTo>
                    <a:pt x="7150" y="58559"/>
                  </a:lnTo>
                  <a:lnTo>
                    <a:pt x="7035" y="59143"/>
                  </a:lnTo>
                  <a:lnTo>
                    <a:pt x="6705" y="59664"/>
                  </a:lnTo>
                  <a:lnTo>
                    <a:pt x="6705" y="60845"/>
                  </a:lnTo>
                  <a:lnTo>
                    <a:pt x="7454" y="61353"/>
                  </a:lnTo>
                  <a:lnTo>
                    <a:pt x="8166" y="61074"/>
                  </a:lnTo>
                  <a:lnTo>
                    <a:pt x="7454" y="62776"/>
                  </a:lnTo>
                  <a:lnTo>
                    <a:pt x="7454" y="63246"/>
                  </a:lnTo>
                  <a:lnTo>
                    <a:pt x="7607" y="63995"/>
                  </a:lnTo>
                  <a:lnTo>
                    <a:pt x="8724" y="64452"/>
                  </a:lnTo>
                  <a:lnTo>
                    <a:pt x="8432" y="64782"/>
                  </a:lnTo>
                  <a:lnTo>
                    <a:pt x="8178" y="65519"/>
                  </a:lnTo>
                  <a:lnTo>
                    <a:pt x="8178" y="66471"/>
                  </a:lnTo>
                  <a:lnTo>
                    <a:pt x="8737" y="66852"/>
                  </a:lnTo>
                  <a:lnTo>
                    <a:pt x="7848" y="101371"/>
                  </a:lnTo>
                  <a:lnTo>
                    <a:pt x="7988" y="101371"/>
                  </a:lnTo>
                  <a:lnTo>
                    <a:pt x="9817" y="101219"/>
                  </a:lnTo>
                  <a:lnTo>
                    <a:pt x="10414" y="66840"/>
                  </a:lnTo>
                  <a:lnTo>
                    <a:pt x="11696" y="66471"/>
                  </a:lnTo>
                  <a:lnTo>
                    <a:pt x="15519" y="65582"/>
                  </a:lnTo>
                  <a:lnTo>
                    <a:pt x="19240" y="65582"/>
                  </a:lnTo>
                  <a:lnTo>
                    <a:pt x="24295" y="66471"/>
                  </a:lnTo>
                  <a:lnTo>
                    <a:pt x="30302" y="68008"/>
                  </a:lnTo>
                  <a:lnTo>
                    <a:pt x="31965" y="68580"/>
                  </a:lnTo>
                  <a:lnTo>
                    <a:pt x="33007" y="69075"/>
                  </a:lnTo>
                  <a:lnTo>
                    <a:pt x="34124" y="69189"/>
                  </a:lnTo>
                  <a:lnTo>
                    <a:pt x="34417" y="68402"/>
                  </a:lnTo>
                  <a:lnTo>
                    <a:pt x="34620" y="67081"/>
                  </a:lnTo>
                  <a:lnTo>
                    <a:pt x="34455" y="66827"/>
                  </a:lnTo>
                  <a:lnTo>
                    <a:pt x="35052" y="66573"/>
                  </a:lnTo>
                  <a:lnTo>
                    <a:pt x="35585" y="65798"/>
                  </a:lnTo>
                  <a:lnTo>
                    <a:pt x="35687" y="64693"/>
                  </a:lnTo>
                  <a:lnTo>
                    <a:pt x="36182" y="64503"/>
                  </a:lnTo>
                  <a:lnTo>
                    <a:pt x="36563" y="63271"/>
                  </a:lnTo>
                  <a:lnTo>
                    <a:pt x="36296" y="62585"/>
                  </a:lnTo>
                  <a:lnTo>
                    <a:pt x="37185" y="61887"/>
                  </a:lnTo>
                  <a:lnTo>
                    <a:pt x="37769" y="61544"/>
                  </a:lnTo>
                  <a:lnTo>
                    <a:pt x="37884" y="61353"/>
                  </a:lnTo>
                  <a:lnTo>
                    <a:pt x="38125" y="60960"/>
                  </a:lnTo>
                  <a:lnTo>
                    <a:pt x="38239" y="59982"/>
                  </a:lnTo>
                  <a:lnTo>
                    <a:pt x="38836" y="59664"/>
                  </a:lnTo>
                  <a:lnTo>
                    <a:pt x="38773" y="57353"/>
                  </a:lnTo>
                  <a:lnTo>
                    <a:pt x="38658" y="56642"/>
                  </a:lnTo>
                  <a:lnTo>
                    <a:pt x="38493" y="56642"/>
                  </a:lnTo>
                  <a:lnTo>
                    <a:pt x="37947" y="56222"/>
                  </a:lnTo>
                  <a:lnTo>
                    <a:pt x="37947" y="52209"/>
                  </a:lnTo>
                  <a:lnTo>
                    <a:pt x="37858" y="49822"/>
                  </a:lnTo>
                  <a:lnTo>
                    <a:pt x="37858" y="58089"/>
                  </a:lnTo>
                  <a:lnTo>
                    <a:pt x="37769" y="59664"/>
                  </a:lnTo>
                  <a:lnTo>
                    <a:pt x="37553" y="59982"/>
                  </a:lnTo>
                  <a:lnTo>
                    <a:pt x="36830" y="60782"/>
                  </a:lnTo>
                  <a:lnTo>
                    <a:pt x="36271" y="60960"/>
                  </a:lnTo>
                  <a:lnTo>
                    <a:pt x="35521" y="60782"/>
                  </a:lnTo>
                  <a:lnTo>
                    <a:pt x="35458" y="63080"/>
                  </a:lnTo>
                  <a:lnTo>
                    <a:pt x="35458" y="63588"/>
                  </a:lnTo>
                  <a:lnTo>
                    <a:pt x="34772" y="63588"/>
                  </a:lnTo>
                  <a:lnTo>
                    <a:pt x="34772" y="65443"/>
                  </a:lnTo>
                  <a:lnTo>
                    <a:pt x="34417" y="65938"/>
                  </a:lnTo>
                  <a:lnTo>
                    <a:pt x="33731" y="65798"/>
                  </a:lnTo>
                  <a:lnTo>
                    <a:pt x="33528" y="65671"/>
                  </a:lnTo>
                  <a:lnTo>
                    <a:pt x="33528" y="66471"/>
                  </a:lnTo>
                  <a:lnTo>
                    <a:pt x="33528" y="67170"/>
                  </a:lnTo>
                  <a:lnTo>
                    <a:pt x="33248" y="67640"/>
                  </a:lnTo>
                  <a:lnTo>
                    <a:pt x="32893" y="67691"/>
                  </a:lnTo>
                  <a:lnTo>
                    <a:pt x="31330" y="66852"/>
                  </a:lnTo>
                  <a:lnTo>
                    <a:pt x="26111" y="65443"/>
                  </a:lnTo>
                  <a:lnTo>
                    <a:pt x="23380" y="64973"/>
                  </a:lnTo>
                  <a:lnTo>
                    <a:pt x="21094" y="64681"/>
                  </a:lnTo>
                  <a:lnTo>
                    <a:pt x="16383" y="64325"/>
                  </a:lnTo>
                  <a:lnTo>
                    <a:pt x="13296" y="64782"/>
                  </a:lnTo>
                  <a:lnTo>
                    <a:pt x="11912" y="65443"/>
                  </a:lnTo>
                  <a:lnTo>
                    <a:pt x="10591" y="65443"/>
                  </a:lnTo>
                  <a:lnTo>
                    <a:pt x="10439" y="65468"/>
                  </a:lnTo>
                  <a:lnTo>
                    <a:pt x="10464" y="63690"/>
                  </a:lnTo>
                  <a:lnTo>
                    <a:pt x="11188" y="63347"/>
                  </a:lnTo>
                  <a:lnTo>
                    <a:pt x="15100" y="62776"/>
                  </a:lnTo>
                  <a:lnTo>
                    <a:pt x="20701" y="62598"/>
                  </a:lnTo>
                  <a:lnTo>
                    <a:pt x="25692" y="63296"/>
                  </a:lnTo>
                  <a:lnTo>
                    <a:pt x="29133" y="64338"/>
                  </a:lnTo>
                  <a:lnTo>
                    <a:pt x="33020" y="66154"/>
                  </a:lnTo>
                  <a:lnTo>
                    <a:pt x="33528" y="66471"/>
                  </a:lnTo>
                  <a:lnTo>
                    <a:pt x="33528" y="65671"/>
                  </a:lnTo>
                  <a:lnTo>
                    <a:pt x="32410" y="64973"/>
                  </a:lnTo>
                  <a:lnTo>
                    <a:pt x="31318" y="64058"/>
                  </a:lnTo>
                  <a:lnTo>
                    <a:pt x="28943" y="63080"/>
                  </a:lnTo>
                  <a:lnTo>
                    <a:pt x="26924" y="62496"/>
                  </a:lnTo>
                  <a:lnTo>
                    <a:pt x="24688" y="62230"/>
                  </a:lnTo>
                  <a:lnTo>
                    <a:pt x="21399" y="61734"/>
                  </a:lnTo>
                  <a:lnTo>
                    <a:pt x="15506" y="61734"/>
                  </a:lnTo>
                  <a:lnTo>
                    <a:pt x="13665" y="62141"/>
                  </a:lnTo>
                  <a:lnTo>
                    <a:pt x="11557" y="62496"/>
                  </a:lnTo>
                  <a:lnTo>
                    <a:pt x="10477" y="62966"/>
                  </a:lnTo>
                  <a:lnTo>
                    <a:pt x="10502" y="61353"/>
                  </a:lnTo>
                  <a:lnTo>
                    <a:pt x="11696" y="60617"/>
                  </a:lnTo>
                  <a:lnTo>
                    <a:pt x="15100" y="59982"/>
                  </a:lnTo>
                  <a:lnTo>
                    <a:pt x="18503" y="59664"/>
                  </a:lnTo>
                  <a:lnTo>
                    <a:pt x="21640" y="59867"/>
                  </a:lnTo>
                  <a:lnTo>
                    <a:pt x="34772" y="65443"/>
                  </a:lnTo>
                  <a:lnTo>
                    <a:pt x="34772" y="63588"/>
                  </a:lnTo>
                  <a:lnTo>
                    <a:pt x="19011" y="58648"/>
                  </a:lnTo>
                  <a:lnTo>
                    <a:pt x="16383" y="58648"/>
                  </a:lnTo>
                  <a:lnTo>
                    <a:pt x="11366" y="59436"/>
                  </a:lnTo>
                  <a:lnTo>
                    <a:pt x="9740" y="59969"/>
                  </a:lnTo>
                  <a:lnTo>
                    <a:pt x="9601" y="59740"/>
                  </a:lnTo>
                  <a:lnTo>
                    <a:pt x="9601" y="57861"/>
                  </a:lnTo>
                  <a:lnTo>
                    <a:pt x="12090" y="57353"/>
                  </a:lnTo>
                  <a:lnTo>
                    <a:pt x="19799" y="57353"/>
                  </a:lnTo>
                  <a:lnTo>
                    <a:pt x="26873" y="58559"/>
                  </a:lnTo>
                  <a:lnTo>
                    <a:pt x="30441" y="59296"/>
                  </a:lnTo>
                  <a:lnTo>
                    <a:pt x="32893" y="60350"/>
                  </a:lnTo>
                  <a:lnTo>
                    <a:pt x="34264" y="61353"/>
                  </a:lnTo>
                  <a:lnTo>
                    <a:pt x="35052" y="62103"/>
                  </a:lnTo>
                  <a:lnTo>
                    <a:pt x="35458" y="63080"/>
                  </a:lnTo>
                  <a:lnTo>
                    <a:pt x="35458" y="60756"/>
                  </a:lnTo>
                  <a:lnTo>
                    <a:pt x="34620" y="60350"/>
                  </a:lnTo>
                  <a:lnTo>
                    <a:pt x="33909" y="59664"/>
                  </a:lnTo>
                  <a:lnTo>
                    <a:pt x="34048" y="59664"/>
                  </a:lnTo>
                  <a:lnTo>
                    <a:pt x="34340" y="59296"/>
                  </a:lnTo>
                  <a:lnTo>
                    <a:pt x="35052" y="58420"/>
                  </a:lnTo>
                  <a:lnTo>
                    <a:pt x="34417" y="57632"/>
                  </a:lnTo>
                  <a:lnTo>
                    <a:pt x="33578" y="58826"/>
                  </a:lnTo>
                  <a:lnTo>
                    <a:pt x="33134" y="59296"/>
                  </a:lnTo>
                  <a:lnTo>
                    <a:pt x="32727" y="59296"/>
                  </a:lnTo>
                  <a:lnTo>
                    <a:pt x="32207" y="59067"/>
                  </a:lnTo>
                  <a:lnTo>
                    <a:pt x="31356" y="58826"/>
                  </a:lnTo>
                  <a:lnTo>
                    <a:pt x="31508" y="58826"/>
                  </a:lnTo>
                  <a:lnTo>
                    <a:pt x="31419" y="58420"/>
                  </a:lnTo>
                  <a:lnTo>
                    <a:pt x="31343" y="56108"/>
                  </a:lnTo>
                  <a:lnTo>
                    <a:pt x="30924" y="55918"/>
                  </a:lnTo>
                  <a:lnTo>
                    <a:pt x="30327" y="56642"/>
                  </a:lnTo>
                  <a:lnTo>
                    <a:pt x="30289" y="58420"/>
                  </a:lnTo>
                  <a:lnTo>
                    <a:pt x="27660" y="57353"/>
                  </a:lnTo>
                  <a:lnTo>
                    <a:pt x="28130" y="57353"/>
                  </a:lnTo>
                  <a:lnTo>
                    <a:pt x="28219" y="56502"/>
                  </a:lnTo>
                  <a:lnTo>
                    <a:pt x="28308" y="56286"/>
                  </a:lnTo>
                  <a:lnTo>
                    <a:pt x="28384" y="56108"/>
                  </a:lnTo>
                  <a:lnTo>
                    <a:pt x="28473" y="55626"/>
                  </a:lnTo>
                  <a:lnTo>
                    <a:pt x="28079" y="54775"/>
                  </a:lnTo>
                  <a:lnTo>
                    <a:pt x="26974" y="56286"/>
                  </a:lnTo>
                  <a:lnTo>
                    <a:pt x="26936" y="57353"/>
                  </a:lnTo>
                  <a:lnTo>
                    <a:pt x="26047" y="57353"/>
                  </a:lnTo>
                  <a:lnTo>
                    <a:pt x="24930" y="57200"/>
                  </a:lnTo>
                  <a:lnTo>
                    <a:pt x="24853" y="55765"/>
                  </a:lnTo>
                  <a:lnTo>
                    <a:pt x="24790" y="55626"/>
                  </a:lnTo>
                  <a:lnTo>
                    <a:pt x="24206" y="54432"/>
                  </a:lnTo>
                  <a:lnTo>
                    <a:pt x="24117" y="54635"/>
                  </a:lnTo>
                  <a:lnTo>
                    <a:pt x="23672" y="55626"/>
                  </a:lnTo>
                  <a:lnTo>
                    <a:pt x="23672" y="56642"/>
                  </a:lnTo>
                  <a:lnTo>
                    <a:pt x="21424" y="56642"/>
                  </a:lnTo>
                  <a:lnTo>
                    <a:pt x="21424" y="53936"/>
                  </a:lnTo>
                  <a:lnTo>
                    <a:pt x="20574" y="55105"/>
                  </a:lnTo>
                  <a:lnTo>
                    <a:pt x="20561" y="56642"/>
                  </a:lnTo>
                  <a:lnTo>
                    <a:pt x="18135" y="56642"/>
                  </a:lnTo>
                  <a:lnTo>
                    <a:pt x="18161" y="56502"/>
                  </a:lnTo>
                  <a:lnTo>
                    <a:pt x="18211" y="56108"/>
                  </a:lnTo>
                  <a:lnTo>
                    <a:pt x="18338" y="55283"/>
                  </a:lnTo>
                  <a:lnTo>
                    <a:pt x="18427" y="54635"/>
                  </a:lnTo>
                  <a:lnTo>
                    <a:pt x="18554" y="54432"/>
                  </a:lnTo>
                  <a:lnTo>
                    <a:pt x="17995" y="53441"/>
                  </a:lnTo>
                  <a:lnTo>
                    <a:pt x="17284" y="54432"/>
                  </a:lnTo>
                  <a:lnTo>
                    <a:pt x="17348" y="55918"/>
                  </a:lnTo>
                  <a:lnTo>
                    <a:pt x="17437" y="56108"/>
                  </a:lnTo>
                  <a:lnTo>
                    <a:pt x="17513" y="56286"/>
                  </a:lnTo>
                  <a:lnTo>
                    <a:pt x="15367" y="56502"/>
                  </a:lnTo>
                  <a:lnTo>
                    <a:pt x="15303" y="56286"/>
                  </a:lnTo>
                  <a:lnTo>
                    <a:pt x="15240" y="56108"/>
                  </a:lnTo>
                  <a:lnTo>
                    <a:pt x="15176" y="55918"/>
                  </a:lnTo>
                  <a:lnTo>
                    <a:pt x="15074" y="55626"/>
                  </a:lnTo>
                  <a:lnTo>
                    <a:pt x="14960" y="55283"/>
                  </a:lnTo>
                  <a:lnTo>
                    <a:pt x="14897" y="55105"/>
                  </a:lnTo>
                  <a:lnTo>
                    <a:pt x="14782" y="54635"/>
                  </a:lnTo>
                  <a:lnTo>
                    <a:pt x="14706" y="53936"/>
                  </a:lnTo>
                  <a:lnTo>
                    <a:pt x="13131" y="53936"/>
                  </a:lnTo>
                  <a:lnTo>
                    <a:pt x="12255" y="55918"/>
                  </a:lnTo>
                  <a:lnTo>
                    <a:pt x="12522" y="55918"/>
                  </a:lnTo>
                  <a:lnTo>
                    <a:pt x="11366" y="56108"/>
                  </a:lnTo>
                  <a:lnTo>
                    <a:pt x="10299" y="54635"/>
                  </a:lnTo>
                  <a:lnTo>
                    <a:pt x="9867" y="54635"/>
                  </a:lnTo>
                  <a:lnTo>
                    <a:pt x="9753" y="56642"/>
                  </a:lnTo>
                  <a:lnTo>
                    <a:pt x="10058" y="56642"/>
                  </a:lnTo>
                  <a:lnTo>
                    <a:pt x="8953" y="57111"/>
                  </a:lnTo>
                  <a:lnTo>
                    <a:pt x="8953" y="57988"/>
                  </a:lnTo>
                  <a:lnTo>
                    <a:pt x="8915" y="59067"/>
                  </a:lnTo>
                  <a:lnTo>
                    <a:pt x="8915" y="59664"/>
                  </a:lnTo>
                  <a:lnTo>
                    <a:pt x="8864" y="61620"/>
                  </a:lnTo>
                  <a:lnTo>
                    <a:pt x="8813" y="63461"/>
                  </a:lnTo>
                  <a:lnTo>
                    <a:pt x="8051" y="63080"/>
                  </a:lnTo>
                  <a:lnTo>
                    <a:pt x="8166" y="62230"/>
                  </a:lnTo>
                  <a:lnTo>
                    <a:pt x="8864" y="61620"/>
                  </a:lnTo>
                  <a:lnTo>
                    <a:pt x="8864" y="59690"/>
                  </a:lnTo>
                  <a:lnTo>
                    <a:pt x="8445" y="60071"/>
                  </a:lnTo>
                  <a:lnTo>
                    <a:pt x="8051" y="59867"/>
                  </a:lnTo>
                  <a:lnTo>
                    <a:pt x="7848" y="59309"/>
                  </a:lnTo>
                  <a:lnTo>
                    <a:pt x="8166" y="58877"/>
                  </a:lnTo>
                  <a:lnTo>
                    <a:pt x="8267" y="58559"/>
                  </a:lnTo>
                  <a:lnTo>
                    <a:pt x="8585" y="58826"/>
                  </a:lnTo>
                  <a:lnTo>
                    <a:pt x="8915" y="59067"/>
                  </a:lnTo>
                  <a:lnTo>
                    <a:pt x="8915" y="58089"/>
                  </a:lnTo>
                  <a:lnTo>
                    <a:pt x="8445" y="58089"/>
                  </a:lnTo>
                  <a:lnTo>
                    <a:pt x="8953" y="57988"/>
                  </a:lnTo>
                  <a:lnTo>
                    <a:pt x="8953" y="57111"/>
                  </a:lnTo>
                  <a:lnTo>
                    <a:pt x="8724" y="57200"/>
                  </a:lnTo>
                  <a:lnTo>
                    <a:pt x="8534" y="57200"/>
                  </a:lnTo>
                  <a:lnTo>
                    <a:pt x="8166" y="55918"/>
                  </a:lnTo>
                  <a:lnTo>
                    <a:pt x="7670" y="56642"/>
                  </a:lnTo>
                  <a:lnTo>
                    <a:pt x="7493" y="56642"/>
                  </a:lnTo>
                  <a:lnTo>
                    <a:pt x="7454" y="57353"/>
                  </a:lnTo>
                  <a:lnTo>
                    <a:pt x="6997" y="57353"/>
                  </a:lnTo>
                  <a:lnTo>
                    <a:pt x="5448" y="58089"/>
                  </a:lnTo>
                  <a:lnTo>
                    <a:pt x="5384" y="57353"/>
                  </a:lnTo>
                  <a:lnTo>
                    <a:pt x="5308" y="56642"/>
                  </a:lnTo>
                  <a:lnTo>
                    <a:pt x="5143" y="56642"/>
                  </a:lnTo>
                  <a:lnTo>
                    <a:pt x="4978" y="56502"/>
                  </a:lnTo>
                  <a:lnTo>
                    <a:pt x="4978" y="55930"/>
                  </a:lnTo>
                  <a:lnTo>
                    <a:pt x="6654" y="54190"/>
                  </a:lnTo>
                  <a:lnTo>
                    <a:pt x="8064" y="53530"/>
                  </a:lnTo>
                  <a:lnTo>
                    <a:pt x="12585" y="52616"/>
                  </a:lnTo>
                  <a:lnTo>
                    <a:pt x="21094" y="52616"/>
                  </a:lnTo>
                  <a:lnTo>
                    <a:pt x="35826" y="56680"/>
                  </a:lnTo>
                  <a:lnTo>
                    <a:pt x="36982" y="57137"/>
                  </a:lnTo>
                  <a:lnTo>
                    <a:pt x="37376" y="57569"/>
                  </a:lnTo>
                  <a:lnTo>
                    <a:pt x="37858" y="58089"/>
                  </a:lnTo>
                  <a:lnTo>
                    <a:pt x="37858" y="49822"/>
                  </a:lnTo>
                  <a:lnTo>
                    <a:pt x="37757" y="47078"/>
                  </a:lnTo>
                  <a:lnTo>
                    <a:pt x="37553" y="44284"/>
                  </a:lnTo>
                  <a:lnTo>
                    <a:pt x="38684" y="44272"/>
                  </a:lnTo>
                  <a:lnTo>
                    <a:pt x="38989" y="43992"/>
                  </a:lnTo>
                  <a:lnTo>
                    <a:pt x="39052" y="43853"/>
                  </a:lnTo>
                  <a:lnTo>
                    <a:pt x="39230" y="43484"/>
                  </a:lnTo>
                  <a:lnTo>
                    <a:pt x="39395" y="43484"/>
                  </a:lnTo>
                  <a:lnTo>
                    <a:pt x="39395" y="41630"/>
                  </a:lnTo>
                  <a:close/>
                </a:path>
                <a:path w="109855" h="144780">
                  <a:moveTo>
                    <a:pt x="40652" y="107302"/>
                  </a:moveTo>
                  <a:lnTo>
                    <a:pt x="40614" y="105613"/>
                  </a:lnTo>
                  <a:lnTo>
                    <a:pt x="40601" y="106807"/>
                  </a:lnTo>
                  <a:lnTo>
                    <a:pt x="39535" y="106934"/>
                  </a:lnTo>
                  <a:lnTo>
                    <a:pt x="39192" y="106984"/>
                  </a:lnTo>
                  <a:lnTo>
                    <a:pt x="39192" y="109588"/>
                  </a:lnTo>
                  <a:lnTo>
                    <a:pt x="39192" y="110629"/>
                  </a:lnTo>
                  <a:lnTo>
                    <a:pt x="38582" y="110985"/>
                  </a:lnTo>
                  <a:lnTo>
                    <a:pt x="38239" y="110426"/>
                  </a:lnTo>
                  <a:lnTo>
                    <a:pt x="35699" y="109461"/>
                  </a:lnTo>
                  <a:lnTo>
                    <a:pt x="32766" y="108889"/>
                  </a:lnTo>
                  <a:lnTo>
                    <a:pt x="29184" y="107975"/>
                  </a:lnTo>
                  <a:lnTo>
                    <a:pt x="23964" y="107492"/>
                  </a:lnTo>
                  <a:lnTo>
                    <a:pt x="19519" y="107302"/>
                  </a:lnTo>
                  <a:lnTo>
                    <a:pt x="16891" y="107365"/>
                  </a:lnTo>
                  <a:lnTo>
                    <a:pt x="13309" y="107670"/>
                  </a:lnTo>
                  <a:lnTo>
                    <a:pt x="10198" y="107772"/>
                  </a:lnTo>
                  <a:lnTo>
                    <a:pt x="7302" y="108381"/>
                  </a:lnTo>
                  <a:lnTo>
                    <a:pt x="5041" y="109194"/>
                  </a:lnTo>
                  <a:lnTo>
                    <a:pt x="3632" y="109880"/>
                  </a:lnTo>
                  <a:lnTo>
                    <a:pt x="2501" y="110109"/>
                  </a:lnTo>
                  <a:lnTo>
                    <a:pt x="1930" y="109588"/>
                  </a:lnTo>
                  <a:lnTo>
                    <a:pt x="1930" y="108597"/>
                  </a:lnTo>
                  <a:lnTo>
                    <a:pt x="21628" y="105143"/>
                  </a:lnTo>
                  <a:lnTo>
                    <a:pt x="33591" y="106591"/>
                  </a:lnTo>
                  <a:lnTo>
                    <a:pt x="36563" y="107492"/>
                  </a:lnTo>
                  <a:lnTo>
                    <a:pt x="38481" y="108381"/>
                  </a:lnTo>
                  <a:lnTo>
                    <a:pt x="38684" y="108737"/>
                  </a:lnTo>
                  <a:lnTo>
                    <a:pt x="39192" y="109588"/>
                  </a:lnTo>
                  <a:lnTo>
                    <a:pt x="39192" y="106984"/>
                  </a:lnTo>
                  <a:lnTo>
                    <a:pt x="38989" y="106997"/>
                  </a:lnTo>
                  <a:lnTo>
                    <a:pt x="38125" y="106210"/>
                  </a:lnTo>
                  <a:lnTo>
                    <a:pt x="33248" y="105168"/>
                  </a:lnTo>
                  <a:lnTo>
                    <a:pt x="28206" y="104482"/>
                  </a:lnTo>
                  <a:lnTo>
                    <a:pt x="21399" y="103809"/>
                  </a:lnTo>
                  <a:lnTo>
                    <a:pt x="16383" y="103809"/>
                  </a:lnTo>
                  <a:lnTo>
                    <a:pt x="11544" y="104165"/>
                  </a:lnTo>
                  <a:lnTo>
                    <a:pt x="8178" y="104482"/>
                  </a:lnTo>
                  <a:lnTo>
                    <a:pt x="5842" y="105168"/>
                  </a:lnTo>
                  <a:lnTo>
                    <a:pt x="3632" y="105702"/>
                  </a:lnTo>
                  <a:lnTo>
                    <a:pt x="2260" y="107111"/>
                  </a:lnTo>
                  <a:lnTo>
                    <a:pt x="1638" y="107213"/>
                  </a:lnTo>
                  <a:lnTo>
                    <a:pt x="1003" y="107302"/>
                  </a:lnTo>
                  <a:lnTo>
                    <a:pt x="1003" y="105613"/>
                  </a:lnTo>
                  <a:lnTo>
                    <a:pt x="1422" y="105613"/>
                  </a:lnTo>
                  <a:lnTo>
                    <a:pt x="2374" y="105371"/>
                  </a:lnTo>
                  <a:lnTo>
                    <a:pt x="4254" y="104178"/>
                  </a:lnTo>
                  <a:lnTo>
                    <a:pt x="7302" y="103466"/>
                  </a:lnTo>
                  <a:lnTo>
                    <a:pt x="11557" y="102616"/>
                  </a:lnTo>
                  <a:lnTo>
                    <a:pt x="17513" y="102616"/>
                  </a:lnTo>
                  <a:lnTo>
                    <a:pt x="40601" y="106807"/>
                  </a:lnTo>
                  <a:lnTo>
                    <a:pt x="40601" y="105613"/>
                  </a:lnTo>
                  <a:lnTo>
                    <a:pt x="39560" y="104762"/>
                  </a:lnTo>
                  <a:lnTo>
                    <a:pt x="38125" y="103822"/>
                  </a:lnTo>
                  <a:lnTo>
                    <a:pt x="33642" y="102616"/>
                  </a:lnTo>
                  <a:lnTo>
                    <a:pt x="30670" y="101815"/>
                  </a:lnTo>
                  <a:lnTo>
                    <a:pt x="24688" y="101041"/>
                  </a:lnTo>
                  <a:lnTo>
                    <a:pt x="17576" y="101041"/>
                  </a:lnTo>
                  <a:lnTo>
                    <a:pt x="7988" y="101371"/>
                  </a:lnTo>
                  <a:lnTo>
                    <a:pt x="4978" y="101955"/>
                  </a:lnTo>
                  <a:lnTo>
                    <a:pt x="3924" y="102616"/>
                  </a:lnTo>
                  <a:lnTo>
                    <a:pt x="2641" y="103238"/>
                  </a:lnTo>
                  <a:lnTo>
                    <a:pt x="1003" y="103822"/>
                  </a:lnTo>
                  <a:lnTo>
                    <a:pt x="635" y="104178"/>
                  </a:lnTo>
                  <a:lnTo>
                    <a:pt x="419" y="104762"/>
                  </a:lnTo>
                  <a:lnTo>
                    <a:pt x="0" y="106324"/>
                  </a:lnTo>
                  <a:lnTo>
                    <a:pt x="114" y="106807"/>
                  </a:lnTo>
                  <a:lnTo>
                    <a:pt x="190" y="107111"/>
                  </a:lnTo>
                  <a:lnTo>
                    <a:pt x="241" y="107302"/>
                  </a:lnTo>
                  <a:lnTo>
                    <a:pt x="368" y="107784"/>
                  </a:lnTo>
                  <a:lnTo>
                    <a:pt x="444" y="108077"/>
                  </a:lnTo>
                  <a:lnTo>
                    <a:pt x="914" y="108546"/>
                  </a:lnTo>
                  <a:lnTo>
                    <a:pt x="711" y="108889"/>
                  </a:lnTo>
                  <a:lnTo>
                    <a:pt x="711" y="110223"/>
                  </a:lnTo>
                  <a:lnTo>
                    <a:pt x="977" y="111252"/>
                  </a:lnTo>
                  <a:lnTo>
                    <a:pt x="1498" y="111823"/>
                  </a:lnTo>
                  <a:lnTo>
                    <a:pt x="2654" y="126022"/>
                  </a:lnTo>
                  <a:lnTo>
                    <a:pt x="3340" y="127088"/>
                  </a:lnTo>
                  <a:lnTo>
                    <a:pt x="4368" y="126657"/>
                  </a:lnTo>
                  <a:lnTo>
                    <a:pt x="3340" y="125780"/>
                  </a:lnTo>
                  <a:lnTo>
                    <a:pt x="4267" y="125603"/>
                  </a:lnTo>
                  <a:lnTo>
                    <a:pt x="4711" y="125183"/>
                  </a:lnTo>
                  <a:lnTo>
                    <a:pt x="5397" y="123875"/>
                  </a:lnTo>
                  <a:lnTo>
                    <a:pt x="5283" y="116166"/>
                  </a:lnTo>
                  <a:lnTo>
                    <a:pt x="4965" y="113982"/>
                  </a:lnTo>
                  <a:lnTo>
                    <a:pt x="2857" y="114592"/>
                  </a:lnTo>
                  <a:lnTo>
                    <a:pt x="3124" y="112915"/>
                  </a:lnTo>
                  <a:lnTo>
                    <a:pt x="2654" y="112001"/>
                  </a:lnTo>
                  <a:lnTo>
                    <a:pt x="2260" y="111798"/>
                  </a:lnTo>
                  <a:lnTo>
                    <a:pt x="3721" y="111366"/>
                  </a:lnTo>
                  <a:lnTo>
                    <a:pt x="6083" y="110223"/>
                  </a:lnTo>
                  <a:lnTo>
                    <a:pt x="10528" y="109385"/>
                  </a:lnTo>
                  <a:lnTo>
                    <a:pt x="15519" y="109194"/>
                  </a:lnTo>
                  <a:lnTo>
                    <a:pt x="20358" y="108889"/>
                  </a:lnTo>
                  <a:lnTo>
                    <a:pt x="26441" y="109385"/>
                  </a:lnTo>
                  <a:lnTo>
                    <a:pt x="32067" y="110109"/>
                  </a:lnTo>
                  <a:lnTo>
                    <a:pt x="35826" y="111544"/>
                  </a:lnTo>
                  <a:lnTo>
                    <a:pt x="37363" y="111823"/>
                  </a:lnTo>
                  <a:lnTo>
                    <a:pt x="37934" y="113449"/>
                  </a:lnTo>
                  <a:lnTo>
                    <a:pt x="38239" y="116941"/>
                  </a:lnTo>
                  <a:lnTo>
                    <a:pt x="38468" y="124383"/>
                  </a:lnTo>
                  <a:lnTo>
                    <a:pt x="38684" y="128485"/>
                  </a:lnTo>
                  <a:lnTo>
                    <a:pt x="39408" y="128689"/>
                  </a:lnTo>
                  <a:lnTo>
                    <a:pt x="39408" y="112255"/>
                  </a:lnTo>
                  <a:lnTo>
                    <a:pt x="39179" y="111912"/>
                  </a:lnTo>
                  <a:lnTo>
                    <a:pt x="39916" y="111544"/>
                  </a:lnTo>
                  <a:lnTo>
                    <a:pt x="40068" y="110236"/>
                  </a:lnTo>
                  <a:lnTo>
                    <a:pt x="39636" y="108775"/>
                  </a:lnTo>
                  <a:lnTo>
                    <a:pt x="40208" y="108077"/>
                  </a:lnTo>
                  <a:lnTo>
                    <a:pt x="40411" y="107784"/>
                  </a:lnTo>
                  <a:lnTo>
                    <a:pt x="40652" y="107302"/>
                  </a:lnTo>
                  <a:close/>
                </a:path>
                <a:path w="109855" h="144780">
                  <a:moveTo>
                    <a:pt x="91020" y="89725"/>
                  </a:moveTo>
                  <a:lnTo>
                    <a:pt x="89179" y="88125"/>
                  </a:lnTo>
                  <a:lnTo>
                    <a:pt x="87452" y="89966"/>
                  </a:lnTo>
                  <a:lnTo>
                    <a:pt x="87350" y="95453"/>
                  </a:lnTo>
                  <a:lnTo>
                    <a:pt x="91020" y="95097"/>
                  </a:lnTo>
                  <a:lnTo>
                    <a:pt x="91020" y="89725"/>
                  </a:lnTo>
                  <a:close/>
                </a:path>
                <a:path w="109855" h="144780">
                  <a:moveTo>
                    <a:pt x="94056" y="75209"/>
                  </a:moveTo>
                  <a:lnTo>
                    <a:pt x="92646" y="72910"/>
                  </a:lnTo>
                  <a:lnTo>
                    <a:pt x="90881" y="75209"/>
                  </a:lnTo>
                  <a:lnTo>
                    <a:pt x="90614" y="80048"/>
                  </a:lnTo>
                  <a:lnTo>
                    <a:pt x="93865" y="80048"/>
                  </a:lnTo>
                  <a:lnTo>
                    <a:pt x="93865" y="80200"/>
                  </a:lnTo>
                  <a:lnTo>
                    <a:pt x="93878" y="80048"/>
                  </a:lnTo>
                  <a:lnTo>
                    <a:pt x="94056" y="75209"/>
                  </a:lnTo>
                  <a:close/>
                </a:path>
                <a:path w="109855" h="144780">
                  <a:moveTo>
                    <a:pt x="96875" y="89725"/>
                  </a:moveTo>
                  <a:lnTo>
                    <a:pt x="95148" y="87960"/>
                  </a:lnTo>
                  <a:lnTo>
                    <a:pt x="93446" y="89966"/>
                  </a:lnTo>
                  <a:lnTo>
                    <a:pt x="93294" y="95402"/>
                  </a:lnTo>
                  <a:lnTo>
                    <a:pt x="96875" y="95046"/>
                  </a:lnTo>
                  <a:lnTo>
                    <a:pt x="96875" y="89725"/>
                  </a:lnTo>
                  <a:close/>
                </a:path>
                <a:path w="109855" h="144780">
                  <a:moveTo>
                    <a:pt x="102069" y="96075"/>
                  </a:moveTo>
                  <a:lnTo>
                    <a:pt x="101981" y="90665"/>
                  </a:lnTo>
                  <a:lnTo>
                    <a:pt x="100672" y="88658"/>
                  </a:lnTo>
                  <a:lnTo>
                    <a:pt x="99060" y="90233"/>
                  </a:lnTo>
                  <a:lnTo>
                    <a:pt x="99263" y="95618"/>
                  </a:lnTo>
                  <a:lnTo>
                    <a:pt x="102069" y="96075"/>
                  </a:lnTo>
                  <a:close/>
                </a:path>
                <a:path w="109855" h="144780">
                  <a:moveTo>
                    <a:pt x="105600" y="92113"/>
                  </a:moveTo>
                  <a:lnTo>
                    <a:pt x="104914" y="89954"/>
                  </a:lnTo>
                  <a:lnTo>
                    <a:pt x="104127" y="91795"/>
                  </a:lnTo>
                  <a:lnTo>
                    <a:pt x="104127" y="97104"/>
                  </a:lnTo>
                  <a:lnTo>
                    <a:pt x="105600" y="97345"/>
                  </a:lnTo>
                  <a:lnTo>
                    <a:pt x="105600" y="92113"/>
                  </a:lnTo>
                  <a:close/>
                </a:path>
                <a:path w="109855" h="144780">
                  <a:moveTo>
                    <a:pt x="109626" y="85801"/>
                  </a:moveTo>
                  <a:lnTo>
                    <a:pt x="108940" y="84924"/>
                  </a:lnTo>
                  <a:lnTo>
                    <a:pt x="108369" y="84607"/>
                  </a:lnTo>
                  <a:lnTo>
                    <a:pt x="108369" y="86194"/>
                  </a:lnTo>
                  <a:lnTo>
                    <a:pt x="108267" y="86487"/>
                  </a:lnTo>
                  <a:lnTo>
                    <a:pt x="108216" y="86626"/>
                  </a:lnTo>
                  <a:lnTo>
                    <a:pt x="108102" y="86982"/>
                  </a:lnTo>
                  <a:lnTo>
                    <a:pt x="107696" y="87045"/>
                  </a:lnTo>
                  <a:lnTo>
                    <a:pt x="107861" y="86855"/>
                  </a:lnTo>
                  <a:lnTo>
                    <a:pt x="108216" y="86626"/>
                  </a:lnTo>
                  <a:lnTo>
                    <a:pt x="108216" y="86474"/>
                  </a:lnTo>
                  <a:lnTo>
                    <a:pt x="107175" y="86055"/>
                  </a:lnTo>
                  <a:lnTo>
                    <a:pt x="107175" y="87122"/>
                  </a:lnTo>
                  <a:lnTo>
                    <a:pt x="106934" y="87147"/>
                  </a:lnTo>
                  <a:lnTo>
                    <a:pt x="106832" y="91490"/>
                  </a:lnTo>
                  <a:lnTo>
                    <a:pt x="106616" y="95618"/>
                  </a:lnTo>
                  <a:lnTo>
                    <a:pt x="106489" y="98945"/>
                  </a:lnTo>
                  <a:lnTo>
                    <a:pt x="106464" y="101028"/>
                  </a:lnTo>
                  <a:lnTo>
                    <a:pt x="106006" y="102260"/>
                  </a:lnTo>
                  <a:lnTo>
                    <a:pt x="105092" y="102527"/>
                  </a:lnTo>
                  <a:lnTo>
                    <a:pt x="105092" y="103962"/>
                  </a:lnTo>
                  <a:lnTo>
                    <a:pt x="104343" y="104279"/>
                  </a:lnTo>
                  <a:lnTo>
                    <a:pt x="104076" y="104165"/>
                  </a:lnTo>
                  <a:lnTo>
                    <a:pt x="104076" y="135470"/>
                  </a:lnTo>
                  <a:lnTo>
                    <a:pt x="104076" y="137883"/>
                  </a:lnTo>
                  <a:lnTo>
                    <a:pt x="102793" y="137515"/>
                  </a:lnTo>
                  <a:lnTo>
                    <a:pt x="102793" y="135255"/>
                  </a:lnTo>
                  <a:lnTo>
                    <a:pt x="104076" y="135470"/>
                  </a:lnTo>
                  <a:lnTo>
                    <a:pt x="104076" y="104165"/>
                  </a:lnTo>
                  <a:lnTo>
                    <a:pt x="103898" y="104089"/>
                  </a:lnTo>
                  <a:lnTo>
                    <a:pt x="103898" y="105359"/>
                  </a:lnTo>
                  <a:lnTo>
                    <a:pt x="103733" y="105359"/>
                  </a:lnTo>
                  <a:lnTo>
                    <a:pt x="103365" y="105524"/>
                  </a:lnTo>
                  <a:lnTo>
                    <a:pt x="102946" y="105283"/>
                  </a:lnTo>
                  <a:lnTo>
                    <a:pt x="102946" y="106641"/>
                  </a:lnTo>
                  <a:lnTo>
                    <a:pt x="102946" y="133489"/>
                  </a:lnTo>
                  <a:lnTo>
                    <a:pt x="102057" y="133388"/>
                  </a:lnTo>
                  <a:lnTo>
                    <a:pt x="102057" y="135140"/>
                  </a:lnTo>
                  <a:lnTo>
                    <a:pt x="101993" y="137337"/>
                  </a:lnTo>
                  <a:lnTo>
                    <a:pt x="100672" y="137071"/>
                  </a:lnTo>
                  <a:lnTo>
                    <a:pt x="100672" y="134899"/>
                  </a:lnTo>
                  <a:lnTo>
                    <a:pt x="102057" y="135140"/>
                  </a:lnTo>
                  <a:lnTo>
                    <a:pt x="102057" y="133388"/>
                  </a:lnTo>
                  <a:lnTo>
                    <a:pt x="99898" y="133146"/>
                  </a:lnTo>
                  <a:lnTo>
                    <a:pt x="99898" y="134772"/>
                  </a:lnTo>
                  <a:lnTo>
                    <a:pt x="99783" y="136944"/>
                  </a:lnTo>
                  <a:lnTo>
                    <a:pt x="98526" y="136855"/>
                  </a:lnTo>
                  <a:lnTo>
                    <a:pt x="98526" y="134556"/>
                  </a:lnTo>
                  <a:lnTo>
                    <a:pt x="99898" y="134772"/>
                  </a:lnTo>
                  <a:lnTo>
                    <a:pt x="99898" y="133146"/>
                  </a:lnTo>
                  <a:lnTo>
                    <a:pt x="99631" y="133108"/>
                  </a:lnTo>
                  <a:lnTo>
                    <a:pt x="97764" y="132816"/>
                  </a:lnTo>
                  <a:lnTo>
                    <a:pt x="97764" y="134442"/>
                  </a:lnTo>
                  <a:lnTo>
                    <a:pt x="97536" y="136791"/>
                  </a:lnTo>
                  <a:lnTo>
                    <a:pt x="97091" y="136753"/>
                  </a:lnTo>
                  <a:lnTo>
                    <a:pt x="96050" y="136664"/>
                  </a:lnTo>
                  <a:lnTo>
                    <a:pt x="96050" y="134226"/>
                  </a:lnTo>
                  <a:lnTo>
                    <a:pt x="96875" y="134289"/>
                  </a:lnTo>
                  <a:lnTo>
                    <a:pt x="97764" y="134442"/>
                  </a:lnTo>
                  <a:lnTo>
                    <a:pt x="97764" y="132816"/>
                  </a:lnTo>
                  <a:lnTo>
                    <a:pt x="95250" y="132422"/>
                  </a:lnTo>
                  <a:lnTo>
                    <a:pt x="95250" y="134162"/>
                  </a:lnTo>
                  <a:lnTo>
                    <a:pt x="95161" y="136588"/>
                  </a:lnTo>
                  <a:lnTo>
                    <a:pt x="94424" y="136512"/>
                  </a:lnTo>
                  <a:lnTo>
                    <a:pt x="91655" y="136499"/>
                  </a:lnTo>
                  <a:lnTo>
                    <a:pt x="91655" y="133883"/>
                  </a:lnTo>
                  <a:lnTo>
                    <a:pt x="92341" y="133896"/>
                  </a:lnTo>
                  <a:lnTo>
                    <a:pt x="92900" y="133946"/>
                  </a:lnTo>
                  <a:lnTo>
                    <a:pt x="92722" y="136309"/>
                  </a:lnTo>
                  <a:lnTo>
                    <a:pt x="93497" y="136309"/>
                  </a:lnTo>
                  <a:lnTo>
                    <a:pt x="93611" y="134010"/>
                  </a:lnTo>
                  <a:lnTo>
                    <a:pt x="95250" y="134162"/>
                  </a:lnTo>
                  <a:lnTo>
                    <a:pt x="95250" y="132422"/>
                  </a:lnTo>
                  <a:lnTo>
                    <a:pt x="94957" y="132372"/>
                  </a:lnTo>
                  <a:lnTo>
                    <a:pt x="91008" y="132346"/>
                  </a:lnTo>
                  <a:lnTo>
                    <a:pt x="91008" y="133870"/>
                  </a:lnTo>
                  <a:lnTo>
                    <a:pt x="90881" y="136499"/>
                  </a:lnTo>
                  <a:lnTo>
                    <a:pt x="89750" y="136486"/>
                  </a:lnTo>
                  <a:lnTo>
                    <a:pt x="89750" y="133845"/>
                  </a:lnTo>
                  <a:lnTo>
                    <a:pt x="91008" y="133870"/>
                  </a:lnTo>
                  <a:lnTo>
                    <a:pt x="91008" y="132346"/>
                  </a:lnTo>
                  <a:lnTo>
                    <a:pt x="87439" y="132321"/>
                  </a:lnTo>
                  <a:lnTo>
                    <a:pt x="86042" y="132511"/>
                  </a:lnTo>
                  <a:lnTo>
                    <a:pt x="86639" y="105435"/>
                  </a:lnTo>
                  <a:lnTo>
                    <a:pt x="88011" y="105206"/>
                  </a:lnTo>
                  <a:lnTo>
                    <a:pt x="88823" y="105359"/>
                  </a:lnTo>
                  <a:lnTo>
                    <a:pt x="88214" y="105168"/>
                  </a:lnTo>
                  <a:lnTo>
                    <a:pt x="92227" y="104482"/>
                  </a:lnTo>
                  <a:lnTo>
                    <a:pt x="97523" y="104597"/>
                  </a:lnTo>
                  <a:lnTo>
                    <a:pt x="102946" y="106641"/>
                  </a:lnTo>
                  <a:lnTo>
                    <a:pt x="102946" y="105283"/>
                  </a:lnTo>
                  <a:lnTo>
                    <a:pt x="99136" y="103073"/>
                  </a:lnTo>
                  <a:lnTo>
                    <a:pt x="103708" y="104762"/>
                  </a:lnTo>
                  <a:lnTo>
                    <a:pt x="103898" y="105359"/>
                  </a:lnTo>
                  <a:lnTo>
                    <a:pt x="103898" y="104089"/>
                  </a:lnTo>
                  <a:lnTo>
                    <a:pt x="99009" y="102082"/>
                  </a:lnTo>
                  <a:lnTo>
                    <a:pt x="99009" y="103022"/>
                  </a:lnTo>
                  <a:lnTo>
                    <a:pt x="91287" y="102958"/>
                  </a:lnTo>
                  <a:lnTo>
                    <a:pt x="86360" y="104178"/>
                  </a:lnTo>
                  <a:lnTo>
                    <a:pt x="86347" y="103974"/>
                  </a:lnTo>
                  <a:lnTo>
                    <a:pt x="86309" y="103746"/>
                  </a:lnTo>
                  <a:lnTo>
                    <a:pt x="86042" y="103835"/>
                  </a:lnTo>
                  <a:lnTo>
                    <a:pt x="85864" y="103784"/>
                  </a:lnTo>
                  <a:lnTo>
                    <a:pt x="86271" y="103365"/>
                  </a:lnTo>
                  <a:lnTo>
                    <a:pt x="86296" y="103555"/>
                  </a:lnTo>
                  <a:lnTo>
                    <a:pt x="86804" y="103555"/>
                  </a:lnTo>
                  <a:lnTo>
                    <a:pt x="87109" y="103555"/>
                  </a:lnTo>
                  <a:lnTo>
                    <a:pt x="87680" y="103225"/>
                  </a:lnTo>
                  <a:lnTo>
                    <a:pt x="88201" y="103225"/>
                  </a:lnTo>
                  <a:lnTo>
                    <a:pt x="93027" y="102057"/>
                  </a:lnTo>
                  <a:lnTo>
                    <a:pt x="98844" y="102958"/>
                  </a:lnTo>
                  <a:lnTo>
                    <a:pt x="99009" y="103022"/>
                  </a:lnTo>
                  <a:lnTo>
                    <a:pt x="99009" y="102082"/>
                  </a:lnTo>
                  <a:lnTo>
                    <a:pt x="91655" y="101371"/>
                  </a:lnTo>
                  <a:lnTo>
                    <a:pt x="85737" y="103225"/>
                  </a:lnTo>
                  <a:lnTo>
                    <a:pt x="85077" y="103403"/>
                  </a:lnTo>
                  <a:lnTo>
                    <a:pt x="84645" y="102196"/>
                  </a:lnTo>
                  <a:lnTo>
                    <a:pt x="85648" y="102057"/>
                  </a:lnTo>
                  <a:lnTo>
                    <a:pt x="85953" y="101955"/>
                  </a:lnTo>
                  <a:lnTo>
                    <a:pt x="91655" y="99974"/>
                  </a:lnTo>
                  <a:lnTo>
                    <a:pt x="98425" y="100863"/>
                  </a:lnTo>
                  <a:lnTo>
                    <a:pt x="103720" y="102958"/>
                  </a:lnTo>
                  <a:lnTo>
                    <a:pt x="104292" y="103225"/>
                  </a:lnTo>
                  <a:lnTo>
                    <a:pt x="105092" y="103962"/>
                  </a:lnTo>
                  <a:lnTo>
                    <a:pt x="105092" y="102527"/>
                  </a:lnTo>
                  <a:lnTo>
                    <a:pt x="104838" y="102590"/>
                  </a:lnTo>
                  <a:lnTo>
                    <a:pt x="104292" y="102387"/>
                  </a:lnTo>
                  <a:lnTo>
                    <a:pt x="98971" y="100164"/>
                  </a:lnTo>
                  <a:lnTo>
                    <a:pt x="91503" y="99212"/>
                  </a:lnTo>
                  <a:lnTo>
                    <a:pt x="85737" y="101028"/>
                  </a:lnTo>
                  <a:lnTo>
                    <a:pt x="85217" y="101206"/>
                  </a:lnTo>
                  <a:lnTo>
                    <a:pt x="85051" y="101028"/>
                  </a:lnTo>
                  <a:lnTo>
                    <a:pt x="84632" y="100787"/>
                  </a:lnTo>
                  <a:lnTo>
                    <a:pt x="84366" y="100431"/>
                  </a:lnTo>
                  <a:lnTo>
                    <a:pt x="83858" y="99212"/>
                  </a:lnTo>
                  <a:lnTo>
                    <a:pt x="84543" y="99212"/>
                  </a:lnTo>
                  <a:lnTo>
                    <a:pt x="85382" y="99009"/>
                  </a:lnTo>
                  <a:lnTo>
                    <a:pt x="91503" y="97180"/>
                  </a:lnTo>
                  <a:lnTo>
                    <a:pt x="99834" y="98856"/>
                  </a:lnTo>
                  <a:lnTo>
                    <a:pt x="105600" y="100787"/>
                  </a:lnTo>
                  <a:lnTo>
                    <a:pt x="106464" y="101028"/>
                  </a:lnTo>
                  <a:lnTo>
                    <a:pt x="106464" y="98945"/>
                  </a:lnTo>
                  <a:lnTo>
                    <a:pt x="100076" y="96761"/>
                  </a:lnTo>
                  <a:lnTo>
                    <a:pt x="91300" y="95402"/>
                  </a:lnTo>
                  <a:lnTo>
                    <a:pt x="83870" y="96913"/>
                  </a:lnTo>
                  <a:lnTo>
                    <a:pt x="83870" y="86042"/>
                  </a:lnTo>
                  <a:lnTo>
                    <a:pt x="91655" y="83870"/>
                  </a:lnTo>
                  <a:lnTo>
                    <a:pt x="99923" y="84201"/>
                  </a:lnTo>
                  <a:lnTo>
                    <a:pt x="107175" y="87122"/>
                  </a:lnTo>
                  <a:lnTo>
                    <a:pt x="107175" y="86055"/>
                  </a:lnTo>
                  <a:lnTo>
                    <a:pt x="103454" y="84582"/>
                  </a:lnTo>
                  <a:lnTo>
                    <a:pt x="97917" y="83502"/>
                  </a:lnTo>
                  <a:lnTo>
                    <a:pt x="91490" y="83477"/>
                  </a:lnTo>
                  <a:lnTo>
                    <a:pt x="83870" y="84670"/>
                  </a:lnTo>
                  <a:lnTo>
                    <a:pt x="83870" y="83896"/>
                  </a:lnTo>
                  <a:lnTo>
                    <a:pt x="89738" y="81826"/>
                  </a:lnTo>
                  <a:lnTo>
                    <a:pt x="95961" y="81394"/>
                  </a:lnTo>
                  <a:lnTo>
                    <a:pt x="102133" y="82588"/>
                  </a:lnTo>
                  <a:lnTo>
                    <a:pt x="107873" y="85407"/>
                  </a:lnTo>
                  <a:lnTo>
                    <a:pt x="108369" y="86194"/>
                  </a:lnTo>
                  <a:lnTo>
                    <a:pt x="108369" y="84607"/>
                  </a:lnTo>
                  <a:lnTo>
                    <a:pt x="104292" y="82334"/>
                  </a:lnTo>
                  <a:lnTo>
                    <a:pt x="104292" y="61175"/>
                  </a:lnTo>
                  <a:lnTo>
                    <a:pt x="105397" y="58191"/>
                  </a:lnTo>
                  <a:lnTo>
                    <a:pt x="106819" y="55638"/>
                  </a:lnTo>
                  <a:lnTo>
                    <a:pt x="104762" y="50901"/>
                  </a:lnTo>
                  <a:lnTo>
                    <a:pt x="103276" y="48158"/>
                  </a:lnTo>
                  <a:lnTo>
                    <a:pt x="102946" y="47548"/>
                  </a:lnTo>
                  <a:lnTo>
                    <a:pt x="102933" y="81622"/>
                  </a:lnTo>
                  <a:lnTo>
                    <a:pt x="99923" y="80987"/>
                  </a:lnTo>
                  <a:lnTo>
                    <a:pt x="99923" y="80784"/>
                  </a:lnTo>
                  <a:lnTo>
                    <a:pt x="98996" y="80784"/>
                  </a:lnTo>
                  <a:lnTo>
                    <a:pt x="97967" y="80568"/>
                  </a:lnTo>
                  <a:lnTo>
                    <a:pt x="99923" y="80568"/>
                  </a:lnTo>
                  <a:lnTo>
                    <a:pt x="99923" y="75361"/>
                  </a:lnTo>
                  <a:lnTo>
                    <a:pt x="98628" y="73126"/>
                  </a:lnTo>
                  <a:lnTo>
                    <a:pt x="96494" y="75361"/>
                  </a:lnTo>
                  <a:lnTo>
                    <a:pt x="96316" y="80225"/>
                  </a:lnTo>
                  <a:lnTo>
                    <a:pt x="95859" y="80124"/>
                  </a:lnTo>
                  <a:lnTo>
                    <a:pt x="93865" y="80200"/>
                  </a:lnTo>
                  <a:lnTo>
                    <a:pt x="88557" y="80391"/>
                  </a:lnTo>
                  <a:lnTo>
                    <a:pt x="87769" y="80657"/>
                  </a:lnTo>
                  <a:lnTo>
                    <a:pt x="87833" y="73367"/>
                  </a:lnTo>
                  <a:lnTo>
                    <a:pt x="87845" y="70586"/>
                  </a:lnTo>
                  <a:lnTo>
                    <a:pt x="92989" y="69189"/>
                  </a:lnTo>
                  <a:lnTo>
                    <a:pt x="98285" y="69367"/>
                  </a:lnTo>
                  <a:lnTo>
                    <a:pt x="102882" y="71310"/>
                  </a:lnTo>
                  <a:lnTo>
                    <a:pt x="102933" y="81622"/>
                  </a:lnTo>
                  <a:lnTo>
                    <a:pt x="102933" y="47548"/>
                  </a:lnTo>
                  <a:lnTo>
                    <a:pt x="102882" y="66014"/>
                  </a:lnTo>
                  <a:lnTo>
                    <a:pt x="102882" y="67652"/>
                  </a:lnTo>
                  <a:lnTo>
                    <a:pt x="102882" y="68821"/>
                  </a:lnTo>
                  <a:lnTo>
                    <a:pt x="102882" y="70205"/>
                  </a:lnTo>
                  <a:lnTo>
                    <a:pt x="98437" y="68846"/>
                  </a:lnTo>
                  <a:lnTo>
                    <a:pt x="93446" y="68580"/>
                  </a:lnTo>
                  <a:lnTo>
                    <a:pt x="87858" y="69570"/>
                  </a:lnTo>
                  <a:lnTo>
                    <a:pt x="87871" y="67983"/>
                  </a:lnTo>
                  <a:lnTo>
                    <a:pt x="93294" y="67183"/>
                  </a:lnTo>
                  <a:lnTo>
                    <a:pt x="98526" y="67538"/>
                  </a:lnTo>
                  <a:lnTo>
                    <a:pt x="102882" y="68821"/>
                  </a:lnTo>
                  <a:lnTo>
                    <a:pt x="102882" y="67652"/>
                  </a:lnTo>
                  <a:lnTo>
                    <a:pt x="98247" y="66306"/>
                  </a:lnTo>
                  <a:lnTo>
                    <a:pt x="93294" y="65976"/>
                  </a:lnTo>
                  <a:lnTo>
                    <a:pt x="87871" y="66776"/>
                  </a:lnTo>
                  <a:lnTo>
                    <a:pt x="87896" y="65049"/>
                  </a:lnTo>
                  <a:lnTo>
                    <a:pt x="92989" y="63792"/>
                  </a:lnTo>
                  <a:lnTo>
                    <a:pt x="95415" y="64046"/>
                  </a:lnTo>
                  <a:lnTo>
                    <a:pt x="95631" y="64058"/>
                  </a:lnTo>
                  <a:lnTo>
                    <a:pt x="98285" y="64325"/>
                  </a:lnTo>
                  <a:lnTo>
                    <a:pt x="102882" y="66014"/>
                  </a:lnTo>
                  <a:lnTo>
                    <a:pt x="102882" y="47498"/>
                  </a:lnTo>
                  <a:lnTo>
                    <a:pt x="102870" y="58191"/>
                  </a:lnTo>
                  <a:lnTo>
                    <a:pt x="102870" y="59016"/>
                  </a:lnTo>
                  <a:lnTo>
                    <a:pt x="102870" y="62039"/>
                  </a:lnTo>
                  <a:lnTo>
                    <a:pt x="102870" y="64528"/>
                  </a:lnTo>
                  <a:lnTo>
                    <a:pt x="102463" y="64427"/>
                  </a:lnTo>
                  <a:lnTo>
                    <a:pt x="102463" y="61861"/>
                  </a:lnTo>
                  <a:lnTo>
                    <a:pt x="102870" y="62039"/>
                  </a:lnTo>
                  <a:lnTo>
                    <a:pt x="102870" y="59016"/>
                  </a:lnTo>
                  <a:lnTo>
                    <a:pt x="101993" y="58762"/>
                  </a:lnTo>
                  <a:lnTo>
                    <a:pt x="101993" y="61658"/>
                  </a:lnTo>
                  <a:lnTo>
                    <a:pt x="101993" y="64300"/>
                  </a:lnTo>
                  <a:lnTo>
                    <a:pt x="101625" y="64198"/>
                  </a:lnTo>
                  <a:lnTo>
                    <a:pt x="101625" y="61493"/>
                  </a:lnTo>
                  <a:lnTo>
                    <a:pt x="101993" y="61658"/>
                  </a:lnTo>
                  <a:lnTo>
                    <a:pt x="101993" y="58762"/>
                  </a:lnTo>
                  <a:lnTo>
                    <a:pt x="101053" y="58483"/>
                  </a:lnTo>
                  <a:lnTo>
                    <a:pt x="101053" y="61239"/>
                  </a:lnTo>
                  <a:lnTo>
                    <a:pt x="101053" y="64033"/>
                  </a:lnTo>
                  <a:lnTo>
                    <a:pt x="100063" y="63766"/>
                  </a:lnTo>
                  <a:lnTo>
                    <a:pt x="100063" y="60807"/>
                  </a:lnTo>
                  <a:lnTo>
                    <a:pt x="101053" y="61239"/>
                  </a:lnTo>
                  <a:lnTo>
                    <a:pt x="101053" y="58483"/>
                  </a:lnTo>
                  <a:lnTo>
                    <a:pt x="100025" y="58166"/>
                  </a:lnTo>
                  <a:lnTo>
                    <a:pt x="100025" y="60782"/>
                  </a:lnTo>
                  <a:lnTo>
                    <a:pt x="99618" y="60782"/>
                  </a:lnTo>
                  <a:lnTo>
                    <a:pt x="99618" y="63639"/>
                  </a:lnTo>
                  <a:lnTo>
                    <a:pt x="99301" y="63550"/>
                  </a:lnTo>
                  <a:lnTo>
                    <a:pt x="99301" y="60617"/>
                  </a:lnTo>
                  <a:lnTo>
                    <a:pt x="98793" y="60617"/>
                  </a:lnTo>
                  <a:lnTo>
                    <a:pt x="98793" y="63411"/>
                  </a:lnTo>
                  <a:lnTo>
                    <a:pt x="98285" y="63271"/>
                  </a:lnTo>
                  <a:lnTo>
                    <a:pt x="96875" y="63195"/>
                  </a:lnTo>
                  <a:lnTo>
                    <a:pt x="96875" y="60401"/>
                  </a:lnTo>
                  <a:lnTo>
                    <a:pt x="96304" y="60401"/>
                  </a:lnTo>
                  <a:lnTo>
                    <a:pt x="96304" y="63157"/>
                  </a:lnTo>
                  <a:lnTo>
                    <a:pt x="95986" y="63131"/>
                  </a:lnTo>
                  <a:lnTo>
                    <a:pt x="95986" y="60337"/>
                  </a:lnTo>
                  <a:lnTo>
                    <a:pt x="95415" y="60337"/>
                  </a:lnTo>
                  <a:lnTo>
                    <a:pt x="95415" y="63093"/>
                  </a:lnTo>
                  <a:lnTo>
                    <a:pt x="93446" y="62953"/>
                  </a:lnTo>
                  <a:lnTo>
                    <a:pt x="93446" y="60401"/>
                  </a:lnTo>
                  <a:lnTo>
                    <a:pt x="92938" y="60401"/>
                  </a:lnTo>
                  <a:lnTo>
                    <a:pt x="92938" y="62992"/>
                  </a:lnTo>
                  <a:lnTo>
                    <a:pt x="92633" y="63017"/>
                  </a:lnTo>
                  <a:lnTo>
                    <a:pt x="92633" y="60198"/>
                  </a:lnTo>
                  <a:lnTo>
                    <a:pt x="92036" y="60198"/>
                  </a:lnTo>
                  <a:lnTo>
                    <a:pt x="92036" y="63080"/>
                  </a:lnTo>
                  <a:lnTo>
                    <a:pt x="90093" y="63284"/>
                  </a:lnTo>
                  <a:lnTo>
                    <a:pt x="90093" y="60782"/>
                  </a:lnTo>
                  <a:lnTo>
                    <a:pt x="89687" y="60782"/>
                  </a:lnTo>
                  <a:lnTo>
                    <a:pt x="89687" y="63322"/>
                  </a:lnTo>
                  <a:lnTo>
                    <a:pt x="87909" y="63500"/>
                  </a:lnTo>
                  <a:lnTo>
                    <a:pt x="87934" y="61048"/>
                  </a:lnTo>
                  <a:lnTo>
                    <a:pt x="92925" y="59740"/>
                  </a:lnTo>
                  <a:lnTo>
                    <a:pt x="98247" y="59982"/>
                  </a:lnTo>
                  <a:lnTo>
                    <a:pt x="100025" y="60782"/>
                  </a:lnTo>
                  <a:lnTo>
                    <a:pt x="100025" y="58166"/>
                  </a:lnTo>
                  <a:lnTo>
                    <a:pt x="98005" y="57556"/>
                  </a:lnTo>
                  <a:lnTo>
                    <a:pt x="93294" y="57556"/>
                  </a:lnTo>
                  <a:lnTo>
                    <a:pt x="87947" y="58343"/>
                  </a:lnTo>
                  <a:lnTo>
                    <a:pt x="87960" y="58191"/>
                  </a:lnTo>
                  <a:lnTo>
                    <a:pt x="89090" y="50660"/>
                  </a:lnTo>
                  <a:lnTo>
                    <a:pt x="95821" y="48158"/>
                  </a:lnTo>
                  <a:lnTo>
                    <a:pt x="102323" y="50901"/>
                  </a:lnTo>
                  <a:lnTo>
                    <a:pt x="102400" y="51523"/>
                  </a:lnTo>
                  <a:lnTo>
                    <a:pt x="102870" y="58191"/>
                  </a:lnTo>
                  <a:lnTo>
                    <a:pt x="102870" y="47498"/>
                  </a:lnTo>
                  <a:lnTo>
                    <a:pt x="100469" y="45516"/>
                  </a:lnTo>
                  <a:lnTo>
                    <a:pt x="96367" y="44907"/>
                  </a:lnTo>
                  <a:lnTo>
                    <a:pt x="89890" y="44411"/>
                  </a:lnTo>
                  <a:lnTo>
                    <a:pt x="81889" y="51523"/>
                  </a:lnTo>
                  <a:lnTo>
                    <a:pt x="86398" y="59880"/>
                  </a:lnTo>
                  <a:lnTo>
                    <a:pt x="86372" y="81114"/>
                  </a:lnTo>
                  <a:lnTo>
                    <a:pt x="82308" y="82435"/>
                  </a:lnTo>
                  <a:lnTo>
                    <a:pt x="82308" y="97231"/>
                  </a:lnTo>
                  <a:lnTo>
                    <a:pt x="81889" y="97307"/>
                  </a:lnTo>
                  <a:lnTo>
                    <a:pt x="81153" y="99974"/>
                  </a:lnTo>
                  <a:lnTo>
                    <a:pt x="83972" y="101701"/>
                  </a:lnTo>
                  <a:lnTo>
                    <a:pt x="83299" y="102958"/>
                  </a:lnTo>
                  <a:lnTo>
                    <a:pt x="85051" y="104482"/>
                  </a:lnTo>
                  <a:lnTo>
                    <a:pt x="84543" y="132702"/>
                  </a:lnTo>
                  <a:lnTo>
                    <a:pt x="83591" y="132816"/>
                  </a:lnTo>
                  <a:lnTo>
                    <a:pt x="80759" y="133540"/>
                  </a:lnTo>
                  <a:lnTo>
                    <a:pt x="80187" y="133731"/>
                  </a:lnTo>
                  <a:lnTo>
                    <a:pt x="80010" y="136474"/>
                  </a:lnTo>
                  <a:lnTo>
                    <a:pt x="82423" y="135102"/>
                  </a:lnTo>
                  <a:lnTo>
                    <a:pt x="83299" y="135293"/>
                  </a:lnTo>
                  <a:lnTo>
                    <a:pt x="83172" y="135039"/>
                  </a:lnTo>
                  <a:lnTo>
                    <a:pt x="84556" y="134289"/>
                  </a:lnTo>
                  <a:lnTo>
                    <a:pt x="85064" y="134416"/>
                  </a:lnTo>
                  <a:lnTo>
                    <a:pt x="86817" y="133896"/>
                  </a:lnTo>
                  <a:lnTo>
                    <a:pt x="87363" y="133883"/>
                  </a:lnTo>
                  <a:lnTo>
                    <a:pt x="88823" y="133819"/>
                  </a:lnTo>
                  <a:lnTo>
                    <a:pt x="89052" y="133832"/>
                  </a:lnTo>
                  <a:lnTo>
                    <a:pt x="89052" y="136512"/>
                  </a:lnTo>
                  <a:lnTo>
                    <a:pt x="86868" y="136715"/>
                  </a:lnTo>
                  <a:lnTo>
                    <a:pt x="87363" y="133883"/>
                  </a:lnTo>
                  <a:lnTo>
                    <a:pt x="86639" y="133997"/>
                  </a:lnTo>
                  <a:lnTo>
                    <a:pt x="86360" y="136728"/>
                  </a:lnTo>
                  <a:lnTo>
                    <a:pt x="85877" y="136804"/>
                  </a:lnTo>
                  <a:lnTo>
                    <a:pt x="85382" y="136842"/>
                  </a:lnTo>
                  <a:lnTo>
                    <a:pt x="85382" y="135089"/>
                  </a:lnTo>
                  <a:lnTo>
                    <a:pt x="84632" y="135089"/>
                  </a:lnTo>
                  <a:lnTo>
                    <a:pt x="84632" y="136309"/>
                  </a:lnTo>
                  <a:lnTo>
                    <a:pt x="83413" y="137033"/>
                  </a:lnTo>
                  <a:lnTo>
                    <a:pt x="83654" y="137210"/>
                  </a:lnTo>
                  <a:lnTo>
                    <a:pt x="83299" y="137287"/>
                  </a:lnTo>
                  <a:lnTo>
                    <a:pt x="81203" y="137452"/>
                  </a:lnTo>
                  <a:lnTo>
                    <a:pt x="81140" y="138861"/>
                  </a:lnTo>
                  <a:lnTo>
                    <a:pt x="81508" y="138468"/>
                  </a:lnTo>
                  <a:lnTo>
                    <a:pt x="82423" y="138861"/>
                  </a:lnTo>
                  <a:lnTo>
                    <a:pt x="84645" y="138341"/>
                  </a:lnTo>
                  <a:lnTo>
                    <a:pt x="86626" y="137731"/>
                  </a:lnTo>
                  <a:lnTo>
                    <a:pt x="91033" y="137452"/>
                  </a:lnTo>
                  <a:lnTo>
                    <a:pt x="95707" y="137452"/>
                  </a:lnTo>
                  <a:lnTo>
                    <a:pt x="100126" y="138252"/>
                  </a:lnTo>
                  <a:lnTo>
                    <a:pt x="104076" y="138861"/>
                  </a:lnTo>
                  <a:lnTo>
                    <a:pt x="108064" y="140042"/>
                  </a:lnTo>
                  <a:lnTo>
                    <a:pt x="108242" y="144297"/>
                  </a:lnTo>
                  <a:lnTo>
                    <a:pt x="109474" y="144297"/>
                  </a:lnTo>
                  <a:lnTo>
                    <a:pt x="109270" y="135699"/>
                  </a:lnTo>
                  <a:lnTo>
                    <a:pt x="109042" y="135699"/>
                  </a:lnTo>
                  <a:lnTo>
                    <a:pt x="108610" y="135585"/>
                  </a:lnTo>
                  <a:lnTo>
                    <a:pt x="107391" y="135115"/>
                  </a:lnTo>
                  <a:lnTo>
                    <a:pt x="107391" y="136753"/>
                  </a:lnTo>
                  <a:lnTo>
                    <a:pt x="106946" y="138684"/>
                  </a:lnTo>
                  <a:lnTo>
                    <a:pt x="106464" y="138557"/>
                  </a:lnTo>
                  <a:lnTo>
                    <a:pt x="106464" y="135877"/>
                  </a:lnTo>
                  <a:lnTo>
                    <a:pt x="106616" y="135890"/>
                  </a:lnTo>
                  <a:lnTo>
                    <a:pt x="107391" y="136753"/>
                  </a:lnTo>
                  <a:lnTo>
                    <a:pt x="107391" y="135115"/>
                  </a:lnTo>
                  <a:lnTo>
                    <a:pt x="105791" y="134480"/>
                  </a:lnTo>
                  <a:lnTo>
                    <a:pt x="105791" y="135763"/>
                  </a:lnTo>
                  <a:lnTo>
                    <a:pt x="105625" y="138328"/>
                  </a:lnTo>
                  <a:lnTo>
                    <a:pt x="104762" y="138074"/>
                  </a:lnTo>
                  <a:lnTo>
                    <a:pt x="104762" y="135585"/>
                  </a:lnTo>
                  <a:lnTo>
                    <a:pt x="105791" y="135763"/>
                  </a:lnTo>
                  <a:lnTo>
                    <a:pt x="105791" y="134480"/>
                  </a:lnTo>
                  <a:lnTo>
                    <a:pt x="104762" y="134073"/>
                  </a:lnTo>
                  <a:lnTo>
                    <a:pt x="104762" y="106324"/>
                  </a:lnTo>
                  <a:lnTo>
                    <a:pt x="105803" y="106159"/>
                  </a:lnTo>
                  <a:lnTo>
                    <a:pt x="105422" y="104889"/>
                  </a:lnTo>
                  <a:lnTo>
                    <a:pt x="105600" y="104813"/>
                  </a:lnTo>
                  <a:lnTo>
                    <a:pt x="105803" y="104381"/>
                  </a:lnTo>
                  <a:lnTo>
                    <a:pt x="105803" y="103962"/>
                  </a:lnTo>
                  <a:lnTo>
                    <a:pt x="105651" y="103644"/>
                  </a:lnTo>
                  <a:lnTo>
                    <a:pt x="107505" y="102831"/>
                  </a:lnTo>
                  <a:lnTo>
                    <a:pt x="108254" y="99542"/>
                  </a:lnTo>
                  <a:lnTo>
                    <a:pt x="107543" y="99314"/>
                  </a:lnTo>
                  <a:lnTo>
                    <a:pt x="107657" y="96240"/>
                  </a:lnTo>
                  <a:lnTo>
                    <a:pt x="108102" y="91948"/>
                  </a:lnTo>
                  <a:lnTo>
                    <a:pt x="108369" y="87820"/>
                  </a:lnTo>
                  <a:lnTo>
                    <a:pt x="108940" y="87147"/>
                  </a:lnTo>
                  <a:lnTo>
                    <a:pt x="109626" y="85801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04239" y="1592681"/>
              <a:ext cx="226695" cy="246379"/>
            </a:xfrm>
            <a:custGeom>
              <a:avLst/>
              <a:gdLst/>
              <a:ahLst/>
              <a:cxnLst/>
              <a:rect l="l" t="t" r="r" b="b"/>
              <a:pathLst>
                <a:path w="226694" h="246380">
                  <a:moveTo>
                    <a:pt x="25019" y="104940"/>
                  </a:moveTo>
                  <a:lnTo>
                    <a:pt x="23469" y="104330"/>
                  </a:lnTo>
                  <a:lnTo>
                    <a:pt x="23114" y="137947"/>
                  </a:lnTo>
                  <a:lnTo>
                    <a:pt x="25019" y="139915"/>
                  </a:lnTo>
                  <a:lnTo>
                    <a:pt x="25019" y="104940"/>
                  </a:lnTo>
                  <a:close/>
                </a:path>
                <a:path w="226694" h="246380">
                  <a:moveTo>
                    <a:pt x="25031" y="44932"/>
                  </a:moveTo>
                  <a:lnTo>
                    <a:pt x="24511" y="43865"/>
                  </a:lnTo>
                  <a:lnTo>
                    <a:pt x="23469" y="43065"/>
                  </a:lnTo>
                  <a:lnTo>
                    <a:pt x="22186" y="43573"/>
                  </a:lnTo>
                  <a:lnTo>
                    <a:pt x="21831" y="45986"/>
                  </a:lnTo>
                  <a:lnTo>
                    <a:pt x="23710" y="46710"/>
                  </a:lnTo>
                  <a:lnTo>
                    <a:pt x="24511" y="47028"/>
                  </a:lnTo>
                  <a:lnTo>
                    <a:pt x="25031" y="44932"/>
                  </a:lnTo>
                  <a:close/>
                </a:path>
                <a:path w="226694" h="246380">
                  <a:moveTo>
                    <a:pt x="27216" y="32867"/>
                  </a:moveTo>
                  <a:lnTo>
                    <a:pt x="22186" y="26517"/>
                  </a:lnTo>
                  <a:lnTo>
                    <a:pt x="16725" y="22479"/>
                  </a:lnTo>
                  <a:lnTo>
                    <a:pt x="16751" y="22313"/>
                  </a:lnTo>
                  <a:lnTo>
                    <a:pt x="16865" y="21717"/>
                  </a:lnTo>
                  <a:lnTo>
                    <a:pt x="16954" y="21386"/>
                  </a:lnTo>
                  <a:lnTo>
                    <a:pt x="17043" y="20358"/>
                  </a:lnTo>
                  <a:lnTo>
                    <a:pt x="16751" y="19723"/>
                  </a:lnTo>
                  <a:lnTo>
                    <a:pt x="16624" y="19469"/>
                  </a:lnTo>
                  <a:lnTo>
                    <a:pt x="16865" y="18872"/>
                  </a:lnTo>
                  <a:lnTo>
                    <a:pt x="16865" y="17487"/>
                  </a:lnTo>
                  <a:lnTo>
                    <a:pt x="16433" y="16154"/>
                  </a:lnTo>
                  <a:lnTo>
                    <a:pt x="16433" y="21386"/>
                  </a:lnTo>
                  <a:lnTo>
                    <a:pt x="15925" y="21958"/>
                  </a:lnTo>
                  <a:lnTo>
                    <a:pt x="15773" y="22313"/>
                  </a:lnTo>
                  <a:lnTo>
                    <a:pt x="15163" y="22313"/>
                  </a:lnTo>
                  <a:lnTo>
                    <a:pt x="13766" y="22301"/>
                  </a:lnTo>
                  <a:lnTo>
                    <a:pt x="12890" y="21958"/>
                  </a:lnTo>
                  <a:lnTo>
                    <a:pt x="12852" y="20535"/>
                  </a:lnTo>
                  <a:lnTo>
                    <a:pt x="16179" y="20535"/>
                  </a:lnTo>
                  <a:lnTo>
                    <a:pt x="16433" y="21386"/>
                  </a:lnTo>
                  <a:lnTo>
                    <a:pt x="16433" y="16154"/>
                  </a:lnTo>
                  <a:lnTo>
                    <a:pt x="16598" y="15290"/>
                  </a:lnTo>
                  <a:lnTo>
                    <a:pt x="16484" y="14236"/>
                  </a:lnTo>
                  <a:lnTo>
                    <a:pt x="16192" y="13652"/>
                  </a:lnTo>
                  <a:lnTo>
                    <a:pt x="16192" y="13474"/>
                  </a:lnTo>
                  <a:lnTo>
                    <a:pt x="16192" y="12725"/>
                  </a:lnTo>
                  <a:lnTo>
                    <a:pt x="15963" y="12268"/>
                  </a:lnTo>
                  <a:lnTo>
                    <a:pt x="15963" y="18910"/>
                  </a:lnTo>
                  <a:lnTo>
                    <a:pt x="15709" y="18846"/>
                  </a:lnTo>
                  <a:lnTo>
                    <a:pt x="15709" y="20358"/>
                  </a:lnTo>
                  <a:lnTo>
                    <a:pt x="12852" y="20358"/>
                  </a:lnTo>
                  <a:lnTo>
                    <a:pt x="13639" y="19723"/>
                  </a:lnTo>
                  <a:lnTo>
                    <a:pt x="15049" y="19723"/>
                  </a:lnTo>
                  <a:lnTo>
                    <a:pt x="15709" y="20358"/>
                  </a:lnTo>
                  <a:lnTo>
                    <a:pt x="15709" y="18846"/>
                  </a:lnTo>
                  <a:lnTo>
                    <a:pt x="15176" y="18681"/>
                  </a:lnTo>
                  <a:lnTo>
                    <a:pt x="13639" y="18681"/>
                  </a:lnTo>
                  <a:lnTo>
                    <a:pt x="13131" y="17856"/>
                  </a:lnTo>
                  <a:lnTo>
                    <a:pt x="13538" y="17221"/>
                  </a:lnTo>
                  <a:lnTo>
                    <a:pt x="14630" y="16992"/>
                  </a:lnTo>
                  <a:lnTo>
                    <a:pt x="15582" y="17030"/>
                  </a:lnTo>
                  <a:lnTo>
                    <a:pt x="15925" y="17487"/>
                  </a:lnTo>
                  <a:lnTo>
                    <a:pt x="15887" y="18694"/>
                  </a:lnTo>
                  <a:lnTo>
                    <a:pt x="15963" y="18910"/>
                  </a:lnTo>
                  <a:lnTo>
                    <a:pt x="15963" y="12268"/>
                  </a:lnTo>
                  <a:lnTo>
                    <a:pt x="15798" y="11938"/>
                  </a:lnTo>
                  <a:lnTo>
                    <a:pt x="15798" y="15290"/>
                  </a:lnTo>
                  <a:lnTo>
                    <a:pt x="15709" y="15811"/>
                  </a:lnTo>
                  <a:lnTo>
                    <a:pt x="15176" y="15595"/>
                  </a:lnTo>
                  <a:lnTo>
                    <a:pt x="14262" y="15913"/>
                  </a:lnTo>
                  <a:lnTo>
                    <a:pt x="13309" y="16103"/>
                  </a:lnTo>
                  <a:lnTo>
                    <a:pt x="13525" y="15633"/>
                  </a:lnTo>
                  <a:lnTo>
                    <a:pt x="13525" y="15290"/>
                  </a:lnTo>
                  <a:lnTo>
                    <a:pt x="13830" y="14668"/>
                  </a:lnTo>
                  <a:lnTo>
                    <a:pt x="14630" y="14236"/>
                  </a:lnTo>
                  <a:lnTo>
                    <a:pt x="15468" y="14516"/>
                  </a:lnTo>
                  <a:lnTo>
                    <a:pt x="15798" y="15290"/>
                  </a:lnTo>
                  <a:lnTo>
                    <a:pt x="15798" y="11938"/>
                  </a:lnTo>
                  <a:lnTo>
                    <a:pt x="15925" y="11722"/>
                  </a:lnTo>
                  <a:lnTo>
                    <a:pt x="16433" y="11290"/>
                  </a:lnTo>
                  <a:lnTo>
                    <a:pt x="16433" y="10528"/>
                  </a:lnTo>
                  <a:lnTo>
                    <a:pt x="16179" y="9791"/>
                  </a:lnTo>
                  <a:lnTo>
                    <a:pt x="15913" y="9321"/>
                  </a:lnTo>
                  <a:lnTo>
                    <a:pt x="16116" y="8750"/>
                  </a:lnTo>
                  <a:lnTo>
                    <a:pt x="16078" y="7404"/>
                  </a:lnTo>
                  <a:lnTo>
                    <a:pt x="15989" y="7124"/>
                  </a:lnTo>
                  <a:lnTo>
                    <a:pt x="15887" y="6832"/>
                  </a:lnTo>
                  <a:lnTo>
                    <a:pt x="15811" y="3568"/>
                  </a:lnTo>
                  <a:lnTo>
                    <a:pt x="15811" y="3378"/>
                  </a:lnTo>
                  <a:lnTo>
                    <a:pt x="15709" y="2921"/>
                  </a:lnTo>
                  <a:lnTo>
                    <a:pt x="15709" y="10883"/>
                  </a:lnTo>
                  <a:lnTo>
                    <a:pt x="15468" y="11303"/>
                  </a:lnTo>
                  <a:lnTo>
                    <a:pt x="15468" y="12725"/>
                  </a:lnTo>
                  <a:lnTo>
                    <a:pt x="15405" y="13373"/>
                  </a:lnTo>
                  <a:lnTo>
                    <a:pt x="14871" y="13360"/>
                  </a:lnTo>
                  <a:lnTo>
                    <a:pt x="14198" y="13512"/>
                  </a:lnTo>
                  <a:lnTo>
                    <a:pt x="14033" y="12928"/>
                  </a:lnTo>
                  <a:lnTo>
                    <a:pt x="14211" y="12255"/>
                  </a:lnTo>
                  <a:lnTo>
                    <a:pt x="15049" y="12407"/>
                  </a:lnTo>
                  <a:lnTo>
                    <a:pt x="15468" y="12725"/>
                  </a:lnTo>
                  <a:lnTo>
                    <a:pt x="15468" y="11303"/>
                  </a:lnTo>
                  <a:lnTo>
                    <a:pt x="15290" y="11595"/>
                  </a:lnTo>
                  <a:lnTo>
                    <a:pt x="14363" y="11620"/>
                  </a:lnTo>
                  <a:lnTo>
                    <a:pt x="13830" y="10769"/>
                  </a:lnTo>
                  <a:lnTo>
                    <a:pt x="14046" y="10223"/>
                  </a:lnTo>
                  <a:lnTo>
                    <a:pt x="14224" y="10109"/>
                  </a:lnTo>
                  <a:lnTo>
                    <a:pt x="14363" y="10007"/>
                  </a:lnTo>
                  <a:lnTo>
                    <a:pt x="15176" y="10007"/>
                  </a:lnTo>
                  <a:lnTo>
                    <a:pt x="15468" y="10147"/>
                  </a:lnTo>
                  <a:lnTo>
                    <a:pt x="15709" y="10883"/>
                  </a:lnTo>
                  <a:lnTo>
                    <a:pt x="15709" y="2921"/>
                  </a:lnTo>
                  <a:lnTo>
                    <a:pt x="15481" y="1892"/>
                  </a:lnTo>
                  <a:lnTo>
                    <a:pt x="15481" y="8788"/>
                  </a:lnTo>
                  <a:lnTo>
                    <a:pt x="15176" y="8559"/>
                  </a:lnTo>
                  <a:lnTo>
                    <a:pt x="14351" y="8559"/>
                  </a:lnTo>
                  <a:lnTo>
                    <a:pt x="14439" y="6832"/>
                  </a:lnTo>
                  <a:lnTo>
                    <a:pt x="14871" y="5130"/>
                  </a:lnTo>
                  <a:lnTo>
                    <a:pt x="15062" y="3568"/>
                  </a:lnTo>
                  <a:lnTo>
                    <a:pt x="15367" y="5130"/>
                  </a:lnTo>
                  <a:lnTo>
                    <a:pt x="15468" y="8750"/>
                  </a:lnTo>
                  <a:lnTo>
                    <a:pt x="15481" y="1892"/>
                  </a:lnTo>
                  <a:lnTo>
                    <a:pt x="15062" y="0"/>
                  </a:lnTo>
                  <a:lnTo>
                    <a:pt x="14224" y="3568"/>
                  </a:lnTo>
                  <a:lnTo>
                    <a:pt x="14033" y="5499"/>
                  </a:lnTo>
                  <a:lnTo>
                    <a:pt x="13525" y="7404"/>
                  </a:lnTo>
                  <a:lnTo>
                    <a:pt x="13474" y="7721"/>
                  </a:lnTo>
                  <a:lnTo>
                    <a:pt x="13271" y="8750"/>
                  </a:lnTo>
                  <a:lnTo>
                    <a:pt x="13500" y="9359"/>
                  </a:lnTo>
                  <a:lnTo>
                    <a:pt x="13144" y="10553"/>
                  </a:lnTo>
                  <a:lnTo>
                    <a:pt x="13246" y="11620"/>
                  </a:lnTo>
                  <a:lnTo>
                    <a:pt x="12903" y="12725"/>
                  </a:lnTo>
                  <a:lnTo>
                    <a:pt x="13144" y="13474"/>
                  </a:lnTo>
                  <a:lnTo>
                    <a:pt x="13423" y="13741"/>
                  </a:lnTo>
                  <a:lnTo>
                    <a:pt x="12903" y="14236"/>
                  </a:lnTo>
                  <a:lnTo>
                    <a:pt x="12839" y="14808"/>
                  </a:lnTo>
                  <a:lnTo>
                    <a:pt x="12839" y="16344"/>
                  </a:lnTo>
                  <a:lnTo>
                    <a:pt x="12979" y="16408"/>
                  </a:lnTo>
                  <a:lnTo>
                    <a:pt x="12852" y="16548"/>
                  </a:lnTo>
                  <a:lnTo>
                    <a:pt x="12446" y="17919"/>
                  </a:lnTo>
                  <a:lnTo>
                    <a:pt x="12598" y="19215"/>
                  </a:lnTo>
                  <a:lnTo>
                    <a:pt x="11861" y="20002"/>
                  </a:lnTo>
                  <a:lnTo>
                    <a:pt x="11963" y="21958"/>
                  </a:lnTo>
                  <a:lnTo>
                    <a:pt x="12014" y="22161"/>
                  </a:lnTo>
                  <a:lnTo>
                    <a:pt x="11861" y="22136"/>
                  </a:lnTo>
                  <a:lnTo>
                    <a:pt x="1308" y="31661"/>
                  </a:lnTo>
                  <a:lnTo>
                    <a:pt x="177" y="34201"/>
                  </a:lnTo>
                  <a:lnTo>
                    <a:pt x="0" y="36779"/>
                  </a:lnTo>
                  <a:lnTo>
                    <a:pt x="177" y="39090"/>
                  </a:lnTo>
                  <a:lnTo>
                    <a:pt x="393" y="39611"/>
                  </a:lnTo>
                  <a:lnTo>
                    <a:pt x="457" y="40093"/>
                  </a:lnTo>
                  <a:lnTo>
                    <a:pt x="622" y="40627"/>
                  </a:lnTo>
                  <a:lnTo>
                    <a:pt x="1308" y="39408"/>
                  </a:lnTo>
                  <a:lnTo>
                    <a:pt x="2032" y="38379"/>
                  </a:lnTo>
                  <a:lnTo>
                    <a:pt x="2692" y="37312"/>
                  </a:lnTo>
                  <a:lnTo>
                    <a:pt x="1790" y="30784"/>
                  </a:lnTo>
                  <a:lnTo>
                    <a:pt x="5448" y="26835"/>
                  </a:lnTo>
                  <a:lnTo>
                    <a:pt x="9296" y="25273"/>
                  </a:lnTo>
                  <a:lnTo>
                    <a:pt x="13652" y="23329"/>
                  </a:lnTo>
                  <a:lnTo>
                    <a:pt x="18415" y="24498"/>
                  </a:lnTo>
                  <a:lnTo>
                    <a:pt x="21513" y="28854"/>
                  </a:lnTo>
                  <a:lnTo>
                    <a:pt x="23469" y="31445"/>
                  </a:lnTo>
                  <a:lnTo>
                    <a:pt x="25082" y="35140"/>
                  </a:lnTo>
                  <a:lnTo>
                    <a:pt x="25019" y="40017"/>
                  </a:lnTo>
                  <a:lnTo>
                    <a:pt x="25082" y="40284"/>
                  </a:lnTo>
                  <a:lnTo>
                    <a:pt x="25933" y="41198"/>
                  </a:lnTo>
                  <a:lnTo>
                    <a:pt x="27216" y="32867"/>
                  </a:lnTo>
                  <a:close/>
                </a:path>
                <a:path w="226694" h="246380">
                  <a:moveTo>
                    <a:pt x="185267" y="203568"/>
                  </a:moveTo>
                  <a:lnTo>
                    <a:pt x="180949" y="201460"/>
                  </a:lnTo>
                  <a:lnTo>
                    <a:pt x="180733" y="203009"/>
                  </a:lnTo>
                  <a:lnTo>
                    <a:pt x="185267" y="205003"/>
                  </a:lnTo>
                  <a:lnTo>
                    <a:pt x="185267" y="203568"/>
                  </a:lnTo>
                  <a:close/>
                </a:path>
                <a:path w="226694" h="246380">
                  <a:moveTo>
                    <a:pt x="188239" y="199034"/>
                  </a:moveTo>
                  <a:lnTo>
                    <a:pt x="181038" y="196227"/>
                  </a:lnTo>
                  <a:lnTo>
                    <a:pt x="181038" y="198678"/>
                  </a:lnTo>
                  <a:lnTo>
                    <a:pt x="188239" y="200240"/>
                  </a:lnTo>
                  <a:lnTo>
                    <a:pt x="188239" y="199034"/>
                  </a:lnTo>
                  <a:close/>
                </a:path>
                <a:path w="226694" h="246380">
                  <a:moveTo>
                    <a:pt x="191782" y="196037"/>
                  </a:moveTo>
                  <a:lnTo>
                    <a:pt x="190766" y="195364"/>
                  </a:lnTo>
                  <a:lnTo>
                    <a:pt x="190766" y="204368"/>
                  </a:lnTo>
                  <a:lnTo>
                    <a:pt x="191782" y="205168"/>
                  </a:lnTo>
                  <a:lnTo>
                    <a:pt x="191782" y="196037"/>
                  </a:lnTo>
                  <a:close/>
                </a:path>
                <a:path w="226694" h="246380">
                  <a:moveTo>
                    <a:pt x="193484" y="217004"/>
                  </a:moveTo>
                  <a:lnTo>
                    <a:pt x="192557" y="216281"/>
                  </a:lnTo>
                  <a:lnTo>
                    <a:pt x="192557" y="225399"/>
                  </a:lnTo>
                  <a:lnTo>
                    <a:pt x="193484" y="226009"/>
                  </a:lnTo>
                  <a:lnTo>
                    <a:pt x="193484" y="217004"/>
                  </a:lnTo>
                  <a:close/>
                </a:path>
                <a:path w="226694" h="246380">
                  <a:moveTo>
                    <a:pt x="193992" y="196735"/>
                  </a:moveTo>
                  <a:lnTo>
                    <a:pt x="192887" y="196037"/>
                  </a:lnTo>
                  <a:lnTo>
                    <a:pt x="192887" y="205117"/>
                  </a:lnTo>
                  <a:lnTo>
                    <a:pt x="193992" y="205816"/>
                  </a:lnTo>
                  <a:lnTo>
                    <a:pt x="193992" y="196735"/>
                  </a:lnTo>
                  <a:close/>
                </a:path>
                <a:path w="226694" h="246380">
                  <a:moveTo>
                    <a:pt x="195605" y="217538"/>
                  </a:moveTo>
                  <a:lnTo>
                    <a:pt x="194741" y="216966"/>
                  </a:lnTo>
                  <a:lnTo>
                    <a:pt x="194741" y="226009"/>
                  </a:lnTo>
                  <a:lnTo>
                    <a:pt x="195605" y="226695"/>
                  </a:lnTo>
                  <a:lnTo>
                    <a:pt x="195605" y="217538"/>
                  </a:lnTo>
                  <a:close/>
                </a:path>
                <a:path w="226694" h="246380">
                  <a:moveTo>
                    <a:pt x="196011" y="197231"/>
                  </a:moveTo>
                  <a:lnTo>
                    <a:pt x="194830" y="196621"/>
                  </a:lnTo>
                  <a:lnTo>
                    <a:pt x="194830" y="205651"/>
                  </a:lnTo>
                  <a:lnTo>
                    <a:pt x="196011" y="206349"/>
                  </a:lnTo>
                  <a:lnTo>
                    <a:pt x="196011" y="197231"/>
                  </a:lnTo>
                  <a:close/>
                </a:path>
                <a:path w="226694" h="246380">
                  <a:moveTo>
                    <a:pt x="197688" y="218084"/>
                  </a:moveTo>
                  <a:lnTo>
                    <a:pt x="196735" y="217385"/>
                  </a:lnTo>
                  <a:lnTo>
                    <a:pt x="196735" y="226618"/>
                  </a:lnTo>
                  <a:lnTo>
                    <a:pt x="197688" y="227164"/>
                  </a:lnTo>
                  <a:lnTo>
                    <a:pt x="197688" y="218084"/>
                  </a:lnTo>
                  <a:close/>
                </a:path>
                <a:path w="226694" h="246380">
                  <a:moveTo>
                    <a:pt x="198132" y="198335"/>
                  </a:moveTo>
                  <a:lnTo>
                    <a:pt x="197065" y="197713"/>
                  </a:lnTo>
                  <a:lnTo>
                    <a:pt x="197065" y="206705"/>
                  </a:lnTo>
                  <a:lnTo>
                    <a:pt x="198132" y="207365"/>
                  </a:lnTo>
                  <a:lnTo>
                    <a:pt x="198132" y="198335"/>
                  </a:lnTo>
                  <a:close/>
                </a:path>
                <a:path w="226694" h="246380">
                  <a:moveTo>
                    <a:pt x="199809" y="219227"/>
                  </a:moveTo>
                  <a:lnTo>
                    <a:pt x="198793" y="218313"/>
                  </a:lnTo>
                  <a:lnTo>
                    <a:pt x="198793" y="227558"/>
                  </a:lnTo>
                  <a:lnTo>
                    <a:pt x="199809" y="228358"/>
                  </a:lnTo>
                  <a:lnTo>
                    <a:pt x="199809" y="219227"/>
                  </a:lnTo>
                  <a:close/>
                </a:path>
                <a:path w="226694" h="246380">
                  <a:moveTo>
                    <a:pt x="200647" y="199047"/>
                  </a:moveTo>
                  <a:lnTo>
                    <a:pt x="199517" y="198399"/>
                  </a:lnTo>
                  <a:lnTo>
                    <a:pt x="199517" y="207352"/>
                  </a:lnTo>
                  <a:lnTo>
                    <a:pt x="200647" y="208153"/>
                  </a:lnTo>
                  <a:lnTo>
                    <a:pt x="200647" y="199047"/>
                  </a:lnTo>
                  <a:close/>
                </a:path>
                <a:path w="226694" h="246380">
                  <a:moveTo>
                    <a:pt x="202412" y="171640"/>
                  </a:moveTo>
                  <a:lnTo>
                    <a:pt x="200202" y="169646"/>
                  </a:lnTo>
                  <a:lnTo>
                    <a:pt x="198386" y="171716"/>
                  </a:lnTo>
                  <a:lnTo>
                    <a:pt x="198386" y="179959"/>
                  </a:lnTo>
                  <a:lnTo>
                    <a:pt x="201904" y="179209"/>
                  </a:lnTo>
                  <a:lnTo>
                    <a:pt x="202412" y="171640"/>
                  </a:lnTo>
                  <a:close/>
                </a:path>
                <a:path w="226694" h="246380">
                  <a:moveTo>
                    <a:pt x="202590" y="199720"/>
                  </a:moveTo>
                  <a:lnTo>
                    <a:pt x="201447" y="199047"/>
                  </a:lnTo>
                  <a:lnTo>
                    <a:pt x="201447" y="208153"/>
                  </a:lnTo>
                  <a:lnTo>
                    <a:pt x="202590" y="208864"/>
                  </a:lnTo>
                  <a:lnTo>
                    <a:pt x="202590" y="199720"/>
                  </a:lnTo>
                  <a:close/>
                </a:path>
                <a:path w="226694" h="246380">
                  <a:moveTo>
                    <a:pt x="202907" y="78892"/>
                  </a:moveTo>
                  <a:lnTo>
                    <a:pt x="202590" y="78219"/>
                  </a:lnTo>
                  <a:lnTo>
                    <a:pt x="201904" y="78892"/>
                  </a:lnTo>
                  <a:lnTo>
                    <a:pt x="202399" y="79451"/>
                  </a:lnTo>
                  <a:lnTo>
                    <a:pt x="202907" y="78892"/>
                  </a:lnTo>
                  <a:close/>
                </a:path>
                <a:path w="226694" h="246380">
                  <a:moveTo>
                    <a:pt x="204622" y="198539"/>
                  </a:moveTo>
                  <a:lnTo>
                    <a:pt x="180340" y="185077"/>
                  </a:lnTo>
                  <a:lnTo>
                    <a:pt x="180733" y="186690"/>
                  </a:lnTo>
                  <a:lnTo>
                    <a:pt x="203593" y="199263"/>
                  </a:lnTo>
                  <a:lnTo>
                    <a:pt x="203492" y="209753"/>
                  </a:lnTo>
                  <a:lnTo>
                    <a:pt x="189750" y="205460"/>
                  </a:lnTo>
                  <a:lnTo>
                    <a:pt x="189750" y="206895"/>
                  </a:lnTo>
                  <a:lnTo>
                    <a:pt x="203479" y="211277"/>
                  </a:lnTo>
                  <a:lnTo>
                    <a:pt x="203454" y="213436"/>
                  </a:lnTo>
                  <a:lnTo>
                    <a:pt x="189750" y="208864"/>
                  </a:lnTo>
                  <a:lnTo>
                    <a:pt x="189750" y="210451"/>
                  </a:lnTo>
                  <a:lnTo>
                    <a:pt x="203441" y="214731"/>
                  </a:lnTo>
                  <a:lnTo>
                    <a:pt x="203403" y="220395"/>
                  </a:lnTo>
                  <a:lnTo>
                    <a:pt x="202920" y="221068"/>
                  </a:lnTo>
                  <a:lnTo>
                    <a:pt x="202920" y="227545"/>
                  </a:lnTo>
                  <a:lnTo>
                    <a:pt x="203936" y="227545"/>
                  </a:lnTo>
                  <a:lnTo>
                    <a:pt x="204050" y="222211"/>
                  </a:lnTo>
                  <a:lnTo>
                    <a:pt x="204317" y="220891"/>
                  </a:lnTo>
                  <a:lnTo>
                    <a:pt x="204317" y="208648"/>
                  </a:lnTo>
                  <a:lnTo>
                    <a:pt x="204622" y="207810"/>
                  </a:lnTo>
                  <a:lnTo>
                    <a:pt x="204317" y="201447"/>
                  </a:lnTo>
                  <a:lnTo>
                    <a:pt x="204622" y="198539"/>
                  </a:lnTo>
                  <a:close/>
                </a:path>
                <a:path w="226694" h="246380">
                  <a:moveTo>
                    <a:pt x="205270" y="77673"/>
                  </a:moveTo>
                  <a:lnTo>
                    <a:pt x="204774" y="77673"/>
                  </a:lnTo>
                  <a:lnTo>
                    <a:pt x="204622" y="79463"/>
                  </a:lnTo>
                  <a:lnTo>
                    <a:pt x="205041" y="79463"/>
                  </a:lnTo>
                  <a:lnTo>
                    <a:pt x="205270" y="77673"/>
                  </a:lnTo>
                  <a:close/>
                </a:path>
                <a:path w="226694" h="246380">
                  <a:moveTo>
                    <a:pt x="205638" y="222084"/>
                  </a:moveTo>
                  <a:lnTo>
                    <a:pt x="204978" y="222707"/>
                  </a:lnTo>
                  <a:lnTo>
                    <a:pt x="204978" y="227838"/>
                  </a:lnTo>
                  <a:lnTo>
                    <a:pt x="205638" y="227838"/>
                  </a:lnTo>
                  <a:lnTo>
                    <a:pt x="205638" y="222084"/>
                  </a:lnTo>
                  <a:close/>
                </a:path>
                <a:path w="226694" h="246380">
                  <a:moveTo>
                    <a:pt x="206057" y="95504"/>
                  </a:moveTo>
                  <a:lnTo>
                    <a:pt x="205041" y="93548"/>
                  </a:lnTo>
                  <a:lnTo>
                    <a:pt x="203301" y="95173"/>
                  </a:lnTo>
                  <a:lnTo>
                    <a:pt x="202920" y="102222"/>
                  </a:lnTo>
                  <a:lnTo>
                    <a:pt x="205638" y="102146"/>
                  </a:lnTo>
                  <a:lnTo>
                    <a:pt x="206057" y="95504"/>
                  </a:lnTo>
                  <a:close/>
                </a:path>
                <a:path w="226694" h="246380">
                  <a:moveTo>
                    <a:pt x="207479" y="119900"/>
                  </a:moveTo>
                  <a:lnTo>
                    <a:pt x="206794" y="119164"/>
                  </a:lnTo>
                  <a:lnTo>
                    <a:pt x="206197" y="120421"/>
                  </a:lnTo>
                  <a:lnTo>
                    <a:pt x="206298" y="121450"/>
                  </a:lnTo>
                  <a:lnTo>
                    <a:pt x="206997" y="121450"/>
                  </a:lnTo>
                  <a:lnTo>
                    <a:pt x="207124" y="121158"/>
                  </a:lnTo>
                  <a:lnTo>
                    <a:pt x="207251" y="120421"/>
                  </a:lnTo>
                  <a:lnTo>
                    <a:pt x="207479" y="119900"/>
                  </a:lnTo>
                  <a:close/>
                </a:path>
                <a:path w="226694" h="246380">
                  <a:moveTo>
                    <a:pt x="208000" y="77038"/>
                  </a:moveTo>
                  <a:lnTo>
                    <a:pt x="207124" y="77787"/>
                  </a:lnTo>
                  <a:lnTo>
                    <a:pt x="207124" y="79451"/>
                  </a:lnTo>
                  <a:lnTo>
                    <a:pt x="208000" y="79222"/>
                  </a:lnTo>
                  <a:lnTo>
                    <a:pt x="208000" y="77038"/>
                  </a:lnTo>
                  <a:close/>
                </a:path>
                <a:path w="226694" h="246380">
                  <a:moveTo>
                    <a:pt x="208483" y="237032"/>
                  </a:moveTo>
                  <a:lnTo>
                    <a:pt x="197142" y="234188"/>
                  </a:lnTo>
                  <a:lnTo>
                    <a:pt x="190436" y="232498"/>
                  </a:lnTo>
                  <a:lnTo>
                    <a:pt x="190131" y="232498"/>
                  </a:lnTo>
                  <a:lnTo>
                    <a:pt x="189966" y="233641"/>
                  </a:lnTo>
                  <a:lnTo>
                    <a:pt x="190068" y="234188"/>
                  </a:lnTo>
                  <a:lnTo>
                    <a:pt x="190131" y="234492"/>
                  </a:lnTo>
                  <a:lnTo>
                    <a:pt x="189750" y="235191"/>
                  </a:lnTo>
                  <a:lnTo>
                    <a:pt x="190131" y="235699"/>
                  </a:lnTo>
                  <a:lnTo>
                    <a:pt x="190042" y="237972"/>
                  </a:lnTo>
                  <a:lnTo>
                    <a:pt x="189992" y="239572"/>
                  </a:lnTo>
                  <a:lnTo>
                    <a:pt x="189750" y="245973"/>
                  </a:lnTo>
                  <a:lnTo>
                    <a:pt x="190436" y="246303"/>
                  </a:lnTo>
                  <a:lnTo>
                    <a:pt x="190436" y="245541"/>
                  </a:lnTo>
                  <a:lnTo>
                    <a:pt x="190741" y="240017"/>
                  </a:lnTo>
                  <a:lnTo>
                    <a:pt x="207289" y="243014"/>
                  </a:lnTo>
                  <a:lnTo>
                    <a:pt x="207987" y="242354"/>
                  </a:lnTo>
                  <a:lnTo>
                    <a:pt x="190766" y="239306"/>
                  </a:lnTo>
                  <a:lnTo>
                    <a:pt x="190842" y="237655"/>
                  </a:lnTo>
                  <a:lnTo>
                    <a:pt x="206463" y="241007"/>
                  </a:lnTo>
                  <a:lnTo>
                    <a:pt x="206806" y="240144"/>
                  </a:lnTo>
                  <a:lnTo>
                    <a:pt x="190868" y="236994"/>
                  </a:lnTo>
                  <a:lnTo>
                    <a:pt x="190957" y="236270"/>
                  </a:lnTo>
                  <a:lnTo>
                    <a:pt x="207492" y="239560"/>
                  </a:lnTo>
                  <a:lnTo>
                    <a:pt x="207492" y="238531"/>
                  </a:lnTo>
                  <a:lnTo>
                    <a:pt x="190677" y="235064"/>
                  </a:lnTo>
                  <a:lnTo>
                    <a:pt x="190766" y="234188"/>
                  </a:lnTo>
                  <a:lnTo>
                    <a:pt x="208483" y="237972"/>
                  </a:lnTo>
                  <a:lnTo>
                    <a:pt x="208483" y="237032"/>
                  </a:lnTo>
                  <a:close/>
                </a:path>
                <a:path w="226694" h="246380">
                  <a:moveTo>
                    <a:pt x="209308" y="179654"/>
                  </a:moveTo>
                  <a:lnTo>
                    <a:pt x="209181" y="172059"/>
                  </a:lnTo>
                  <a:lnTo>
                    <a:pt x="206794" y="169570"/>
                  </a:lnTo>
                  <a:lnTo>
                    <a:pt x="204317" y="172402"/>
                  </a:lnTo>
                  <a:lnTo>
                    <a:pt x="204406" y="179362"/>
                  </a:lnTo>
                  <a:lnTo>
                    <a:pt x="209308" y="179654"/>
                  </a:lnTo>
                  <a:close/>
                </a:path>
                <a:path w="226694" h="246380">
                  <a:moveTo>
                    <a:pt x="209550" y="196888"/>
                  </a:moveTo>
                  <a:lnTo>
                    <a:pt x="208470" y="197916"/>
                  </a:lnTo>
                  <a:lnTo>
                    <a:pt x="208470" y="226834"/>
                  </a:lnTo>
                  <a:lnTo>
                    <a:pt x="209550" y="226923"/>
                  </a:lnTo>
                  <a:lnTo>
                    <a:pt x="209550" y="196888"/>
                  </a:lnTo>
                  <a:close/>
                </a:path>
                <a:path w="226694" h="246380">
                  <a:moveTo>
                    <a:pt x="211302" y="77381"/>
                  </a:moveTo>
                  <a:lnTo>
                    <a:pt x="210324" y="77152"/>
                  </a:lnTo>
                  <a:lnTo>
                    <a:pt x="210235" y="79235"/>
                  </a:lnTo>
                  <a:lnTo>
                    <a:pt x="211074" y="79463"/>
                  </a:lnTo>
                  <a:lnTo>
                    <a:pt x="211302" y="77381"/>
                  </a:lnTo>
                  <a:close/>
                </a:path>
                <a:path w="226694" h="246380">
                  <a:moveTo>
                    <a:pt x="213398" y="77812"/>
                  </a:moveTo>
                  <a:lnTo>
                    <a:pt x="212623" y="78193"/>
                  </a:lnTo>
                  <a:lnTo>
                    <a:pt x="212534" y="79794"/>
                  </a:lnTo>
                  <a:lnTo>
                    <a:pt x="212966" y="79794"/>
                  </a:lnTo>
                  <a:lnTo>
                    <a:pt x="213398" y="77812"/>
                  </a:lnTo>
                  <a:close/>
                </a:path>
                <a:path w="226694" h="246380">
                  <a:moveTo>
                    <a:pt x="216293" y="78892"/>
                  </a:moveTo>
                  <a:lnTo>
                    <a:pt x="215303" y="78892"/>
                  </a:lnTo>
                  <a:lnTo>
                    <a:pt x="215125" y="80606"/>
                  </a:lnTo>
                  <a:lnTo>
                    <a:pt x="215874" y="80746"/>
                  </a:lnTo>
                  <a:lnTo>
                    <a:pt x="216293" y="78892"/>
                  </a:lnTo>
                  <a:close/>
                </a:path>
                <a:path w="226694" h="246380">
                  <a:moveTo>
                    <a:pt x="216357" y="76441"/>
                  </a:moveTo>
                  <a:lnTo>
                    <a:pt x="215544" y="76441"/>
                  </a:lnTo>
                  <a:lnTo>
                    <a:pt x="215544" y="77000"/>
                  </a:lnTo>
                  <a:lnTo>
                    <a:pt x="215823" y="77000"/>
                  </a:lnTo>
                  <a:lnTo>
                    <a:pt x="216052" y="77216"/>
                  </a:lnTo>
                  <a:lnTo>
                    <a:pt x="216192" y="77000"/>
                  </a:lnTo>
                  <a:lnTo>
                    <a:pt x="216293" y="76796"/>
                  </a:lnTo>
                  <a:lnTo>
                    <a:pt x="216357" y="76441"/>
                  </a:lnTo>
                  <a:close/>
                </a:path>
                <a:path w="226694" h="246380">
                  <a:moveTo>
                    <a:pt x="216992" y="172618"/>
                  </a:moveTo>
                  <a:lnTo>
                    <a:pt x="215011" y="169125"/>
                  </a:lnTo>
                  <a:lnTo>
                    <a:pt x="212420" y="171310"/>
                  </a:lnTo>
                  <a:lnTo>
                    <a:pt x="212293" y="178892"/>
                  </a:lnTo>
                  <a:lnTo>
                    <a:pt x="216623" y="179209"/>
                  </a:lnTo>
                  <a:lnTo>
                    <a:pt x="216992" y="172618"/>
                  </a:lnTo>
                  <a:close/>
                </a:path>
                <a:path w="226694" h="246380">
                  <a:moveTo>
                    <a:pt x="217131" y="226834"/>
                  </a:moveTo>
                  <a:lnTo>
                    <a:pt x="215874" y="196888"/>
                  </a:lnTo>
                  <a:lnTo>
                    <a:pt x="214617" y="198031"/>
                  </a:lnTo>
                  <a:lnTo>
                    <a:pt x="216065" y="226834"/>
                  </a:lnTo>
                  <a:lnTo>
                    <a:pt x="217131" y="226834"/>
                  </a:lnTo>
                  <a:close/>
                </a:path>
                <a:path w="226694" h="246380">
                  <a:moveTo>
                    <a:pt x="223037" y="172783"/>
                  </a:moveTo>
                  <a:lnTo>
                    <a:pt x="221640" y="169633"/>
                  </a:lnTo>
                  <a:lnTo>
                    <a:pt x="219430" y="172046"/>
                  </a:lnTo>
                  <a:lnTo>
                    <a:pt x="219430" y="179133"/>
                  </a:lnTo>
                  <a:lnTo>
                    <a:pt x="222897" y="179717"/>
                  </a:lnTo>
                  <a:lnTo>
                    <a:pt x="223037" y="172783"/>
                  </a:lnTo>
                  <a:close/>
                </a:path>
                <a:path w="226694" h="246380">
                  <a:moveTo>
                    <a:pt x="225044" y="187439"/>
                  </a:moveTo>
                  <a:lnTo>
                    <a:pt x="223608" y="187032"/>
                  </a:lnTo>
                  <a:lnTo>
                    <a:pt x="220687" y="191871"/>
                  </a:lnTo>
                  <a:lnTo>
                    <a:pt x="221284" y="230009"/>
                  </a:lnTo>
                  <a:lnTo>
                    <a:pt x="223012" y="230047"/>
                  </a:lnTo>
                  <a:lnTo>
                    <a:pt x="222631" y="191731"/>
                  </a:lnTo>
                  <a:lnTo>
                    <a:pt x="225044" y="187439"/>
                  </a:lnTo>
                  <a:close/>
                </a:path>
                <a:path w="226694" h="246380">
                  <a:moveTo>
                    <a:pt x="226174" y="162915"/>
                  </a:moveTo>
                  <a:lnTo>
                    <a:pt x="225323" y="162052"/>
                  </a:lnTo>
                  <a:lnTo>
                    <a:pt x="224053" y="161340"/>
                  </a:lnTo>
                  <a:lnTo>
                    <a:pt x="221424" y="160578"/>
                  </a:lnTo>
                  <a:lnTo>
                    <a:pt x="221081" y="132194"/>
                  </a:lnTo>
                  <a:lnTo>
                    <a:pt x="221272" y="131978"/>
                  </a:lnTo>
                  <a:lnTo>
                    <a:pt x="221373" y="131533"/>
                  </a:lnTo>
                  <a:lnTo>
                    <a:pt x="221437" y="130975"/>
                  </a:lnTo>
                  <a:lnTo>
                    <a:pt x="221526" y="130467"/>
                  </a:lnTo>
                  <a:lnTo>
                    <a:pt x="221322" y="130213"/>
                  </a:lnTo>
                  <a:lnTo>
                    <a:pt x="221818" y="130111"/>
                  </a:lnTo>
                  <a:lnTo>
                    <a:pt x="222364" y="129387"/>
                  </a:lnTo>
                  <a:lnTo>
                    <a:pt x="222516" y="128257"/>
                  </a:lnTo>
                  <a:lnTo>
                    <a:pt x="222897" y="127850"/>
                  </a:lnTo>
                  <a:lnTo>
                    <a:pt x="223050" y="127101"/>
                  </a:lnTo>
                  <a:lnTo>
                    <a:pt x="222897" y="126403"/>
                  </a:lnTo>
                  <a:lnTo>
                    <a:pt x="222808" y="126263"/>
                  </a:lnTo>
                  <a:lnTo>
                    <a:pt x="223367" y="125882"/>
                  </a:lnTo>
                  <a:lnTo>
                    <a:pt x="223456" y="125717"/>
                  </a:lnTo>
                  <a:lnTo>
                    <a:pt x="223659" y="125298"/>
                  </a:lnTo>
                  <a:lnTo>
                    <a:pt x="223748" y="124294"/>
                  </a:lnTo>
                  <a:lnTo>
                    <a:pt x="224358" y="124294"/>
                  </a:lnTo>
                  <a:lnTo>
                    <a:pt x="224205" y="123799"/>
                  </a:lnTo>
                  <a:lnTo>
                    <a:pt x="224091" y="121793"/>
                  </a:lnTo>
                  <a:lnTo>
                    <a:pt x="223761" y="121513"/>
                  </a:lnTo>
                  <a:lnTo>
                    <a:pt x="223761" y="123799"/>
                  </a:lnTo>
                  <a:lnTo>
                    <a:pt x="223278" y="124294"/>
                  </a:lnTo>
                  <a:lnTo>
                    <a:pt x="222897" y="124815"/>
                  </a:lnTo>
                  <a:lnTo>
                    <a:pt x="222618" y="125298"/>
                  </a:lnTo>
                  <a:lnTo>
                    <a:pt x="222211" y="125298"/>
                  </a:lnTo>
                  <a:lnTo>
                    <a:pt x="222211" y="126987"/>
                  </a:lnTo>
                  <a:lnTo>
                    <a:pt x="222211" y="127368"/>
                  </a:lnTo>
                  <a:lnTo>
                    <a:pt x="221640" y="127368"/>
                  </a:lnTo>
                  <a:lnTo>
                    <a:pt x="221640" y="128905"/>
                  </a:lnTo>
                  <a:lnTo>
                    <a:pt x="221284" y="129463"/>
                  </a:lnTo>
                  <a:lnTo>
                    <a:pt x="220865" y="129387"/>
                  </a:lnTo>
                  <a:lnTo>
                    <a:pt x="220497" y="129171"/>
                  </a:lnTo>
                  <a:lnTo>
                    <a:pt x="220497" y="130009"/>
                  </a:lnTo>
                  <a:lnTo>
                    <a:pt x="220497" y="130467"/>
                  </a:lnTo>
                  <a:lnTo>
                    <a:pt x="220319" y="130810"/>
                  </a:lnTo>
                  <a:lnTo>
                    <a:pt x="220052" y="130975"/>
                  </a:lnTo>
                  <a:lnTo>
                    <a:pt x="219811" y="130975"/>
                  </a:lnTo>
                  <a:lnTo>
                    <a:pt x="219710" y="160134"/>
                  </a:lnTo>
                  <a:lnTo>
                    <a:pt x="217817" y="159626"/>
                  </a:lnTo>
                  <a:lnTo>
                    <a:pt x="212864" y="159054"/>
                  </a:lnTo>
                  <a:lnTo>
                    <a:pt x="207098" y="159054"/>
                  </a:lnTo>
                  <a:lnTo>
                    <a:pt x="201866" y="159270"/>
                  </a:lnTo>
                  <a:lnTo>
                    <a:pt x="201460" y="130733"/>
                  </a:lnTo>
                  <a:lnTo>
                    <a:pt x="202387" y="130467"/>
                  </a:lnTo>
                  <a:lnTo>
                    <a:pt x="203809" y="130149"/>
                  </a:lnTo>
                  <a:lnTo>
                    <a:pt x="204609" y="129997"/>
                  </a:lnTo>
                  <a:lnTo>
                    <a:pt x="206248" y="129628"/>
                  </a:lnTo>
                  <a:lnTo>
                    <a:pt x="206832" y="129628"/>
                  </a:lnTo>
                  <a:lnTo>
                    <a:pt x="209562" y="129997"/>
                  </a:lnTo>
                  <a:lnTo>
                    <a:pt x="210858" y="130149"/>
                  </a:lnTo>
                  <a:lnTo>
                    <a:pt x="212407" y="130467"/>
                  </a:lnTo>
                  <a:lnTo>
                    <a:pt x="213423" y="130467"/>
                  </a:lnTo>
                  <a:lnTo>
                    <a:pt x="214503" y="130810"/>
                  </a:lnTo>
                  <a:lnTo>
                    <a:pt x="215544" y="130975"/>
                  </a:lnTo>
                  <a:lnTo>
                    <a:pt x="215150" y="130975"/>
                  </a:lnTo>
                  <a:lnTo>
                    <a:pt x="218694" y="131533"/>
                  </a:lnTo>
                  <a:lnTo>
                    <a:pt x="219189" y="131978"/>
                  </a:lnTo>
                  <a:lnTo>
                    <a:pt x="219710" y="160134"/>
                  </a:lnTo>
                  <a:lnTo>
                    <a:pt x="219710" y="130937"/>
                  </a:lnTo>
                  <a:lnTo>
                    <a:pt x="219392" y="130810"/>
                  </a:lnTo>
                  <a:lnTo>
                    <a:pt x="218986" y="130467"/>
                  </a:lnTo>
                  <a:lnTo>
                    <a:pt x="218643" y="130467"/>
                  </a:lnTo>
                  <a:lnTo>
                    <a:pt x="217741" y="130149"/>
                  </a:lnTo>
                  <a:lnTo>
                    <a:pt x="217208" y="130149"/>
                  </a:lnTo>
                  <a:lnTo>
                    <a:pt x="216420" y="129997"/>
                  </a:lnTo>
                  <a:lnTo>
                    <a:pt x="215023" y="129628"/>
                  </a:lnTo>
                  <a:lnTo>
                    <a:pt x="214858" y="129628"/>
                  </a:lnTo>
                  <a:lnTo>
                    <a:pt x="213766" y="129324"/>
                  </a:lnTo>
                  <a:lnTo>
                    <a:pt x="213245" y="129108"/>
                  </a:lnTo>
                  <a:lnTo>
                    <a:pt x="212293" y="129108"/>
                  </a:lnTo>
                  <a:lnTo>
                    <a:pt x="211505" y="128892"/>
                  </a:lnTo>
                  <a:lnTo>
                    <a:pt x="206463" y="128892"/>
                  </a:lnTo>
                  <a:lnTo>
                    <a:pt x="206044" y="128752"/>
                  </a:lnTo>
                  <a:lnTo>
                    <a:pt x="205422" y="128752"/>
                  </a:lnTo>
                  <a:lnTo>
                    <a:pt x="204978" y="128892"/>
                  </a:lnTo>
                  <a:lnTo>
                    <a:pt x="203606" y="128892"/>
                  </a:lnTo>
                  <a:lnTo>
                    <a:pt x="202577" y="129324"/>
                  </a:lnTo>
                  <a:lnTo>
                    <a:pt x="202361" y="129324"/>
                  </a:lnTo>
                  <a:lnTo>
                    <a:pt x="202006" y="129628"/>
                  </a:lnTo>
                  <a:lnTo>
                    <a:pt x="201676" y="129628"/>
                  </a:lnTo>
                  <a:lnTo>
                    <a:pt x="201066" y="129997"/>
                  </a:lnTo>
                  <a:lnTo>
                    <a:pt x="200647" y="129997"/>
                  </a:lnTo>
                  <a:lnTo>
                    <a:pt x="200647" y="128257"/>
                  </a:lnTo>
                  <a:lnTo>
                    <a:pt x="200202" y="128765"/>
                  </a:lnTo>
                  <a:lnTo>
                    <a:pt x="200202" y="129463"/>
                  </a:lnTo>
                  <a:lnTo>
                    <a:pt x="200202" y="129997"/>
                  </a:lnTo>
                  <a:lnTo>
                    <a:pt x="199453" y="129997"/>
                  </a:lnTo>
                  <a:lnTo>
                    <a:pt x="199491" y="129628"/>
                  </a:lnTo>
                  <a:lnTo>
                    <a:pt x="199580" y="129324"/>
                  </a:lnTo>
                  <a:lnTo>
                    <a:pt x="199707" y="129108"/>
                  </a:lnTo>
                  <a:lnTo>
                    <a:pt x="199809" y="128892"/>
                  </a:lnTo>
                  <a:lnTo>
                    <a:pt x="199898" y="128752"/>
                  </a:lnTo>
                  <a:lnTo>
                    <a:pt x="199974" y="128612"/>
                  </a:lnTo>
                  <a:lnTo>
                    <a:pt x="200799" y="128155"/>
                  </a:lnTo>
                  <a:lnTo>
                    <a:pt x="204063" y="127279"/>
                  </a:lnTo>
                  <a:lnTo>
                    <a:pt x="209194" y="127114"/>
                  </a:lnTo>
                  <a:lnTo>
                    <a:pt x="213525" y="127368"/>
                  </a:lnTo>
                  <a:lnTo>
                    <a:pt x="216623" y="128257"/>
                  </a:lnTo>
                  <a:lnTo>
                    <a:pt x="218884" y="129095"/>
                  </a:lnTo>
                  <a:lnTo>
                    <a:pt x="220497" y="130009"/>
                  </a:lnTo>
                  <a:lnTo>
                    <a:pt x="220497" y="129171"/>
                  </a:lnTo>
                  <a:lnTo>
                    <a:pt x="219633" y="128625"/>
                  </a:lnTo>
                  <a:lnTo>
                    <a:pt x="218592" y="127863"/>
                  </a:lnTo>
                  <a:lnTo>
                    <a:pt x="214630" y="126682"/>
                  </a:lnTo>
                  <a:lnTo>
                    <a:pt x="212534" y="126403"/>
                  </a:lnTo>
                  <a:lnTo>
                    <a:pt x="209664" y="126212"/>
                  </a:lnTo>
                  <a:lnTo>
                    <a:pt x="206641" y="126326"/>
                  </a:lnTo>
                  <a:lnTo>
                    <a:pt x="199186" y="128257"/>
                  </a:lnTo>
                  <a:lnTo>
                    <a:pt x="198234" y="128257"/>
                  </a:lnTo>
                  <a:lnTo>
                    <a:pt x="197840" y="127863"/>
                  </a:lnTo>
                  <a:lnTo>
                    <a:pt x="198056" y="127279"/>
                  </a:lnTo>
                  <a:lnTo>
                    <a:pt x="198793" y="126568"/>
                  </a:lnTo>
                  <a:lnTo>
                    <a:pt x="199644" y="126085"/>
                  </a:lnTo>
                  <a:lnTo>
                    <a:pt x="200113" y="126403"/>
                  </a:lnTo>
                  <a:lnTo>
                    <a:pt x="201091" y="125717"/>
                  </a:lnTo>
                  <a:lnTo>
                    <a:pt x="207124" y="124536"/>
                  </a:lnTo>
                  <a:lnTo>
                    <a:pt x="209931" y="124714"/>
                  </a:lnTo>
                  <a:lnTo>
                    <a:pt x="221424" y="128587"/>
                  </a:lnTo>
                  <a:lnTo>
                    <a:pt x="221640" y="128905"/>
                  </a:lnTo>
                  <a:lnTo>
                    <a:pt x="221640" y="127368"/>
                  </a:lnTo>
                  <a:lnTo>
                    <a:pt x="220510" y="126555"/>
                  </a:lnTo>
                  <a:lnTo>
                    <a:pt x="218376" y="125717"/>
                  </a:lnTo>
                  <a:lnTo>
                    <a:pt x="216293" y="125120"/>
                  </a:lnTo>
                  <a:lnTo>
                    <a:pt x="211518" y="124040"/>
                  </a:lnTo>
                  <a:lnTo>
                    <a:pt x="207479" y="123647"/>
                  </a:lnTo>
                  <a:lnTo>
                    <a:pt x="204978" y="123875"/>
                  </a:lnTo>
                  <a:lnTo>
                    <a:pt x="202526" y="124320"/>
                  </a:lnTo>
                  <a:lnTo>
                    <a:pt x="200647" y="124752"/>
                  </a:lnTo>
                  <a:lnTo>
                    <a:pt x="199250" y="125120"/>
                  </a:lnTo>
                  <a:lnTo>
                    <a:pt x="199529" y="125818"/>
                  </a:lnTo>
                  <a:lnTo>
                    <a:pt x="199250" y="125628"/>
                  </a:lnTo>
                  <a:lnTo>
                    <a:pt x="199059" y="124879"/>
                  </a:lnTo>
                  <a:lnTo>
                    <a:pt x="198526" y="124879"/>
                  </a:lnTo>
                  <a:lnTo>
                    <a:pt x="198234" y="125298"/>
                  </a:lnTo>
                  <a:lnTo>
                    <a:pt x="197777" y="125120"/>
                  </a:lnTo>
                  <a:lnTo>
                    <a:pt x="197637" y="124714"/>
                  </a:lnTo>
                  <a:lnTo>
                    <a:pt x="198056" y="124333"/>
                  </a:lnTo>
                  <a:lnTo>
                    <a:pt x="198132" y="123647"/>
                  </a:lnTo>
                  <a:lnTo>
                    <a:pt x="198374" y="123571"/>
                  </a:lnTo>
                  <a:lnTo>
                    <a:pt x="198983" y="123799"/>
                  </a:lnTo>
                  <a:lnTo>
                    <a:pt x="199453" y="124155"/>
                  </a:lnTo>
                  <a:lnTo>
                    <a:pt x="199580" y="123799"/>
                  </a:lnTo>
                  <a:lnTo>
                    <a:pt x="199656" y="123571"/>
                  </a:lnTo>
                  <a:lnTo>
                    <a:pt x="200190" y="123101"/>
                  </a:lnTo>
                  <a:lnTo>
                    <a:pt x="201904" y="122605"/>
                  </a:lnTo>
                  <a:lnTo>
                    <a:pt x="208965" y="122605"/>
                  </a:lnTo>
                  <a:lnTo>
                    <a:pt x="214223" y="123571"/>
                  </a:lnTo>
                  <a:lnTo>
                    <a:pt x="215734" y="123799"/>
                  </a:lnTo>
                  <a:lnTo>
                    <a:pt x="216585" y="123799"/>
                  </a:lnTo>
                  <a:lnTo>
                    <a:pt x="219417" y="124815"/>
                  </a:lnTo>
                  <a:lnTo>
                    <a:pt x="220510" y="125717"/>
                  </a:lnTo>
                  <a:lnTo>
                    <a:pt x="221361" y="126568"/>
                  </a:lnTo>
                  <a:lnTo>
                    <a:pt x="222084" y="126822"/>
                  </a:lnTo>
                  <a:lnTo>
                    <a:pt x="222211" y="126987"/>
                  </a:lnTo>
                  <a:lnTo>
                    <a:pt x="222211" y="125298"/>
                  </a:lnTo>
                  <a:lnTo>
                    <a:pt x="221551" y="125298"/>
                  </a:lnTo>
                  <a:lnTo>
                    <a:pt x="220091" y="124294"/>
                  </a:lnTo>
                  <a:lnTo>
                    <a:pt x="220357" y="124294"/>
                  </a:lnTo>
                  <a:lnTo>
                    <a:pt x="221068" y="123367"/>
                  </a:lnTo>
                  <a:lnTo>
                    <a:pt x="220675" y="122605"/>
                  </a:lnTo>
                  <a:lnTo>
                    <a:pt x="219887" y="123571"/>
                  </a:lnTo>
                  <a:lnTo>
                    <a:pt x="219659" y="123799"/>
                  </a:lnTo>
                  <a:lnTo>
                    <a:pt x="218884" y="123799"/>
                  </a:lnTo>
                  <a:lnTo>
                    <a:pt x="218059" y="123571"/>
                  </a:lnTo>
                  <a:lnTo>
                    <a:pt x="218363" y="123571"/>
                  </a:lnTo>
                  <a:lnTo>
                    <a:pt x="218274" y="123101"/>
                  </a:lnTo>
                  <a:lnTo>
                    <a:pt x="218236" y="122897"/>
                  </a:lnTo>
                  <a:lnTo>
                    <a:pt x="218135" y="121450"/>
                  </a:lnTo>
                  <a:lnTo>
                    <a:pt x="218071" y="121158"/>
                  </a:lnTo>
                  <a:lnTo>
                    <a:pt x="217665" y="121158"/>
                  </a:lnTo>
                  <a:lnTo>
                    <a:pt x="217271" y="121450"/>
                  </a:lnTo>
                  <a:lnTo>
                    <a:pt x="217131" y="121450"/>
                  </a:lnTo>
                  <a:lnTo>
                    <a:pt x="217131" y="123101"/>
                  </a:lnTo>
                  <a:lnTo>
                    <a:pt x="216801" y="123101"/>
                  </a:lnTo>
                  <a:lnTo>
                    <a:pt x="215315" y="122605"/>
                  </a:lnTo>
                  <a:lnTo>
                    <a:pt x="215392" y="121793"/>
                  </a:lnTo>
                  <a:lnTo>
                    <a:pt x="215722" y="121158"/>
                  </a:lnTo>
                  <a:lnTo>
                    <a:pt x="215607" y="120954"/>
                  </a:lnTo>
                  <a:lnTo>
                    <a:pt x="215125" y="120129"/>
                  </a:lnTo>
                  <a:lnTo>
                    <a:pt x="214503" y="121450"/>
                  </a:lnTo>
                  <a:lnTo>
                    <a:pt x="214439" y="122605"/>
                  </a:lnTo>
                  <a:lnTo>
                    <a:pt x="211823" y="122148"/>
                  </a:lnTo>
                  <a:lnTo>
                    <a:pt x="212534" y="122148"/>
                  </a:lnTo>
                  <a:lnTo>
                    <a:pt x="212445" y="120954"/>
                  </a:lnTo>
                  <a:lnTo>
                    <a:pt x="212064" y="120129"/>
                  </a:lnTo>
                  <a:lnTo>
                    <a:pt x="212026" y="119900"/>
                  </a:lnTo>
                  <a:lnTo>
                    <a:pt x="211912" y="120129"/>
                  </a:lnTo>
                  <a:lnTo>
                    <a:pt x="211518" y="120954"/>
                  </a:lnTo>
                  <a:lnTo>
                    <a:pt x="211518" y="122148"/>
                  </a:lnTo>
                  <a:lnTo>
                    <a:pt x="209816" y="121793"/>
                  </a:lnTo>
                  <a:lnTo>
                    <a:pt x="210235" y="120954"/>
                  </a:lnTo>
                  <a:lnTo>
                    <a:pt x="209550" y="119748"/>
                  </a:lnTo>
                  <a:lnTo>
                    <a:pt x="209486" y="119900"/>
                  </a:lnTo>
                  <a:lnTo>
                    <a:pt x="209384" y="120129"/>
                  </a:lnTo>
                  <a:lnTo>
                    <a:pt x="209270" y="120421"/>
                  </a:lnTo>
                  <a:lnTo>
                    <a:pt x="209169" y="120662"/>
                  </a:lnTo>
                  <a:lnTo>
                    <a:pt x="209130" y="121793"/>
                  </a:lnTo>
                  <a:lnTo>
                    <a:pt x="207098" y="121793"/>
                  </a:lnTo>
                  <a:lnTo>
                    <a:pt x="206997" y="121450"/>
                  </a:lnTo>
                  <a:lnTo>
                    <a:pt x="204762" y="121793"/>
                  </a:lnTo>
                  <a:lnTo>
                    <a:pt x="204647" y="121450"/>
                  </a:lnTo>
                  <a:lnTo>
                    <a:pt x="204558" y="121158"/>
                  </a:lnTo>
                  <a:lnTo>
                    <a:pt x="204495" y="120954"/>
                  </a:lnTo>
                  <a:lnTo>
                    <a:pt x="204406" y="120662"/>
                  </a:lnTo>
                  <a:lnTo>
                    <a:pt x="204317" y="120421"/>
                  </a:lnTo>
                  <a:lnTo>
                    <a:pt x="204203" y="120129"/>
                  </a:lnTo>
                  <a:lnTo>
                    <a:pt x="204114" y="119900"/>
                  </a:lnTo>
                  <a:lnTo>
                    <a:pt x="204050" y="119748"/>
                  </a:lnTo>
                  <a:lnTo>
                    <a:pt x="203314" y="119900"/>
                  </a:lnTo>
                  <a:lnTo>
                    <a:pt x="202819" y="119748"/>
                  </a:lnTo>
                  <a:lnTo>
                    <a:pt x="202730" y="119900"/>
                  </a:lnTo>
                  <a:lnTo>
                    <a:pt x="201955" y="121158"/>
                  </a:lnTo>
                  <a:lnTo>
                    <a:pt x="201574" y="121450"/>
                  </a:lnTo>
                  <a:lnTo>
                    <a:pt x="201320" y="121450"/>
                  </a:lnTo>
                  <a:lnTo>
                    <a:pt x="200494" y="120421"/>
                  </a:lnTo>
                  <a:lnTo>
                    <a:pt x="200190" y="120421"/>
                  </a:lnTo>
                  <a:lnTo>
                    <a:pt x="200190" y="122148"/>
                  </a:lnTo>
                  <a:lnTo>
                    <a:pt x="199097" y="122148"/>
                  </a:lnTo>
                  <a:lnTo>
                    <a:pt x="198755" y="121450"/>
                  </a:lnTo>
                  <a:lnTo>
                    <a:pt x="198691" y="121158"/>
                  </a:lnTo>
                  <a:lnTo>
                    <a:pt x="198208" y="122148"/>
                  </a:lnTo>
                  <a:lnTo>
                    <a:pt x="198145" y="122605"/>
                  </a:lnTo>
                  <a:lnTo>
                    <a:pt x="198767" y="122605"/>
                  </a:lnTo>
                  <a:lnTo>
                    <a:pt x="197307" y="122897"/>
                  </a:lnTo>
                  <a:lnTo>
                    <a:pt x="196862" y="123101"/>
                  </a:lnTo>
                  <a:lnTo>
                    <a:pt x="196583" y="123101"/>
                  </a:lnTo>
                  <a:lnTo>
                    <a:pt x="196507" y="122897"/>
                  </a:lnTo>
                  <a:lnTo>
                    <a:pt x="196405" y="122605"/>
                  </a:lnTo>
                  <a:lnTo>
                    <a:pt x="196164" y="122148"/>
                  </a:lnTo>
                  <a:lnTo>
                    <a:pt x="195821" y="121793"/>
                  </a:lnTo>
                  <a:lnTo>
                    <a:pt x="195973" y="121793"/>
                  </a:lnTo>
                  <a:lnTo>
                    <a:pt x="195999" y="121272"/>
                  </a:lnTo>
                  <a:lnTo>
                    <a:pt x="197307" y="119964"/>
                  </a:lnTo>
                  <a:lnTo>
                    <a:pt x="198526" y="119380"/>
                  </a:lnTo>
                  <a:lnTo>
                    <a:pt x="202260" y="118491"/>
                  </a:lnTo>
                  <a:lnTo>
                    <a:pt x="206044" y="118338"/>
                  </a:lnTo>
                  <a:lnTo>
                    <a:pt x="209550" y="118338"/>
                  </a:lnTo>
                  <a:lnTo>
                    <a:pt x="222783" y="122148"/>
                  </a:lnTo>
                  <a:lnTo>
                    <a:pt x="222910" y="122326"/>
                  </a:lnTo>
                  <a:lnTo>
                    <a:pt x="223050" y="122529"/>
                  </a:lnTo>
                  <a:lnTo>
                    <a:pt x="223367" y="122897"/>
                  </a:lnTo>
                  <a:lnTo>
                    <a:pt x="223481" y="123367"/>
                  </a:lnTo>
                  <a:lnTo>
                    <a:pt x="223583" y="123799"/>
                  </a:lnTo>
                  <a:lnTo>
                    <a:pt x="223761" y="123799"/>
                  </a:lnTo>
                  <a:lnTo>
                    <a:pt x="223761" y="121513"/>
                  </a:lnTo>
                  <a:lnTo>
                    <a:pt x="223405" y="121196"/>
                  </a:lnTo>
                  <a:lnTo>
                    <a:pt x="223608" y="117729"/>
                  </a:lnTo>
                  <a:lnTo>
                    <a:pt x="223304" y="113106"/>
                  </a:lnTo>
                  <a:lnTo>
                    <a:pt x="223050" y="111048"/>
                  </a:lnTo>
                  <a:lnTo>
                    <a:pt x="223608" y="110959"/>
                  </a:lnTo>
                  <a:lnTo>
                    <a:pt x="223761" y="110820"/>
                  </a:lnTo>
                  <a:lnTo>
                    <a:pt x="224053" y="110782"/>
                  </a:lnTo>
                  <a:lnTo>
                    <a:pt x="224218" y="110578"/>
                  </a:lnTo>
                  <a:lnTo>
                    <a:pt x="224409" y="110426"/>
                  </a:lnTo>
                  <a:lnTo>
                    <a:pt x="224599" y="110147"/>
                  </a:lnTo>
                  <a:lnTo>
                    <a:pt x="224599" y="108953"/>
                  </a:lnTo>
                  <a:lnTo>
                    <a:pt x="224345" y="108331"/>
                  </a:lnTo>
                  <a:lnTo>
                    <a:pt x="224053" y="108051"/>
                  </a:lnTo>
                  <a:lnTo>
                    <a:pt x="223964" y="107746"/>
                  </a:lnTo>
                  <a:lnTo>
                    <a:pt x="223761" y="107518"/>
                  </a:lnTo>
                  <a:lnTo>
                    <a:pt x="223761" y="108953"/>
                  </a:lnTo>
                  <a:lnTo>
                    <a:pt x="223634" y="109778"/>
                  </a:lnTo>
                  <a:lnTo>
                    <a:pt x="223367" y="110147"/>
                  </a:lnTo>
                  <a:lnTo>
                    <a:pt x="223037" y="110147"/>
                  </a:lnTo>
                  <a:lnTo>
                    <a:pt x="222897" y="109855"/>
                  </a:lnTo>
                  <a:lnTo>
                    <a:pt x="222897" y="117373"/>
                  </a:lnTo>
                  <a:lnTo>
                    <a:pt x="222897" y="119964"/>
                  </a:lnTo>
                  <a:lnTo>
                    <a:pt x="222681" y="120802"/>
                  </a:lnTo>
                  <a:lnTo>
                    <a:pt x="221361" y="120307"/>
                  </a:lnTo>
                  <a:lnTo>
                    <a:pt x="221551" y="114325"/>
                  </a:lnTo>
                  <a:lnTo>
                    <a:pt x="221246" y="113626"/>
                  </a:lnTo>
                  <a:lnTo>
                    <a:pt x="220268" y="114325"/>
                  </a:lnTo>
                  <a:lnTo>
                    <a:pt x="220268" y="119748"/>
                  </a:lnTo>
                  <a:lnTo>
                    <a:pt x="219011" y="119380"/>
                  </a:lnTo>
                  <a:lnTo>
                    <a:pt x="217487" y="119024"/>
                  </a:lnTo>
                  <a:lnTo>
                    <a:pt x="217220" y="111506"/>
                  </a:lnTo>
                  <a:lnTo>
                    <a:pt x="216979" y="110769"/>
                  </a:lnTo>
                  <a:lnTo>
                    <a:pt x="215544" y="111506"/>
                  </a:lnTo>
                  <a:lnTo>
                    <a:pt x="214858" y="112242"/>
                  </a:lnTo>
                  <a:lnTo>
                    <a:pt x="214630" y="114020"/>
                  </a:lnTo>
                  <a:lnTo>
                    <a:pt x="214439" y="118186"/>
                  </a:lnTo>
                  <a:lnTo>
                    <a:pt x="212623" y="117729"/>
                  </a:lnTo>
                  <a:lnTo>
                    <a:pt x="211061" y="117475"/>
                  </a:lnTo>
                  <a:lnTo>
                    <a:pt x="210858" y="112979"/>
                  </a:lnTo>
                  <a:lnTo>
                    <a:pt x="210235" y="110248"/>
                  </a:lnTo>
                  <a:lnTo>
                    <a:pt x="209308" y="110248"/>
                  </a:lnTo>
                  <a:lnTo>
                    <a:pt x="208457" y="110959"/>
                  </a:lnTo>
                  <a:lnTo>
                    <a:pt x="207581" y="112001"/>
                  </a:lnTo>
                  <a:lnTo>
                    <a:pt x="207492" y="117475"/>
                  </a:lnTo>
                  <a:lnTo>
                    <a:pt x="204978" y="117373"/>
                  </a:lnTo>
                  <a:lnTo>
                    <a:pt x="204978" y="112001"/>
                  </a:lnTo>
                  <a:lnTo>
                    <a:pt x="204419" y="110248"/>
                  </a:lnTo>
                  <a:lnTo>
                    <a:pt x="203936" y="109118"/>
                  </a:lnTo>
                  <a:lnTo>
                    <a:pt x="203390" y="109118"/>
                  </a:lnTo>
                  <a:lnTo>
                    <a:pt x="202907" y="109321"/>
                  </a:lnTo>
                  <a:lnTo>
                    <a:pt x="202412" y="109855"/>
                  </a:lnTo>
                  <a:lnTo>
                    <a:pt x="201904" y="110147"/>
                  </a:lnTo>
                  <a:lnTo>
                    <a:pt x="201447" y="110578"/>
                  </a:lnTo>
                  <a:lnTo>
                    <a:pt x="201447" y="111048"/>
                  </a:lnTo>
                  <a:lnTo>
                    <a:pt x="201180" y="111734"/>
                  </a:lnTo>
                  <a:lnTo>
                    <a:pt x="201447" y="117563"/>
                  </a:lnTo>
                  <a:lnTo>
                    <a:pt x="200647" y="117805"/>
                  </a:lnTo>
                  <a:lnTo>
                    <a:pt x="198374" y="118338"/>
                  </a:lnTo>
                  <a:lnTo>
                    <a:pt x="198005" y="118554"/>
                  </a:lnTo>
                  <a:lnTo>
                    <a:pt x="198056" y="118186"/>
                  </a:lnTo>
                  <a:lnTo>
                    <a:pt x="198056" y="117729"/>
                  </a:lnTo>
                  <a:lnTo>
                    <a:pt x="197777" y="116814"/>
                  </a:lnTo>
                  <a:lnTo>
                    <a:pt x="197637" y="109461"/>
                  </a:lnTo>
                  <a:lnTo>
                    <a:pt x="197370" y="109499"/>
                  </a:lnTo>
                  <a:lnTo>
                    <a:pt x="207137" y="106756"/>
                  </a:lnTo>
                  <a:lnTo>
                    <a:pt x="210654" y="106908"/>
                  </a:lnTo>
                  <a:lnTo>
                    <a:pt x="222897" y="117373"/>
                  </a:lnTo>
                  <a:lnTo>
                    <a:pt x="222897" y="109855"/>
                  </a:lnTo>
                  <a:lnTo>
                    <a:pt x="222681" y="109804"/>
                  </a:lnTo>
                  <a:lnTo>
                    <a:pt x="219887" y="107988"/>
                  </a:lnTo>
                  <a:lnTo>
                    <a:pt x="213931" y="106451"/>
                  </a:lnTo>
                  <a:lnTo>
                    <a:pt x="211061" y="105968"/>
                  </a:lnTo>
                  <a:lnTo>
                    <a:pt x="207759" y="105791"/>
                  </a:lnTo>
                  <a:lnTo>
                    <a:pt x="203936" y="105968"/>
                  </a:lnTo>
                  <a:lnTo>
                    <a:pt x="197307" y="108496"/>
                  </a:lnTo>
                  <a:lnTo>
                    <a:pt x="196684" y="107899"/>
                  </a:lnTo>
                  <a:lnTo>
                    <a:pt x="196024" y="107365"/>
                  </a:lnTo>
                  <a:lnTo>
                    <a:pt x="197840" y="105714"/>
                  </a:lnTo>
                  <a:lnTo>
                    <a:pt x="198374" y="105549"/>
                  </a:lnTo>
                  <a:lnTo>
                    <a:pt x="198716" y="105321"/>
                  </a:lnTo>
                  <a:lnTo>
                    <a:pt x="199250" y="105105"/>
                  </a:lnTo>
                  <a:lnTo>
                    <a:pt x="200787" y="104698"/>
                  </a:lnTo>
                  <a:lnTo>
                    <a:pt x="201447" y="104343"/>
                  </a:lnTo>
                  <a:lnTo>
                    <a:pt x="203238" y="103759"/>
                  </a:lnTo>
                  <a:lnTo>
                    <a:pt x="205422" y="103441"/>
                  </a:lnTo>
                  <a:lnTo>
                    <a:pt x="206463" y="103390"/>
                  </a:lnTo>
                  <a:lnTo>
                    <a:pt x="211505" y="103441"/>
                  </a:lnTo>
                  <a:lnTo>
                    <a:pt x="212852" y="103759"/>
                  </a:lnTo>
                  <a:lnTo>
                    <a:pt x="215734" y="104152"/>
                  </a:lnTo>
                  <a:lnTo>
                    <a:pt x="216611" y="104597"/>
                  </a:lnTo>
                  <a:lnTo>
                    <a:pt x="218744" y="105244"/>
                  </a:lnTo>
                  <a:lnTo>
                    <a:pt x="220268" y="105905"/>
                  </a:lnTo>
                  <a:lnTo>
                    <a:pt x="221284" y="106133"/>
                  </a:lnTo>
                  <a:lnTo>
                    <a:pt x="221640" y="106578"/>
                  </a:lnTo>
                  <a:lnTo>
                    <a:pt x="222351" y="107162"/>
                  </a:lnTo>
                  <a:lnTo>
                    <a:pt x="222897" y="107365"/>
                  </a:lnTo>
                  <a:lnTo>
                    <a:pt x="223037" y="108000"/>
                  </a:lnTo>
                  <a:lnTo>
                    <a:pt x="223608" y="108496"/>
                  </a:lnTo>
                  <a:lnTo>
                    <a:pt x="223761" y="108953"/>
                  </a:lnTo>
                  <a:lnTo>
                    <a:pt x="223761" y="107518"/>
                  </a:lnTo>
                  <a:lnTo>
                    <a:pt x="223634" y="107365"/>
                  </a:lnTo>
                  <a:lnTo>
                    <a:pt x="222631" y="105981"/>
                  </a:lnTo>
                  <a:lnTo>
                    <a:pt x="222351" y="105905"/>
                  </a:lnTo>
                  <a:lnTo>
                    <a:pt x="222211" y="105638"/>
                  </a:lnTo>
                  <a:lnTo>
                    <a:pt x="220268" y="104698"/>
                  </a:lnTo>
                  <a:lnTo>
                    <a:pt x="219684" y="104368"/>
                  </a:lnTo>
                  <a:lnTo>
                    <a:pt x="219875" y="104406"/>
                  </a:lnTo>
                  <a:lnTo>
                    <a:pt x="219875" y="80086"/>
                  </a:lnTo>
                  <a:lnTo>
                    <a:pt x="220027" y="80327"/>
                  </a:lnTo>
                  <a:lnTo>
                    <a:pt x="220268" y="80022"/>
                  </a:lnTo>
                  <a:lnTo>
                    <a:pt x="220726" y="79756"/>
                  </a:lnTo>
                  <a:lnTo>
                    <a:pt x="220891" y="79590"/>
                  </a:lnTo>
                  <a:lnTo>
                    <a:pt x="220891" y="79222"/>
                  </a:lnTo>
                  <a:lnTo>
                    <a:pt x="220891" y="78892"/>
                  </a:lnTo>
                  <a:lnTo>
                    <a:pt x="221081" y="78549"/>
                  </a:lnTo>
                  <a:lnTo>
                    <a:pt x="220891" y="78130"/>
                  </a:lnTo>
                  <a:lnTo>
                    <a:pt x="220789" y="77558"/>
                  </a:lnTo>
                  <a:lnTo>
                    <a:pt x="220687" y="77381"/>
                  </a:lnTo>
                  <a:lnTo>
                    <a:pt x="220446" y="77000"/>
                  </a:lnTo>
                  <a:lnTo>
                    <a:pt x="220281" y="76796"/>
                  </a:lnTo>
                  <a:lnTo>
                    <a:pt x="221068" y="69900"/>
                  </a:lnTo>
                  <a:lnTo>
                    <a:pt x="219608" y="68072"/>
                  </a:lnTo>
                  <a:lnTo>
                    <a:pt x="219608" y="71843"/>
                  </a:lnTo>
                  <a:lnTo>
                    <a:pt x="219240" y="75463"/>
                  </a:lnTo>
                  <a:lnTo>
                    <a:pt x="218897" y="75463"/>
                  </a:lnTo>
                  <a:lnTo>
                    <a:pt x="218135" y="75031"/>
                  </a:lnTo>
                  <a:lnTo>
                    <a:pt x="216623" y="74396"/>
                  </a:lnTo>
                  <a:lnTo>
                    <a:pt x="216065" y="74180"/>
                  </a:lnTo>
                  <a:lnTo>
                    <a:pt x="215315" y="73977"/>
                  </a:lnTo>
                  <a:lnTo>
                    <a:pt x="214439" y="73660"/>
                  </a:lnTo>
                  <a:lnTo>
                    <a:pt x="213271" y="73317"/>
                  </a:lnTo>
                  <a:lnTo>
                    <a:pt x="211518" y="72948"/>
                  </a:lnTo>
                  <a:lnTo>
                    <a:pt x="210858" y="72771"/>
                  </a:lnTo>
                  <a:lnTo>
                    <a:pt x="209931" y="72428"/>
                  </a:lnTo>
                  <a:lnTo>
                    <a:pt x="206476" y="72428"/>
                  </a:lnTo>
                  <a:lnTo>
                    <a:pt x="205638" y="72580"/>
                  </a:lnTo>
                  <a:lnTo>
                    <a:pt x="204978" y="72771"/>
                  </a:lnTo>
                  <a:lnTo>
                    <a:pt x="204050" y="72771"/>
                  </a:lnTo>
                  <a:lnTo>
                    <a:pt x="203873" y="72948"/>
                  </a:lnTo>
                  <a:lnTo>
                    <a:pt x="203606" y="73152"/>
                  </a:lnTo>
                  <a:lnTo>
                    <a:pt x="203314" y="73152"/>
                  </a:lnTo>
                  <a:lnTo>
                    <a:pt x="202907" y="73317"/>
                  </a:lnTo>
                  <a:lnTo>
                    <a:pt x="202196" y="73317"/>
                  </a:lnTo>
                  <a:lnTo>
                    <a:pt x="202196" y="73660"/>
                  </a:lnTo>
                  <a:lnTo>
                    <a:pt x="201726" y="73660"/>
                  </a:lnTo>
                  <a:lnTo>
                    <a:pt x="201460" y="73825"/>
                  </a:lnTo>
                  <a:lnTo>
                    <a:pt x="201193" y="73825"/>
                  </a:lnTo>
                  <a:lnTo>
                    <a:pt x="200799" y="73977"/>
                  </a:lnTo>
                  <a:lnTo>
                    <a:pt x="200621" y="74091"/>
                  </a:lnTo>
                  <a:lnTo>
                    <a:pt x="200202" y="68478"/>
                  </a:lnTo>
                  <a:lnTo>
                    <a:pt x="202920" y="64985"/>
                  </a:lnTo>
                  <a:lnTo>
                    <a:pt x="206095" y="63347"/>
                  </a:lnTo>
                  <a:lnTo>
                    <a:pt x="209664" y="61620"/>
                  </a:lnTo>
                  <a:lnTo>
                    <a:pt x="213677" y="62585"/>
                  </a:lnTo>
                  <a:lnTo>
                    <a:pt x="216408" y="66408"/>
                  </a:lnTo>
                  <a:lnTo>
                    <a:pt x="217970" y="68694"/>
                  </a:lnTo>
                  <a:lnTo>
                    <a:pt x="219608" y="71843"/>
                  </a:lnTo>
                  <a:lnTo>
                    <a:pt x="219608" y="68072"/>
                  </a:lnTo>
                  <a:lnTo>
                    <a:pt x="216623" y="64312"/>
                  </a:lnTo>
                  <a:lnTo>
                    <a:pt x="212420" y="60909"/>
                  </a:lnTo>
                  <a:lnTo>
                    <a:pt x="212382" y="58661"/>
                  </a:lnTo>
                  <a:lnTo>
                    <a:pt x="212293" y="58331"/>
                  </a:lnTo>
                  <a:lnTo>
                    <a:pt x="212407" y="57835"/>
                  </a:lnTo>
                  <a:lnTo>
                    <a:pt x="212407" y="56781"/>
                  </a:lnTo>
                  <a:lnTo>
                    <a:pt x="211912" y="55473"/>
                  </a:lnTo>
                  <a:lnTo>
                    <a:pt x="211912" y="59194"/>
                  </a:lnTo>
                  <a:lnTo>
                    <a:pt x="211912" y="59766"/>
                  </a:lnTo>
                  <a:lnTo>
                    <a:pt x="211505" y="60452"/>
                  </a:lnTo>
                  <a:lnTo>
                    <a:pt x="211505" y="60858"/>
                  </a:lnTo>
                  <a:lnTo>
                    <a:pt x="211074" y="60858"/>
                  </a:lnTo>
                  <a:lnTo>
                    <a:pt x="209740" y="60756"/>
                  </a:lnTo>
                  <a:lnTo>
                    <a:pt x="209194" y="60452"/>
                  </a:lnTo>
                  <a:lnTo>
                    <a:pt x="208915" y="59766"/>
                  </a:lnTo>
                  <a:lnTo>
                    <a:pt x="208915" y="59194"/>
                  </a:lnTo>
                  <a:lnTo>
                    <a:pt x="211912" y="59194"/>
                  </a:lnTo>
                  <a:lnTo>
                    <a:pt x="211912" y="55473"/>
                  </a:lnTo>
                  <a:lnTo>
                    <a:pt x="211594" y="55346"/>
                  </a:lnTo>
                  <a:lnTo>
                    <a:pt x="211975" y="55346"/>
                  </a:lnTo>
                  <a:lnTo>
                    <a:pt x="212064" y="55156"/>
                  </a:lnTo>
                  <a:lnTo>
                    <a:pt x="212293" y="54698"/>
                  </a:lnTo>
                  <a:lnTo>
                    <a:pt x="212102" y="54330"/>
                  </a:lnTo>
                  <a:lnTo>
                    <a:pt x="211848" y="53848"/>
                  </a:lnTo>
                  <a:lnTo>
                    <a:pt x="211632" y="53505"/>
                  </a:lnTo>
                  <a:lnTo>
                    <a:pt x="211899" y="53124"/>
                  </a:lnTo>
                  <a:lnTo>
                    <a:pt x="211543" y="52438"/>
                  </a:lnTo>
                  <a:lnTo>
                    <a:pt x="211543" y="57912"/>
                  </a:lnTo>
                  <a:lnTo>
                    <a:pt x="211505" y="59042"/>
                  </a:lnTo>
                  <a:lnTo>
                    <a:pt x="208915" y="59042"/>
                  </a:lnTo>
                  <a:lnTo>
                    <a:pt x="209626" y="58661"/>
                  </a:lnTo>
                  <a:lnTo>
                    <a:pt x="210858" y="58661"/>
                  </a:lnTo>
                  <a:lnTo>
                    <a:pt x="211505" y="59042"/>
                  </a:lnTo>
                  <a:lnTo>
                    <a:pt x="211505" y="57912"/>
                  </a:lnTo>
                  <a:lnTo>
                    <a:pt x="209677" y="57912"/>
                  </a:lnTo>
                  <a:lnTo>
                    <a:pt x="209677" y="57683"/>
                  </a:lnTo>
                  <a:lnTo>
                    <a:pt x="209308" y="57035"/>
                  </a:lnTo>
                  <a:lnTo>
                    <a:pt x="209677" y="56388"/>
                  </a:lnTo>
                  <a:lnTo>
                    <a:pt x="210654" y="56261"/>
                  </a:lnTo>
                  <a:lnTo>
                    <a:pt x="211302" y="56388"/>
                  </a:lnTo>
                  <a:lnTo>
                    <a:pt x="211518" y="56781"/>
                  </a:lnTo>
                  <a:lnTo>
                    <a:pt x="211518" y="57835"/>
                  </a:lnTo>
                  <a:lnTo>
                    <a:pt x="211543" y="52438"/>
                  </a:lnTo>
                  <a:lnTo>
                    <a:pt x="211518" y="51917"/>
                  </a:lnTo>
                  <a:lnTo>
                    <a:pt x="211366" y="51777"/>
                  </a:lnTo>
                  <a:lnTo>
                    <a:pt x="211366" y="55156"/>
                  </a:lnTo>
                  <a:lnTo>
                    <a:pt x="211137" y="55156"/>
                  </a:lnTo>
                  <a:lnTo>
                    <a:pt x="211366" y="55156"/>
                  </a:lnTo>
                  <a:lnTo>
                    <a:pt x="211366" y="51777"/>
                  </a:lnTo>
                  <a:lnTo>
                    <a:pt x="211531" y="51650"/>
                  </a:lnTo>
                  <a:lnTo>
                    <a:pt x="211899" y="51269"/>
                  </a:lnTo>
                  <a:lnTo>
                    <a:pt x="211899" y="50584"/>
                  </a:lnTo>
                  <a:lnTo>
                    <a:pt x="211759" y="49923"/>
                  </a:lnTo>
                  <a:lnTo>
                    <a:pt x="211315" y="49110"/>
                  </a:lnTo>
                  <a:lnTo>
                    <a:pt x="211315" y="50927"/>
                  </a:lnTo>
                  <a:lnTo>
                    <a:pt x="211188" y="51142"/>
                  </a:lnTo>
                  <a:lnTo>
                    <a:pt x="211188" y="52387"/>
                  </a:lnTo>
                  <a:lnTo>
                    <a:pt x="211074" y="53047"/>
                  </a:lnTo>
                  <a:lnTo>
                    <a:pt x="211074" y="53289"/>
                  </a:lnTo>
                  <a:lnTo>
                    <a:pt x="210185" y="53289"/>
                  </a:lnTo>
                  <a:lnTo>
                    <a:pt x="209931" y="52603"/>
                  </a:lnTo>
                  <a:lnTo>
                    <a:pt x="210235" y="52171"/>
                  </a:lnTo>
                  <a:lnTo>
                    <a:pt x="210858" y="52260"/>
                  </a:lnTo>
                  <a:lnTo>
                    <a:pt x="211188" y="52387"/>
                  </a:lnTo>
                  <a:lnTo>
                    <a:pt x="211188" y="51142"/>
                  </a:lnTo>
                  <a:lnTo>
                    <a:pt x="210972" y="51485"/>
                  </a:lnTo>
                  <a:lnTo>
                    <a:pt x="210235" y="51562"/>
                  </a:lnTo>
                  <a:lnTo>
                    <a:pt x="209931" y="50927"/>
                  </a:lnTo>
                  <a:lnTo>
                    <a:pt x="209931" y="50419"/>
                  </a:lnTo>
                  <a:lnTo>
                    <a:pt x="210210" y="50063"/>
                  </a:lnTo>
                  <a:lnTo>
                    <a:pt x="210870" y="50063"/>
                  </a:lnTo>
                  <a:lnTo>
                    <a:pt x="211061" y="50241"/>
                  </a:lnTo>
                  <a:lnTo>
                    <a:pt x="211315" y="50927"/>
                  </a:lnTo>
                  <a:lnTo>
                    <a:pt x="211315" y="49110"/>
                  </a:lnTo>
                  <a:lnTo>
                    <a:pt x="210870" y="48983"/>
                  </a:lnTo>
                  <a:lnTo>
                    <a:pt x="210235" y="48983"/>
                  </a:lnTo>
                  <a:lnTo>
                    <a:pt x="210235" y="47586"/>
                  </a:lnTo>
                  <a:lnTo>
                    <a:pt x="210578" y="46062"/>
                  </a:lnTo>
                  <a:lnTo>
                    <a:pt x="210642" y="44399"/>
                  </a:lnTo>
                  <a:lnTo>
                    <a:pt x="210997" y="45783"/>
                  </a:lnTo>
                  <a:lnTo>
                    <a:pt x="211074" y="48996"/>
                  </a:lnTo>
                  <a:lnTo>
                    <a:pt x="211518" y="48996"/>
                  </a:lnTo>
                  <a:lnTo>
                    <a:pt x="211518" y="45783"/>
                  </a:lnTo>
                  <a:lnTo>
                    <a:pt x="211328" y="44399"/>
                  </a:lnTo>
                  <a:lnTo>
                    <a:pt x="211302" y="44196"/>
                  </a:lnTo>
                  <a:lnTo>
                    <a:pt x="210642" y="41516"/>
                  </a:lnTo>
                  <a:lnTo>
                    <a:pt x="210235" y="44399"/>
                  </a:lnTo>
                  <a:lnTo>
                    <a:pt x="209943" y="46062"/>
                  </a:lnTo>
                  <a:lnTo>
                    <a:pt x="209296" y="48996"/>
                  </a:lnTo>
                  <a:lnTo>
                    <a:pt x="210185" y="48996"/>
                  </a:lnTo>
                  <a:lnTo>
                    <a:pt x="209550" y="49491"/>
                  </a:lnTo>
                  <a:lnTo>
                    <a:pt x="209194" y="50584"/>
                  </a:lnTo>
                  <a:lnTo>
                    <a:pt x="209245" y="51574"/>
                  </a:lnTo>
                  <a:lnTo>
                    <a:pt x="209194" y="52489"/>
                  </a:lnTo>
                  <a:lnTo>
                    <a:pt x="209296" y="53225"/>
                  </a:lnTo>
                  <a:lnTo>
                    <a:pt x="209486" y="53403"/>
                  </a:lnTo>
                  <a:lnTo>
                    <a:pt x="209245" y="53835"/>
                  </a:lnTo>
                  <a:lnTo>
                    <a:pt x="210502" y="53835"/>
                  </a:lnTo>
                  <a:lnTo>
                    <a:pt x="210756" y="54025"/>
                  </a:lnTo>
                  <a:lnTo>
                    <a:pt x="210604" y="54051"/>
                  </a:lnTo>
                  <a:lnTo>
                    <a:pt x="210604" y="55156"/>
                  </a:lnTo>
                  <a:lnTo>
                    <a:pt x="210312" y="55283"/>
                  </a:lnTo>
                  <a:lnTo>
                    <a:pt x="209550" y="55473"/>
                  </a:lnTo>
                  <a:lnTo>
                    <a:pt x="209626" y="55156"/>
                  </a:lnTo>
                  <a:lnTo>
                    <a:pt x="210604" y="55156"/>
                  </a:lnTo>
                  <a:lnTo>
                    <a:pt x="210604" y="54051"/>
                  </a:lnTo>
                  <a:lnTo>
                    <a:pt x="208927" y="54330"/>
                  </a:lnTo>
                  <a:lnTo>
                    <a:pt x="209016" y="55346"/>
                  </a:lnTo>
                  <a:lnTo>
                    <a:pt x="209092" y="55473"/>
                  </a:lnTo>
                  <a:lnTo>
                    <a:pt x="209207" y="55714"/>
                  </a:lnTo>
                  <a:lnTo>
                    <a:pt x="208927" y="55905"/>
                  </a:lnTo>
                  <a:lnTo>
                    <a:pt x="208521" y="57086"/>
                  </a:lnTo>
                  <a:lnTo>
                    <a:pt x="208800" y="58140"/>
                  </a:lnTo>
                  <a:lnTo>
                    <a:pt x="208470" y="58813"/>
                  </a:lnTo>
                  <a:lnTo>
                    <a:pt x="208381" y="59042"/>
                  </a:lnTo>
                  <a:lnTo>
                    <a:pt x="208318" y="59194"/>
                  </a:lnTo>
                  <a:lnTo>
                    <a:pt x="208102" y="59766"/>
                  </a:lnTo>
                  <a:lnTo>
                    <a:pt x="208267" y="60452"/>
                  </a:lnTo>
                  <a:lnTo>
                    <a:pt x="208330" y="60655"/>
                  </a:lnTo>
                  <a:lnTo>
                    <a:pt x="208165" y="60629"/>
                  </a:lnTo>
                  <a:lnTo>
                    <a:pt x="198526" y="71564"/>
                  </a:lnTo>
                  <a:lnTo>
                    <a:pt x="198526" y="73520"/>
                  </a:lnTo>
                  <a:lnTo>
                    <a:pt x="198640" y="75565"/>
                  </a:lnTo>
                  <a:lnTo>
                    <a:pt x="198793" y="75984"/>
                  </a:lnTo>
                  <a:lnTo>
                    <a:pt x="199072" y="76441"/>
                  </a:lnTo>
                  <a:lnTo>
                    <a:pt x="199174" y="76987"/>
                  </a:lnTo>
                  <a:lnTo>
                    <a:pt x="199186" y="77381"/>
                  </a:lnTo>
                  <a:lnTo>
                    <a:pt x="199453" y="77381"/>
                  </a:lnTo>
                  <a:lnTo>
                    <a:pt x="199809" y="77381"/>
                  </a:lnTo>
                  <a:lnTo>
                    <a:pt x="200113" y="76644"/>
                  </a:lnTo>
                  <a:lnTo>
                    <a:pt x="200279" y="76441"/>
                  </a:lnTo>
                  <a:lnTo>
                    <a:pt x="200621" y="75463"/>
                  </a:lnTo>
                  <a:lnTo>
                    <a:pt x="200888" y="75234"/>
                  </a:lnTo>
                  <a:lnTo>
                    <a:pt x="201218" y="75234"/>
                  </a:lnTo>
                  <a:lnTo>
                    <a:pt x="201460" y="75031"/>
                  </a:lnTo>
                  <a:lnTo>
                    <a:pt x="201663" y="75234"/>
                  </a:lnTo>
                  <a:lnTo>
                    <a:pt x="201828" y="75463"/>
                  </a:lnTo>
                  <a:lnTo>
                    <a:pt x="202057" y="75463"/>
                  </a:lnTo>
                  <a:lnTo>
                    <a:pt x="202057" y="76441"/>
                  </a:lnTo>
                  <a:lnTo>
                    <a:pt x="202209" y="76441"/>
                  </a:lnTo>
                  <a:lnTo>
                    <a:pt x="202260" y="75463"/>
                  </a:lnTo>
                  <a:lnTo>
                    <a:pt x="202361" y="75031"/>
                  </a:lnTo>
                  <a:lnTo>
                    <a:pt x="202476" y="74752"/>
                  </a:lnTo>
                  <a:lnTo>
                    <a:pt x="202692" y="74396"/>
                  </a:lnTo>
                  <a:lnTo>
                    <a:pt x="202920" y="74180"/>
                  </a:lnTo>
                  <a:lnTo>
                    <a:pt x="203123" y="74053"/>
                  </a:lnTo>
                  <a:lnTo>
                    <a:pt x="204152" y="75234"/>
                  </a:lnTo>
                  <a:lnTo>
                    <a:pt x="204457" y="75463"/>
                  </a:lnTo>
                  <a:lnTo>
                    <a:pt x="204546" y="75234"/>
                  </a:lnTo>
                  <a:lnTo>
                    <a:pt x="204635" y="75031"/>
                  </a:lnTo>
                  <a:lnTo>
                    <a:pt x="204749" y="74752"/>
                  </a:lnTo>
                  <a:lnTo>
                    <a:pt x="204978" y="74180"/>
                  </a:lnTo>
                  <a:lnTo>
                    <a:pt x="205155" y="73977"/>
                  </a:lnTo>
                  <a:lnTo>
                    <a:pt x="205282" y="73825"/>
                  </a:lnTo>
                  <a:lnTo>
                    <a:pt x="205257" y="73660"/>
                  </a:lnTo>
                  <a:lnTo>
                    <a:pt x="205854" y="73152"/>
                  </a:lnTo>
                  <a:lnTo>
                    <a:pt x="205955" y="73317"/>
                  </a:lnTo>
                  <a:lnTo>
                    <a:pt x="206197" y="73660"/>
                  </a:lnTo>
                  <a:lnTo>
                    <a:pt x="206476" y="73660"/>
                  </a:lnTo>
                  <a:lnTo>
                    <a:pt x="206590" y="73977"/>
                  </a:lnTo>
                  <a:lnTo>
                    <a:pt x="206667" y="74180"/>
                  </a:lnTo>
                  <a:lnTo>
                    <a:pt x="206794" y="75463"/>
                  </a:lnTo>
                  <a:lnTo>
                    <a:pt x="207479" y="75463"/>
                  </a:lnTo>
                  <a:lnTo>
                    <a:pt x="207518" y="75031"/>
                  </a:lnTo>
                  <a:lnTo>
                    <a:pt x="207645" y="74180"/>
                  </a:lnTo>
                  <a:lnTo>
                    <a:pt x="207835" y="73977"/>
                  </a:lnTo>
                  <a:lnTo>
                    <a:pt x="208483" y="73660"/>
                  </a:lnTo>
                  <a:lnTo>
                    <a:pt x="208521" y="73317"/>
                  </a:lnTo>
                  <a:lnTo>
                    <a:pt x="209550" y="75463"/>
                  </a:lnTo>
                  <a:lnTo>
                    <a:pt x="210324" y="75463"/>
                  </a:lnTo>
                  <a:lnTo>
                    <a:pt x="210324" y="74396"/>
                  </a:lnTo>
                  <a:lnTo>
                    <a:pt x="210858" y="74180"/>
                  </a:lnTo>
                  <a:lnTo>
                    <a:pt x="211188" y="73977"/>
                  </a:lnTo>
                  <a:lnTo>
                    <a:pt x="211518" y="73660"/>
                  </a:lnTo>
                  <a:lnTo>
                    <a:pt x="211848" y="73977"/>
                  </a:lnTo>
                  <a:lnTo>
                    <a:pt x="211950" y="74180"/>
                  </a:lnTo>
                  <a:lnTo>
                    <a:pt x="212026" y="74396"/>
                  </a:lnTo>
                  <a:lnTo>
                    <a:pt x="212229" y="74752"/>
                  </a:lnTo>
                  <a:lnTo>
                    <a:pt x="212305" y="75463"/>
                  </a:lnTo>
                  <a:lnTo>
                    <a:pt x="213156" y="75463"/>
                  </a:lnTo>
                  <a:lnTo>
                    <a:pt x="213245" y="75031"/>
                  </a:lnTo>
                  <a:lnTo>
                    <a:pt x="214439" y="74752"/>
                  </a:lnTo>
                  <a:lnTo>
                    <a:pt x="215011" y="74523"/>
                  </a:lnTo>
                  <a:lnTo>
                    <a:pt x="215087" y="74752"/>
                  </a:lnTo>
                  <a:lnTo>
                    <a:pt x="215176" y="75031"/>
                  </a:lnTo>
                  <a:lnTo>
                    <a:pt x="215239" y="75234"/>
                  </a:lnTo>
                  <a:lnTo>
                    <a:pt x="215315" y="75463"/>
                  </a:lnTo>
                  <a:lnTo>
                    <a:pt x="215544" y="75463"/>
                  </a:lnTo>
                  <a:lnTo>
                    <a:pt x="215544" y="76301"/>
                  </a:lnTo>
                  <a:lnTo>
                    <a:pt x="217843" y="75730"/>
                  </a:lnTo>
                  <a:lnTo>
                    <a:pt x="218274" y="76441"/>
                  </a:lnTo>
                  <a:lnTo>
                    <a:pt x="218173" y="77000"/>
                  </a:lnTo>
                  <a:lnTo>
                    <a:pt x="218135" y="77800"/>
                  </a:lnTo>
                  <a:lnTo>
                    <a:pt x="217830" y="77800"/>
                  </a:lnTo>
                  <a:lnTo>
                    <a:pt x="218478" y="78130"/>
                  </a:lnTo>
                  <a:lnTo>
                    <a:pt x="218922" y="78130"/>
                  </a:lnTo>
                  <a:lnTo>
                    <a:pt x="218973" y="77800"/>
                  </a:lnTo>
                  <a:lnTo>
                    <a:pt x="219100" y="77381"/>
                  </a:lnTo>
                  <a:lnTo>
                    <a:pt x="219265" y="77000"/>
                  </a:lnTo>
                  <a:lnTo>
                    <a:pt x="220192" y="77000"/>
                  </a:lnTo>
                  <a:lnTo>
                    <a:pt x="220268" y="78549"/>
                  </a:lnTo>
                  <a:lnTo>
                    <a:pt x="220027" y="78892"/>
                  </a:lnTo>
                  <a:lnTo>
                    <a:pt x="219938" y="79222"/>
                  </a:lnTo>
                  <a:lnTo>
                    <a:pt x="219176" y="79222"/>
                  </a:lnTo>
                  <a:lnTo>
                    <a:pt x="218414" y="78549"/>
                  </a:lnTo>
                  <a:lnTo>
                    <a:pt x="218071" y="78130"/>
                  </a:lnTo>
                  <a:lnTo>
                    <a:pt x="217754" y="77800"/>
                  </a:lnTo>
                  <a:lnTo>
                    <a:pt x="216649" y="77558"/>
                  </a:lnTo>
                  <a:lnTo>
                    <a:pt x="216979" y="77558"/>
                  </a:lnTo>
                  <a:lnTo>
                    <a:pt x="216128" y="77292"/>
                  </a:lnTo>
                  <a:lnTo>
                    <a:pt x="215950" y="77381"/>
                  </a:lnTo>
                  <a:lnTo>
                    <a:pt x="216027" y="77254"/>
                  </a:lnTo>
                  <a:lnTo>
                    <a:pt x="215265" y="77000"/>
                  </a:lnTo>
                  <a:lnTo>
                    <a:pt x="214858" y="77000"/>
                  </a:lnTo>
                  <a:lnTo>
                    <a:pt x="213931" y="76796"/>
                  </a:lnTo>
                  <a:lnTo>
                    <a:pt x="213245" y="76644"/>
                  </a:lnTo>
                  <a:lnTo>
                    <a:pt x="212534" y="76441"/>
                  </a:lnTo>
                  <a:lnTo>
                    <a:pt x="204762" y="76441"/>
                  </a:lnTo>
                  <a:lnTo>
                    <a:pt x="204317" y="76644"/>
                  </a:lnTo>
                  <a:lnTo>
                    <a:pt x="203631" y="76644"/>
                  </a:lnTo>
                  <a:lnTo>
                    <a:pt x="203339" y="76796"/>
                  </a:lnTo>
                  <a:lnTo>
                    <a:pt x="202742" y="77000"/>
                  </a:lnTo>
                  <a:lnTo>
                    <a:pt x="201726" y="77381"/>
                  </a:lnTo>
                  <a:lnTo>
                    <a:pt x="201460" y="77558"/>
                  </a:lnTo>
                  <a:lnTo>
                    <a:pt x="200799" y="77800"/>
                  </a:lnTo>
                  <a:lnTo>
                    <a:pt x="200063" y="78549"/>
                  </a:lnTo>
                  <a:lnTo>
                    <a:pt x="200304" y="78549"/>
                  </a:lnTo>
                  <a:lnTo>
                    <a:pt x="199809" y="78892"/>
                  </a:lnTo>
                  <a:lnTo>
                    <a:pt x="199656" y="78892"/>
                  </a:lnTo>
                  <a:lnTo>
                    <a:pt x="199682" y="78130"/>
                  </a:lnTo>
                  <a:lnTo>
                    <a:pt x="199809" y="77800"/>
                  </a:lnTo>
                  <a:lnTo>
                    <a:pt x="199898" y="77558"/>
                  </a:lnTo>
                  <a:lnTo>
                    <a:pt x="199809" y="77381"/>
                  </a:lnTo>
                  <a:lnTo>
                    <a:pt x="199593" y="77558"/>
                  </a:lnTo>
                  <a:lnTo>
                    <a:pt x="199453" y="77381"/>
                  </a:lnTo>
                  <a:lnTo>
                    <a:pt x="199453" y="77558"/>
                  </a:lnTo>
                  <a:lnTo>
                    <a:pt x="199186" y="77381"/>
                  </a:lnTo>
                  <a:lnTo>
                    <a:pt x="199250" y="79222"/>
                  </a:lnTo>
                  <a:lnTo>
                    <a:pt x="199453" y="79362"/>
                  </a:lnTo>
                  <a:lnTo>
                    <a:pt x="199593" y="79590"/>
                  </a:lnTo>
                  <a:lnTo>
                    <a:pt x="200253" y="79756"/>
                  </a:lnTo>
                  <a:lnTo>
                    <a:pt x="200431" y="79756"/>
                  </a:lnTo>
                  <a:lnTo>
                    <a:pt x="200380" y="79362"/>
                  </a:lnTo>
                  <a:lnTo>
                    <a:pt x="200253" y="79222"/>
                  </a:lnTo>
                  <a:lnTo>
                    <a:pt x="200482" y="78892"/>
                  </a:lnTo>
                  <a:lnTo>
                    <a:pt x="200723" y="78549"/>
                  </a:lnTo>
                  <a:lnTo>
                    <a:pt x="201091" y="78549"/>
                  </a:lnTo>
                  <a:lnTo>
                    <a:pt x="202476" y="77800"/>
                  </a:lnTo>
                  <a:lnTo>
                    <a:pt x="202755" y="77800"/>
                  </a:lnTo>
                  <a:lnTo>
                    <a:pt x="204317" y="77381"/>
                  </a:lnTo>
                  <a:lnTo>
                    <a:pt x="205409" y="77000"/>
                  </a:lnTo>
                  <a:lnTo>
                    <a:pt x="207137" y="77000"/>
                  </a:lnTo>
                  <a:lnTo>
                    <a:pt x="209499" y="76796"/>
                  </a:lnTo>
                  <a:lnTo>
                    <a:pt x="210705" y="76796"/>
                  </a:lnTo>
                  <a:lnTo>
                    <a:pt x="211366" y="77000"/>
                  </a:lnTo>
                  <a:lnTo>
                    <a:pt x="212369" y="77000"/>
                  </a:lnTo>
                  <a:lnTo>
                    <a:pt x="214452" y="77381"/>
                  </a:lnTo>
                  <a:lnTo>
                    <a:pt x="213982" y="77381"/>
                  </a:lnTo>
                  <a:lnTo>
                    <a:pt x="215138" y="77800"/>
                  </a:lnTo>
                  <a:lnTo>
                    <a:pt x="215760" y="77800"/>
                  </a:lnTo>
                  <a:lnTo>
                    <a:pt x="216408" y="78130"/>
                  </a:lnTo>
                  <a:lnTo>
                    <a:pt x="217157" y="78130"/>
                  </a:lnTo>
                  <a:lnTo>
                    <a:pt x="217843" y="78549"/>
                  </a:lnTo>
                  <a:lnTo>
                    <a:pt x="218351" y="78892"/>
                  </a:lnTo>
                  <a:lnTo>
                    <a:pt x="218871" y="79362"/>
                  </a:lnTo>
                  <a:lnTo>
                    <a:pt x="218147" y="78879"/>
                  </a:lnTo>
                  <a:lnTo>
                    <a:pt x="216979" y="79222"/>
                  </a:lnTo>
                  <a:lnTo>
                    <a:pt x="216611" y="81267"/>
                  </a:lnTo>
                  <a:lnTo>
                    <a:pt x="218465" y="81991"/>
                  </a:lnTo>
                  <a:lnTo>
                    <a:pt x="218846" y="82232"/>
                  </a:lnTo>
                  <a:lnTo>
                    <a:pt x="218795" y="86042"/>
                  </a:lnTo>
                  <a:lnTo>
                    <a:pt x="218782" y="86855"/>
                  </a:lnTo>
                  <a:lnTo>
                    <a:pt x="218757" y="88811"/>
                  </a:lnTo>
                  <a:lnTo>
                    <a:pt x="218744" y="89979"/>
                  </a:lnTo>
                  <a:lnTo>
                    <a:pt x="218719" y="91973"/>
                  </a:lnTo>
                  <a:lnTo>
                    <a:pt x="218706" y="93014"/>
                  </a:lnTo>
                  <a:lnTo>
                    <a:pt x="218655" y="97485"/>
                  </a:lnTo>
                  <a:lnTo>
                    <a:pt x="218236" y="96596"/>
                  </a:lnTo>
                  <a:lnTo>
                    <a:pt x="217131" y="96926"/>
                  </a:lnTo>
                  <a:lnTo>
                    <a:pt x="216992" y="103428"/>
                  </a:lnTo>
                  <a:lnTo>
                    <a:pt x="215734" y="103200"/>
                  </a:lnTo>
                  <a:lnTo>
                    <a:pt x="215011" y="103009"/>
                  </a:lnTo>
                  <a:lnTo>
                    <a:pt x="214236" y="103009"/>
                  </a:lnTo>
                  <a:lnTo>
                    <a:pt x="213245" y="102831"/>
                  </a:lnTo>
                  <a:lnTo>
                    <a:pt x="213245" y="96151"/>
                  </a:lnTo>
                  <a:lnTo>
                    <a:pt x="212293" y="94411"/>
                  </a:lnTo>
                  <a:lnTo>
                    <a:pt x="210654" y="95732"/>
                  </a:lnTo>
                  <a:lnTo>
                    <a:pt x="210654" y="102336"/>
                  </a:lnTo>
                  <a:lnTo>
                    <a:pt x="209181" y="102209"/>
                  </a:lnTo>
                  <a:lnTo>
                    <a:pt x="207746" y="102209"/>
                  </a:lnTo>
                  <a:lnTo>
                    <a:pt x="206324" y="102057"/>
                  </a:lnTo>
                  <a:lnTo>
                    <a:pt x="205181" y="102209"/>
                  </a:lnTo>
                  <a:lnTo>
                    <a:pt x="204050" y="102209"/>
                  </a:lnTo>
                  <a:lnTo>
                    <a:pt x="202920" y="102336"/>
                  </a:lnTo>
                  <a:lnTo>
                    <a:pt x="201853" y="102603"/>
                  </a:lnTo>
                  <a:lnTo>
                    <a:pt x="201129" y="102857"/>
                  </a:lnTo>
                  <a:lnTo>
                    <a:pt x="201485" y="91630"/>
                  </a:lnTo>
                  <a:lnTo>
                    <a:pt x="206794" y="88874"/>
                  </a:lnTo>
                  <a:lnTo>
                    <a:pt x="212521" y="89027"/>
                  </a:lnTo>
                  <a:lnTo>
                    <a:pt x="218706" y="93014"/>
                  </a:lnTo>
                  <a:lnTo>
                    <a:pt x="218706" y="91973"/>
                  </a:lnTo>
                  <a:lnTo>
                    <a:pt x="218465" y="91846"/>
                  </a:lnTo>
                  <a:lnTo>
                    <a:pt x="214172" y="88874"/>
                  </a:lnTo>
                  <a:lnTo>
                    <a:pt x="212623" y="87807"/>
                  </a:lnTo>
                  <a:lnTo>
                    <a:pt x="206794" y="87515"/>
                  </a:lnTo>
                  <a:lnTo>
                    <a:pt x="201536" y="89865"/>
                  </a:lnTo>
                  <a:lnTo>
                    <a:pt x="201574" y="88493"/>
                  </a:lnTo>
                  <a:lnTo>
                    <a:pt x="206794" y="85902"/>
                  </a:lnTo>
                  <a:lnTo>
                    <a:pt x="212432" y="85902"/>
                  </a:lnTo>
                  <a:lnTo>
                    <a:pt x="218744" y="89979"/>
                  </a:lnTo>
                  <a:lnTo>
                    <a:pt x="218744" y="88811"/>
                  </a:lnTo>
                  <a:lnTo>
                    <a:pt x="218376" y="88696"/>
                  </a:lnTo>
                  <a:lnTo>
                    <a:pt x="214274" y="85902"/>
                  </a:lnTo>
                  <a:lnTo>
                    <a:pt x="212623" y="84759"/>
                  </a:lnTo>
                  <a:lnTo>
                    <a:pt x="206794" y="84404"/>
                  </a:lnTo>
                  <a:lnTo>
                    <a:pt x="201612" y="86829"/>
                  </a:lnTo>
                  <a:lnTo>
                    <a:pt x="201650" y="85204"/>
                  </a:lnTo>
                  <a:lnTo>
                    <a:pt x="206794" y="82753"/>
                  </a:lnTo>
                  <a:lnTo>
                    <a:pt x="212521" y="82918"/>
                  </a:lnTo>
                  <a:lnTo>
                    <a:pt x="218655" y="86855"/>
                  </a:lnTo>
                  <a:lnTo>
                    <a:pt x="218782" y="86855"/>
                  </a:lnTo>
                  <a:lnTo>
                    <a:pt x="218782" y="86017"/>
                  </a:lnTo>
                  <a:lnTo>
                    <a:pt x="218605" y="85610"/>
                  </a:lnTo>
                  <a:lnTo>
                    <a:pt x="218757" y="85610"/>
                  </a:lnTo>
                  <a:lnTo>
                    <a:pt x="218376" y="85432"/>
                  </a:lnTo>
                  <a:lnTo>
                    <a:pt x="214249" y="82753"/>
                  </a:lnTo>
                  <a:lnTo>
                    <a:pt x="212610" y="81699"/>
                  </a:lnTo>
                  <a:lnTo>
                    <a:pt x="206794" y="81089"/>
                  </a:lnTo>
                  <a:lnTo>
                    <a:pt x="201701" y="83629"/>
                  </a:lnTo>
                  <a:lnTo>
                    <a:pt x="201841" y="79235"/>
                  </a:lnTo>
                  <a:lnTo>
                    <a:pt x="200444" y="79451"/>
                  </a:lnTo>
                  <a:lnTo>
                    <a:pt x="200431" y="79756"/>
                  </a:lnTo>
                  <a:lnTo>
                    <a:pt x="200202" y="103124"/>
                  </a:lnTo>
                  <a:lnTo>
                    <a:pt x="199453" y="103289"/>
                  </a:lnTo>
                  <a:lnTo>
                    <a:pt x="198793" y="103632"/>
                  </a:lnTo>
                  <a:lnTo>
                    <a:pt x="198374" y="103987"/>
                  </a:lnTo>
                  <a:lnTo>
                    <a:pt x="197777" y="104343"/>
                  </a:lnTo>
                  <a:lnTo>
                    <a:pt x="194741" y="106908"/>
                  </a:lnTo>
                  <a:lnTo>
                    <a:pt x="196227" y="108953"/>
                  </a:lnTo>
                  <a:lnTo>
                    <a:pt x="196329" y="109626"/>
                  </a:lnTo>
                  <a:lnTo>
                    <a:pt x="196735" y="110248"/>
                  </a:lnTo>
                  <a:lnTo>
                    <a:pt x="196977" y="111353"/>
                  </a:lnTo>
                  <a:lnTo>
                    <a:pt x="196977" y="114147"/>
                  </a:lnTo>
                  <a:lnTo>
                    <a:pt x="197078" y="115963"/>
                  </a:lnTo>
                  <a:lnTo>
                    <a:pt x="197180" y="117221"/>
                  </a:lnTo>
                  <a:lnTo>
                    <a:pt x="197180" y="119189"/>
                  </a:lnTo>
                  <a:lnTo>
                    <a:pt x="196977" y="119380"/>
                  </a:lnTo>
                  <a:lnTo>
                    <a:pt x="196138" y="119748"/>
                  </a:lnTo>
                  <a:lnTo>
                    <a:pt x="195389" y="120307"/>
                  </a:lnTo>
                  <a:lnTo>
                    <a:pt x="195580" y="121793"/>
                  </a:lnTo>
                  <a:lnTo>
                    <a:pt x="195605" y="123571"/>
                  </a:lnTo>
                  <a:lnTo>
                    <a:pt x="195478" y="123571"/>
                  </a:lnTo>
                  <a:lnTo>
                    <a:pt x="195808" y="123799"/>
                  </a:lnTo>
                  <a:lnTo>
                    <a:pt x="196329" y="124294"/>
                  </a:lnTo>
                  <a:lnTo>
                    <a:pt x="197154" y="123977"/>
                  </a:lnTo>
                  <a:lnTo>
                    <a:pt x="196977" y="124523"/>
                  </a:lnTo>
                  <a:lnTo>
                    <a:pt x="196672" y="125120"/>
                  </a:lnTo>
                  <a:lnTo>
                    <a:pt x="196672" y="125984"/>
                  </a:lnTo>
                  <a:lnTo>
                    <a:pt x="197180" y="126326"/>
                  </a:lnTo>
                  <a:lnTo>
                    <a:pt x="197548" y="126403"/>
                  </a:lnTo>
                  <a:lnTo>
                    <a:pt x="198056" y="126149"/>
                  </a:lnTo>
                  <a:lnTo>
                    <a:pt x="197637" y="126974"/>
                  </a:lnTo>
                  <a:lnTo>
                    <a:pt x="197548" y="127546"/>
                  </a:lnTo>
                  <a:lnTo>
                    <a:pt x="197307" y="128155"/>
                  </a:lnTo>
                  <a:lnTo>
                    <a:pt x="197637" y="128765"/>
                  </a:lnTo>
                  <a:lnTo>
                    <a:pt x="198577" y="129082"/>
                  </a:lnTo>
                  <a:lnTo>
                    <a:pt x="198475" y="129324"/>
                  </a:lnTo>
                  <a:lnTo>
                    <a:pt x="198335" y="129628"/>
                  </a:lnTo>
                  <a:lnTo>
                    <a:pt x="198221" y="130975"/>
                  </a:lnTo>
                  <a:lnTo>
                    <a:pt x="200215" y="130975"/>
                  </a:lnTo>
                  <a:lnTo>
                    <a:pt x="200482" y="159321"/>
                  </a:lnTo>
                  <a:lnTo>
                    <a:pt x="199072" y="159372"/>
                  </a:lnTo>
                  <a:lnTo>
                    <a:pt x="198412" y="160134"/>
                  </a:lnTo>
                  <a:lnTo>
                    <a:pt x="197764" y="160528"/>
                  </a:lnTo>
                  <a:lnTo>
                    <a:pt x="196443" y="161074"/>
                  </a:lnTo>
                  <a:lnTo>
                    <a:pt x="195249" y="161772"/>
                  </a:lnTo>
                  <a:lnTo>
                    <a:pt x="194894" y="162052"/>
                  </a:lnTo>
                  <a:lnTo>
                    <a:pt x="194678" y="162915"/>
                  </a:lnTo>
                  <a:lnTo>
                    <a:pt x="194703" y="164655"/>
                  </a:lnTo>
                  <a:lnTo>
                    <a:pt x="194614" y="164782"/>
                  </a:lnTo>
                  <a:lnTo>
                    <a:pt x="194716" y="165430"/>
                  </a:lnTo>
                  <a:lnTo>
                    <a:pt x="194525" y="165366"/>
                  </a:lnTo>
                  <a:lnTo>
                    <a:pt x="194233" y="165912"/>
                  </a:lnTo>
                  <a:lnTo>
                    <a:pt x="194233" y="166890"/>
                  </a:lnTo>
                  <a:lnTo>
                    <a:pt x="194525" y="167716"/>
                  </a:lnTo>
                  <a:lnTo>
                    <a:pt x="194818" y="168351"/>
                  </a:lnTo>
                  <a:lnTo>
                    <a:pt x="196494" y="167906"/>
                  </a:lnTo>
                  <a:lnTo>
                    <a:pt x="196138" y="168440"/>
                  </a:lnTo>
                  <a:lnTo>
                    <a:pt x="196138" y="168084"/>
                  </a:lnTo>
                  <a:lnTo>
                    <a:pt x="195605" y="180670"/>
                  </a:lnTo>
                  <a:lnTo>
                    <a:pt x="195605" y="181546"/>
                  </a:lnTo>
                  <a:lnTo>
                    <a:pt x="196608" y="181178"/>
                  </a:lnTo>
                  <a:lnTo>
                    <a:pt x="197332" y="171234"/>
                  </a:lnTo>
                  <a:lnTo>
                    <a:pt x="196977" y="167805"/>
                  </a:lnTo>
                  <a:lnTo>
                    <a:pt x="197294" y="167220"/>
                  </a:lnTo>
                  <a:lnTo>
                    <a:pt x="201066" y="166497"/>
                  </a:lnTo>
                  <a:lnTo>
                    <a:pt x="205282" y="166128"/>
                  </a:lnTo>
                  <a:lnTo>
                    <a:pt x="209296" y="165989"/>
                  </a:lnTo>
                  <a:lnTo>
                    <a:pt x="214439" y="166230"/>
                  </a:lnTo>
                  <a:lnTo>
                    <a:pt x="219163" y="166878"/>
                  </a:lnTo>
                  <a:lnTo>
                    <a:pt x="222351" y="167868"/>
                  </a:lnTo>
                  <a:lnTo>
                    <a:pt x="223634" y="168148"/>
                  </a:lnTo>
                  <a:lnTo>
                    <a:pt x="224053" y="169646"/>
                  </a:lnTo>
                  <a:lnTo>
                    <a:pt x="224358" y="171450"/>
                  </a:lnTo>
                  <a:lnTo>
                    <a:pt x="224713" y="181597"/>
                  </a:lnTo>
                  <a:lnTo>
                    <a:pt x="225463" y="181851"/>
                  </a:lnTo>
                  <a:lnTo>
                    <a:pt x="225044" y="168579"/>
                  </a:lnTo>
                  <a:lnTo>
                    <a:pt x="224917" y="168287"/>
                  </a:lnTo>
                  <a:lnTo>
                    <a:pt x="225780" y="167792"/>
                  </a:lnTo>
                  <a:lnTo>
                    <a:pt x="225780" y="166751"/>
                  </a:lnTo>
                  <a:lnTo>
                    <a:pt x="225463" y="165633"/>
                  </a:lnTo>
                  <a:lnTo>
                    <a:pt x="225704" y="165569"/>
                  </a:lnTo>
                  <a:lnTo>
                    <a:pt x="225513" y="165569"/>
                  </a:lnTo>
                  <a:lnTo>
                    <a:pt x="226085" y="164922"/>
                  </a:lnTo>
                  <a:lnTo>
                    <a:pt x="226174" y="163728"/>
                  </a:lnTo>
                  <a:lnTo>
                    <a:pt x="225577" y="163880"/>
                  </a:lnTo>
                  <a:lnTo>
                    <a:pt x="225044" y="163880"/>
                  </a:lnTo>
                  <a:lnTo>
                    <a:pt x="225044" y="167208"/>
                  </a:lnTo>
                  <a:lnTo>
                    <a:pt x="224561" y="167424"/>
                  </a:lnTo>
                  <a:lnTo>
                    <a:pt x="224358" y="166890"/>
                  </a:lnTo>
                  <a:lnTo>
                    <a:pt x="222199" y="166230"/>
                  </a:lnTo>
                  <a:lnTo>
                    <a:pt x="219633" y="165912"/>
                  </a:lnTo>
                  <a:lnTo>
                    <a:pt x="216623" y="164998"/>
                  </a:lnTo>
                  <a:lnTo>
                    <a:pt x="208534" y="164553"/>
                  </a:lnTo>
                  <a:lnTo>
                    <a:pt x="206324" y="164553"/>
                  </a:lnTo>
                  <a:lnTo>
                    <a:pt x="203314" y="164998"/>
                  </a:lnTo>
                  <a:lnTo>
                    <a:pt x="200799" y="165188"/>
                  </a:lnTo>
                  <a:lnTo>
                    <a:pt x="198462" y="165696"/>
                  </a:lnTo>
                  <a:lnTo>
                    <a:pt x="196672" y="166230"/>
                  </a:lnTo>
                  <a:lnTo>
                    <a:pt x="196672" y="166585"/>
                  </a:lnTo>
                  <a:lnTo>
                    <a:pt x="195605" y="166751"/>
                  </a:lnTo>
                  <a:lnTo>
                    <a:pt x="195199" y="166230"/>
                  </a:lnTo>
                  <a:lnTo>
                    <a:pt x="195199" y="165989"/>
                  </a:lnTo>
                  <a:lnTo>
                    <a:pt x="195275" y="165823"/>
                  </a:lnTo>
                  <a:lnTo>
                    <a:pt x="195351" y="165569"/>
                  </a:lnTo>
                  <a:lnTo>
                    <a:pt x="195478" y="165176"/>
                  </a:lnTo>
                  <a:lnTo>
                    <a:pt x="195605" y="165176"/>
                  </a:lnTo>
                  <a:lnTo>
                    <a:pt x="197180" y="164223"/>
                  </a:lnTo>
                  <a:lnTo>
                    <a:pt x="200355" y="163449"/>
                  </a:lnTo>
                  <a:lnTo>
                    <a:pt x="205638" y="162839"/>
                  </a:lnTo>
                  <a:lnTo>
                    <a:pt x="210312" y="162661"/>
                  </a:lnTo>
                  <a:lnTo>
                    <a:pt x="220472" y="163728"/>
                  </a:lnTo>
                  <a:lnTo>
                    <a:pt x="222897" y="164553"/>
                  </a:lnTo>
                  <a:lnTo>
                    <a:pt x="224409" y="165366"/>
                  </a:lnTo>
                  <a:lnTo>
                    <a:pt x="224675" y="165798"/>
                  </a:lnTo>
                  <a:lnTo>
                    <a:pt x="224942" y="166230"/>
                  </a:lnTo>
                  <a:lnTo>
                    <a:pt x="225044" y="167208"/>
                  </a:lnTo>
                  <a:lnTo>
                    <a:pt x="225044" y="163880"/>
                  </a:lnTo>
                  <a:lnTo>
                    <a:pt x="224688" y="163880"/>
                  </a:lnTo>
                  <a:lnTo>
                    <a:pt x="224066" y="163296"/>
                  </a:lnTo>
                  <a:lnTo>
                    <a:pt x="220027" y="162509"/>
                  </a:lnTo>
                  <a:lnTo>
                    <a:pt x="215887" y="161874"/>
                  </a:lnTo>
                  <a:lnTo>
                    <a:pt x="210312" y="161353"/>
                  </a:lnTo>
                  <a:lnTo>
                    <a:pt x="206057" y="161353"/>
                  </a:lnTo>
                  <a:lnTo>
                    <a:pt x="201904" y="161772"/>
                  </a:lnTo>
                  <a:lnTo>
                    <a:pt x="199250" y="162331"/>
                  </a:lnTo>
                  <a:lnTo>
                    <a:pt x="197307" y="162915"/>
                  </a:lnTo>
                  <a:lnTo>
                    <a:pt x="197307" y="162661"/>
                  </a:lnTo>
                  <a:lnTo>
                    <a:pt x="196138" y="163817"/>
                  </a:lnTo>
                  <a:lnTo>
                    <a:pt x="195224" y="163969"/>
                  </a:lnTo>
                  <a:lnTo>
                    <a:pt x="195224" y="163461"/>
                  </a:lnTo>
                  <a:lnTo>
                    <a:pt x="196430" y="162915"/>
                  </a:lnTo>
                  <a:lnTo>
                    <a:pt x="197789" y="162052"/>
                  </a:lnTo>
                  <a:lnTo>
                    <a:pt x="198412" y="161340"/>
                  </a:lnTo>
                  <a:lnTo>
                    <a:pt x="201841" y="160731"/>
                  </a:lnTo>
                  <a:lnTo>
                    <a:pt x="202984" y="160528"/>
                  </a:lnTo>
                  <a:lnTo>
                    <a:pt x="211696" y="160528"/>
                  </a:lnTo>
                  <a:lnTo>
                    <a:pt x="218376" y="161074"/>
                  </a:lnTo>
                  <a:lnTo>
                    <a:pt x="221386" y="161848"/>
                  </a:lnTo>
                  <a:lnTo>
                    <a:pt x="222211" y="162052"/>
                  </a:lnTo>
                  <a:lnTo>
                    <a:pt x="224586" y="162915"/>
                  </a:lnTo>
                  <a:lnTo>
                    <a:pt x="225463" y="163283"/>
                  </a:lnTo>
                  <a:lnTo>
                    <a:pt x="226136" y="163728"/>
                  </a:lnTo>
                  <a:lnTo>
                    <a:pt x="226174" y="162915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49209" y="1641156"/>
              <a:ext cx="82550" cy="151765"/>
            </a:xfrm>
            <a:custGeom>
              <a:avLst/>
              <a:gdLst/>
              <a:ahLst/>
              <a:cxnLst/>
              <a:rect l="l" t="t" r="r" b="b"/>
              <a:pathLst>
                <a:path w="82550" h="151764">
                  <a:moveTo>
                    <a:pt x="3797" y="6223"/>
                  </a:moveTo>
                  <a:lnTo>
                    <a:pt x="2908" y="6807"/>
                  </a:lnTo>
                  <a:lnTo>
                    <a:pt x="3606" y="7048"/>
                  </a:lnTo>
                  <a:lnTo>
                    <a:pt x="3746" y="7048"/>
                  </a:lnTo>
                  <a:lnTo>
                    <a:pt x="3797" y="6223"/>
                  </a:lnTo>
                  <a:close/>
                </a:path>
                <a:path w="82550" h="151764">
                  <a:moveTo>
                    <a:pt x="4559" y="8610"/>
                  </a:moveTo>
                  <a:lnTo>
                    <a:pt x="4305" y="8610"/>
                  </a:lnTo>
                  <a:lnTo>
                    <a:pt x="4381" y="8813"/>
                  </a:lnTo>
                  <a:lnTo>
                    <a:pt x="4559" y="8610"/>
                  </a:lnTo>
                  <a:close/>
                </a:path>
                <a:path w="82550" h="151764">
                  <a:moveTo>
                    <a:pt x="8712" y="80619"/>
                  </a:moveTo>
                  <a:lnTo>
                    <a:pt x="8331" y="77851"/>
                  </a:lnTo>
                  <a:lnTo>
                    <a:pt x="7404" y="78371"/>
                  </a:lnTo>
                  <a:lnTo>
                    <a:pt x="8115" y="81280"/>
                  </a:lnTo>
                  <a:lnTo>
                    <a:pt x="8712" y="80619"/>
                  </a:lnTo>
                  <a:close/>
                </a:path>
                <a:path w="82550" h="151764">
                  <a:moveTo>
                    <a:pt x="9601" y="99275"/>
                  </a:moveTo>
                  <a:lnTo>
                    <a:pt x="9067" y="89230"/>
                  </a:lnTo>
                  <a:lnTo>
                    <a:pt x="6311" y="86677"/>
                  </a:lnTo>
                  <a:lnTo>
                    <a:pt x="4051" y="90855"/>
                  </a:lnTo>
                  <a:lnTo>
                    <a:pt x="4495" y="100672"/>
                  </a:lnTo>
                  <a:lnTo>
                    <a:pt x="9601" y="99275"/>
                  </a:lnTo>
                  <a:close/>
                </a:path>
                <a:path w="82550" h="151764">
                  <a:moveTo>
                    <a:pt x="12661" y="12141"/>
                  </a:moveTo>
                  <a:lnTo>
                    <a:pt x="10858" y="9766"/>
                  </a:lnTo>
                  <a:lnTo>
                    <a:pt x="8115" y="11696"/>
                  </a:lnTo>
                  <a:lnTo>
                    <a:pt x="7937" y="20574"/>
                  </a:lnTo>
                  <a:lnTo>
                    <a:pt x="12573" y="20294"/>
                  </a:lnTo>
                  <a:lnTo>
                    <a:pt x="12661" y="12141"/>
                  </a:lnTo>
                  <a:close/>
                </a:path>
                <a:path w="82550" h="151764">
                  <a:moveTo>
                    <a:pt x="19392" y="11341"/>
                  </a:moveTo>
                  <a:lnTo>
                    <a:pt x="17729" y="8991"/>
                  </a:lnTo>
                  <a:lnTo>
                    <a:pt x="14744" y="11049"/>
                  </a:lnTo>
                  <a:lnTo>
                    <a:pt x="14566" y="19862"/>
                  </a:lnTo>
                  <a:lnTo>
                    <a:pt x="19392" y="19596"/>
                  </a:lnTo>
                  <a:lnTo>
                    <a:pt x="19392" y="11341"/>
                  </a:lnTo>
                  <a:close/>
                </a:path>
                <a:path w="82550" h="151764">
                  <a:moveTo>
                    <a:pt x="19405" y="98818"/>
                  </a:moveTo>
                  <a:lnTo>
                    <a:pt x="19164" y="90233"/>
                  </a:lnTo>
                  <a:lnTo>
                    <a:pt x="16116" y="85852"/>
                  </a:lnTo>
                  <a:lnTo>
                    <a:pt x="12179" y="90233"/>
                  </a:lnTo>
                  <a:lnTo>
                    <a:pt x="12522" y="99098"/>
                  </a:lnTo>
                  <a:lnTo>
                    <a:pt x="19405" y="98818"/>
                  </a:lnTo>
                  <a:close/>
                </a:path>
                <a:path w="82550" h="151764">
                  <a:moveTo>
                    <a:pt x="27203" y="12065"/>
                  </a:moveTo>
                  <a:lnTo>
                    <a:pt x="25488" y="9664"/>
                  </a:lnTo>
                  <a:lnTo>
                    <a:pt x="22631" y="11633"/>
                  </a:lnTo>
                  <a:lnTo>
                    <a:pt x="22479" y="20447"/>
                  </a:lnTo>
                  <a:lnTo>
                    <a:pt x="27203" y="20205"/>
                  </a:lnTo>
                  <a:lnTo>
                    <a:pt x="27203" y="12065"/>
                  </a:lnTo>
                  <a:close/>
                </a:path>
                <a:path w="82550" h="151764">
                  <a:moveTo>
                    <a:pt x="29197" y="98513"/>
                  </a:moveTo>
                  <a:lnTo>
                    <a:pt x="28778" y="90233"/>
                  </a:lnTo>
                  <a:lnTo>
                    <a:pt x="26085" y="86398"/>
                  </a:lnTo>
                  <a:lnTo>
                    <a:pt x="22479" y="89331"/>
                  </a:lnTo>
                  <a:lnTo>
                    <a:pt x="22263" y="98196"/>
                  </a:lnTo>
                  <a:lnTo>
                    <a:pt x="29197" y="98513"/>
                  </a:lnTo>
                  <a:close/>
                </a:path>
                <a:path w="82550" h="151764">
                  <a:moveTo>
                    <a:pt x="32931" y="77495"/>
                  </a:moveTo>
                  <a:lnTo>
                    <a:pt x="32156" y="77622"/>
                  </a:lnTo>
                  <a:lnTo>
                    <a:pt x="31648" y="80149"/>
                  </a:lnTo>
                  <a:lnTo>
                    <a:pt x="32359" y="80149"/>
                  </a:lnTo>
                  <a:lnTo>
                    <a:pt x="32931" y="77495"/>
                  </a:lnTo>
                  <a:close/>
                </a:path>
                <a:path w="82550" h="151764">
                  <a:moveTo>
                    <a:pt x="34836" y="13119"/>
                  </a:moveTo>
                  <a:lnTo>
                    <a:pt x="33337" y="10566"/>
                  </a:lnTo>
                  <a:lnTo>
                    <a:pt x="30238" y="12382"/>
                  </a:lnTo>
                  <a:lnTo>
                    <a:pt x="29616" y="21056"/>
                  </a:lnTo>
                  <a:lnTo>
                    <a:pt x="34340" y="21158"/>
                  </a:lnTo>
                  <a:lnTo>
                    <a:pt x="34836" y="13119"/>
                  </a:lnTo>
                  <a:close/>
                </a:path>
                <a:path w="82550" h="151764">
                  <a:moveTo>
                    <a:pt x="36080" y="143268"/>
                  </a:moveTo>
                  <a:lnTo>
                    <a:pt x="36055" y="142887"/>
                  </a:lnTo>
                  <a:lnTo>
                    <a:pt x="35953" y="143268"/>
                  </a:lnTo>
                  <a:lnTo>
                    <a:pt x="35763" y="143878"/>
                  </a:lnTo>
                  <a:lnTo>
                    <a:pt x="35610" y="144894"/>
                  </a:lnTo>
                  <a:lnTo>
                    <a:pt x="36080" y="143268"/>
                  </a:lnTo>
                  <a:close/>
                </a:path>
                <a:path w="82550" h="151764">
                  <a:moveTo>
                    <a:pt x="36626" y="124561"/>
                  </a:moveTo>
                  <a:lnTo>
                    <a:pt x="36512" y="124129"/>
                  </a:lnTo>
                  <a:lnTo>
                    <a:pt x="36461" y="123939"/>
                  </a:lnTo>
                  <a:lnTo>
                    <a:pt x="35763" y="123939"/>
                  </a:lnTo>
                  <a:lnTo>
                    <a:pt x="35763" y="124129"/>
                  </a:lnTo>
                  <a:lnTo>
                    <a:pt x="34836" y="124129"/>
                  </a:lnTo>
                  <a:lnTo>
                    <a:pt x="34861" y="124561"/>
                  </a:lnTo>
                  <a:lnTo>
                    <a:pt x="36626" y="124561"/>
                  </a:lnTo>
                  <a:close/>
                </a:path>
                <a:path w="82550" h="151764">
                  <a:moveTo>
                    <a:pt x="36842" y="122974"/>
                  </a:moveTo>
                  <a:lnTo>
                    <a:pt x="35725" y="122974"/>
                  </a:lnTo>
                  <a:lnTo>
                    <a:pt x="35750" y="123583"/>
                  </a:lnTo>
                  <a:lnTo>
                    <a:pt x="36461" y="123583"/>
                  </a:lnTo>
                  <a:lnTo>
                    <a:pt x="36842" y="122974"/>
                  </a:lnTo>
                  <a:close/>
                </a:path>
                <a:path w="82550" h="151764">
                  <a:moveTo>
                    <a:pt x="37134" y="90932"/>
                  </a:moveTo>
                  <a:lnTo>
                    <a:pt x="35382" y="88138"/>
                  </a:lnTo>
                  <a:lnTo>
                    <a:pt x="32321" y="90855"/>
                  </a:lnTo>
                  <a:lnTo>
                    <a:pt x="32004" y="98653"/>
                  </a:lnTo>
                  <a:lnTo>
                    <a:pt x="36639" y="99034"/>
                  </a:lnTo>
                  <a:lnTo>
                    <a:pt x="37134" y="90932"/>
                  </a:lnTo>
                  <a:close/>
                </a:path>
                <a:path w="82550" h="151764">
                  <a:moveTo>
                    <a:pt x="41021" y="92087"/>
                  </a:moveTo>
                  <a:lnTo>
                    <a:pt x="39979" y="90589"/>
                  </a:lnTo>
                  <a:lnTo>
                    <a:pt x="39192" y="99796"/>
                  </a:lnTo>
                  <a:lnTo>
                    <a:pt x="40297" y="99834"/>
                  </a:lnTo>
                  <a:lnTo>
                    <a:pt x="41021" y="92087"/>
                  </a:lnTo>
                  <a:close/>
                </a:path>
                <a:path w="82550" h="151764">
                  <a:moveTo>
                    <a:pt x="42799" y="148412"/>
                  </a:moveTo>
                  <a:lnTo>
                    <a:pt x="37350" y="145872"/>
                  </a:lnTo>
                  <a:lnTo>
                    <a:pt x="37033" y="147243"/>
                  </a:lnTo>
                  <a:lnTo>
                    <a:pt x="42799" y="149326"/>
                  </a:lnTo>
                  <a:lnTo>
                    <a:pt x="42799" y="148412"/>
                  </a:lnTo>
                  <a:close/>
                </a:path>
                <a:path w="82550" h="151764">
                  <a:moveTo>
                    <a:pt x="43078" y="118414"/>
                  </a:moveTo>
                  <a:lnTo>
                    <a:pt x="42786" y="117817"/>
                  </a:lnTo>
                  <a:lnTo>
                    <a:pt x="42367" y="117081"/>
                  </a:lnTo>
                  <a:lnTo>
                    <a:pt x="41071" y="115811"/>
                  </a:lnTo>
                  <a:lnTo>
                    <a:pt x="42519" y="113563"/>
                  </a:lnTo>
                  <a:lnTo>
                    <a:pt x="42392" y="111340"/>
                  </a:lnTo>
                  <a:lnTo>
                    <a:pt x="42951" y="107454"/>
                  </a:lnTo>
                  <a:lnTo>
                    <a:pt x="42519" y="106387"/>
                  </a:lnTo>
                  <a:lnTo>
                    <a:pt x="42964" y="104876"/>
                  </a:lnTo>
                  <a:lnTo>
                    <a:pt x="42430" y="104736"/>
                  </a:lnTo>
                  <a:lnTo>
                    <a:pt x="42506" y="85001"/>
                  </a:lnTo>
                  <a:lnTo>
                    <a:pt x="42849" y="83604"/>
                  </a:lnTo>
                  <a:lnTo>
                    <a:pt x="42951" y="78028"/>
                  </a:lnTo>
                  <a:lnTo>
                    <a:pt x="42240" y="77812"/>
                  </a:lnTo>
                  <a:lnTo>
                    <a:pt x="42240" y="80619"/>
                  </a:lnTo>
                  <a:lnTo>
                    <a:pt x="42240" y="83604"/>
                  </a:lnTo>
                  <a:lnTo>
                    <a:pt x="42125" y="83769"/>
                  </a:lnTo>
                  <a:lnTo>
                    <a:pt x="42125" y="106387"/>
                  </a:lnTo>
                  <a:lnTo>
                    <a:pt x="41706" y="109486"/>
                  </a:lnTo>
                  <a:lnTo>
                    <a:pt x="41630" y="109626"/>
                  </a:lnTo>
                  <a:lnTo>
                    <a:pt x="41376" y="109308"/>
                  </a:lnTo>
                  <a:lnTo>
                    <a:pt x="41033" y="109308"/>
                  </a:lnTo>
                  <a:lnTo>
                    <a:pt x="40678" y="109804"/>
                  </a:lnTo>
                  <a:lnTo>
                    <a:pt x="40665" y="110045"/>
                  </a:lnTo>
                  <a:lnTo>
                    <a:pt x="40830" y="110896"/>
                  </a:lnTo>
                  <a:lnTo>
                    <a:pt x="40754" y="111925"/>
                  </a:lnTo>
                  <a:lnTo>
                    <a:pt x="40652" y="113093"/>
                  </a:lnTo>
                  <a:lnTo>
                    <a:pt x="40271" y="112953"/>
                  </a:lnTo>
                  <a:lnTo>
                    <a:pt x="40271" y="114084"/>
                  </a:lnTo>
                  <a:lnTo>
                    <a:pt x="39852" y="114973"/>
                  </a:lnTo>
                  <a:lnTo>
                    <a:pt x="33350" y="113258"/>
                  </a:lnTo>
                  <a:lnTo>
                    <a:pt x="24472" y="112052"/>
                  </a:lnTo>
                  <a:lnTo>
                    <a:pt x="17106" y="112052"/>
                  </a:lnTo>
                  <a:lnTo>
                    <a:pt x="11315" y="112585"/>
                  </a:lnTo>
                  <a:lnTo>
                    <a:pt x="7315" y="113258"/>
                  </a:lnTo>
                  <a:lnTo>
                    <a:pt x="4419" y="114681"/>
                  </a:lnTo>
                  <a:lnTo>
                    <a:pt x="4051" y="114592"/>
                  </a:lnTo>
                  <a:lnTo>
                    <a:pt x="3962" y="113588"/>
                  </a:lnTo>
                  <a:lnTo>
                    <a:pt x="4051" y="113271"/>
                  </a:lnTo>
                  <a:lnTo>
                    <a:pt x="5359" y="112458"/>
                  </a:lnTo>
                  <a:lnTo>
                    <a:pt x="9486" y="111518"/>
                  </a:lnTo>
                  <a:lnTo>
                    <a:pt x="14566" y="110744"/>
                  </a:lnTo>
                  <a:lnTo>
                    <a:pt x="21996" y="110744"/>
                  </a:lnTo>
                  <a:lnTo>
                    <a:pt x="29197" y="111353"/>
                  </a:lnTo>
                  <a:lnTo>
                    <a:pt x="38595" y="112979"/>
                  </a:lnTo>
                  <a:lnTo>
                    <a:pt x="40271" y="114084"/>
                  </a:lnTo>
                  <a:lnTo>
                    <a:pt x="40271" y="112953"/>
                  </a:lnTo>
                  <a:lnTo>
                    <a:pt x="36906" y="111658"/>
                  </a:lnTo>
                  <a:lnTo>
                    <a:pt x="26187" y="110121"/>
                  </a:lnTo>
                  <a:lnTo>
                    <a:pt x="14224" y="109601"/>
                  </a:lnTo>
                  <a:lnTo>
                    <a:pt x="10147" y="110337"/>
                  </a:lnTo>
                  <a:lnTo>
                    <a:pt x="6489" y="110832"/>
                  </a:lnTo>
                  <a:lnTo>
                    <a:pt x="4051" y="111658"/>
                  </a:lnTo>
                  <a:lnTo>
                    <a:pt x="2362" y="112102"/>
                  </a:lnTo>
                  <a:lnTo>
                    <a:pt x="2019" y="111353"/>
                  </a:lnTo>
                  <a:lnTo>
                    <a:pt x="2628" y="110896"/>
                  </a:lnTo>
                  <a:lnTo>
                    <a:pt x="5232" y="110045"/>
                  </a:lnTo>
                  <a:lnTo>
                    <a:pt x="5676" y="110045"/>
                  </a:lnTo>
                  <a:lnTo>
                    <a:pt x="7010" y="109804"/>
                  </a:lnTo>
                  <a:lnTo>
                    <a:pt x="8712" y="109499"/>
                  </a:lnTo>
                  <a:lnTo>
                    <a:pt x="14744" y="108851"/>
                  </a:lnTo>
                  <a:lnTo>
                    <a:pt x="18643" y="108851"/>
                  </a:lnTo>
                  <a:lnTo>
                    <a:pt x="28600" y="109308"/>
                  </a:lnTo>
                  <a:lnTo>
                    <a:pt x="33667" y="110045"/>
                  </a:lnTo>
                  <a:lnTo>
                    <a:pt x="34798" y="110045"/>
                  </a:lnTo>
                  <a:lnTo>
                    <a:pt x="40754" y="111925"/>
                  </a:lnTo>
                  <a:lnTo>
                    <a:pt x="40754" y="110896"/>
                  </a:lnTo>
                  <a:lnTo>
                    <a:pt x="40538" y="110896"/>
                  </a:lnTo>
                  <a:lnTo>
                    <a:pt x="37719" y="110045"/>
                  </a:lnTo>
                  <a:lnTo>
                    <a:pt x="38671" y="110045"/>
                  </a:lnTo>
                  <a:lnTo>
                    <a:pt x="38671" y="108534"/>
                  </a:lnTo>
                  <a:lnTo>
                    <a:pt x="38544" y="108051"/>
                  </a:lnTo>
                  <a:lnTo>
                    <a:pt x="38417" y="107581"/>
                  </a:lnTo>
                  <a:lnTo>
                    <a:pt x="38379" y="107454"/>
                  </a:lnTo>
                  <a:lnTo>
                    <a:pt x="38252" y="107581"/>
                  </a:lnTo>
                  <a:lnTo>
                    <a:pt x="37388" y="108534"/>
                  </a:lnTo>
                  <a:lnTo>
                    <a:pt x="37503" y="109804"/>
                  </a:lnTo>
                  <a:lnTo>
                    <a:pt x="37528" y="110045"/>
                  </a:lnTo>
                  <a:lnTo>
                    <a:pt x="35001" y="109499"/>
                  </a:lnTo>
                  <a:lnTo>
                    <a:pt x="35521" y="109499"/>
                  </a:lnTo>
                  <a:lnTo>
                    <a:pt x="35572" y="109308"/>
                  </a:lnTo>
                  <a:lnTo>
                    <a:pt x="35598" y="108051"/>
                  </a:lnTo>
                  <a:lnTo>
                    <a:pt x="35242" y="107061"/>
                  </a:lnTo>
                  <a:lnTo>
                    <a:pt x="34112" y="108051"/>
                  </a:lnTo>
                  <a:lnTo>
                    <a:pt x="34213" y="109308"/>
                  </a:lnTo>
                  <a:lnTo>
                    <a:pt x="31457" y="108851"/>
                  </a:lnTo>
                  <a:lnTo>
                    <a:pt x="32397" y="108851"/>
                  </a:lnTo>
                  <a:lnTo>
                    <a:pt x="32486" y="108534"/>
                  </a:lnTo>
                  <a:lnTo>
                    <a:pt x="32613" y="107454"/>
                  </a:lnTo>
                  <a:lnTo>
                    <a:pt x="32143" y="106375"/>
                  </a:lnTo>
                  <a:lnTo>
                    <a:pt x="31165" y="107454"/>
                  </a:lnTo>
                  <a:lnTo>
                    <a:pt x="31203" y="107581"/>
                  </a:lnTo>
                  <a:lnTo>
                    <a:pt x="31305" y="108051"/>
                  </a:lnTo>
                  <a:lnTo>
                    <a:pt x="31419" y="108534"/>
                  </a:lnTo>
                  <a:lnTo>
                    <a:pt x="29197" y="108534"/>
                  </a:lnTo>
                  <a:lnTo>
                    <a:pt x="29222" y="108305"/>
                  </a:lnTo>
                  <a:lnTo>
                    <a:pt x="29248" y="108051"/>
                  </a:lnTo>
                  <a:lnTo>
                    <a:pt x="29133" y="105664"/>
                  </a:lnTo>
                  <a:lnTo>
                    <a:pt x="27851" y="106527"/>
                  </a:lnTo>
                  <a:lnTo>
                    <a:pt x="27927" y="106959"/>
                  </a:lnTo>
                  <a:lnTo>
                    <a:pt x="28041" y="107581"/>
                  </a:lnTo>
                  <a:lnTo>
                    <a:pt x="28117" y="108051"/>
                  </a:lnTo>
                  <a:lnTo>
                    <a:pt x="26187" y="108051"/>
                  </a:lnTo>
                  <a:lnTo>
                    <a:pt x="26187" y="106375"/>
                  </a:lnTo>
                  <a:lnTo>
                    <a:pt x="25742" y="105537"/>
                  </a:lnTo>
                  <a:lnTo>
                    <a:pt x="24650" y="106375"/>
                  </a:lnTo>
                  <a:lnTo>
                    <a:pt x="24739" y="106959"/>
                  </a:lnTo>
                  <a:lnTo>
                    <a:pt x="24828" y="107581"/>
                  </a:lnTo>
                  <a:lnTo>
                    <a:pt x="23228" y="107581"/>
                  </a:lnTo>
                  <a:lnTo>
                    <a:pt x="23355" y="106959"/>
                  </a:lnTo>
                  <a:lnTo>
                    <a:pt x="23431" y="106527"/>
                  </a:lnTo>
                  <a:lnTo>
                    <a:pt x="22136" y="105651"/>
                  </a:lnTo>
                  <a:lnTo>
                    <a:pt x="20993" y="106375"/>
                  </a:lnTo>
                  <a:lnTo>
                    <a:pt x="21348" y="106375"/>
                  </a:lnTo>
                  <a:lnTo>
                    <a:pt x="21450" y="106959"/>
                  </a:lnTo>
                  <a:lnTo>
                    <a:pt x="21564" y="107581"/>
                  </a:lnTo>
                  <a:lnTo>
                    <a:pt x="19862" y="107581"/>
                  </a:lnTo>
                  <a:lnTo>
                    <a:pt x="19862" y="108051"/>
                  </a:lnTo>
                  <a:lnTo>
                    <a:pt x="18084" y="108051"/>
                  </a:lnTo>
                  <a:lnTo>
                    <a:pt x="18046" y="107848"/>
                  </a:lnTo>
                  <a:lnTo>
                    <a:pt x="19862" y="108051"/>
                  </a:lnTo>
                  <a:lnTo>
                    <a:pt x="19862" y="107581"/>
                  </a:lnTo>
                  <a:lnTo>
                    <a:pt x="19392" y="107581"/>
                  </a:lnTo>
                  <a:lnTo>
                    <a:pt x="19329" y="105956"/>
                  </a:lnTo>
                  <a:lnTo>
                    <a:pt x="18948" y="105333"/>
                  </a:lnTo>
                  <a:lnTo>
                    <a:pt x="17551" y="106375"/>
                  </a:lnTo>
                  <a:lnTo>
                    <a:pt x="17856" y="106375"/>
                  </a:lnTo>
                  <a:lnTo>
                    <a:pt x="17932" y="106959"/>
                  </a:lnTo>
                  <a:lnTo>
                    <a:pt x="18021" y="107581"/>
                  </a:lnTo>
                  <a:lnTo>
                    <a:pt x="16675" y="107581"/>
                  </a:lnTo>
                  <a:lnTo>
                    <a:pt x="16675" y="106375"/>
                  </a:lnTo>
                  <a:lnTo>
                    <a:pt x="16954" y="106375"/>
                  </a:lnTo>
                  <a:lnTo>
                    <a:pt x="15684" y="105460"/>
                  </a:lnTo>
                  <a:lnTo>
                    <a:pt x="15011" y="106375"/>
                  </a:lnTo>
                  <a:lnTo>
                    <a:pt x="15113" y="106730"/>
                  </a:lnTo>
                  <a:lnTo>
                    <a:pt x="15176" y="106959"/>
                  </a:lnTo>
                  <a:lnTo>
                    <a:pt x="15354" y="107581"/>
                  </a:lnTo>
                  <a:lnTo>
                    <a:pt x="13652" y="107581"/>
                  </a:lnTo>
                  <a:lnTo>
                    <a:pt x="13652" y="108051"/>
                  </a:lnTo>
                  <a:lnTo>
                    <a:pt x="12890" y="108051"/>
                  </a:lnTo>
                  <a:lnTo>
                    <a:pt x="13627" y="107911"/>
                  </a:lnTo>
                  <a:lnTo>
                    <a:pt x="13652" y="108051"/>
                  </a:lnTo>
                  <a:lnTo>
                    <a:pt x="13652" y="107581"/>
                  </a:lnTo>
                  <a:lnTo>
                    <a:pt x="13512" y="106730"/>
                  </a:lnTo>
                  <a:lnTo>
                    <a:pt x="12801" y="105638"/>
                  </a:lnTo>
                  <a:lnTo>
                    <a:pt x="12115" y="106375"/>
                  </a:lnTo>
                  <a:lnTo>
                    <a:pt x="12026" y="106959"/>
                  </a:lnTo>
                  <a:lnTo>
                    <a:pt x="11912" y="107581"/>
                  </a:lnTo>
                  <a:lnTo>
                    <a:pt x="12547" y="107581"/>
                  </a:lnTo>
                  <a:lnTo>
                    <a:pt x="10147" y="108305"/>
                  </a:lnTo>
                  <a:lnTo>
                    <a:pt x="10058" y="107581"/>
                  </a:lnTo>
                  <a:lnTo>
                    <a:pt x="9982" y="106959"/>
                  </a:lnTo>
                  <a:lnTo>
                    <a:pt x="9906" y="106375"/>
                  </a:lnTo>
                  <a:lnTo>
                    <a:pt x="9245" y="105956"/>
                  </a:lnTo>
                  <a:lnTo>
                    <a:pt x="8648" y="106959"/>
                  </a:lnTo>
                  <a:lnTo>
                    <a:pt x="8547" y="107581"/>
                  </a:lnTo>
                  <a:lnTo>
                    <a:pt x="8432" y="108305"/>
                  </a:lnTo>
                  <a:lnTo>
                    <a:pt x="6273" y="108305"/>
                  </a:lnTo>
                  <a:lnTo>
                    <a:pt x="5765" y="107454"/>
                  </a:lnTo>
                  <a:lnTo>
                    <a:pt x="5130" y="106730"/>
                  </a:lnTo>
                  <a:lnTo>
                    <a:pt x="4203" y="108051"/>
                  </a:lnTo>
                  <a:lnTo>
                    <a:pt x="4114" y="108305"/>
                  </a:lnTo>
                  <a:lnTo>
                    <a:pt x="4038" y="108534"/>
                  </a:lnTo>
                  <a:lnTo>
                    <a:pt x="3924" y="108851"/>
                  </a:lnTo>
                  <a:lnTo>
                    <a:pt x="3759" y="109308"/>
                  </a:lnTo>
                  <a:lnTo>
                    <a:pt x="1879" y="109804"/>
                  </a:lnTo>
                  <a:lnTo>
                    <a:pt x="1993" y="106527"/>
                  </a:lnTo>
                  <a:lnTo>
                    <a:pt x="22631" y="103327"/>
                  </a:lnTo>
                  <a:lnTo>
                    <a:pt x="29337" y="103949"/>
                  </a:lnTo>
                  <a:lnTo>
                    <a:pt x="34836" y="104559"/>
                  </a:lnTo>
                  <a:lnTo>
                    <a:pt x="40449" y="106172"/>
                  </a:lnTo>
                  <a:lnTo>
                    <a:pt x="41706" y="106387"/>
                  </a:lnTo>
                  <a:lnTo>
                    <a:pt x="42125" y="106387"/>
                  </a:lnTo>
                  <a:lnTo>
                    <a:pt x="42125" y="83769"/>
                  </a:lnTo>
                  <a:lnTo>
                    <a:pt x="41770" y="84277"/>
                  </a:lnTo>
                  <a:lnTo>
                    <a:pt x="41706" y="84645"/>
                  </a:lnTo>
                  <a:lnTo>
                    <a:pt x="41706" y="84378"/>
                  </a:lnTo>
                  <a:lnTo>
                    <a:pt x="41300" y="84251"/>
                  </a:lnTo>
                  <a:lnTo>
                    <a:pt x="41300" y="104406"/>
                  </a:lnTo>
                  <a:lnTo>
                    <a:pt x="35496" y="102730"/>
                  </a:lnTo>
                  <a:lnTo>
                    <a:pt x="27609" y="101473"/>
                  </a:lnTo>
                  <a:lnTo>
                    <a:pt x="18961" y="101307"/>
                  </a:lnTo>
                  <a:lnTo>
                    <a:pt x="10655" y="102019"/>
                  </a:lnTo>
                  <a:lnTo>
                    <a:pt x="3238" y="103136"/>
                  </a:lnTo>
                  <a:lnTo>
                    <a:pt x="2603" y="103479"/>
                  </a:lnTo>
                  <a:lnTo>
                    <a:pt x="2260" y="86283"/>
                  </a:lnTo>
                  <a:lnTo>
                    <a:pt x="2235" y="85953"/>
                  </a:lnTo>
                  <a:lnTo>
                    <a:pt x="10807" y="82613"/>
                  </a:lnTo>
                  <a:lnTo>
                    <a:pt x="22161" y="82118"/>
                  </a:lnTo>
                  <a:lnTo>
                    <a:pt x="33197" y="83743"/>
                  </a:lnTo>
                  <a:lnTo>
                    <a:pt x="41275" y="86360"/>
                  </a:lnTo>
                  <a:lnTo>
                    <a:pt x="41300" y="104406"/>
                  </a:lnTo>
                  <a:lnTo>
                    <a:pt x="41300" y="84251"/>
                  </a:lnTo>
                  <a:lnTo>
                    <a:pt x="33985" y="81737"/>
                  </a:lnTo>
                  <a:lnTo>
                    <a:pt x="22275" y="80352"/>
                  </a:lnTo>
                  <a:lnTo>
                    <a:pt x="10363" y="80848"/>
                  </a:lnTo>
                  <a:lnTo>
                    <a:pt x="2108" y="83807"/>
                  </a:lnTo>
                  <a:lnTo>
                    <a:pt x="2095" y="83604"/>
                  </a:lnTo>
                  <a:lnTo>
                    <a:pt x="2019" y="82778"/>
                  </a:lnTo>
                  <a:lnTo>
                    <a:pt x="1879" y="82181"/>
                  </a:lnTo>
                  <a:lnTo>
                    <a:pt x="1866" y="80619"/>
                  </a:lnTo>
                  <a:lnTo>
                    <a:pt x="2019" y="80149"/>
                  </a:lnTo>
                  <a:lnTo>
                    <a:pt x="4203" y="78663"/>
                  </a:lnTo>
                  <a:lnTo>
                    <a:pt x="4927" y="81280"/>
                  </a:lnTo>
                  <a:lnTo>
                    <a:pt x="5359" y="80619"/>
                  </a:lnTo>
                  <a:lnTo>
                    <a:pt x="4787" y="78257"/>
                  </a:lnTo>
                  <a:lnTo>
                    <a:pt x="5359" y="77863"/>
                  </a:lnTo>
                  <a:lnTo>
                    <a:pt x="10744" y="76568"/>
                  </a:lnTo>
                  <a:lnTo>
                    <a:pt x="10896" y="79959"/>
                  </a:lnTo>
                  <a:lnTo>
                    <a:pt x="11874" y="79768"/>
                  </a:lnTo>
                  <a:lnTo>
                    <a:pt x="11582" y="76365"/>
                  </a:lnTo>
                  <a:lnTo>
                    <a:pt x="12814" y="76060"/>
                  </a:lnTo>
                  <a:lnTo>
                    <a:pt x="13906" y="76022"/>
                  </a:lnTo>
                  <a:lnTo>
                    <a:pt x="14033" y="79781"/>
                  </a:lnTo>
                  <a:lnTo>
                    <a:pt x="14744" y="79387"/>
                  </a:lnTo>
                  <a:lnTo>
                    <a:pt x="14744" y="75984"/>
                  </a:lnTo>
                  <a:lnTo>
                    <a:pt x="16319" y="75920"/>
                  </a:lnTo>
                  <a:lnTo>
                    <a:pt x="16446" y="79375"/>
                  </a:lnTo>
                  <a:lnTo>
                    <a:pt x="17462" y="79222"/>
                  </a:lnTo>
                  <a:lnTo>
                    <a:pt x="17145" y="75895"/>
                  </a:lnTo>
                  <a:lnTo>
                    <a:pt x="19519" y="75806"/>
                  </a:lnTo>
                  <a:lnTo>
                    <a:pt x="19392" y="79070"/>
                  </a:lnTo>
                  <a:lnTo>
                    <a:pt x="20485" y="78892"/>
                  </a:lnTo>
                  <a:lnTo>
                    <a:pt x="20485" y="75768"/>
                  </a:lnTo>
                  <a:lnTo>
                    <a:pt x="22593" y="75679"/>
                  </a:lnTo>
                  <a:lnTo>
                    <a:pt x="22593" y="79222"/>
                  </a:lnTo>
                  <a:lnTo>
                    <a:pt x="23190" y="79057"/>
                  </a:lnTo>
                  <a:lnTo>
                    <a:pt x="23393" y="75717"/>
                  </a:lnTo>
                  <a:lnTo>
                    <a:pt x="26162" y="76060"/>
                  </a:lnTo>
                  <a:lnTo>
                    <a:pt x="26085" y="79679"/>
                  </a:lnTo>
                  <a:lnTo>
                    <a:pt x="27025" y="79387"/>
                  </a:lnTo>
                  <a:lnTo>
                    <a:pt x="27025" y="76174"/>
                  </a:lnTo>
                  <a:lnTo>
                    <a:pt x="28740" y="76390"/>
                  </a:lnTo>
                  <a:lnTo>
                    <a:pt x="28473" y="79768"/>
                  </a:lnTo>
                  <a:lnTo>
                    <a:pt x="29337" y="79768"/>
                  </a:lnTo>
                  <a:lnTo>
                    <a:pt x="29692" y="76504"/>
                  </a:lnTo>
                  <a:lnTo>
                    <a:pt x="32359" y="76822"/>
                  </a:lnTo>
                  <a:lnTo>
                    <a:pt x="34417" y="77406"/>
                  </a:lnTo>
                  <a:lnTo>
                    <a:pt x="34417" y="80429"/>
                  </a:lnTo>
                  <a:lnTo>
                    <a:pt x="35102" y="80429"/>
                  </a:lnTo>
                  <a:lnTo>
                    <a:pt x="35102" y="77597"/>
                  </a:lnTo>
                  <a:lnTo>
                    <a:pt x="36068" y="77876"/>
                  </a:lnTo>
                  <a:lnTo>
                    <a:pt x="36068" y="80911"/>
                  </a:lnTo>
                  <a:lnTo>
                    <a:pt x="37045" y="81064"/>
                  </a:lnTo>
                  <a:lnTo>
                    <a:pt x="37045" y="78143"/>
                  </a:lnTo>
                  <a:lnTo>
                    <a:pt x="37706" y="78333"/>
                  </a:lnTo>
                  <a:lnTo>
                    <a:pt x="37706" y="80987"/>
                  </a:lnTo>
                  <a:lnTo>
                    <a:pt x="38214" y="81064"/>
                  </a:lnTo>
                  <a:lnTo>
                    <a:pt x="38214" y="78473"/>
                  </a:lnTo>
                  <a:lnTo>
                    <a:pt x="39433" y="78803"/>
                  </a:lnTo>
                  <a:lnTo>
                    <a:pt x="39433" y="81521"/>
                  </a:lnTo>
                  <a:lnTo>
                    <a:pt x="40297" y="81673"/>
                  </a:lnTo>
                  <a:lnTo>
                    <a:pt x="40297" y="79121"/>
                  </a:lnTo>
                  <a:lnTo>
                    <a:pt x="40627" y="79235"/>
                  </a:lnTo>
                  <a:lnTo>
                    <a:pt x="41554" y="79946"/>
                  </a:lnTo>
                  <a:lnTo>
                    <a:pt x="42240" y="80619"/>
                  </a:lnTo>
                  <a:lnTo>
                    <a:pt x="42240" y="77812"/>
                  </a:lnTo>
                  <a:lnTo>
                    <a:pt x="41325" y="77508"/>
                  </a:lnTo>
                  <a:lnTo>
                    <a:pt x="41605" y="77508"/>
                  </a:lnTo>
                  <a:lnTo>
                    <a:pt x="41021" y="76822"/>
                  </a:lnTo>
                  <a:lnTo>
                    <a:pt x="37147" y="75653"/>
                  </a:lnTo>
                  <a:lnTo>
                    <a:pt x="35229" y="75133"/>
                  </a:lnTo>
                  <a:lnTo>
                    <a:pt x="34696" y="38125"/>
                  </a:lnTo>
                  <a:lnTo>
                    <a:pt x="36639" y="38125"/>
                  </a:lnTo>
                  <a:lnTo>
                    <a:pt x="37858" y="35687"/>
                  </a:lnTo>
                  <a:lnTo>
                    <a:pt x="37515" y="35356"/>
                  </a:lnTo>
                  <a:lnTo>
                    <a:pt x="37858" y="35001"/>
                  </a:lnTo>
                  <a:lnTo>
                    <a:pt x="37973" y="34036"/>
                  </a:lnTo>
                  <a:lnTo>
                    <a:pt x="38633" y="33223"/>
                  </a:lnTo>
                  <a:lnTo>
                    <a:pt x="39192" y="31851"/>
                  </a:lnTo>
                  <a:lnTo>
                    <a:pt x="39103" y="30086"/>
                  </a:lnTo>
                  <a:lnTo>
                    <a:pt x="38671" y="29718"/>
                  </a:lnTo>
                  <a:lnTo>
                    <a:pt x="38265" y="29387"/>
                  </a:lnTo>
                  <a:lnTo>
                    <a:pt x="38201" y="30759"/>
                  </a:lnTo>
                  <a:lnTo>
                    <a:pt x="37515" y="31851"/>
                  </a:lnTo>
                  <a:lnTo>
                    <a:pt x="37045" y="31572"/>
                  </a:lnTo>
                  <a:lnTo>
                    <a:pt x="37045" y="32143"/>
                  </a:lnTo>
                  <a:lnTo>
                    <a:pt x="37045" y="34188"/>
                  </a:lnTo>
                  <a:lnTo>
                    <a:pt x="36880" y="34696"/>
                  </a:lnTo>
                  <a:lnTo>
                    <a:pt x="36728" y="34544"/>
                  </a:lnTo>
                  <a:lnTo>
                    <a:pt x="36728" y="35242"/>
                  </a:lnTo>
                  <a:lnTo>
                    <a:pt x="36626" y="35687"/>
                  </a:lnTo>
                  <a:lnTo>
                    <a:pt x="34836" y="37338"/>
                  </a:lnTo>
                  <a:lnTo>
                    <a:pt x="33642" y="37490"/>
                  </a:lnTo>
                  <a:lnTo>
                    <a:pt x="33845" y="74853"/>
                  </a:lnTo>
                  <a:lnTo>
                    <a:pt x="33464" y="74853"/>
                  </a:lnTo>
                  <a:lnTo>
                    <a:pt x="28473" y="73672"/>
                  </a:lnTo>
                  <a:lnTo>
                    <a:pt x="24345" y="73075"/>
                  </a:lnTo>
                  <a:lnTo>
                    <a:pt x="17729" y="73317"/>
                  </a:lnTo>
                  <a:lnTo>
                    <a:pt x="13512" y="73672"/>
                  </a:lnTo>
                  <a:lnTo>
                    <a:pt x="10160" y="74066"/>
                  </a:lnTo>
                  <a:lnTo>
                    <a:pt x="10363" y="65582"/>
                  </a:lnTo>
                  <a:lnTo>
                    <a:pt x="10744" y="37630"/>
                  </a:lnTo>
                  <a:lnTo>
                    <a:pt x="9791" y="36906"/>
                  </a:lnTo>
                  <a:lnTo>
                    <a:pt x="8470" y="35737"/>
                  </a:lnTo>
                  <a:lnTo>
                    <a:pt x="9601" y="36537"/>
                  </a:lnTo>
                  <a:lnTo>
                    <a:pt x="10388" y="37147"/>
                  </a:lnTo>
                  <a:lnTo>
                    <a:pt x="16776" y="33235"/>
                  </a:lnTo>
                  <a:lnTo>
                    <a:pt x="27203" y="33934"/>
                  </a:lnTo>
                  <a:lnTo>
                    <a:pt x="33629" y="37477"/>
                  </a:lnTo>
                  <a:lnTo>
                    <a:pt x="33972" y="37249"/>
                  </a:lnTo>
                  <a:lnTo>
                    <a:pt x="34848" y="36957"/>
                  </a:lnTo>
                  <a:lnTo>
                    <a:pt x="27203" y="32270"/>
                  </a:lnTo>
                  <a:lnTo>
                    <a:pt x="19786" y="32372"/>
                  </a:lnTo>
                  <a:lnTo>
                    <a:pt x="11315" y="33934"/>
                  </a:lnTo>
                  <a:lnTo>
                    <a:pt x="10134" y="34340"/>
                  </a:lnTo>
                  <a:lnTo>
                    <a:pt x="7962" y="35331"/>
                  </a:lnTo>
                  <a:lnTo>
                    <a:pt x="6731" y="34671"/>
                  </a:lnTo>
                  <a:lnTo>
                    <a:pt x="10147" y="32473"/>
                  </a:lnTo>
                  <a:lnTo>
                    <a:pt x="12928" y="31610"/>
                  </a:lnTo>
                  <a:lnTo>
                    <a:pt x="22136" y="30086"/>
                  </a:lnTo>
                  <a:lnTo>
                    <a:pt x="29781" y="31115"/>
                  </a:lnTo>
                  <a:lnTo>
                    <a:pt x="34836" y="34226"/>
                  </a:lnTo>
                  <a:lnTo>
                    <a:pt x="36728" y="35242"/>
                  </a:lnTo>
                  <a:lnTo>
                    <a:pt x="36728" y="34544"/>
                  </a:lnTo>
                  <a:lnTo>
                    <a:pt x="33350" y="30759"/>
                  </a:lnTo>
                  <a:lnTo>
                    <a:pt x="34645" y="31254"/>
                  </a:lnTo>
                  <a:lnTo>
                    <a:pt x="36753" y="32143"/>
                  </a:lnTo>
                  <a:lnTo>
                    <a:pt x="37045" y="32143"/>
                  </a:lnTo>
                  <a:lnTo>
                    <a:pt x="37045" y="31572"/>
                  </a:lnTo>
                  <a:lnTo>
                    <a:pt x="35382" y="30543"/>
                  </a:lnTo>
                  <a:lnTo>
                    <a:pt x="33324" y="29832"/>
                  </a:lnTo>
                  <a:lnTo>
                    <a:pt x="33324" y="30746"/>
                  </a:lnTo>
                  <a:lnTo>
                    <a:pt x="25044" y="29476"/>
                  </a:lnTo>
                  <a:lnTo>
                    <a:pt x="18948" y="29946"/>
                  </a:lnTo>
                  <a:lnTo>
                    <a:pt x="16116" y="30086"/>
                  </a:lnTo>
                  <a:lnTo>
                    <a:pt x="12649" y="30746"/>
                  </a:lnTo>
                  <a:lnTo>
                    <a:pt x="8534" y="31864"/>
                  </a:lnTo>
                  <a:lnTo>
                    <a:pt x="7429" y="32702"/>
                  </a:lnTo>
                  <a:lnTo>
                    <a:pt x="6908" y="31686"/>
                  </a:lnTo>
                  <a:lnTo>
                    <a:pt x="9347" y="30086"/>
                  </a:lnTo>
                  <a:lnTo>
                    <a:pt x="9652" y="30086"/>
                  </a:lnTo>
                  <a:lnTo>
                    <a:pt x="10795" y="29718"/>
                  </a:lnTo>
                  <a:lnTo>
                    <a:pt x="12801" y="29070"/>
                  </a:lnTo>
                  <a:lnTo>
                    <a:pt x="16992" y="28473"/>
                  </a:lnTo>
                  <a:lnTo>
                    <a:pt x="17297" y="28473"/>
                  </a:lnTo>
                  <a:lnTo>
                    <a:pt x="22479" y="28168"/>
                  </a:lnTo>
                  <a:lnTo>
                    <a:pt x="27432" y="28905"/>
                  </a:lnTo>
                  <a:lnTo>
                    <a:pt x="31648" y="30086"/>
                  </a:lnTo>
                  <a:lnTo>
                    <a:pt x="33324" y="30746"/>
                  </a:lnTo>
                  <a:lnTo>
                    <a:pt x="33324" y="29832"/>
                  </a:lnTo>
                  <a:lnTo>
                    <a:pt x="28587" y="28168"/>
                  </a:lnTo>
                  <a:lnTo>
                    <a:pt x="27965" y="27952"/>
                  </a:lnTo>
                  <a:lnTo>
                    <a:pt x="27698" y="27952"/>
                  </a:lnTo>
                  <a:lnTo>
                    <a:pt x="20726" y="26987"/>
                  </a:lnTo>
                  <a:lnTo>
                    <a:pt x="17665" y="26987"/>
                  </a:lnTo>
                  <a:lnTo>
                    <a:pt x="10871" y="28473"/>
                  </a:lnTo>
                  <a:lnTo>
                    <a:pt x="10718" y="28473"/>
                  </a:lnTo>
                  <a:lnTo>
                    <a:pt x="11493" y="28168"/>
                  </a:lnTo>
                  <a:lnTo>
                    <a:pt x="14478" y="26987"/>
                  </a:lnTo>
                  <a:lnTo>
                    <a:pt x="15963" y="26987"/>
                  </a:lnTo>
                  <a:lnTo>
                    <a:pt x="17462" y="26758"/>
                  </a:lnTo>
                  <a:lnTo>
                    <a:pt x="25336" y="26263"/>
                  </a:lnTo>
                  <a:lnTo>
                    <a:pt x="26720" y="26263"/>
                  </a:lnTo>
                  <a:lnTo>
                    <a:pt x="30543" y="26987"/>
                  </a:lnTo>
                  <a:lnTo>
                    <a:pt x="30975" y="26987"/>
                  </a:lnTo>
                  <a:lnTo>
                    <a:pt x="38201" y="30759"/>
                  </a:lnTo>
                  <a:lnTo>
                    <a:pt x="38201" y="29362"/>
                  </a:lnTo>
                  <a:lnTo>
                    <a:pt x="37134" y="28740"/>
                  </a:lnTo>
                  <a:lnTo>
                    <a:pt x="37668" y="28473"/>
                  </a:lnTo>
                  <a:lnTo>
                    <a:pt x="37515" y="28473"/>
                  </a:lnTo>
                  <a:lnTo>
                    <a:pt x="37515" y="27952"/>
                  </a:lnTo>
                  <a:lnTo>
                    <a:pt x="37846" y="27952"/>
                  </a:lnTo>
                  <a:lnTo>
                    <a:pt x="36842" y="26543"/>
                  </a:lnTo>
                  <a:lnTo>
                    <a:pt x="36449" y="26987"/>
                  </a:lnTo>
                  <a:lnTo>
                    <a:pt x="36360" y="27952"/>
                  </a:lnTo>
                  <a:lnTo>
                    <a:pt x="33896" y="26987"/>
                  </a:lnTo>
                  <a:lnTo>
                    <a:pt x="34417" y="26987"/>
                  </a:lnTo>
                  <a:lnTo>
                    <a:pt x="34429" y="25184"/>
                  </a:lnTo>
                  <a:lnTo>
                    <a:pt x="33845" y="24307"/>
                  </a:lnTo>
                  <a:lnTo>
                    <a:pt x="33312" y="25184"/>
                  </a:lnTo>
                  <a:lnTo>
                    <a:pt x="33210" y="25755"/>
                  </a:lnTo>
                  <a:lnTo>
                    <a:pt x="33159" y="25920"/>
                  </a:lnTo>
                  <a:lnTo>
                    <a:pt x="33058" y="26263"/>
                  </a:lnTo>
                  <a:lnTo>
                    <a:pt x="31902" y="26263"/>
                  </a:lnTo>
                  <a:lnTo>
                    <a:pt x="30924" y="25920"/>
                  </a:lnTo>
                  <a:lnTo>
                    <a:pt x="31165" y="25920"/>
                  </a:lnTo>
                  <a:lnTo>
                    <a:pt x="31178" y="25755"/>
                  </a:lnTo>
                  <a:lnTo>
                    <a:pt x="31127" y="24676"/>
                  </a:lnTo>
                  <a:lnTo>
                    <a:pt x="30873" y="23952"/>
                  </a:lnTo>
                  <a:lnTo>
                    <a:pt x="29794" y="24676"/>
                  </a:lnTo>
                  <a:lnTo>
                    <a:pt x="29794" y="25755"/>
                  </a:lnTo>
                  <a:lnTo>
                    <a:pt x="28486" y="25565"/>
                  </a:lnTo>
                  <a:lnTo>
                    <a:pt x="28435" y="25361"/>
                  </a:lnTo>
                  <a:lnTo>
                    <a:pt x="28333" y="24841"/>
                  </a:lnTo>
                  <a:lnTo>
                    <a:pt x="28219" y="24307"/>
                  </a:lnTo>
                  <a:lnTo>
                    <a:pt x="28143" y="23952"/>
                  </a:lnTo>
                  <a:lnTo>
                    <a:pt x="27660" y="23368"/>
                  </a:lnTo>
                  <a:lnTo>
                    <a:pt x="27012" y="24104"/>
                  </a:lnTo>
                  <a:lnTo>
                    <a:pt x="26911" y="24676"/>
                  </a:lnTo>
                  <a:lnTo>
                    <a:pt x="26809" y="25184"/>
                  </a:lnTo>
                  <a:lnTo>
                    <a:pt x="26771" y="25361"/>
                  </a:lnTo>
                  <a:lnTo>
                    <a:pt x="24663" y="25184"/>
                  </a:lnTo>
                  <a:lnTo>
                    <a:pt x="23672" y="25184"/>
                  </a:lnTo>
                  <a:lnTo>
                    <a:pt x="23672" y="25044"/>
                  </a:lnTo>
                  <a:lnTo>
                    <a:pt x="24663" y="25082"/>
                  </a:lnTo>
                  <a:lnTo>
                    <a:pt x="24663" y="24841"/>
                  </a:lnTo>
                  <a:lnTo>
                    <a:pt x="24663" y="23596"/>
                  </a:lnTo>
                  <a:lnTo>
                    <a:pt x="24142" y="22567"/>
                  </a:lnTo>
                  <a:lnTo>
                    <a:pt x="24041" y="22745"/>
                  </a:lnTo>
                  <a:lnTo>
                    <a:pt x="23774" y="23190"/>
                  </a:lnTo>
                  <a:lnTo>
                    <a:pt x="23672" y="24841"/>
                  </a:lnTo>
                  <a:lnTo>
                    <a:pt x="21183" y="24841"/>
                  </a:lnTo>
                  <a:lnTo>
                    <a:pt x="21158" y="23190"/>
                  </a:lnTo>
                  <a:lnTo>
                    <a:pt x="20624" y="21983"/>
                  </a:lnTo>
                  <a:lnTo>
                    <a:pt x="19939" y="23190"/>
                  </a:lnTo>
                  <a:lnTo>
                    <a:pt x="19824" y="24307"/>
                  </a:lnTo>
                  <a:lnTo>
                    <a:pt x="19786" y="24676"/>
                  </a:lnTo>
                  <a:lnTo>
                    <a:pt x="19164" y="24841"/>
                  </a:lnTo>
                  <a:lnTo>
                    <a:pt x="18478" y="24841"/>
                  </a:lnTo>
                  <a:lnTo>
                    <a:pt x="18478" y="25184"/>
                  </a:lnTo>
                  <a:lnTo>
                    <a:pt x="17868" y="25184"/>
                  </a:lnTo>
                  <a:lnTo>
                    <a:pt x="18427" y="25044"/>
                  </a:lnTo>
                  <a:lnTo>
                    <a:pt x="18478" y="25184"/>
                  </a:lnTo>
                  <a:lnTo>
                    <a:pt x="18478" y="24841"/>
                  </a:lnTo>
                  <a:lnTo>
                    <a:pt x="18338" y="24676"/>
                  </a:lnTo>
                  <a:lnTo>
                    <a:pt x="18224" y="24307"/>
                  </a:lnTo>
                  <a:lnTo>
                    <a:pt x="18122" y="23952"/>
                  </a:lnTo>
                  <a:lnTo>
                    <a:pt x="17995" y="23596"/>
                  </a:lnTo>
                  <a:lnTo>
                    <a:pt x="17462" y="22745"/>
                  </a:lnTo>
                  <a:lnTo>
                    <a:pt x="16535" y="23952"/>
                  </a:lnTo>
                  <a:lnTo>
                    <a:pt x="16624" y="24841"/>
                  </a:lnTo>
                  <a:lnTo>
                    <a:pt x="16675" y="25361"/>
                  </a:lnTo>
                  <a:lnTo>
                    <a:pt x="17195" y="25361"/>
                  </a:lnTo>
                  <a:lnTo>
                    <a:pt x="14744" y="25565"/>
                  </a:lnTo>
                  <a:lnTo>
                    <a:pt x="14681" y="25184"/>
                  </a:lnTo>
                  <a:lnTo>
                    <a:pt x="14554" y="24307"/>
                  </a:lnTo>
                  <a:lnTo>
                    <a:pt x="13639" y="23596"/>
                  </a:lnTo>
                  <a:lnTo>
                    <a:pt x="13017" y="24676"/>
                  </a:lnTo>
                  <a:lnTo>
                    <a:pt x="13106" y="25565"/>
                  </a:lnTo>
                  <a:lnTo>
                    <a:pt x="13195" y="25920"/>
                  </a:lnTo>
                  <a:lnTo>
                    <a:pt x="11823" y="26263"/>
                  </a:lnTo>
                  <a:lnTo>
                    <a:pt x="11557" y="26263"/>
                  </a:lnTo>
                  <a:lnTo>
                    <a:pt x="11518" y="25184"/>
                  </a:lnTo>
                  <a:lnTo>
                    <a:pt x="10350" y="24307"/>
                  </a:lnTo>
                  <a:lnTo>
                    <a:pt x="9829" y="25565"/>
                  </a:lnTo>
                  <a:lnTo>
                    <a:pt x="9753" y="26987"/>
                  </a:lnTo>
                  <a:lnTo>
                    <a:pt x="10807" y="26987"/>
                  </a:lnTo>
                  <a:lnTo>
                    <a:pt x="7569" y="28168"/>
                  </a:lnTo>
                  <a:lnTo>
                    <a:pt x="7467" y="26987"/>
                  </a:lnTo>
                  <a:lnTo>
                    <a:pt x="7416" y="26543"/>
                  </a:lnTo>
                  <a:lnTo>
                    <a:pt x="7302" y="26263"/>
                  </a:lnTo>
                  <a:lnTo>
                    <a:pt x="6743" y="25920"/>
                  </a:lnTo>
                  <a:lnTo>
                    <a:pt x="6654" y="26263"/>
                  </a:lnTo>
                  <a:lnTo>
                    <a:pt x="6578" y="26543"/>
                  </a:lnTo>
                  <a:lnTo>
                    <a:pt x="6464" y="26987"/>
                  </a:lnTo>
                  <a:lnTo>
                    <a:pt x="6413" y="28473"/>
                  </a:lnTo>
                  <a:lnTo>
                    <a:pt x="7239" y="29718"/>
                  </a:lnTo>
                  <a:lnTo>
                    <a:pt x="6311" y="28321"/>
                  </a:lnTo>
                  <a:lnTo>
                    <a:pt x="5689" y="29070"/>
                  </a:lnTo>
                  <a:lnTo>
                    <a:pt x="4686" y="29387"/>
                  </a:lnTo>
                  <a:lnTo>
                    <a:pt x="4686" y="29070"/>
                  </a:lnTo>
                  <a:lnTo>
                    <a:pt x="4508" y="28727"/>
                  </a:lnTo>
                  <a:lnTo>
                    <a:pt x="4508" y="26098"/>
                  </a:lnTo>
                  <a:lnTo>
                    <a:pt x="4686" y="25933"/>
                  </a:lnTo>
                  <a:lnTo>
                    <a:pt x="5003" y="25704"/>
                  </a:lnTo>
                  <a:lnTo>
                    <a:pt x="5130" y="25361"/>
                  </a:lnTo>
                  <a:lnTo>
                    <a:pt x="5219" y="25196"/>
                  </a:lnTo>
                  <a:lnTo>
                    <a:pt x="5308" y="25006"/>
                  </a:lnTo>
                  <a:lnTo>
                    <a:pt x="5372" y="24676"/>
                  </a:lnTo>
                  <a:lnTo>
                    <a:pt x="6070" y="24295"/>
                  </a:lnTo>
                  <a:lnTo>
                    <a:pt x="6934" y="23952"/>
                  </a:lnTo>
                  <a:lnTo>
                    <a:pt x="7569" y="23710"/>
                  </a:lnTo>
                  <a:lnTo>
                    <a:pt x="7391" y="23355"/>
                  </a:lnTo>
                  <a:lnTo>
                    <a:pt x="7391" y="22948"/>
                  </a:lnTo>
                  <a:lnTo>
                    <a:pt x="6731" y="23355"/>
                  </a:lnTo>
                  <a:lnTo>
                    <a:pt x="6261" y="23355"/>
                  </a:lnTo>
                  <a:lnTo>
                    <a:pt x="5130" y="23952"/>
                  </a:lnTo>
                  <a:lnTo>
                    <a:pt x="5003" y="23190"/>
                  </a:lnTo>
                  <a:lnTo>
                    <a:pt x="4686" y="22745"/>
                  </a:lnTo>
                  <a:lnTo>
                    <a:pt x="4991" y="18846"/>
                  </a:lnTo>
                  <a:lnTo>
                    <a:pt x="5105" y="15087"/>
                  </a:lnTo>
                  <a:lnTo>
                    <a:pt x="5143" y="14020"/>
                  </a:lnTo>
                  <a:lnTo>
                    <a:pt x="17157" y="6019"/>
                  </a:lnTo>
                  <a:lnTo>
                    <a:pt x="19164" y="6019"/>
                  </a:lnTo>
                  <a:lnTo>
                    <a:pt x="25488" y="6223"/>
                  </a:lnTo>
                  <a:lnTo>
                    <a:pt x="27190" y="6807"/>
                  </a:lnTo>
                  <a:lnTo>
                    <a:pt x="28194" y="7048"/>
                  </a:lnTo>
                  <a:lnTo>
                    <a:pt x="27381" y="7048"/>
                  </a:lnTo>
                  <a:lnTo>
                    <a:pt x="32715" y="7581"/>
                  </a:lnTo>
                  <a:lnTo>
                    <a:pt x="33439" y="8191"/>
                  </a:lnTo>
                  <a:lnTo>
                    <a:pt x="33312" y="8191"/>
                  </a:lnTo>
                  <a:lnTo>
                    <a:pt x="34836" y="8991"/>
                  </a:lnTo>
                  <a:lnTo>
                    <a:pt x="38214" y="10337"/>
                  </a:lnTo>
                  <a:lnTo>
                    <a:pt x="38277" y="25704"/>
                  </a:lnTo>
                  <a:lnTo>
                    <a:pt x="38493" y="25933"/>
                  </a:lnTo>
                  <a:lnTo>
                    <a:pt x="38620" y="26098"/>
                  </a:lnTo>
                  <a:lnTo>
                    <a:pt x="38620" y="26492"/>
                  </a:lnTo>
                  <a:lnTo>
                    <a:pt x="38392" y="27000"/>
                  </a:lnTo>
                  <a:lnTo>
                    <a:pt x="38392" y="27381"/>
                  </a:lnTo>
                  <a:lnTo>
                    <a:pt x="38620" y="27597"/>
                  </a:lnTo>
                  <a:lnTo>
                    <a:pt x="39027" y="27762"/>
                  </a:lnTo>
                  <a:lnTo>
                    <a:pt x="39204" y="27965"/>
                  </a:lnTo>
                  <a:lnTo>
                    <a:pt x="39204" y="30086"/>
                  </a:lnTo>
                  <a:lnTo>
                    <a:pt x="40309" y="30086"/>
                  </a:lnTo>
                  <a:lnTo>
                    <a:pt x="40373" y="26492"/>
                  </a:lnTo>
                  <a:lnTo>
                    <a:pt x="40462" y="25704"/>
                  </a:lnTo>
                  <a:lnTo>
                    <a:pt x="40982" y="25704"/>
                  </a:lnTo>
                  <a:lnTo>
                    <a:pt x="38671" y="25361"/>
                  </a:lnTo>
                  <a:lnTo>
                    <a:pt x="39192" y="25361"/>
                  </a:lnTo>
                  <a:lnTo>
                    <a:pt x="39204" y="14020"/>
                  </a:lnTo>
                  <a:lnTo>
                    <a:pt x="39382" y="10337"/>
                  </a:lnTo>
                  <a:lnTo>
                    <a:pt x="39370" y="8610"/>
                  </a:lnTo>
                  <a:lnTo>
                    <a:pt x="39319" y="7924"/>
                  </a:lnTo>
                  <a:lnTo>
                    <a:pt x="39204" y="6451"/>
                  </a:lnTo>
                  <a:lnTo>
                    <a:pt x="38620" y="5854"/>
                  </a:lnTo>
                  <a:lnTo>
                    <a:pt x="38354" y="5689"/>
                  </a:lnTo>
                  <a:lnTo>
                    <a:pt x="36512" y="3797"/>
                  </a:lnTo>
                  <a:lnTo>
                    <a:pt x="36322" y="3797"/>
                  </a:lnTo>
                  <a:lnTo>
                    <a:pt x="34734" y="3162"/>
                  </a:lnTo>
                  <a:lnTo>
                    <a:pt x="31851" y="1943"/>
                  </a:lnTo>
                  <a:lnTo>
                    <a:pt x="31432" y="1765"/>
                  </a:lnTo>
                  <a:lnTo>
                    <a:pt x="29692" y="1765"/>
                  </a:lnTo>
                  <a:lnTo>
                    <a:pt x="26200" y="304"/>
                  </a:lnTo>
                  <a:lnTo>
                    <a:pt x="23025" y="304"/>
                  </a:lnTo>
                  <a:lnTo>
                    <a:pt x="20955" y="0"/>
                  </a:lnTo>
                  <a:lnTo>
                    <a:pt x="15303" y="0"/>
                  </a:lnTo>
                  <a:lnTo>
                    <a:pt x="13906" y="304"/>
                  </a:lnTo>
                  <a:lnTo>
                    <a:pt x="13258" y="304"/>
                  </a:lnTo>
                  <a:lnTo>
                    <a:pt x="11874" y="685"/>
                  </a:lnTo>
                  <a:lnTo>
                    <a:pt x="10541" y="1028"/>
                  </a:lnTo>
                  <a:lnTo>
                    <a:pt x="9486" y="1447"/>
                  </a:lnTo>
                  <a:lnTo>
                    <a:pt x="8648" y="1587"/>
                  </a:lnTo>
                  <a:lnTo>
                    <a:pt x="7937" y="1943"/>
                  </a:lnTo>
                  <a:lnTo>
                    <a:pt x="7035" y="2260"/>
                  </a:lnTo>
                  <a:lnTo>
                    <a:pt x="5689" y="2997"/>
                  </a:lnTo>
                  <a:lnTo>
                    <a:pt x="5575" y="3162"/>
                  </a:lnTo>
                  <a:lnTo>
                    <a:pt x="4483" y="4572"/>
                  </a:lnTo>
                  <a:lnTo>
                    <a:pt x="4241" y="4572"/>
                  </a:lnTo>
                  <a:lnTo>
                    <a:pt x="3848" y="5689"/>
                  </a:lnTo>
                  <a:lnTo>
                    <a:pt x="3797" y="6223"/>
                  </a:lnTo>
                  <a:lnTo>
                    <a:pt x="7505" y="3797"/>
                  </a:lnTo>
                  <a:lnTo>
                    <a:pt x="9550" y="3797"/>
                  </a:lnTo>
                  <a:lnTo>
                    <a:pt x="11137" y="3162"/>
                  </a:lnTo>
                  <a:lnTo>
                    <a:pt x="13335" y="2527"/>
                  </a:lnTo>
                  <a:lnTo>
                    <a:pt x="15621" y="1943"/>
                  </a:lnTo>
                  <a:lnTo>
                    <a:pt x="18745" y="2108"/>
                  </a:lnTo>
                  <a:lnTo>
                    <a:pt x="20167" y="2108"/>
                  </a:lnTo>
                  <a:lnTo>
                    <a:pt x="21577" y="1943"/>
                  </a:lnTo>
                  <a:lnTo>
                    <a:pt x="23964" y="2108"/>
                  </a:lnTo>
                  <a:lnTo>
                    <a:pt x="25184" y="2260"/>
                  </a:lnTo>
                  <a:lnTo>
                    <a:pt x="26568" y="2527"/>
                  </a:lnTo>
                  <a:lnTo>
                    <a:pt x="29781" y="3454"/>
                  </a:lnTo>
                  <a:lnTo>
                    <a:pt x="31165" y="3797"/>
                  </a:lnTo>
                  <a:lnTo>
                    <a:pt x="33413" y="4572"/>
                  </a:lnTo>
                  <a:lnTo>
                    <a:pt x="33058" y="4572"/>
                  </a:lnTo>
                  <a:lnTo>
                    <a:pt x="36766" y="5689"/>
                  </a:lnTo>
                  <a:lnTo>
                    <a:pt x="36055" y="5689"/>
                  </a:lnTo>
                  <a:lnTo>
                    <a:pt x="36626" y="5854"/>
                  </a:lnTo>
                  <a:lnTo>
                    <a:pt x="36893" y="5854"/>
                  </a:lnTo>
                  <a:lnTo>
                    <a:pt x="36893" y="6019"/>
                  </a:lnTo>
                  <a:lnTo>
                    <a:pt x="37045" y="6223"/>
                  </a:lnTo>
                  <a:lnTo>
                    <a:pt x="37223" y="6223"/>
                  </a:lnTo>
                  <a:lnTo>
                    <a:pt x="37528" y="6451"/>
                  </a:lnTo>
                  <a:lnTo>
                    <a:pt x="37858" y="6451"/>
                  </a:lnTo>
                  <a:lnTo>
                    <a:pt x="37985" y="7048"/>
                  </a:lnTo>
                  <a:lnTo>
                    <a:pt x="38214" y="7581"/>
                  </a:lnTo>
                  <a:lnTo>
                    <a:pt x="38214" y="8610"/>
                  </a:lnTo>
                  <a:lnTo>
                    <a:pt x="36957" y="8191"/>
                  </a:lnTo>
                  <a:lnTo>
                    <a:pt x="37261" y="8191"/>
                  </a:lnTo>
                  <a:lnTo>
                    <a:pt x="36893" y="7924"/>
                  </a:lnTo>
                  <a:lnTo>
                    <a:pt x="35979" y="7581"/>
                  </a:lnTo>
                  <a:lnTo>
                    <a:pt x="34836" y="7048"/>
                  </a:lnTo>
                  <a:lnTo>
                    <a:pt x="34036" y="6807"/>
                  </a:lnTo>
                  <a:lnTo>
                    <a:pt x="32473" y="6223"/>
                  </a:lnTo>
                  <a:lnTo>
                    <a:pt x="31432" y="6019"/>
                  </a:lnTo>
                  <a:lnTo>
                    <a:pt x="30226" y="5689"/>
                  </a:lnTo>
                  <a:lnTo>
                    <a:pt x="29603" y="5689"/>
                  </a:lnTo>
                  <a:lnTo>
                    <a:pt x="26111" y="4572"/>
                  </a:lnTo>
                  <a:lnTo>
                    <a:pt x="14097" y="4572"/>
                  </a:lnTo>
                  <a:lnTo>
                    <a:pt x="9385" y="5689"/>
                  </a:lnTo>
                  <a:lnTo>
                    <a:pt x="9906" y="5689"/>
                  </a:lnTo>
                  <a:lnTo>
                    <a:pt x="8953" y="6223"/>
                  </a:lnTo>
                  <a:lnTo>
                    <a:pt x="8039" y="6451"/>
                  </a:lnTo>
                  <a:lnTo>
                    <a:pt x="7912" y="6451"/>
                  </a:lnTo>
                  <a:lnTo>
                    <a:pt x="6921" y="6807"/>
                  </a:lnTo>
                  <a:lnTo>
                    <a:pt x="6464" y="7048"/>
                  </a:lnTo>
                  <a:lnTo>
                    <a:pt x="5600" y="7581"/>
                  </a:lnTo>
                  <a:lnTo>
                    <a:pt x="5499" y="7708"/>
                  </a:lnTo>
                  <a:lnTo>
                    <a:pt x="5740" y="7708"/>
                  </a:lnTo>
                  <a:lnTo>
                    <a:pt x="5422" y="8191"/>
                  </a:lnTo>
                  <a:lnTo>
                    <a:pt x="5118" y="8191"/>
                  </a:lnTo>
                  <a:lnTo>
                    <a:pt x="5499" y="7708"/>
                  </a:lnTo>
                  <a:lnTo>
                    <a:pt x="3746" y="7112"/>
                  </a:lnTo>
                  <a:lnTo>
                    <a:pt x="3835" y="7708"/>
                  </a:lnTo>
                  <a:lnTo>
                    <a:pt x="3987" y="7924"/>
                  </a:lnTo>
                  <a:lnTo>
                    <a:pt x="4127" y="8191"/>
                  </a:lnTo>
                  <a:lnTo>
                    <a:pt x="4216" y="8610"/>
                  </a:lnTo>
                  <a:lnTo>
                    <a:pt x="4953" y="8407"/>
                  </a:lnTo>
                  <a:lnTo>
                    <a:pt x="4318" y="9207"/>
                  </a:lnTo>
                  <a:lnTo>
                    <a:pt x="4165" y="8991"/>
                  </a:lnTo>
                  <a:lnTo>
                    <a:pt x="4114" y="10337"/>
                  </a:lnTo>
                  <a:lnTo>
                    <a:pt x="3632" y="22948"/>
                  </a:lnTo>
                  <a:lnTo>
                    <a:pt x="3581" y="23355"/>
                  </a:lnTo>
                  <a:lnTo>
                    <a:pt x="3251" y="23952"/>
                  </a:lnTo>
                  <a:lnTo>
                    <a:pt x="3340" y="29400"/>
                  </a:lnTo>
                  <a:lnTo>
                    <a:pt x="3568" y="29641"/>
                  </a:lnTo>
                  <a:lnTo>
                    <a:pt x="3568" y="29883"/>
                  </a:lnTo>
                  <a:lnTo>
                    <a:pt x="3822" y="30086"/>
                  </a:lnTo>
                  <a:lnTo>
                    <a:pt x="4114" y="30403"/>
                  </a:lnTo>
                  <a:lnTo>
                    <a:pt x="4368" y="30746"/>
                  </a:lnTo>
                  <a:lnTo>
                    <a:pt x="4686" y="31254"/>
                  </a:lnTo>
                  <a:lnTo>
                    <a:pt x="6286" y="33616"/>
                  </a:lnTo>
                  <a:lnTo>
                    <a:pt x="5308" y="34442"/>
                  </a:lnTo>
                  <a:lnTo>
                    <a:pt x="6096" y="35496"/>
                  </a:lnTo>
                  <a:lnTo>
                    <a:pt x="7391" y="35915"/>
                  </a:lnTo>
                  <a:lnTo>
                    <a:pt x="8318" y="36842"/>
                  </a:lnTo>
                  <a:lnTo>
                    <a:pt x="8763" y="37490"/>
                  </a:lnTo>
                  <a:lnTo>
                    <a:pt x="8318" y="74358"/>
                  </a:lnTo>
                  <a:lnTo>
                    <a:pt x="5359" y="74853"/>
                  </a:lnTo>
                  <a:lnTo>
                    <a:pt x="2628" y="75857"/>
                  </a:lnTo>
                  <a:lnTo>
                    <a:pt x="685" y="77508"/>
                  </a:lnTo>
                  <a:lnTo>
                    <a:pt x="0" y="79235"/>
                  </a:lnTo>
                  <a:lnTo>
                    <a:pt x="114" y="80149"/>
                  </a:lnTo>
                  <a:lnTo>
                    <a:pt x="228" y="80619"/>
                  </a:lnTo>
                  <a:lnTo>
                    <a:pt x="317" y="80987"/>
                  </a:lnTo>
                  <a:lnTo>
                    <a:pt x="406" y="81280"/>
                  </a:lnTo>
                  <a:lnTo>
                    <a:pt x="685" y="82181"/>
                  </a:lnTo>
                  <a:lnTo>
                    <a:pt x="939" y="83159"/>
                  </a:lnTo>
                  <a:lnTo>
                    <a:pt x="1028" y="83604"/>
                  </a:lnTo>
                  <a:lnTo>
                    <a:pt x="1155" y="84277"/>
                  </a:lnTo>
                  <a:lnTo>
                    <a:pt x="584" y="85001"/>
                  </a:lnTo>
                  <a:lnTo>
                    <a:pt x="469" y="85852"/>
                  </a:lnTo>
                  <a:lnTo>
                    <a:pt x="1358" y="86283"/>
                  </a:lnTo>
                  <a:lnTo>
                    <a:pt x="1651" y="103974"/>
                  </a:lnTo>
                  <a:lnTo>
                    <a:pt x="1168" y="104228"/>
                  </a:lnTo>
                  <a:lnTo>
                    <a:pt x="317" y="105321"/>
                  </a:lnTo>
                  <a:lnTo>
                    <a:pt x="469" y="106387"/>
                  </a:lnTo>
                  <a:lnTo>
                    <a:pt x="1231" y="106222"/>
                  </a:lnTo>
                  <a:lnTo>
                    <a:pt x="1155" y="106375"/>
                  </a:lnTo>
                  <a:lnTo>
                    <a:pt x="1130" y="110896"/>
                  </a:lnTo>
                  <a:lnTo>
                    <a:pt x="1663" y="111353"/>
                  </a:lnTo>
                  <a:lnTo>
                    <a:pt x="1473" y="112255"/>
                  </a:lnTo>
                  <a:lnTo>
                    <a:pt x="2120" y="112788"/>
                  </a:lnTo>
                  <a:lnTo>
                    <a:pt x="2235" y="113055"/>
                  </a:lnTo>
                  <a:lnTo>
                    <a:pt x="2705" y="113753"/>
                  </a:lnTo>
                  <a:lnTo>
                    <a:pt x="2705" y="114541"/>
                  </a:lnTo>
                  <a:lnTo>
                    <a:pt x="2921" y="115341"/>
                  </a:lnTo>
                  <a:lnTo>
                    <a:pt x="3581" y="115760"/>
                  </a:lnTo>
                  <a:lnTo>
                    <a:pt x="3581" y="117360"/>
                  </a:lnTo>
                  <a:lnTo>
                    <a:pt x="4495" y="117754"/>
                  </a:lnTo>
                  <a:lnTo>
                    <a:pt x="6083" y="117157"/>
                  </a:lnTo>
                  <a:lnTo>
                    <a:pt x="5016" y="116890"/>
                  </a:lnTo>
                  <a:lnTo>
                    <a:pt x="4648" y="116078"/>
                  </a:lnTo>
                  <a:lnTo>
                    <a:pt x="5308" y="115252"/>
                  </a:lnTo>
                  <a:lnTo>
                    <a:pt x="9906" y="114185"/>
                  </a:lnTo>
                  <a:lnTo>
                    <a:pt x="17526" y="113258"/>
                  </a:lnTo>
                  <a:lnTo>
                    <a:pt x="29197" y="113639"/>
                  </a:lnTo>
                  <a:lnTo>
                    <a:pt x="34340" y="114452"/>
                  </a:lnTo>
                  <a:lnTo>
                    <a:pt x="39255" y="116306"/>
                  </a:lnTo>
                  <a:lnTo>
                    <a:pt x="38633" y="117652"/>
                  </a:lnTo>
                  <a:lnTo>
                    <a:pt x="37350" y="116890"/>
                  </a:lnTo>
                  <a:lnTo>
                    <a:pt x="29705" y="115760"/>
                  </a:lnTo>
                  <a:lnTo>
                    <a:pt x="20866" y="115404"/>
                  </a:lnTo>
                  <a:lnTo>
                    <a:pt x="20472" y="115417"/>
                  </a:lnTo>
                  <a:lnTo>
                    <a:pt x="20472" y="116522"/>
                  </a:lnTo>
                  <a:lnTo>
                    <a:pt x="14312" y="117729"/>
                  </a:lnTo>
                  <a:lnTo>
                    <a:pt x="9817" y="118122"/>
                  </a:lnTo>
                  <a:lnTo>
                    <a:pt x="6731" y="119075"/>
                  </a:lnTo>
                  <a:lnTo>
                    <a:pt x="6527" y="118491"/>
                  </a:lnTo>
                  <a:lnTo>
                    <a:pt x="7404" y="118021"/>
                  </a:lnTo>
                  <a:lnTo>
                    <a:pt x="11531" y="117094"/>
                  </a:lnTo>
                  <a:lnTo>
                    <a:pt x="16116" y="116522"/>
                  </a:lnTo>
                  <a:lnTo>
                    <a:pt x="20472" y="116522"/>
                  </a:lnTo>
                  <a:lnTo>
                    <a:pt x="20472" y="115417"/>
                  </a:lnTo>
                  <a:lnTo>
                    <a:pt x="14236" y="115544"/>
                  </a:lnTo>
                  <a:lnTo>
                    <a:pt x="6921" y="116890"/>
                  </a:lnTo>
                  <a:lnTo>
                    <a:pt x="4508" y="117754"/>
                  </a:lnTo>
                  <a:lnTo>
                    <a:pt x="4114" y="118833"/>
                  </a:lnTo>
                  <a:lnTo>
                    <a:pt x="5130" y="119240"/>
                  </a:lnTo>
                  <a:lnTo>
                    <a:pt x="6083" y="119875"/>
                  </a:lnTo>
                  <a:lnTo>
                    <a:pt x="7353" y="119697"/>
                  </a:lnTo>
                  <a:lnTo>
                    <a:pt x="7048" y="120383"/>
                  </a:lnTo>
                  <a:lnTo>
                    <a:pt x="7404" y="121920"/>
                  </a:lnTo>
                  <a:lnTo>
                    <a:pt x="12026" y="120586"/>
                  </a:lnTo>
                  <a:lnTo>
                    <a:pt x="21183" y="119989"/>
                  </a:lnTo>
                  <a:lnTo>
                    <a:pt x="35648" y="121005"/>
                  </a:lnTo>
                  <a:lnTo>
                    <a:pt x="35687" y="122072"/>
                  </a:lnTo>
                  <a:lnTo>
                    <a:pt x="37045" y="122072"/>
                  </a:lnTo>
                  <a:lnTo>
                    <a:pt x="35966" y="121005"/>
                  </a:lnTo>
                  <a:lnTo>
                    <a:pt x="36360" y="120383"/>
                  </a:lnTo>
                  <a:lnTo>
                    <a:pt x="35674" y="120383"/>
                  </a:lnTo>
                  <a:lnTo>
                    <a:pt x="35623" y="119964"/>
                  </a:lnTo>
                  <a:lnTo>
                    <a:pt x="27609" y="119316"/>
                  </a:lnTo>
                  <a:lnTo>
                    <a:pt x="20180" y="119062"/>
                  </a:lnTo>
                  <a:lnTo>
                    <a:pt x="16421" y="118732"/>
                  </a:lnTo>
                  <a:lnTo>
                    <a:pt x="22148" y="117360"/>
                  </a:lnTo>
                  <a:lnTo>
                    <a:pt x="28143" y="118021"/>
                  </a:lnTo>
                  <a:lnTo>
                    <a:pt x="37134" y="119595"/>
                  </a:lnTo>
                  <a:lnTo>
                    <a:pt x="39103" y="118910"/>
                  </a:lnTo>
                  <a:lnTo>
                    <a:pt x="40805" y="116243"/>
                  </a:lnTo>
                  <a:lnTo>
                    <a:pt x="40449" y="117081"/>
                  </a:lnTo>
                  <a:lnTo>
                    <a:pt x="40868" y="117081"/>
                  </a:lnTo>
                  <a:lnTo>
                    <a:pt x="41706" y="117817"/>
                  </a:lnTo>
                  <a:lnTo>
                    <a:pt x="42062" y="118745"/>
                  </a:lnTo>
                  <a:lnTo>
                    <a:pt x="42062" y="121158"/>
                  </a:lnTo>
                  <a:lnTo>
                    <a:pt x="38722" y="121158"/>
                  </a:lnTo>
                  <a:lnTo>
                    <a:pt x="38354" y="121780"/>
                  </a:lnTo>
                  <a:lnTo>
                    <a:pt x="38633" y="122364"/>
                  </a:lnTo>
                  <a:lnTo>
                    <a:pt x="40170" y="122364"/>
                  </a:lnTo>
                  <a:lnTo>
                    <a:pt x="42760" y="122364"/>
                  </a:lnTo>
                  <a:lnTo>
                    <a:pt x="42862" y="121780"/>
                  </a:lnTo>
                  <a:lnTo>
                    <a:pt x="42951" y="121158"/>
                  </a:lnTo>
                  <a:lnTo>
                    <a:pt x="43078" y="120192"/>
                  </a:lnTo>
                  <a:lnTo>
                    <a:pt x="43078" y="118414"/>
                  </a:lnTo>
                  <a:close/>
                </a:path>
                <a:path w="82550" h="151764">
                  <a:moveTo>
                    <a:pt x="43268" y="150558"/>
                  </a:moveTo>
                  <a:lnTo>
                    <a:pt x="36068" y="147751"/>
                  </a:lnTo>
                  <a:lnTo>
                    <a:pt x="36068" y="150202"/>
                  </a:lnTo>
                  <a:lnTo>
                    <a:pt x="43268" y="151765"/>
                  </a:lnTo>
                  <a:lnTo>
                    <a:pt x="43268" y="150558"/>
                  </a:lnTo>
                  <a:close/>
                </a:path>
                <a:path w="82550" h="151764">
                  <a:moveTo>
                    <a:pt x="44272" y="129362"/>
                  </a:moveTo>
                  <a:lnTo>
                    <a:pt x="44208" y="129171"/>
                  </a:lnTo>
                  <a:lnTo>
                    <a:pt x="44119" y="127165"/>
                  </a:lnTo>
                  <a:lnTo>
                    <a:pt x="43256" y="125539"/>
                  </a:lnTo>
                  <a:lnTo>
                    <a:pt x="43141" y="125387"/>
                  </a:lnTo>
                  <a:lnTo>
                    <a:pt x="42989" y="125158"/>
                  </a:lnTo>
                  <a:lnTo>
                    <a:pt x="42240" y="124142"/>
                  </a:lnTo>
                  <a:lnTo>
                    <a:pt x="42316" y="123926"/>
                  </a:lnTo>
                  <a:lnTo>
                    <a:pt x="42456" y="123571"/>
                  </a:lnTo>
                  <a:lnTo>
                    <a:pt x="42557" y="123177"/>
                  </a:lnTo>
                  <a:lnTo>
                    <a:pt x="42710" y="122567"/>
                  </a:lnTo>
                  <a:lnTo>
                    <a:pt x="40932" y="122567"/>
                  </a:lnTo>
                  <a:lnTo>
                    <a:pt x="41554" y="123177"/>
                  </a:lnTo>
                  <a:lnTo>
                    <a:pt x="41427" y="123571"/>
                  </a:lnTo>
                  <a:lnTo>
                    <a:pt x="41325" y="123926"/>
                  </a:lnTo>
                  <a:lnTo>
                    <a:pt x="41021" y="124142"/>
                  </a:lnTo>
                  <a:lnTo>
                    <a:pt x="37846" y="124142"/>
                  </a:lnTo>
                  <a:lnTo>
                    <a:pt x="36347" y="124726"/>
                  </a:lnTo>
                  <a:lnTo>
                    <a:pt x="34874" y="124726"/>
                  </a:lnTo>
                  <a:lnTo>
                    <a:pt x="34950" y="125704"/>
                  </a:lnTo>
                  <a:lnTo>
                    <a:pt x="35013" y="126669"/>
                  </a:lnTo>
                  <a:lnTo>
                    <a:pt x="37147" y="126669"/>
                  </a:lnTo>
                  <a:lnTo>
                    <a:pt x="37338" y="125704"/>
                  </a:lnTo>
                  <a:lnTo>
                    <a:pt x="37452" y="125374"/>
                  </a:lnTo>
                  <a:lnTo>
                    <a:pt x="38798" y="125158"/>
                  </a:lnTo>
                  <a:lnTo>
                    <a:pt x="41021" y="125158"/>
                  </a:lnTo>
                  <a:lnTo>
                    <a:pt x="41325" y="125539"/>
                  </a:lnTo>
                  <a:lnTo>
                    <a:pt x="42062" y="126072"/>
                  </a:lnTo>
                  <a:lnTo>
                    <a:pt x="42164" y="126238"/>
                  </a:lnTo>
                  <a:lnTo>
                    <a:pt x="42278" y="126403"/>
                  </a:lnTo>
                  <a:lnTo>
                    <a:pt x="42456" y="126669"/>
                  </a:lnTo>
                  <a:lnTo>
                    <a:pt x="42964" y="127723"/>
                  </a:lnTo>
                  <a:lnTo>
                    <a:pt x="42849" y="129159"/>
                  </a:lnTo>
                  <a:lnTo>
                    <a:pt x="42811" y="132473"/>
                  </a:lnTo>
                  <a:lnTo>
                    <a:pt x="42519" y="133121"/>
                  </a:lnTo>
                  <a:lnTo>
                    <a:pt x="41706" y="134531"/>
                  </a:lnTo>
                  <a:lnTo>
                    <a:pt x="40627" y="134023"/>
                  </a:lnTo>
                  <a:lnTo>
                    <a:pt x="39852" y="132473"/>
                  </a:lnTo>
                  <a:lnTo>
                    <a:pt x="36918" y="131521"/>
                  </a:lnTo>
                  <a:lnTo>
                    <a:pt x="37045" y="130479"/>
                  </a:lnTo>
                  <a:lnTo>
                    <a:pt x="37693" y="129933"/>
                  </a:lnTo>
                  <a:lnTo>
                    <a:pt x="41706" y="129933"/>
                  </a:lnTo>
                  <a:lnTo>
                    <a:pt x="42240" y="130822"/>
                  </a:lnTo>
                  <a:lnTo>
                    <a:pt x="42303" y="130987"/>
                  </a:lnTo>
                  <a:lnTo>
                    <a:pt x="42392" y="131229"/>
                  </a:lnTo>
                  <a:lnTo>
                    <a:pt x="42519" y="131572"/>
                  </a:lnTo>
                  <a:lnTo>
                    <a:pt x="42633" y="131927"/>
                  </a:lnTo>
                  <a:lnTo>
                    <a:pt x="42811" y="132473"/>
                  </a:lnTo>
                  <a:lnTo>
                    <a:pt x="42811" y="129120"/>
                  </a:lnTo>
                  <a:lnTo>
                    <a:pt x="42456" y="128663"/>
                  </a:lnTo>
                  <a:lnTo>
                    <a:pt x="40640" y="127939"/>
                  </a:lnTo>
                  <a:lnTo>
                    <a:pt x="40640" y="129794"/>
                  </a:lnTo>
                  <a:lnTo>
                    <a:pt x="37858" y="129794"/>
                  </a:lnTo>
                  <a:lnTo>
                    <a:pt x="39204" y="129235"/>
                  </a:lnTo>
                  <a:lnTo>
                    <a:pt x="40640" y="129794"/>
                  </a:lnTo>
                  <a:lnTo>
                    <a:pt x="40640" y="127939"/>
                  </a:lnTo>
                  <a:lnTo>
                    <a:pt x="39103" y="127711"/>
                  </a:lnTo>
                  <a:lnTo>
                    <a:pt x="38214" y="127711"/>
                  </a:lnTo>
                  <a:lnTo>
                    <a:pt x="37045" y="128244"/>
                  </a:lnTo>
                  <a:lnTo>
                    <a:pt x="36715" y="128651"/>
                  </a:lnTo>
                  <a:lnTo>
                    <a:pt x="36626" y="128371"/>
                  </a:lnTo>
                  <a:lnTo>
                    <a:pt x="36626" y="127508"/>
                  </a:lnTo>
                  <a:lnTo>
                    <a:pt x="35077" y="127508"/>
                  </a:lnTo>
                  <a:lnTo>
                    <a:pt x="35179" y="129006"/>
                  </a:lnTo>
                  <a:lnTo>
                    <a:pt x="35293" y="130479"/>
                  </a:lnTo>
                  <a:lnTo>
                    <a:pt x="35331" y="131114"/>
                  </a:lnTo>
                  <a:lnTo>
                    <a:pt x="35052" y="132181"/>
                  </a:lnTo>
                  <a:lnTo>
                    <a:pt x="35407" y="132346"/>
                  </a:lnTo>
                  <a:lnTo>
                    <a:pt x="35534" y="133934"/>
                  </a:lnTo>
                  <a:lnTo>
                    <a:pt x="35623" y="135153"/>
                  </a:lnTo>
                  <a:lnTo>
                    <a:pt x="36195" y="142887"/>
                  </a:lnTo>
                  <a:lnTo>
                    <a:pt x="36283" y="142557"/>
                  </a:lnTo>
                  <a:lnTo>
                    <a:pt x="36360" y="140081"/>
                  </a:lnTo>
                  <a:lnTo>
                    <a:pt x="36842" y="138823"/>
                  </a:lnTo>
                  <a:lnTo>
                    <a:pt x="36842" y="137312"/>
                  </a:lnTo>
                  <a:lnTo>
                    <a:pt x="36461" y="135153"/>
                  </a:lnTo>
                  <a:lnTo>
                    <a:pt x="36842" y="133934"/>
                  </a:lnTo>
                  <a:lnTo>
                    <a:pt x="36842" y="132930"/>
                  </a:lnTo>
                  <a:lnTo>
                    <a:pt x="38214" y="133502"/>
                  </a:lnTo>
                  <a:lnTo>
                    <a:pt x="40132" y="134543"/>
                  </a:lnTo>
                  <a:lnTo>
                    <a:pt x="40957" y="135331"/>
                  </a:lnTo>
                  <a:lnTo>
                    <a:pt x="41427" y="135839"/>
                  </a:lnTo>
                  <a:lnTo>
                    <a:pt x="42240" y="135839"/>
                  </a:lnTo>
                  <a:lnTo>
                    <a:pt x="42265" y="135978"/>
                  </a:lnTo>
                  <a:lnTo>
                    <a:pt x="42367" y="136385"/>
                  </a:lnTo>
                  <a:lnTo>
                    <a:pt x="39852" y="136385"/>
                  </a:lnTo>
                  <a:lnTo>
                    <a:pt x="39738" y="138353"/>
                  </a:lnTo>
                  <a:lnTo>
                    <a:pt x="39611" y="140411"/>
                  </a:lnTo>
                  <a:lnTo>
                    <a:pt x="40449" y="140754"/>
                  </a:lnTo>
                  <a:lnTo>
                    <a:pt x="40487" y="141325"/>
                  </a:lnTo>
                  <a:lnTo>
                    <a:pt x="40830" y="146799"/>
                  </a:lnTo>
                  <a:lnTo>
                    <a:pt x="42075" y="147180"/>
                  </a:lnTo>
                  <a:lnTo>
                    <a:pt x="42024" y="146799"/>
                  </a:lnTo>
                  <a:lnTo>
                    <a:pt x="41325" y="141325"/>
                  </a:lnTo>
                  <a:lnTo>
                    <a:pt x="42951" y="140754"/>
                  </a:lnTo>
                  <a:lnTo>
                    <a:pt x="43116" y="140411"/>
                  </a:lnTo>
                  <a:lnTo>
                    <a:pt x="43243" y="140042"/>
                  </a:lnTo>
                  <a:lnTo>
                    <a:pt x="42456" y="137655"/>
                  </a:lnTo>
                  <a:lnTo>
                    <a:pt x="41706" y="137655"/>
                  </a:lnTo>
                  <a:lnTo>
                    <a:pt x="41021" y="137439"/>
                  </a:lnTo>
                  <a:lnTo>
                    <a:pt x="41224" y="137655"/>
                  </a:lnTo>
                  <a:lnTo>
                    <a:pt x="41706" y="138353"/>
                  </a:lnTo>
                  <a:lnTo>
                    <a:pt x="42075" y="139166"/>
                  </a:lnTo>
                  <a:lnTo>
                    <a:pt x="41998" y="139509"/>
                  </a:lnTo>
                  <a:lnTo>
                    <a:pt x="41871" y="140042"/>
                  </a:lnTo>
                  <a:lnTo>
                    <a:pt x="41783" y="140411"/>
                  </a:lnTo>
                  <a:lnTo>
                    <a:pt x="41706" y="140754"/>
                  </a:lnTo>
                  <a:lnTo>
                    <a:pt x="41706" y="140042"/>
                  </a:lnTo>
                  <a:lnTo>
                    <a:pt x="41021" y="140042"/>
                  </a:lnTo>
                  <a:lnTo>
                    <a:pt x="40627" y="139509"/>
                  </a:lnTo>
                  <a:lnTo>
                    <a:pt x="40627" y="136525"/>
                  </a:lnTo>
                  <a:lnTo>
                    <a:pt x="42367" y="136525"/>
                  </a:lnTo>
                  <a:lnTo>
                    <a:pt x="42456" y="137655"/>
                  </a:lnTo>
                  <a:lnTo>
                    <a:pt x="43586" y="137045"/>
                  </a:lnTo>
                  <a:lnTo>
                    <a:pt x="43268" y="136385"/>
                  </a:lnTo>
                  <a:lnTo>
                    <a:pt x="42951" y="135839"/>
                  </a:lnTo>
                  <a:lnTo>
                    <a:pt x="42799" y="135331"/>
                  </a:lnTo>
                  <a:lnTo>
                    <a:pt x="42481" y="135115"/>
                  </a:lnTo>
                  <a:lnTo>
                    <a:pt x="43878" y="133121"/>
                  </a:lnTo>
                  <a:lnTo>
                    <a:pt x="43789" y="130822"/>
                  </a:lnTo>
                  <a:lnTo>
                    <a:pt x="43573" y="130365"/>
                  </a:lnTo>
                  <a:lnTo>
                    <a:pt x="43522" y="129768"/>
                  </a:lnTo>
                  <a:lnTo>
                    <a:pt x="43307" y="129768"/>
                  </a:lnTo>
                  <a:lnTo>
                    <a:pt x="43256" y="129628"/>
                  </a:lnTo>
                  <a:lnTo>
                    <a:pt x="43078" y="129425"/>
                  </a:lnTo>
                  <a:lnTo>
                    <a:pt x="43967" y="129628"/>
                  </a:lnTo>
                  <a:lnTo>
                    <a:pt x="44272" y="129362"/>
                  </a:lnTo>
                  <a:close/>
                </a:path>
                <a:path w="82550" h="151764">
                  <a:moveTo>
                    <a:pt x="52819" y="118008"/>
                  </a:moveTo>
                  <a:lnTo>
                    <a:pt x="52654" y="115252"/>
                  </a:lnTo>
                  <a:lnTo>
                    <a:pt x="52209" y="115747"/>
                  </a:lnTo>
                  <a:lnTo>
                    <a:pt x="52336" y="118821"/>
                  </a:lnTo>
                  <a:lnTo>
                    <a:pt x="52819" y="118008"/>
                  </a:lnTo>
                  <a:close/>
                </a:path>
                <a:path w="82550" h="151764">
                  <a:moveTo>
                    <a:pt x="54698" y="117221"/>
                  </a:moveTo>
                  <a:lnTo>
                    <a:pt x="54483" y="114439"/>
                  </a:lnTo>
                  <a:lnTo>
                    <a:pt x="54102" y="114973"/>
                  </a:lnTo>
                  <a:lnTo>
                    <a:pt x="54279" y="117906"/>
                  </a:lnTo>
                  <a:lnTo>
                    <a:pt x="54698" y="117221"/>
                  </a:lnTo>
                  <a:close/>
                </a:path>
                <a:path w="82550" h="151764">
                  <a:moveTo>
                    <a:pt x="57086" y="148615"/>
                  </a:moveTo>
                  <a:lnTo>
                    <a:pt x="56476" y="148399"/>
                  </a:lnTo>
                  <a:lnTo>
                    <a:pt x="56578" y="148615"/>
                  </a:lnTo>
                  <a:lnTo>
                    <a:pt x="56642" y="148755"/>
                  </a:lnTo>
                  <a:lnTo>
                    <a:pt x="57086" y="148615"/>
                  </a:lnTo>
                  <a:close/>
                </a:path>
                <a:path w="82550" h="151764">
                  <a:moveTo>
                    <a:pt x="57226" y="114173"/>
                  </a:moveTo>
                  <a:lnTo>
                    <a:pt x="56667" y="114820"/>
                  </a:lnTo>
                  <a:lnTo>
                    <a:pt x="56870" y="117754"/>
                  </a:lnTo>
                  <a:lnTo>
                    <a:pt x="57226" y="117081"/>
                  </a:lnTo>
                  <a:lnTo>
                    <a:pt x="57226" y="114173"/>
                  </a:lnTo>
                  <a:close/>
                </a:path>
                <a:path w="82550" h="151764">
                  <a:moveTo>
                    <a:pt x="59651" y="113931"/>
                  </a:moveTo>
                  <a:lnTo>
                    <a:pt x="59080" y="114541"/>
                  </a:lnTo>
                  <a:lnTo>
                    <a:pt x="59080" y="117525"/>
                  </a:lnTo>
                  <a:lnTo>
                    <a:pt x="59651" y="116890"/>
                  </a:lnTo>
                  <a:lnTo>
                    <a:pt x="59651" y="113931"/>
                  </a:lnTo>
                  <a:close/>
                </a:path>
                <a:path w="82550" h="151764">
                  <a:moveTo>
                    <a:pt x="61112" y="116319"/>
                  </a:moveTo>
                  <a:lnTo>
                    <a:pt x="61074" y="113284"/>
                  </a:lnTo>
                  <a:lnTo>
                    <a:pt x="60452" y="113931"/>
                  </a:lnTo>
                  <a:lnTo>
                    <a:pt x="60667" y="117094"/>
                  </a:lnTo>
                  <a:lnTo>
                    <a:pt x="61112" y="116319"/>
                  </a:lnTo>
                  <a:close/>
                </a:path>
                <a:path w="82550" h="151764">
                  <a:moveTo>
                    <a:pt x="63563" y="116306"/>
                  </a:moveTo>
                  <a:lnTo>
                    <a:pt x="63500" y="113411"/>
                  </a:lnTo>
                  <a:lnTo>
                    <a:pt x="62877" y="114033"/>
                  </a:lnTo>
                  <a:lnTo>
                    <a:pt x="63030" y="117094"/>
                  </a:lnTo>
                  <a:lnTo>
                    <a:pt x="63563" y="116306"/>
                  </a:lnTo>
                  <a:close/>
                </a:path>
                <a:path w="82550" h="151764">
                  <a:moveTo>
                    <a:pt x="65887" y="116306"/>
                  </a:moveTo>
                  <a:lnTo>
                    <a:pt x="65671" y="113411"/>
                  </a:lnTo>
                  <a:lnTo>
                    <a:pt x="65265" y="114033"/>
                  </a:lnTo>
                  <a:lnTo>
                    <a:pt x="65532" y="117094"/>
                  </a:lnTo>
                  <a:lnTo>
                    <a:pt x="65887" y="116306"/>
                  </a:lnTo>
                  <a:close/>
                </a:path>
                <a:path w="82550" h="151764">
                  <a:moveTo>
                    <a:pt x="68072" y="116446"/>
                  </a:moveTo>
                  <a:lnTo>
                    <a:pt x="67894" y="113576"/>
                  </a:lnTo>
                  <a:lnTo>
                    <a:pt x="67322" y="114185"/>
                  </a:lnTo>
                  <a:lnTo>
                    <a:pt x="67564" y="117144"/>
                  </a:lnTo>
                  <a:lnTo>
                    <a:pt x="68072" y="116446"/>
                  </a:lnTo>
                  <a:close/>
                </a:path>
                <a:path w="82550" h="151764">
                  <a:moveTo>
                    <a:pt x="70332" y="116446"/>
                  </a:moveTo>
                  <a:lnTo>
                    <a:pt x="70154" y="113576"/>
                  </a:lnTo>
                  <a:lnTo>
                    <a:pt x="69646" y="114185"/>
                  </a:lnTo>
                  <a:lnTo>
                    <a:pt x="69900" y="117144"/>
                  </a:lnTo>
                  <a:lnTo>
                    <a:pt x="70332" y="116446"/>
                  </a:lnTo>
                  <a:close/>
                </a:path>
                <a:path w="82550" h="151764">
                  <a:moveTo>
                    <a:pt x="72783" y="116522"/>
                  </a:moveTo>
                  <a:lnTo>
                    <a:pt x="72694" y="113652"/>
                  </a:lnTo>
                  <a:lnTo>
                    <a:pt x="72136" y="114363"/>
                  </a:lnTo>
                  <a:lnTo>
                    <a:pt x="72250" y="117233"/>
                  </a:lnTo>
                  <a:lnTo>
                    <a:pt x="72783" y="116522"/>
                  </a:lnTo>
                  <a:close/>
                </a:path>
                <a:path w="82550" h="151764">
                  <a:moveTo>
                    <a:pt x="75298" y="117360"/>
                  </a:moveTo>
                  <a:lnTo>
                    <a:pt x="75057" y="114439"/>
                  </a:lnTo>
                  <a:lnTo>
                    <a:pt x="74460" y="115036"/>
                  </a:lnTo>
                  <a:lnTo>
                    <a:pt x="74904" y="118021"/>
                  </a:lnTo>
                  <a:lnTo>
                    <a:pt x="75298" y="117360"/>
                  </a:lnTo>
                  <a:close/>
                </a:path>
                <a:path w="82550" h="151764">
                  <a:moveTo>
                    <a:pt x="77241" y="117919"/>
                  </a:moveTo>
                  <a:lnTo>
                    <a:pt x="77025" y="115023"/>
                  </a:lnTo>
                  <a:lnTo>
                    <a:pt x="76403" y="115557"/>
                  </a:lnTo>
                  <a:lnTo>
                    <a:pt x="76581" y="118745"/>
                  </a:lnTo>
                  <a:lnTo>
                    <a:pt x="77241" y="117919"/>
                  </a:lnTo>
                  <a:close/>
                </a:path>
                <a:path w="82550" h="151764">
                  <a:moveTo>
                    <a:pt x="78638" y="118008"/>
                  </a:moveTo>
                  <a:lnTo>
                    <a:pt x="78397" y="115023"/>
                  </a:lnTo>
                  <a:lnTo>
                    <a:pt x="77927" y="115747"/>
                  </a:lnTo>
                  <a:lnTo>
                    <a:pt x="78079" y="118821"/>
                  </a:lnTo>
                  <a:lnTo>
                    <a:pt x="78638" y="118008"/>
                  </a:lnTo>
                  <a:close/>
                </a:path>
                <a:path w="82550" h="151764">
                  <a:moveTo>
                    <a:pt x="82359" y="134175"/>
                  </a:moveTo>
                  <a:lnTo>
                    <a:pt x="81000" y="132994"/>
                  </a:lnTo>
                  <a:lnTo>
                    <a:pt x="80822" y="132867"/>
                  </a:lnTo>
                  <a:lnTo>
                    <a:pt x="80822" y="134950"/>
                  </a:lnTo>
                  <a:lnTo>
                    <a:pt x="78879" y="134175"/>
                  </a:lnTo>
                  <a:lnTo>
                    <a:pt x="77812" y="133921"/>
                  </a:lnTo>
                  <a:lnTo>
                    <a:pt x="75920" y="133502"/>
                  </a:lnTo>
                  <a:lnTo>
                    <a:pt x="71323" y="132994"/>
                  </a:lnTo>
                  <a:lnTo>
                    <a:pt x="63563" y="132994"/>
                  </a:lnTo>
                  <a:lnTo>
                    <a:pt x="59080" y="133223"/>
                  </a:lnTo>
                  <a:lnTo>
                    <a:pt x="51765" y="134175"/>
                  </a:lnTo>
                  <a:lnTo>
                    <a:pt x="50241" y="134620"/>
                  </a:lnTo>
                  <a:lnTo>
                    <a:pt x="50152" y="134340"/>
                  </a:lnTo>
                  <a:lnTo>
                    <a:pt x="50088" y="134175"/>
                  </a:lnTo>
                  <a:lnTo>
                    <a:pt x="49999" y="133921"/>
                  </a:lnTo>
                  <a:lnTo>
                    <a:pt x="49847" y="133502"/>
                  </a:lnTo>
                  <a:lnTo>
                    <a:pt x="50355" y="133223"/>
                  </a:lnTo>
                  <a:lnTo>
                    <a:pt x="50660" y="132994"/>
                  </a:lnTo>
                  <a:lnTo>
                    <a:pt x="50787" y="132702"/>
                  </a:lnTo>
                  <a:lnTo>
                    <a:pt x="50990" y="132194"/>
                  </a:lnTo>
                  <a:lnTo>
                    <a:pt x="51054" y="132384"/>
                  </a:lnTo>
                  <a:lnTo>
                    <a:pt x="51130" y="132702"/>
                  </a:lnTo>
                  <a:lnTo>
                    <a:pt x="51739" y="132702"/>
                  </a:lnTo>
                  <a:lnTo>
                    <a:pt x="53441" y="132384"/>
                  </a:lnTo>
                  <a:lnTo>
                    <a:pt x="58420" y="131711"/>
                  </a:lnTo>
                  <a:lnTo>
                    <a:pt x="65024" y="131368"/>
                  </a:lnTo>
                  <a:lnTo>
                    <a:pt x="72771" y="131368"/>
                  </a:lnTo>
                  <a:lnTo>
                    <a:pt x="76568" y="132384"/>
                  </a:lnTo>
                  <a:lnTo>
                    <a:pt x="78663" y="132702"/>
                  </a:lnTo>
                  <a:lnTo>
                    <a:pt x="80492" y="133362"/>
                  </a:lnTo>
                  <a:lnTo>
                    <a:pt x="80543" y="133502"/>
                  </a:lnTo>
                  <a:lnTo>
                    <a:pt x="80746" y="133921"/>
                  </a:lnTo>
                  <a:lnTo>
                    <a:pt x="80822" y="134950"/>
                  </a:lnTo>
                  <a:lnTo>
                    <a:pt x="80822" y="132867"/>
                  </a:lnTo>
                  <a:lnTo>
                    <a:pt x="78790" y="131368"/>
                  </a:lnTo>
                  <a:lnTo>
                    <a:pt x="73177" y="130390"/>
                  </a:lnTo>
                  <a:lnTo>
                    <a:pt x="62877" y="130390"/>
                  </a:lnTo>
                  <a:lnTo>
                    <a:pt x="56210" y="131165"/>
                  </a:lnTo>
                  <a:lnTo>
                    <a:pt x="53340" y="131165"/>
                  </a:lnTo>
                  <a:lnTo>
                    <a:pt x="51282" y="132054"/>
                  </a:lnTo>
                  <a:lnTo>
                    <a:pt x="51054" y="132054"/>
                  </a:lnTo>
                  <a:lnTo>
                    <a:pt x="50126" y="132054"/>
                  </a:lnTo>
                  <a:lnTo>
                    <a:pt x="48590" y="133921"/>
                  </a:lnTo>
                  <a:lnTo>
                    <a:pt x="48691" y="134620"/>
                  </a:lnTo>
                  <a:lnTo>
                    <a:pt x="48768" y="135191"/>
                  </a:lnTo>
                  <a:lnTo>
                    <a:pt x="48856" y="135839"/>
                  </a:lnTo>
                  <a:lnTo>
                    <a:pt x="48971" y="137045"/>
                  </a:lnTo>
                  <a:lnTo>
                    <a:pt x="49085" y="138010"/>
                  </a:lnTo>
                  <a:lnTo>
                    <a:pt x="49199" y="138557"/>
                  </a:lnTo>
                  <a:lnTo>
                    <a:pt x="49250" y="138836"/>
                  </a:lnTo>
                  <a:lnTo>
                    <a:pt x="51054" y="138353"/>
                  </a:lnTo>
                  <a:lnTo>
                    <a:pt x="51142" y="138836"/>
                  </a:lnTo>
                  <a:lnTo>
                    <a:pt x="51219" y="139357"/>
                  </a:lnTo>
                  <a:lnTo>
                    <a:pt x="51346" y="140081"/>
                  </a:lnTo>
                  <a:lnTo>
                    <a:pt x="51765" y="140931"/>
                  </a:lnTo>
                  <a:lnTo>
                    <a:pt x="51917" y="141287"/>
                  </a:lnTo>
                  <a:lnTo>
                    <a:pt x="52933" y="141211"/>
                  </a:lnTo>
                  <a:lnTo>
                    <a:pt x="51943" y="141325"/>
                  </a:lnTo>
                  <a:lnTo>
                    <a:pt x="52006" y="141490"/>
                  </a:lnTo>
                  <a:lnTo>
                    <a:pt x="52108" y="141706"/>
                  </a:lnTo>
                  <a:lnTo>
                    <a:pt x="52565" y="142748"/>
                  </a:lnTo>
                  <a:lnTo>
                    <a:pt x="53568" y="143078"/>
                  </a:lnTo>
                  <a:lnTo>
                    <a:pt x="54140" y="143891"/>
                  </a:lnTo>
                  <a:lnTo>
                    <a:pt x="54292" y="144233"/>
                  </a:lnTo>
                  <a:lnTo>
                    <a:pt x="54851" y="145770"/>
                  </a:lnTo>
                  <a:lnTo>
                    <a:pt x="55537" y="146494"/>
                  </a:lnTo>
                  <a:lnTo>
                    <a:pt x="56210" y="148069"/>
                  </a:lnTo>
                  <a:lnTo>
                    <a:pt x="56324" y="146494"/>
                  </a:lnTo>
                  <a:lnTo>
                    <a:pt x="56870" y="146037"/>
                  </a:lnTo>
                  <a:lnTo>
                    <a:pt x="60464" y="145440"/>
                  </a:lnTo>
                  <a:lnTo>
                    <a:pt x="64223" y="145440"/>
                  </a:lnTo>
                  <a:lnTo>
                    <a:pt x="64820" y="145148"/>
                  </a:lnTo>
                  <a:lnTo>
                    <a:pt x="65684" y="144729"/>
                  </a:lnTo>
                  <a:lnTo>
                    <a:pt x="70904" y="145148"/>
                  </a:lnTo>
                  <a:lnTo>
                    <a:pt x="73926" y="145440"/>
                  </a:lnTo>
                  <a:lnTo>
                    <a:pt x="75717" y="145440"/>
                  </a:lnTo>
                  <a:lnTo>
                    <a:pt x="76060" y="144729"/>
                  </a:lnTo>
                  <a:lnTo>
                    <a:pt x="76314" y="144233"/>
                  </a:lnTo>
                  <a:lnTo>
                    <a:pt x="73634" y="144233"/>
                  </a:lnTo>
                  <a:lnTo>
                    <a:pt x="71653" y="143624"/>
                  </a:lnTo>
                  <a:lnTo>
                    <a:pt x="69202" y="143078"/>
                  </a:lnTo>
                  <a:lnTo>
                    <a:pt x="61836" y="143078"/>
                  </a:lnTo>
                  <a:lnTo>
                    <a:pt x="58966" y="143891"/>
                  </a:lnTo>
                  <a:lnTo>
                    <a:pt x="57645" y="144233"/>
                  </a:lnTo>
                  <a:lnTo>
                    <a:pt x="57150" y="144233"/>
                  </a:lnTo>
                  <a:lnTo>
                    <a:pt x="55816" y="145148"/>
                  </a:lnTo>
                  <a:lnTo>
                    <a:pt x="55562" y="145148"/>
                  </a:lnTo>
                  <a:lnTo>
                    <a:pt x="54991" y="144233"/>
                  </a:lnTo>
                  <a:lnTo>
                    <a:pt x="54864" y="143891"/>
                  </a:lnTo>
                  <a:lnTo>
                    <a:pt x="54762" y="143624"/>
                  </a:lnTo>
                  <a:lnTo>
                    <a:pt x="54483" y="142887"/>
                  </a:lnTo>
                  <a:lnTo>
                    <a:pt x="56222" y="141706"/>
                  </a:lnTo>
                  <a:lnTo>
                    <a:pt x="56642" y="141706"/>
                  </a:lnTo>
                  <a:lnTo>
                    <a:pt x="63500" y="140931"/>
                  </a:lnTo>
                  <a:lnTo>
                    <a:pt x="67322" y="140741"/>
                  </a:lnTo>
                  <a:lnTo>
                    <a:pt x="69545" y="140741"/>
                  </a:lnTo>
                  <a:lnTo>
                    <a:pt x="72148" y="140931"/>
                  </a:lnTo>
                  <a:lnTo>
                    <a:pt x="73494" y="141490"/>
                  </a:lnTo>
                  <a:lnTo>
                    <a:pt x="74612" y="141706"/>
                  </a:lnTo>
                  <a:lnTo>
                    <a:pt x="74777" y="141706"/>
                  </a:lnTo>
                  <a:lnTo>
                    <a:pt x="76085" y="142303"/>
                  </a:lnTo>
                  <a:lnTo>
                    <a:pt x="76657" y="142303"/>
                  </a:lnTo>
                  <a:lnTo>
                    <a:pt x="77228" y="141706"/>
                  </a:lnTo>
                  <a:lnTo>
                    <a:pt x="76695" y="141490"/>
                  </a:lnTo>
                  <a:lnTo>
                    <a:pt x="75057" y="140741"/>
                  </a:lnTo>
                  <a:lnTo>
                    <a:pt x="73494" y="140081"/>
                  </a:lnTo>
                  <a:lnTo>
                    <a:pt x="69215" y="139801"/>
                  </a:lnTo>
                  <a:lnTo>
                    <a:pt x="66941" y="139801"/>
                  </a:lnTo>
                  <a:lnTo>
                    <a:pt x="62636" y="140081"/>
                  </a:lnTo>
                  <a:lnTo>
                    <a:pt x="58420" y="140081"/>
                  </a:lnTo>
                  <a:lnTo>
                    <a:pt x="56642" y="140563"/>
                  </a:lnTo>
                  <a:lnTo>
                    <a:pt x="55384" y="140931"/>
                  </a:lnTo>
                  <a:lnTo>
                    <a:pt x="53098" y="140931"/>
                  </a:lnTo>
                  <a:lnTo>
                    <a:pt x="53200" y="140741"/>
                  </a:lnTo>
                  <a:lnTo>
                    <a:pt x="53301" y="140563"/>
                  </a:lnTo>
                  <a:lnTo>
                    <a:pt x="53568" y="140081"/>
                  </a:lnTo>
                  <a:lnTo>
                    <a:pt x="56934" y="139166"/>
                  </a:lnTo>
                  <a:lnTo>
                    <a:pt x="62077" y="138353"/>
                  </a:lnTo>
                  <a:lnTo>
                    <a:pt x="63030" y="138214"/>
                  </a:lnTo>
                  <a:lnTo>
                    <a:pt x="66103" y="138010"/>
                  </a:lnTo>
                  <a:lnTo>
                    <a:pt x="72999" y="138557"/>
                  </a:lnTo>
                  <a:lnTo>
                    <a:pt x="75501" y="139166"/>
                  </a:lnTo>
                  <a:lnTo>
                    <a:pt x="76581" y="139801"/>
                  </a:lnTo>
                  <a:lnTo>
                    <a:pt x="77724" y="139801"/>
                  </a:lnTo>
                  <a:lnTo>
                    <a:pt x="78346" y="139357"/>
                  </a:lnTo>
                  <a:lnTo>
                    <a:pt x="79235" y="138836"/>
                  </a:lnTo>
                  <a:lnTo>
                    <a:pt x="81026" y="138836"/>
                  </a:lnTo>
                  <a:lnTo>
                    <a:pt x="81673" y="138353"/>
                  </a:lnTo>
                  <a:lnTo>
                    <a:pt x="81673" y="138010"/>
                  </a:lnTo>
                  <a:lnTo>
                    <a:pt x="81673" y="137655"/>
                  </a:lnTo>
                  <a:lnTo>
                    <a:pt x="80010" y="137045"/>
                  </a:lnTo>
                  <a:lnTo>
                    <a:pt x="79629" y="136906"/>
                  </a:lnTo>
                  <a:lnTo>
                    <a:pt x="74129" y="135839"/>
                  </a:lnTo>
                  <a:lnTo>
                    <a:pt x="70726" y="135597"/>
                  </a:lnTo>
                  <a:lnTo>
                    <a:pt x="70358" y="135597"/>
                  </a:lnTo>
                  <a:lnTo>
                    <a:pt x="63931" y="135051"/>
                  </a:lnTo>
                  <a:lnTo>
                    <a:pt x="60845" y="135191"/>
                  </a:lnTo>
                  <a:lnTo>
                    <a:pt x="57086" y="135597"/>
                  </a:lnTo>
                  <a:lnTo>
                    <a:pt x="53162" y="136207"/>
                  </a:lnTo>
                  <a:lnTo>
                    <a:pt x="51473" y="136702"/>
                  </a:lnTo>
                  <a:lnTo>
                    <a:pt x="50241" y="137045"/>
                  </a:lnTo>
                  <a:lnTo>
                    <a:pt x="50241" y="135839"/>
                  </a:lnTo>
                  <a:lnTo>
                    <a:pt x="53428" y="135191"/>
                  </a:lnTo>
                  <a:lnTo>
                    <a:pt x="53682" y="135191"/>
                  </a:lnTo>
                  <a:lnTo>
                    <a:pt x="57721" y="134620"/>
                  </a:lnTo>
                  <a:lnTo>
                    <a:pt x="59651" y="134340"/>
                  </a:lnTo>
                  <a:lnTo>
                    <a:pt x="63944" y="133921"/>
                  </a:lnTo>
                  <a:lnTo>
                    <a:pt x="69049" y="133921"/>
                  </a:lnTo>
                  <a:lnTo>
                    <a:pt x="74028" y="134620"/>
                  </a:lnTo>
                  <a:lnTo>
                    <a:pt x="78346" y="135597"/>
                  </a:lnTo>
                  <a:lnTo>
                    <a:pt x="81381" y="136207"/>
                  </a:lnTo>
                  <a:lnTo>
                    <a:pt x="82359" y="136906"/>
                  </a:lnTo>
                  <a:lnTo>
                    <a:pt x="82359" y="134950"/>
                  </a:lnTo>
                  <a:lnTo>
                    <a:pt x="82359" y="134175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5627" y="1237742"/>
              <a:ext cx="254507" cy="39508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950352" y="1201733"/>
              <a:ext cx="781050" cy="127000"/>
            </a:xfrm>
            <a:custGeom>
              <a:avLst/>
              <a:gdLst/>
              <a:ahLst/>
              <a:cxnLst/>
              <a:rect l="l" t="t" r="r" b="b"/>
              <a:pathLst>
                <a:path w="781050" h="127000">
                  <a:moveTo>
                    <a:pt x="79719" y="507"/>
                  </a:moveTo>
                  <a:lnTo>
                    <a:pt x="78408" y="507"/>
                  </a:lnTo>
                  <a:lnTo>
                    <a:pt x="79255" y="0"/>
                  </a:lnTo>
                  <a:lnTo>
                    <a:pt x="79719" y="507"/>
                  </a:lnTo>
                  <a:close/>
                </a:path>
                <a:path w="781050" h="127000">
                  <a:moveTo>
                    <a:pt x="73432" y="4317"/>
                  </a:moveTo>
                  <a:lnTo>
                    <a:pt x="46458" y="4317"/>
                  </a:lnTo>
                  <a:lnTo>
                    <a:pt x="49213" y="3301"/>
                  </a:lnTo>
                  <a:lnTo>
                    <a:pt x="52089" y="2539"/>
                  </a:lnTo>
                  <a:lnTo>
                    <a:pt x="57335" y="2539"/>
                  </a:lnTo>
                  <a:lnTo>
                    <a:pt x="61522" y="507"/>
                  </a:lnTo>
                  <a:lnTo>
                    <a:pt x="64902" y="2158"/>
                  </a:lnTo>
                  <a:lnTo>
                    <a:pt x="68723" y="2920"/>
                  </a:lnTo>
                  <a:lnTo>
                    <a:pt x="71926" y="2920"/>
                  </a:lnTo>
                  <a:lnTo>
                    <a:pt x="73432" y="4317"/>
                  </a:lnTo>
                  <a:close/>
                </a:path>
                <a:path w="781050" h="127000">
                  <a:moveTo>
                    <a:pt x="41544" y="10667"/>
                  </a:moveTo>
                  <a:lnTo>
                    <a:pt x="35549" y="10667"/>
                  </a:lnTo>
                  <a:lnTo>
                    <a:pt x="35613" y="10413"/>
                  </a:lnTo>
                  <a:lnTo>
                    <a:pt x="35709" y="10032"/>
                  </a:lnTo>
                  <a:lnTo>
                    <a:pt x="35805" y="9651"/>
                  </a:lnTo>
                  <a:lnTo>
                    <a:pt x="35900" y="9270"/>
                  </a:lnTo>
                  <a:lnTo>
                    <a:pt x="38253" y="6095"/>
                  </a:lnTo>
                  <a:lnTo>
                    <a:pt x="43881" y="6095"/>
                  </a:lnTo>
                  <a:lnTo>
                    <a:pt x="46285" y="4317"/>
                  </a:lnTo>
                  <a:lnTo>
                    <a:pt x="73432" y="4317"/>
                  </a:lnTo>
                  <a:lnTo>
                    <a:pt x="77711" y="3936"/>
                  </a:lnTo>
                  <a:lnTo>
                    <a:pt x="76502" y="1650"/>
                  </a:lnTo>
                  <a:lnTo>
                    <a:pt x="78196" y="634"/>
                  </a:lnTo>
                  <a:lnTo>
                    <a:pt x="79836" y="634"/>
                  </a:lnTo>
                  <a:lnTo>
                    <a:pt x="81578" y="2539"/>
                  </a:lnTo>
                  <a:lnTo>
                    <a:pt x="84392" y="2920"/>
                  </a:lnTo>
                  <a:lnTo>
                    <a:pt x="91459" y="2920"/>
                  </a:lnTo>
                  <a:lnTo>
                    <a:pt x="93764" y="3555"/>
                  </a:lnTo>
                  <a:lnTo>
                    <a:pt x="95765" y="4825"/>
                  </a:lnTo>
                  <a:lnTo>
                    <a:pt x="116906" y="5587"/>
                  </a:lnTo>
                  <a:lnTo>
                    <a:pt x="121982" y="5841"/>
                  </a:lnTo>
                  <a:lnTo>
                    <a:pt x="126216" y="6349"/>
                  </a:lnTo>
                  <a:lnTo>
                    <a:pt x="60301" y="6349"/>
                  </a:lnTo>
                  <a:lnTo>
                    <a:pt x="58757" y="7365"/>
                  </a:lnTo>
                  <a:lnTo>
                    <a:pt x="53818" y="7365"/>
                  </a:lnTo>
                  <a:lnTo>
                    <a:pt x="49704" y="8000"/>
                  </a:lnTo>
                  <a:lnTo>
                    <a:pt x="49649" y="8254"/>
                  </a:lnTo>
                  <a:lnTo>
                    <a:pt x="49568" y="8635"/>
                  </a:lnTo>
                  <a:lnTo>
                    <a:pt x="49459" y="9143"/>
                  </a:lnTo>
                  <a:lnTo>
                    <a:pt x="49350" y="9651"/>
                  </a:lnTo>
                  <a:lnTo>
                    <a:pt x="49295" y="9905"/>
                  </a:lnTo>
                  <a:lnTo>
                    <a:pt x="42292" y="9905"/>
                  </a:lnTo>
                  <a:lnTo>
                    <a:pt x="42311" y="10032"/>
                  </a:lnTo>
                  <a:lnTo>
                    <a:pt x="42167" y="10032"/>
                  </a:lnTo>
                  <a:lnTo>
                    <a:pt x="41793" y="10413"/>
                  </a:lnTo>
                  <a:lnTo>
                    <a:pt x="41669" y="10540"/>
                  </a:lnTo>
                  <a:lnTo>
                    <a:pt x="41544" y="10667"/>
                  </a:lnTo>
                  <a:close/>
                </a:path>
                <a:path w="781050" h="127000">
                  <a:moveTo>
                    <a:pt x="168625" y="8000"/>
                  </a:moveTo>
                  <a:lnTo>
                    <a:pt x="145219" y="8000"/>
                  </a:lnTo>
                  <a:lnTo>
                    <a:pt x="162175" y="7111"/>
                  </a:lnTo>
                  <a:lnTo>
                    <a:pt x="164140" y="2539"/>
                  </a:lnTo>
                  <a:lnTo>
                    <a:pt x="167993" y="2539"/>
                  </a:lnTo>
                  <a:lnTo>
                    <a:pt x="169281" y="634"/>
                  </a:lnTo>
                  <a:lnTo>
                    <a:pt x="171757" y="2920"/>
                  </a:lnTo>
                  <a:lnTo>
                    <a:pt x="177018" y="3936"/>
                  </a:lnTo>
                  <a:lnTo>
                    <a:pt x="179754" y="6349"/>
                  </a:lnTo>
                  <a:lnTo>
                    <a:pt x="182292" y="6984"/>
                  </a:lnTo>
                  <a:lnTo>
                    <a:pt x="189765" y="6984"/>
                  </a:lnTo>
                  <a:lnTo>
                    <a:pt x="190948" y="7365"/>
                  </a:lnTo>
                  <a:lnTo>
                    <a:pt x="171377" y="7365"/>
                  </a:lnTo>
                  <a:lnTo>
                    <a:pt x="168625" y="8000"/>
                  </a:lnTo>
                  <a:close/>
                </a:path>
                <a:path w="781050" h="127000">
                  <a:moveTo>
                    <a:pt x="71926" y="2920"/>
                  </a:moveTo>
                  <a:lnTo>
                    <a:pt x="68723" y="2920"/>
                  </a:lnTo>
                  <a:lnTo>
                    <a:pt x="70419" y="1523"/>
                  </a:lnTo>
                  <a:lnTo>
                    <a:pt x="71926" y="2920"/>
                  </a:lnTo>
                  <a:close/>
                </a:path>
                <a:path w="781050" h="127000">
                  <a:moveTo>
                    <a:pt x="91459" y="2920"/>
                  </a:moveTo>
                  <a:lnTo>
                    <a:pt x="84392" y="2920"/>
                  </a:lnTo>
                  <a:lnTo>
                    <a:pt x="86332" y="2031"/>
                  </a:lnTo>
                  <a:lnTo>
                    <a:pt x="89696" y="2539"/>
                  </a:lnTo>
                  <a:lnTo>
                    <a:pt x="90076" y="2539"/>
                  </a:lnTo>
                  <a:lnTo>
                    <a:pt x="91459" y="2920"/>
                  </a:lnTo>
                  <a:close/>
                </a:path>
                <a:path w="781050" h="127000">
                  <a:moveTo>
                    <a:pt x="561521" y="5079"/>
                  </a:moveTo>
                  <a:lnTo>
                    <a:pt x="558424" y="5079"/>
                  </a:lnTo>
                  <a:lnTo>
                    <a:pt x="558544" y="4825"/>
                  </a:lnTo>
                  <a:lnTo>
                    <a:pt x="558603" y="4698"/>
                  </a:lnTo>
                  <a:lnTo>
                    <a:pt x="561521" y="5079"/>
                  </a:lnTo>
                  <a:close/>
                </a:path>
                <a:path w="781050" h="127000">
                  <a:moveTo>
                    <a:pt x="242156" y="5079"/>
                  </a:moveTo>
                  <a:lnTo>
                    <a:pt x="240316" y="5079"/>
                  </a:lnTo>
                  <a:lnTo>
                    <a:pt x="241468" y="4825"/>
                  </a:lnTo>
                  <a:lnTo>
                    <a:pt x="242156" y="5079"/>
                  </a:lnTo>
                  <a:close/>
                </a:path>
                <a:path w="781050" h="127000">
                  <a:moveTo>
                    <a:pt x="73737" y="9905"/>
                  </a:moveTo>
                  <a:lnTo>
                    <a:pt x="68294" y="8889"/>
                  </a:lnTo>
                  <a:lnTo>
                    <a:pt x="60301" y="6349"/>
                  </a:lnTo>
                  <a:lnTo>
                    <a:pt x="126216" y="6349"/>
                  </a:lnTo>
                  <a:lnTo>
                    <a:pt x="130223" y="5079"/>
                  </a:lnTo>
                  <a:lnTo>
                    <a:pt x="133602" y="6603"/>
                  </a:lnTo>
                  <a:lnTo>
                    <a:pt x="143951" y="6603"/>
                  </a:lnTo>
                  <a:lnTo>
                    <a:pt x="145219" y="8000"/>
                  </a:lnTo>
                  <a:lnTo>
                    <a:pt x="168625" y="8000"/>
                  </a:lnTo>
                  <a:lnTo>
                    <a:pt x="168405" y="8635"/>
                  </a:lnTo>
                  <a:lnTo>
                    <a:pt x="168318" y="8889"/>
                  </a:lnTo>
                  <a:lnTo>
                    <a:pt x="168230" y="9143"/>
                  </a:lnTo>
                  <a:lnTo>
                    <a:pt x="168186" y="9270"/>
                  </a:lnTo>
                  <a:lnTo>
                    <a:pt x="168098" y="9524"/>
                  </a:lnTo>
                  <a:lnTo>
                    <a:pt x="168055" y="9651"/>
                  </a:lnTo>
                  <a:lnTo>
                    <a:pt x="79667" y="9651"/>
                  </a:lnTo>
                  <a:lnTo>
                    <a:pt x="73737" y="9905"/>
                  </a:lnTo>
                  <a:close/>
                </a:path>
                <a:path w="781050" h="127000">
                  <a:moveTo>
                    <a:pt x="260104" y="9905"/>
                  </a:moveTo>
                  <a:lnTo>
                    <a:pt x="227410" y="9905"/>
                  </a:lnTo>
                  <a:lnTo>
                    <a:pt x="229682" y="8889"/>
                  </a:lnTo>
                  <a:lnTo>
                    <a:pt x="231408" y="7746"/>
                  </a:lnTo>
                  <a:lnTo>
                    <a:pt x="233260" y="6730"/>
                  </a:lnTo>
                  <a:lnTo>
                    <a:pt x="237923" y="5333"/>
                  </a:lnTo>
                  <a:lnTo>
                    <a:pt x="241556" y="5079"/>
                  </a:lnTo>
                  <a:lnTo>
                    <a:pt x="240316" y="5079"/>
                  </a:lnTo>
                  <a:lnTo>
                    <a:pt x="239163" y="5333"/>
                  </a:lnTo>
                  <a:lnTo>
                    <a:pt x="242845" y="5333"/>
                  </a:lnTo>
                  <a:lnTo>
                    <a:pt x="244909" y="6095"/>
                  </a:lnTo>
                  <a:lnTo>
                    <a:pt x="254278" y="8635"/>
                  </a:lnTo>
                  <a:lnTo>
                    <a:pt x="256282" y="9270"/>
                  </a:lnTo>
                  <a:lnTo>
                    <a:pt x="258008" y="9651"/>
                  </a:lnTo>
                  <a:lnTo>
                    <a:pt x="260104" y="9905"/>
                  </a:lnTo>
                  <a:close/>
                </a:path>
                <a:path w="781050" h="127000">
                  <a:moveTo>
                    <a:pt x="558305" y="5333"/>
                  </a:moveTo>
                  <a:lnTo>
                    <a:pt x="242845" y="5333"/>
                  </a:lnTo>
                  <a:lnTo>
                    <a:pt x="242156" y="5079"/>
                  </a:lnTo>
                  <a:lnTo>
                    <a:pt x="558424" y="5079"/>
                  </a:lnTo>
                  <a:lnTo>
                    <a:pt x="558305" y="5333"/>
                  </a:lnTo>
                  <a:close/>
                </a:path>
                <a:path w="781050" h="127000">
                  <a:moveTo>
                    <a:pt x="618768" y="9905"/>
                  </a:moveTo>
                  <a:lnTo>
                    <a:pt x="557308" y="9905"/>
                  </a:lnTo>
                  <a:lnTo>
                    <a:pt x="557376" y="8254"/>
                  </a:lnTo>
                  <a:lnTo>
                    <a:pt x="557489" y="6984"/>
                  </a:lnTo>
                  <a:lnTo>
                    <a:pt x="557947" y="6095"/>
                  </a:lnTo>
                  <a:lnTo>
                    <a:pt x="558066" y="5841"/>
                  </a:lnTo>
                  <a:lnTo>
                    <a:pt x="558186" y="5587"/>
                  </a:lnTo>
                  <a:lnTo>
                    <a:pt x="558305" y="5333"/>
                  </a:lnTo>
                  <a:lnTo>
                    <a:pt x="563854" y="5333"/>
                  </a:lnTo>
                  <a:lnTo>
                    <a:pt x="580186" y="7111"/>
                  </a:lnTo>
                  <a:lnTo>
                    <a:pt x="617886" y="7111"/>
                  </a:lnTo>
                  <a:lnTo>
                    <a:pt x="618006" y="7492"/>
                  </a:lnTo>
                  <a:lnTo>
                    <a:pt x="618086" y="7746"/>
                  </a:lnTo>
                  <a:lnTo>
                    <a:pt x="618166" y="8000"/>
                  </a:lnTo>
                  <a:lnTo>
                    <a:pt x="618247" y="8254"/>
                  </a:lnTo>
                  <a:lnTo>
                    <a:pt x="618367" y="8635"/>
                  </a:lnTo>
                  <a:lnTo>
                    <a:pt x="618447" y="8889"/>
                  </a:lnTo>
                  <a:lnTo>
                    <a:pt x="643249" y="8889"/>
                  </a:lnTo>
                  <a:lnTo>
                    <a:pt x="618487" y="9016"/>
                  </a:lnTo>
                  <a:lnTo>
                    <a:pt x="618567" y="9270"/>
                  </a:lnTo>
                  <a:lnTo>
                    <a:pt x="618688" y="9651"/>
                  </a:lnTo>
                  <a:lnTo>
                    <a:pt x="618768" y="9905"/>
                  </a:lnTo>
                  <a:close/>
                </a:path>
                <a:path w="781050" h="127000">
                  <a:moveTo>
                    <a:pt x="201385" y="7492"/>
                  </a:moveTo>
                  <a:lnTo>
                    <a:pt x="194445" y="7492"/>
                  </a:lnTo>
                  <a:lnTo>
                    <a:pt x="197916" y="5841"/>
                  </a:lnTo>
                  <a:lnTo>
                    <a:pt x="200957" y="6984"/>
                  </a:lnTo>
                  <a:lnTo>
                    <a:pt x="201278" y="7365"/>
                  </a:lnTo>
                  <a:lnTo>
                    <a:pt x="201385" y="7492"/>
                  </a:lnTo>
                  <a:close/>
                </a:path>
                <a:path w="781050" h="127000">
                  <a:moveTo>
                    <a:pt x="617725" y="6603"/>
                  </a:moveTo>
                  <a:lnTo>
                    <a:pt x="598876" y="6603"/>
                  </a:lnTo>
                  <a:lnTo>
                    <a:pt x="617565" y="6095"/>
                  </a:lnTo>
                  <a:lnTo>
                    <a:pt x="617645" y="6349"/>
                  </a:lnTo>
                  <a:lnTo>
                    <a:pt x="617725" y="6603"/>
                  </a:lnTo>
                  <a:close/>
                </a:path>
                <a:path w="781050" h="127000">
                  <a:moveTo>
                    <a:pt x="143951" y="6603"/>
                  </a:moveTo>
                  <a:lnTo>
                    <a:pt x="133602" y="6603"/>
                  </a:lnTo>
                  <a:lnTo>
                    <a:pt x="137547" y="6349"/>
                  </a:lnTo>
                  <a:lnTo>
                    <a:pt x="143721" y="6349"/>
                  </a:lnTo>
                  <a:lnTo>
                    <a:pt x="143951" y="6603"/>
                  </a:lnTo>
                  <a:close/>
                </a:path>
                <a:path w="781050" h="127000">
                  <a:moveTo>
                    <a:pt x="189765" y="6984"/>
                  </a:moveTo>
                  <a:lnTo>
                    <a:pt x="184508" y="6984"/>
                  </a:lnTo>
                  <a:lnTo>
                    <a:pt x="187793" y="6349"/>
                  </a:lnTo>
                  <a:lnTo>
                    <a:pt x="189765" y="6984"/>
                  </a:lnTo>
                  <a:close/>
                </a:path>
                <a:path w="781050" h="127000">
                  <a:moveTo>
                    <a:pt x="540828" y="9905"/>
                  </a:moveTo>
                  <a:lnTo>
                    <a:pt x="523174" y="9905"/>
                  </a:lnTo>
                  <a:lnTo>
                    <a:pt x="525397" y="6730"/>
                  </a:lnTo>
                  <a:lnTo>
                    <a:pt x="529189" y="6730"/>
                  </a:lnTo>
                  <a:lnTo>
                    <a:pt x="534083" y="7111"/>
                  </a:lnTo>
                  <a:lnTo>
                    <a:pt x="535672" y="7111"/>
                  </a:lnTo>
                  <a:lnTo>
                    <a:pt x="537063" y="7365"/>
                  </a:lnTo>
                  <a:lnTo>
                    <a:pt x="539461" y="7365"/>
                  </a:lnTo>
                  <a:lnTo>
                    <a:pt x="540253" y="8889"/>
                  </a:lnTo>
                  <a:lnTo>
                    <a:pt x="540828" y="9905"/>
                  </a:lnTo>
                  <a:close/>
                </a:path>
                <a:path w="781050" h="127000">
                  <a:moveTo>
                    <a:pt x="617886" y="7111"/>
                  </a:moveTo>
                  <a:lnTo>
                    <a:pt x="580186" y="7111"/>
                  </a:lnTo>
                  <a:lnTo>
                    <a:pt x="594203" y="6730"/>
                  </a:lnTo>
                  <a:lnTo>
                    <a:pt x="617765" y="6730"/>
                  </a:lnTo>
                  <a:lnTo>
                    <a:pt x="617886" y="7111"/>
                  </a:lnTo>
                  <a:close/>
                </a:path>
                <a:path w="781050" h="127000">
                  <a:moveTo>
                    <a:pt x="394306" y="9905"/>
                  </a:moveTo>
                  <a:lnTo>
                    <a:pt x="384076" y="9905"/>
                  </a:lnTo>
                  <a:lnTo>
                    <a:pt x="385153" y="9016"/>
                  </a:lnTo>
                  <a:lnTo>
                    <a:pt x="386466" y="8254"/>
                  </a:lnTo>
                  <a:lnTo>
                    <a:pt x="387691" y="7619"/>
                  </a:lnTo>
                  <a:lnTo>
                    <a:pt x="387784" y="7365"/>
                  </a:lnTo>
                  <a:lnTo>
                    <a:pt x="387876" y="7111"/>
                  </a:lnTo>
                  <a:lnTo>
                    <a:pt x="392916" y="7111"/>
                  </a:lnTo>
                  <a:lnTo>
                    <a:pt x="392817" y="7746"/>
                  </a:lnTo>
                  <a:lnTo>
                    <a:pt x="392737" y="8254"/>
                  </a:lnTo>
                  <a:lnTo>
                    <a:pt x="393987" y="9524"/>
                  </a:lnTo>
                  <a:lnTo>
                    <a:pt x="394112" y="9651"/>
                  </a:lnTo>
                  <a:lnTo>
                    <a:pt x="394306" y="9905"/>
                  </a:lnTo>
                  <a:close/>
                </a:path>
                <a:path w="781050" h="127000">
                  <a:moveTo>
                    <a:pt x="56827" y="8635"/>
                  </a:moveTo>
                  <a:lnTo>
                    <a:pt x="53818" y="7365"/>
                  </a:lnTo>
                  <a:lnTo>
                    <a:pt x="58757" y="7365"/>
                  </a:lnTo>
                  <a:lnTo>
                    <a:pt x="56827" y="8635"/>
                  </a:lnTo>
                  <a:close/>
                </a:path>
                <a:path w="781050" h="127000">
                  <a:moveTo>
                    <a:pt x="214718" y="9905"/>
                  </a:moveTo>
                  <a:lnTo>
                    <a:pt x="175515" y="9905"/>
                  </a:lnTo>
                  <a:lnTo>
                    <a:pt x="173999" y="7746"/>
                  </a:lnTo>
                  <a:lnTo>
                    <a:pt x="173910" y="7619"/>
                  </a:lnTo>
                  <a:lnTo>
                    <a:pt x="173821" y="7492"/>
                  </a:lnTo>
                  <a:lnTo>
                    <a:pt x="171377" y="7365"/>
                  </a:lnTo>
                  <a:lnTo>
                    <a:pt x="190948" y="7365"/>
                  </a:lnTo>
                  <a:lnTo>
                    <a:pt x="191342" y="7492"/>
                  </a:lnTo>
                  <a:lnTo>
                    <a:pt x="201385" y="7492"/>
                  </a:lnTo>
                  <a:lnTo>
                    <a:pt x="203099" y="9524"/>
                  </a:lnTo>
                  <a:lnTo>
                    <a:pt x="203206" y="9651"/>
                  </a:lnTo>
                  <a:lnTo>
                    <a:pt x="214536" y="9651"/>
                  </a:lnTo>
                  <a:lnTo>
                    <a:pt x="214718" y="9905"/>
                  </a:lnTo>
                  <a:close/>
                </a:path>
                <a:path w="781050" h="127000">
                  <a:moveTo>
                    <a:pt x="214536" y="9651"/>
                  </a:moveTo>
                  <a:lnTo>
                    <a:pt x="203206" y="9651"/>
                  </a:lnTo>
                  <a:lnTo>
                    <a:pt x="205162" y="9270"/>
                  </a:lnTo>
                  <a:lnTo>
                    <a:pt x="206780" y="9143"/>
                  </a:lnTo>
                  <a:lnTo>
                    <a:pt x="209883" y="8254"/>
                  </a:lnTo>
                  <a:lnTo>
                    <a:pt x="212987" y="7492"/>
                  </a:lnTo>
                  <a:lnTo>
                    <a:pt x="214444" y="9524"/>
                  </a:lnTo>
                  <a:lnTo>
                    <a:pt x="214536" y="9651"/>
                  </a:lnTo>
                  <a:close/>
                </a:path>
                <a:path w="781050" h="127000">
                  <a:moveTo>
                    <a:pt x="295931" y="9905"/>
                  </a:moveTo>
                  <a:lnTo>
                    <a:pt x="275696" y="9905"/>
                  </a:lnTo>
                  <a:lnTo>
                    <a:pt x="276413" y="9651"/>
                  </a:lnTo>
                  <a:lnTo>
                    <a:pt x="281583" y="8635"/>
                  </a:lnTo>
                  <a:lnTo>
                    <a:pt x="285037" y="7619"/>
                  </a:lnTo>
                  <a:lnTo>
                    <a:pt x="287819" y="8254"/>
                  </a:lnTo>
                  <a:lnTo>
                    <a:pt x="290678" y="8635"/>
                  </a:lnTo>
                  <a:lnTo>
                    <a:pt x="293398" y="8635"/>
                  </a:lnTo>
                  <a:lnTo>
                    <a:pt x="295931" y="9905"/>
                  </a:lnTo>
                  <a:close/>
                </a:path>
                <a:path w="781050" h="127000">
                  <a:moveTo>
                    <a:pt x="270959" y="9905"/>
                  </a:moveTo>
                  <a:lnTo>
                    <a:pt x="260104" y="9905"/>
                  </a:lnTo>
                  <a:lnTo>
                    <a:pt x="260760" y="9524"/>
                  </a:lnTo>
                  <a:lnTo>
                    <a:pt x="263893" y="9016"/>
                  </a:lnTo>
                  <a:lnTo>
                    <a:pt x="266492" y="8000"/>
                  </a:lnTo>
                  <a:lnTo>
                    <a:pt x="268526" y="8889"/>
                  </a:lnTo>
                  <a:lnTo>
                    <a:pt x="270622" y="9651"/>
                  </a:lnTo>
                  <a:lnTo>
                    <a:pt x="270959" y="9905"/>
                  </a:lnTo>
                  <a:close/>
                </a:path>
                <a:path w="781050" h="127000">
                  <a:moveTo>
                    <a:pt x="342094" y="9905"/>
                  </a:moveTo>
                  <a:lnTo>
                    <a:pt x="316311" y="9905"/>
                  </a:lnTo>
                  <a:lnTo>
                    <a:pt x="322061" y="8254"/>
                  </a:lnTo>
                  <a:lnTo>
                    <a:pt x="329951" y="8000"/>
                  </a:lnTo>
                  <a:lnTo>
                    <a:pt x="335469" y="9270"/>
                  </a:lnTo>
                  <a:lnTo>
                    <a:pt x="338695" y="9524"/>
                  </a:lnTo>
                  <a:lnTo>
                    <a:pt x="341890" y="9651"/>
                  </a:lnTo>
                  <a:lnTo>
                    <a:pt x="342094" y="9905"/>
                  </a:lnTo>
                  <a:close/>
                </a:path>
                <a:path w="781050" h="127000">
                  <a:moveTo>
                    <a:pt x="646102" y="8889"/>
                  </a:moveTo>
                  <a:lnTo>
                    <a:pt x="643249" y="8889"/>
                  </a:lnTo>
                  <a:lnTo>
                    <a:pt x="644042" y="8000"/>
                  </a:lnTo>
                  <a:lnTo>
                    <a:pt x="646102" y="8889"/>
                  </a:lnTo>
                  <a:close/>
                </a:path>
                <a:path w="781050" h="127000">
                  <a:moveTo>
                    <a:pt x="33118" y="15620"/>
                  </a:moveTo>
                  <a:lnTo>
                    <a:pt x="27773" y="15620"/>
                  </a:lnTo>
                  <a:lnTo>
                    <a:pt x="29479" y="14985"/>
                  </a:lnTo>
                  <a:lnTo>
                    <a:pt x="29561" y="10032"/>
                  </a:lnTo>
                  <a:lnTo>
                    <a:pt x="29651" y="9524"/>
                  </a:lnTo>
                  <a:lnTo>
                    <a:pt x="29763" y="8889"/>
                  </a:lnTo>
                  <a:lnTo>
                    <a:pt x="29876" y="8254"/>
                  </a:lnTo>
                  <a:lnTo>
                    <a:pt x="32046" y="8254"/>
                  </a:lnTo>
                  <a:lnTo>
                    <a:pt x="35549" y="10667"/>
                  </a:lnTo>
                  <a:lnTo>
                    <a:pt x="41544" y="10667"/>
                  </a:lnTo>
                  <a:lnTo>
                    <a:pt x="38304" y="13969"/>
                  </a:lnTo>
                  <a:lnTo>
                    <a:pt x="33177" y="13969"/>
                  </a:lnTo>
                  <a:lnTo>
                    <a:pt x="33118" y="15620"/>
                  </a:lnTo>
                  <a:close/>
                </a:path>
                <a:path w="781050" h="127000">
                  <a:moveTo>
                    <a:pt x="354268" y="9905"/>
                  </a:moveTo>
                  <a:lnTo>
                    <a:pt x="346842" y="9905"/>
                  </a:lnTo>
                  <a:lnTo>
                    <a:pt x="349289" y="8635"/>
                  </a:lnTo>
                  <a:lnTo>
                    <a:pt x="352223" y="8635"/>
                  </a:lnTo>
                  <a:lnTo>
                    <a:pt x="354268" y="9905"/>
                  </a:lnTo>
                  <a:close/>
                </a:path>
                <a:path w="781050" h="127000">
                  <a:moveTo>
                    <a:pt x="422592" y="9905"/>
                  </a:moveTo>
                  <a:lnTo>
                    <a:pt x="408893" y="9905"/>
                  </a:lnTo>
                  <a:lnTo>
                    <a:pt x="412777" y="8635"/>
                  </a:lnTo>
                  <a:lnTo>
                    <a:pt x="422054" y="9651"/>
                  </a:lnTo>
                  <a:lnTo>
                    <a:pt x="422592" y="9905"/>
                  </a:lnTo>
                  <a:close/>
                </a:path>
                <a:path w="781050" h="127000">
                  <a:moveTo>
                    <a:pt x="520201" y="9905"/>
                  </a:moveTo>
                  <a:lnTo>
                    <a:pt x="506742" y="9905"/>
                  </a:lnTo>
                  <a:lnTo>
                    <a:pt x="507365" y="9270"/>
                  </a:lnTo>
                  <a:lnTo>
                    <a:pt x="507490" y="9143"/>
                  </a:lnTo>
                  <a:lnTo>
                    <a:pt x="507615" y="9016"/>
                  </a:lnTo>
                  <a:lnTo>
                    <a:pt x="507739" y="8889"/>
                  </a:lnTo>
                  <a:lnTo>
                    <a:pt x="512649" y="8635"/>
                  </a:lnTo>
                  <a:lnTo>
                    <a:pt x="518505" y="9143"/>
                  </a:lnTo>
                  <a:lnTo>
                    <a:pt x="520201" y="9905"/>
                  </a:lnTo>
                  <a:close/>
                </a:path>
                <a:path w="781050" h="127000">
                  <a:moveTo>
                    <a:pt x="647574" y="9524"/>
                  </a:moveTo>
                  <a:lnTo>
                    <a:pt x="642683" y="9524"/>
                  </a:lnTo>
                  <a:lnTo>
                    <a:pt x="642909" y="9270"/>
                  </a:lnTo>
                  <a:lnTo>
                    <a:pt x="643022" y="9143"/>
                  </a:lnTo>
                  <a:lnTo>
                    <a:pt x="643136" y="9016"/>
                  </a:lnTo>
                  <a:lnTo>
                    <a:pt x="646396" y="9016"/>
                  </a:lnTo>
                  <a:lnTo>
                    <a:pt x="647574" y="9524"/>
                  </a:lnTo>
                  <a:close/>
                </a:path>
                <a:path w="781050" h="127000">
                  <a:moveTo>
                    <a:pt x="382134" y="9905"/>
                  </a:moveTo>
                  <a:lnTo>
                    <a:pt x="374012" y="9905"/>
                  </a:lnTo>
                  <a:lnTo>
                    <a:pt x="374436" y="9651"/>
                  </a:lnTo>
                  <a:lnTo>
                    <a:pt x="381394" y="9143"/>
                  </a:lnTo>
                  <a:lnTo>
                    <a:pt x="382134" y="9905"/>
                  </a:lnTo>
                  <a:close/>
                </a:path>
                <a:path w="781050" h="127000">
                  <a:moveTo>
                    <a:pt x="655297" y="9524"/>
                  </a:moveTo>
                  <a:lnTo>
                    <a:pt x="647574" y="9524"/>
                  </a:lnTo>
                  <a:lnTo>
                    <a:pt x="653306" y="9143"/>
                  </a:lnTo>
                  <a:lnTo>
                    <a:pt x="655237" y="9143"/>
                  </a:lnTo>
                  <a:lnTo>
                    <a:pt x="655297" y="9524"/>
                  </a:lnTo>
                  <a:close/>
                </a:path>
                <a:path w="781050" h="127000">
                  <a:moveTo>
                    <a:pt x="369584" y="9905"/>
                  </a:moveTo>
                  <a:lnTo>
                    <a:pt x="356308" y="9905"/>
                  </a:lnTo>
                  <a:lnTo>
                    <a:pt x="360600" y="9270"/>
                  </a:lnTo>
                  <a:lnTo>
                    <a:pt x="367359" y="9651"/>
                  </a:lnTo>
                  <a:lnTo>
                    <a:pt x="369455" y="9651"/>
                  </a:lnTo>
                  <a:lnTo>
                    <a:pt x="369584" y="9905"/>
                  </a:lnTo>
                  <a:close/>
                </a:path>
                <a:path w="781050" h="127000">
                  <a:moveTo>
                    <a:pt x="167967" y="9905"/>
                  </a:moveTo>
                  <a:lnTo>
                    <a:pt x="93603" y="9905"/>
                  </a:lnTo>
                  <a:lnTo>
                    <a:pt x="93562" y="9651"/>
                  </a:lnTo>
                  <a:lnTo>
                    <a:pt x="168055" y="9651"/>
                  </a:lnTo>
                  <a:lnTo>
                    <a:pt x="167967" y="9905"/>
                  </a:lnTo>
                  <a:close/>
                </a:path>
                <a:path w="781050" h="127000">
                  <a:moveTo>
                    <a:pt x="220322" y="9905"/>
                  </a:moveTo>
                  <a:lnTo>
                    <a:pt x="218625" y="9905"/>
                  </a:lnTo>
                  <a:lnTo>
                    <a:pt x="220005" y="9651"/>
                  </a:lnTo>
                  <a:lnTo>
                    <a:pt x="220322" y="9905"/>
                  </a:lnTo>
                  <a:close/>
                </a:path>
                <a:path w="781050" h="127000">
                  <a:moveTo>
                    <a:pt x="655358" y="9905"/>
                  </a:moveTo>
                  <a:lnTo>
                    <a:pt x="642343" y="9905"/>
                  </a:lnTo>
                  <a:lnTo>
                    <a:pt x="642569" y="9651"/>
                  </a:lnTo>
                  <a:lnTo>
                    <a:pt x="655318" y="9651"/>
                  </a:lnTo>
                  <a:lnTo>
                    <a:pt x="655358" y="9905"/>
                  </a:lnTo>
                  <a:close/>
                </a:path>
                <a:path w="781050" h="127000">
                  <a:moveTo>
                    <a:pt x="93623" y="10032"/>
                  </a:moveTo>
                  <a:lnTo>
                    <a:pt x="49268" y="10032"/>
                  </a:lnTo>
                  <a:lnTo>
                    <a:pt x="49295" y="9905"/>
                  </a:lnTo>
                  <a:lnTo>
                    <a:pt x="93603" y="9905"/>
                  </a:lnTo>
                  <a:lnTo>
                    <a:pt x="93623" y="10032"/>
                  </a:lnTo>
                  <a:close/>
                </a:path>
                <a:path w="781050" h="127000">
                  <a:moveTo>
                    <a:pt x="128146" y="10032"/>
                  </a:moveTo>
                  <a:lnTo>
                    <a:pt x="127626" y="10032"/>
                  </a:lnTo>
                  <a:lnTo>
                    <a:pt x="127805" y="9905"/>
                  </a:lnTo>
                  <a:lnTo>
                    <a:pt x="128146" y="10032"/>
                  </a:lnTo>
                  <a:close/>
                </a:path>
                <a:path w="781050" h="127000">
                  <a:moveTo>
                    <a:pt x="175604" y="10032"/>
                  </a:moveTo>
                  <a:lnTo>
                    <a:pt x="167923" y="10032"/>
                  </a:lnTo>
                  <a:lnTo>
                    <a:pt x="167967" y="9905"/>
                  </a:lnTo>
                  <a:lnTo>
                    <a:pt x="175515" y="9905"/>
                  </a:lnTo>
                  <a:lnTo>
                    <a:pt x="175604" y="10032"/>
                  </a:lnTo>
                  <a:close/>
                </a:path>
                <a:path w="781050" h="127000">
                  <a:moveTo>
                    <a:pt x="217935" y="10032"/>
                  </a:moveTo>
                  <a:lnTo>
                    <a:pt x="214809" y="10032"/>
                  </a:lnTo>
                  <a:lnTo>
                    <a:pt x="214718" y="9905"/>
                  </a:lnTo>
                  <a:lnTo>
                    <a:pt x="218625" y="9905"/>
                  </a:lnTo>
                  <a:lnTo>
                    <a:pt x="217935" y="10032"/>
                  </a:lnTo>
                  <a:close/>
                </a:path>
                <a:path w="781050" h="127000">
                  <a:moveTo>
                    <a:pt x="227126" y="10032"/>
                  </a:moveTo>
                  <a:lnTo>
                    <a:pt x="220480" y="10032"/>
                  </a:lnTo>
                  <a:lnTo>
                    <a:pt x="220322" y="9905"/>
                  </a:lnTo>
                  <a:lnTo>
                    <a:pt x="227410" y="9905"/>
                  </a:lnTo>
                  <a:lnTo>
                    <a:pt x="227126" y="10032"/>
                  </a:lnTo>
                  <a:close/>
                </a:path>
                <a:path w="781050" h="127000">
                  <a:moveTo>
                    <a:pt x="275338" y="10032"/>
                  </a:moveTo>
                  <a:lnTo>
                    <a:pt x="271127" y="10032"/>
                  </a:lnTo>
                  <a:lnTo>
                    <a:pt x="270959" y="9905"/>
                  </a:lnTo>
                  <a:lnTo>
                    <a:pt x="275696" y="9905"/>
                  </a:lnTo>
                  <a:lnTo>
                    <a:pt x="275338" y="10032"/>
                  </a:lnTo>
                  <a:close/>
                </a:path>
                <a:path w="781050" h="127000">
                  <a:moveTo>
                    <a:pt x="315869" y="10032"/>
                  </a:moveTo>
                  <a:lnTo>
                    <a:pt x="296184" y="10032"/>
                  </a:lnTo>
                  <a:lnTo>
                    <a:pt x="295931" y="9905"/>
                  </a:lnTo>
                  <a:lnTo>
                    <a:pt x="316311" y="9905"/>
                  </a:lnTo>
                  <a:lnTo>
                    <a:pt x="315869" y="10032"/>
                  </a:lnTo>
                  <a:close/>
                </a:path>
                <a:path w="781050" h="127000">
                  <a:moveTo>
                    <a:pt x="346598" y="10032"/>
                  </a:moveTo>
                  <a:lnTo>
                    <a:pt x="342196" y="10032"/>
                  </a:lnTo>
                  <a:lnTo>
                    <a:pt x="342094" y="9905"/>
                  </a:lnTo>
                  <a:lnTo>
                    <a:pt x="346842" y="9905"/>
                  </a:lnTo>
                  <a:lnTo>
                    <a:pt x="346598" y="10032"/>
                  </a:lnTo>
                  <a:close/>
                </a:path>
                <a:path w="781050" h="127000">
                  <a:moveTo>
                    <a:pt x="356173" y="10032"/>
                  </a:moveTo>
                  <a:lnTo>
                    <a:pt x="354473" y="10032"/>
                  </a:lnTo>
                  <a:lnTo>
                    <a:pt x="354268" y="9905"/>
                  </a:lnTo>
                  <a:lnTo>
                    <a:pt x="356308" y="9905"/>
                  </a:lnTo>
                  <a:lnTo>
                    <a:pt x="356173" y="10032"/>
                  </a:lnTo>
                  <a:close/>
                </a:path>
                <a:path w="781050" h="127000">
                  <a:moveTo>
                    <a:pt x="373800" y="10032"/>
                  </a:moveTo>
                  <a:lnTo>
                    <a:pt x="369648" y="10032"/>
                  </a:lnTo>
                  <a:lnTo>
                    <a:pt x="369584" y="9905"/>
                  </a:lnTo>
                  <a:lnTo>
                    <a:pt x="374012" y="9905"/>
                  </a:lnTo>
                  <a:lnTo>
                    <a:pt x="373800" y="10032"/>
                  </a:lnTo>
                  <a:close/>
                </a:path>
                <a:path w="781050" h="127000">
                  <a:moveTo>
                    <a:pt x="383922" y="10032"/>
                  </a:moveTo>
                  <a:lnTo>
                    <a:pt x="382258" y="10032"/>
                  </a:lnTo>
                  <a:lnTo>
                    <a:pt x="382134" y="9905"/>
                  </a:lnTo>
                  <a:lnTo>
                    <a:pt x="384076" y="9905"/>
                  </a:lnTo>
                  <a:lnTo>
                    <a:pt x="383922" y="10032"/>
                  </a:lnTo>
                  <a:close/>
                </a:path>
                <a:path w="781050" h="127000">
                  <a:moveTo>
                    <a:pt x="408504" y="10032"/>
                  </a:moveTo>
                  <a:lnTo>
                    <a:pt x="394404" y="10032"/>
                  </a:lnTo>
                  <a:lnTo>
                    <a:pt x="394306" y="9905"/>
                  </a:lnTo>
                  <a:lnTo>
                    <a:pt x="408893" y="9905"/>
                  </a:lnTo>
                  <a:lnTo>
                    <a:pt x="408504" y="10032"/>
                  </a:lnTo>
                  <a:close/>
                </a:path>
                <a:path w="781050" h="127000">
                  <a:moveTo>
                    <a:pt x="506617" y="10032"/>
                  </a:moveTo>
                  <a:lnTo>
                    <a:pt x="422861" y="10032"/>
                  </a:lnTo>
                  <a:lnTo>
                    <a:pt x="422592" y="9905"/>
                  </a:lnTo>
                  <a:lnTo>
                    <a:pt x="506742" y="9905"/>
                  </a:lnTo>
                  <a:lnTo>
                    <a:pt x="506617" y="10032"/>
                  </a:lnTo>
                  <a:close/>
                </a:path>
                <a:path w="781050" h="127000">
                  <a:moveTo>
                    <a:pt x="523085" y="10032"/>
                  </a:moveTo>
                  <a:lnTo>
                    <a:pt x="520484" y="10032"/>
                  </a:lnTo>
                  <a:lnTo>
                    <a:pt x="520201" y="9905"/>
                  </a:lnTo>
                  <a:lnTo>
                    <a:pt x="523174" y="9905"/>
                  </a:lnTo>
                  <a:lnTo>
                    <a:pt x="523085" y="10032"/>
                  </a:lnTo>
                  <a:close/>
                </a:path>
                <a:path w="781050" h="127000">
                  <a:moveTo>
                    <a:pt x="557303" y="10032"/>
                  </a:moveTo>
                  <a:lnTo>
                    <a:pt x="540900" y="10032"/>
                  </a:lnTo>
                  <a:lnTo>
                    <a:pt x="540828" y="9905"/>
                  </a:lnTo>
                  <a:lnTo>
                    <a:pt x="557308" y="9905"/>
                  </a:lnTo>
                  <a:lnTo>
                    <a:pt x="557303" y="10032"/>
                  </a:lnTo>
                  <a:close/>
                </a:path>
                <a:path w="781050" h="127000">
                  <a:moveTo>
                    <a:pt x="642230" y="10032"/>
                  </a:moveTo>
                  <a:lnTo>
                    <a:pt x="618808" y="10032"/>
                  </a:lnTo>
                  <a:lnTo>
                    <a:pt x="618768" y="9905"/>
                  </a:lnTo>
                  <a:lnTo>
                    <a:pt x="642343" y="9905"/>
                  </a:lnTo>
                  <a:lnTo>
                    <a:pt x="642230" y="10032"/>
                  </a:lnTo>
                  <a:close/>
                </a:path>
                <a:path w="781050" h="127000">
                  <a:moveTo>
                    <a:pt x="46031" y="15620"/>
                  </a:moveTo>
                  <a:lnTo>
                    <a:pt x="40824" y="15620"/>
                  </a:lnTo>
                  <a:lnTo>
                    <a:pt x="40901" y="15239"/>
                  </a:lnTo>
                  <a:lnTo>
                    <a:pt x="42427" y="12699"/>
                  </a:lnTo>
                  <a:lnTo>
                    <a:pt x="42311" y="10032"/>
                  </a:lnTo>
                  <a:lnTo>
                    <a:pt x="49268" y="10032"/>
                  </a:lnTo>
                  <a:lnTo>
                    <a:pt x="49159" y="10540"/>
                  </a:lnTo>
                  <a:lnTo>
                    <a:pt x="49077" y="10921"/>
                  </a:lnTo>
                  <a:lnTo>
                    <a:pt x="47744" y="13969"/>
                  </a:lnTo>
                  <a:lnTo>
                    <a:pt x="47633" y="14223"/>
                  </a:lnTo>
                  <a:lnTo>
                    <a:pt x="47522" y="14477"/>
                  </a:lnTo>
                  <a:lnTo>
                    <a:pt x="47411" y="14731"/>
                  </a:lnTo>
                  <a:lnTo>
                    <a:pt x="47300" y="14985"/>
                  </a:lnTo>
                  <a:lnTo>
                    <a:pt x="47244" y="15112"/>
                  </a:lnTo>
                  <a:lnTo>
                    <a:pt x="46031" y="15620"/>
                  </a:lnTo>
                  <a:close/>
                </a:path>
                <a:path w="781050" h="127000">
                  <a:moveTo>
                    <a:pt x="101056" y="15620"/>
                  </a:moveTo>
                  <a:lnTo>
                    <a:pt x="96338" y="15620"/>
                  </a:lnTo>
                  <a:lnTo>
                    <a:pt x="94189" y="13588"/>
                  </a:lnTo>
                  <a:lnTo>
                    <a:pt x="94149" y="13334"/>
                  </a:lnTo>
                  <a:lnTo>
                    <a:pt x="94048" y="12699"/>
                  </a:lnTo>
                  <a:lnTo>
                    <a:pt x="93946" y="12064"/>
                  </a:lnTo>
                  <a:lnTo>
                    <a:pt x="93845" y="11429"/>
                  </a:lnTo>
                  <a:lnTo>
                    <a:pt x="93724" y="10667"/>
                  </a:lnTo>
                  <a:lnTo>
                    <a:pt x="93623" y="10032"/>
                  </a:lnTo>
                  <a:lnTo>
                    <a:pt x="127626" y="10032"/>
                  </a:lnTo>
                  <a:lnTo>
                    <a:pt x="127088" y="10413"/>
                  </a:lnTo>
                  <a:lnTo>
                    <a:pt x="99921" y="10413"/>
                  </a:lnTo>
                  <a:lnTo>
                    <a:pt x="99808" y="11048"/>
                  </a:lnTo>
                  <a:lnTo>
                    <a:pt x="99721" y="12064"/>
                  </a:lnTo>
                  <a:lnTo>
                    <a:pt x="101104" y="14477"/>
                  </a:lnTo>
                  <a:lnTo>
                    <a:pt x="101056" y="15620"/>
                  </a:lnTo>
                  <a:close/>
                </a:path>
                <a:path w="781050" h="127000">
                  <a:moveTo>
                    <a:pt x="134044" y="15620"/>
                  </a:moveTo>
                  <a:lnTo>
                    <a:pt x="132679" y="15620"/>
                  </a:lnTo>
                  <a:lnTo>
                    <a:pt x="129872" y="13588"/>
                  </a:lnTo>
                  <a:lnTo>
                    <a:pt x="131075" y="11429"/>
                  </a:lnTo>
                  <a:lnTo>
                    <a:pt x="131146" y="11302"/>
                  </a:lnTo>
                  <a:lnTo>
                    <a:pt x="131217" y="11175"/>
                  </a:lnTo>
                  <a:lnTo>
                    <a:pt x="128146" y="10032"/>
                  </a:lnTo>
                  <a:lnTo>
                    <a:pt x="136491" y="10032"/>
                  </a:lnTo>
                  <a:lnTo>
                    <a:pt x="133235" y="11302"/>
                  </a:lnTo>
                  <a:lnTo>
                    <a:pt x="133330" y="11810"/>
                  </a:lnTo>
                  <a:lnTo>
                    <a:pt x="133449" y="12445"/>
                  </a:lnTo>
                  <a:lnTo>
                    <a:pt x="138789" y="12445"/>
                  </a:lnTo>
                  <a:lnTo>
                    <a:pt x="138910" y="12572"/>
                  </a:lnTo>
                  <a:lnTo>
                    <a:pt x="133473" y="12572"/>
                  </a:lnTo>
                  <a:lnTo>
                    <a:pt x="133544" y="12953"/>
                  </a:lnTo>
                  <a:lnTo>
                    <a:pt x="133663" y="13588"/>
                  </a:lnTo>
                  <a:lnTo>
                    <a:pt x="133782" y="14223"/>
                  </a:lnTo>
                  <a:lnTo>
                    <a:pt x="133901" y="14858"/>
                  </a:lnTo>
                  <a:lnTo>
                    <a:pt x="134020" y="15493"/>
                  </a:lnTo>
                  <a:lnTo>
                    <a:pt x="134044" y="15620"/>
                  </a:lnTo>
                  <a:close/>
                </a:path>
                <a:path w="781050" h="127000">
                  <a:moveTo>
                    <a:pt x="140875" y="12445"/>
                  </a:moveTo>
                  <a:lnTo>
                    <a:pt x="138789" y="12445"/>
                  </a:lnTo>
                  <a:lnTo>
                    <a:pt x="136491" y="10032"/>
                  </a:lnTo>
                  <a:lnTo>
                    <a:pt x="167923" y="10032"/>
                  </a:lnTo>
                  <a:lnTo>
                    <a:pt x="167791" y="10413"/>
                  </a:lnTo>
                  <a:lnTo>
                    <a:pt x="167704" y="10667"/>
                  </a:lnTo>
                  <a:lnTo>
                    <a:pt x="167616" y="10921"/>
                  </a:lnTo>
                  <a:lnTo>
                    <a:pt x="167448" y="11048"/>
                  </a:lnTo>
                  <a:lnTo>
                    <a:pt x="166812" y="11810"/>
                  </a:lnTo>
                  <a:lnTo>
                    <a:pt x="142879" y="11810"/>
                  </a:lnTo>
                  <a:lnTo>
                    <a:pt x="140875" y="12445"/>
                  </a:lnTo>
                  <a:close/>
                </a:path>
                <a:path w="781050" h="127000">
                  <a:moveTo>
                    <a:pt x="221272" y="10667"/>
                  </a:moveTo>
                  <a:lnTo>
                    <a:pt x="175918" y="10667"/>
                  </a:lnTo>
                  <a:lnTo>
                    <a:pt x="175871" y="10413"/>
                  </a:lnTo>
                  <a:lnTo>
                    <a:pt x="175604" y="10032"/>
                  </a:lnTo>
                  <a:lnTo>
                    <a:pt x="214809" y="10032"/>
                  </a:lnTo>
                  <a:lnTo>
                    <a:pt x="215082" y="10413"/>
                  </a:lnTo>
                  <a:lnTo>
                    <a:pt x="215173" y="10540"/>
                  </a:lnTo>
                  <a:lnTo>
                    <a:pt x="221113" y="10540"/>
                  </a:lnTo>
                  <a:lnTo>
                    <a:pt x="221272" y="10667"/>
                  </a:lnTo>
                  <a:close/>
                </a:path>
                <a:path w="781050" h="127000">
                  <a:moveTo>
                    <a:pt x="221113" y="10540"/>
                  </a:moveTo>
                  <a:lnTo>
                    <a:pt x="215173" y="10540"/>
                  </a:lnTo>
                  <a:lnTo>
                    <a:pt x="217935" y="10032"/>
                  </a:lnTo>
                  <a:lnTo>
                    <a:pt x="220480" y="10032"/>
                  </a:lnTo>
                  <a:lnTo>
                    <a:pt x="221113" y="10540"/>
                  </a:lnTo>
                  <a:close/>
                </a:path>
                <a:path w="781050" h="127000">
                  <a:moveTo>
                    <a:pt x="271967" y="10667"/>
                  </a:moveTo>
                  <a:lnTo>
                    <a:pt x="225623" y="10667"/>
                  </a:lnTo>
                  <a:lnTo>
                    <a:pt x="226274" y="10413"/>
                  </a:lnTo>
                  <a:lnTo>
                    <a:pt x="227126" y="10032"/>
                  </a:lnTo>
                  <a:lnTo>
                    <a:pt x="271127" y="10032"/>
                  </a:lnTo>
                  <a:lnTo>
                    <a:pt x="271967" y="10667"/>
                  </a:lnTo>
                  <a:close/>
                </a:path>
                <a:path w="781050" h="127000">
                  <a:moveTo>
                    <a:pt x="297451" y="10667"/>
                  </a:moveTo>
                  <a:lnTo>
                    <a:pt x="273546" y="10667"/>
                  </a:lnTo>
                  <a:lnTo>
                    <a:pt x="275338" y="10032"/>
                  </a:lnTo>
                  <a:lnTo>
                    <a:pt x="296184" y="10032"/>
                  </a:lnTo>
                  <a:lnTo>
                    <a:pt x="297451" y="10667"/>
                  </a:lnTo>
                  <a:close/>
                </a:path>
                <a:path w="781050" h="127000">
                  <a:moveTo>
                    <a:pt x="342707" y="10667"/>
                  </a:moveTo>
                  <a:lnTo>
                    <a:pt x="312385" y="10667"/>
                  </a:lnTo>
                  <a:lnTo>
                    <a:pt x="314542" y="10413"/>
                  </a:lnTo>
                  <a:lnTo>
                    <a:pt x="315869" y="10032"/>
                  </a:lnTo>
                  <a:lnTo>
                    <a:pt x="342196" y="10032"/>
                  </a:lnTo>
                  <a:lnTo>
                    <a:pt x="342503" y="10413"/>
                  </a:lnTo>
                  <a:lnTo>
                    <a:pt x="342605" y="10540"/>
                  </a:lnTo>
                  <a:lnTo>
                    <a:pt x="342707" y="10667"/>
                  </a:lnTo>
                  <a:close/>
                </a:path>
                <a:path w="781050" h="127000">
                  <a:moveTo>
                    <a:pt x="355495" y="10667"/>
                  </a:moveTo>
                  <a:lnTo>
                    <a:pt x="345836" y="10667"/>
                  </a:lnTo>
                  <a:lnTo>
                    <a:pt x="345864" y="10413"/>
                  </a:lnTo>
                  <a:lnTo>
                    <a:pt x="346598" y="10032"/>
                  </a:lnTo>
                  <a:lnTo>
                    <a:pt x="354473" y="10032"/>
                  </a:lnTo>
                  <a:lnTo>
                    <a:pt x="355495" y="10667"/>
                  </a:lnTo>
                  <a:close/>
                </a:path>
                <a:path w="781050" h="127000">
                  <a:moveTo>
                    <a:pt x="369971" y="10667"/>
                  </a:moveTo>
                  <a:lnTo>
                    <a:pt x="355498" y="10667"/>
                  </a:lnTo>
                  <a:lnTo>
                    <a:pt x="356173" y="10032"/>
                  </a:lnTo>
                  <a:lnTo>
                    <a:pt x="369648" y="10032"/>
                  </a:lnTo>
                  <a:lnTo>
                    <a:pt x="369842" y="10413"/>
                  </a:lnTo>
                  <a:lnTo>
                    <a:pt x="369906" y="10540"/>
                  </a:lnTo>
                  <a:lnTo>
                    <a:pt x="369971" y="10667"/>
                  </a:lnTo>
                  <a:close/>
                </a:path>
                <a:path w="781050" h="127000">
                  <a:moveTo>
                    <a:pt x="383122" y="10921"/>
                  </a:moveTo>
                  <a:lnTo>
                    <a:pt x="382845" y="10921"/>
                  </a:lnTo>
                  <a:lnTo>
                    <a:pt x="383153" y="10667"/>
                  </a:lnTo>
                  <a:lnTo>
                    <a:pt x="372738" y="10667"/>
                  </a:lnTo>
                  <a:lnTo>
                    <a:pt x="373800" y="10032"/>
                  </a:lnTo>
                  <a:lnTo>
                    <a:pt x="382258" y="10032"/>
                  </a:lnTo>
                  <a:lnTo>
                    <a:pt x="383122" y="10921"/>
                  </a:lnTo>
                  <a:close/>
                </a:path>
                <a:path w="781050" h="127000">
                  <a:moveTo>
                    <a:pt x="394889" y="10667"/>
                  </a:moveTo>
                  <a:lnTo>
                    <a:pt x="383153" y="10667"/>
                  </a:lnTo>
                  <a:lnTo>
                    <a:pt x="383922" y="10032"/>
                  </a:lnTo>
                  <a:lnTo>
                    <a:pt x="394404" y="10032"/>
                  </a:lnTo>
                  <a:lnTo>
                    <a:pt x="394695" y="10413"/>
                  </a:lnTo>
                  <a:lnTo>
                    <a:pt x="394792" y="10540"/>
                  </a:lnTo>
                  <a:lnTo>
                    <a:pt x="394889" y="10667"/>
                  </a:lnTo>
                  <a:close/>
                </a:path>
                <a:path w="781050" h="127000">
                  <a:moveTo>
                    <a:pt x="427912" y="12445"/>
                  </a:moveTo>
                  <a:lnTo>
                    <a:pt x="402810" y="12445"/>
                  </a:lnTo>
                  <a:lnTo>
                    <a:pt x="406433" y="10667"/>
                  </a:lnTo>
                  <a:lnTo>
                    <a:pt x="406562" y="10667"/>
                  </a:lnTo>
                  <a:lnTo>
                    <a:pt x="408504" y="10032"/>
                  </a:lnTo>
                  <a:lnTo>
                    <a:pt x="422861" y="10032"/>
                  </a:lnTo>
                  <a:lnTo>
                    <a:pt x="424745" y="10921"/>
                  </a:lnTo>
                  <a:lnTo>
                    <a:pt x="427637" y="12064"/>
                  </a:lnTo>
                  <a:lnTo>
                    <a:pt x="427820" y="12318"/>
                  </a:lnTo>
                  <a:lnTo>
                    <a:pt x="427912" y="12445"/>
                  </a:lnTo>
                  <a:close/>
                </a:path>
                <a:path w="781050" h="127000">
                  <a:moveTo>
                    <a:pt x="542282" y="12445"/>
                  </a:moveTo>
                  <a:lnTo>
                    <a:pt x="504248" y="12445"/>
                  </a:lnTo>
                  <a:lnTo>
                    <a:pt x="506617" y="10032"/>
                  </a:lnTo>
                  <a:lnTo>
                    <a:pt x="520484" y="10032"/>
                  </a:lnTo>
                  <a:lnTo>
                    <a:pt x="522463" y="10921"/>
                  </a:lnTo>
                  <a:lnTo>
                    <a:pt x="541409" y="10921"/>
                  </a:lnTo>
                  <a:lnTo>
                    <a:pt x="542209" y="12318"/>
                  </a:lnTo>
                  <a:lnTo>
                    <a:pt x="542282" y="12445"/>
                  </a:lnTo>
                  <a:close/>
                </a:path>
                <a:path w="781050" h="127000">
                  <a:moveTo>
                    <a:pt x="541409" y="10921"/>
                  </a:moveTo>
                  <a:lnTo>
                    <a:pt x="522463" y="10921"/>
                  </a:lnTo>
                  <a:lnTo>
                    <a:pt x="523085" y="10032"/>
                  </a:lnTo>
                  <a:lnTo>
                    <a:pt x="540900" y="10032"/>
                  </a:lnTo>
                  <a:lnTo>
                    <a:pt x="541409" y="10921"/>
                  </a:lnTo>
                  <a:close/>
                </a:path>
                <a:path w="781050" h="127000">
                  <a:moveTo>
                    <a:pt x="619530" y="12318"/>
                  </a:moveTo>
                  <a:lnTo>
                    <a:pt x="552683" y="12318"/>
                  </a:lnTo>
                  <a:lnTo>
                    <a:pt x="556351" y="11810"/>
                  </a:lnTo>
                  <a:lnTo>
                    <a:pt x="557117" y="10667"/>
                  </a:lnTo>
                  <a:lnTo>
                    <a:pt x="557202" y="10540"/>
                  </a:lnTo>
                  <a:lnTo>
                    <a:pt x="557303" y="10032"/>
                  </a:lnTo>
                  <a:lnTo>
                    <a:pt x="618808" y="10032"/>
                  </a:lnTo>
                  <a:lnTo>
                    <a:pt x="618928" y="10413"/>
                  </a:lnTo>
                  <a:lnTo>
                    <a:pt x="619008" y="10667"/>
                  </a:lnTo>
                  <a:lnTo>
                    <a:pt x="619129" y="11048"/>
                  </a:lnTo>
                  <a:lnTo>
                    <a:pt x="619249" y="11429"/>
                  </a:lnTo>
                  <a:lnTo>
                    <a:pt x="619369" y="11810"/>
                  </a:lnTo>
                  <a:lnTo>
                    <a:pt x="619449" y="12064"/>
                  </a:lnTo>
                  <a:lnTo>
                    <a:pt x="619530" y="12318"/>
                  </a:lnTo>
                  <a:close/>
                </a:path>
                <a:path w="781050" h="127000">
                  <a:moveTo>
                    <a:pt x="655763" y="12445"/>
                  </a:moveTo>
                  <a:lnTo>
                    <a:pt x="633517" y="12445"/>
                  </a:lnTo>
                  <a:lnTo>
                    <a:pt x="633660" y="12318"/>
                  </a:lnTo>
                  <a:lnTo>
                    <a:pt x="637426" y="11429"/>
                  </a:lnTo>
                  <a:lnTo>
                    <a:pt x="641777" y="10540"/>
                  </a:lnTo>
                  <a:lnTo>
                    <a:pt x="642230" y="10032"/>
                  </a:lnTo>
                  <a:lnTo>
                    <a:pt x="655378" y="10032"/>
                  </a:lnTo>
                  <a:lnTo>
                    <a:pt x="655479" y="10667"/>
                  </a:lnTo>
                  <a:lnTo>
                    <a:pt x="655601" y="11429"/>
                  </a:lnTo>
                  <a:lnTo>
                    <a:pt x="655702" y="12064"/>
                  </a:lnTo>
                  <a:lnTo>
                    <a:pt x="655763" y="12445"/>
                  </a:lnTo>
                  <a:close/>
                </a:path>
                <a:path w="781050" h="127000">
                  <a:moveTo>
                    <a:pt x="122721" y="11429"/>
                  </a:moveTo>
                  <a:lnTo>
                    <a:pt x="120845" y="11429"/>
                  </a:lnTo>
                  <a:lnTo>
                    <a:pt x="109569" y="10540"/>
                  </a:lnTo>
                  <a:lnTo>
                    <a:pt x="101468" y="10413"/>
                  </a:lnTo>
                  <a:lnTo>
                    <a:pt x="127088" y="10413"/>
                  </a:lnTo>
                  <a:lnTo>
                    <a:pt x="126730" y="10667"/>
                  </a:lnTo>
                  <a:lnTo>
                    <a:pt x="124305" y="10667"/>
                  </a:lnTo>
                  <a:lnTo>
                    <a:pt x="122721" y="11429"/>
                  </a:lnTo>
                  <a:close/>
                </a:path>
                <a:path w="781050" h="127000">
                  <a:moveTo>
                    <a:pt x="303410" y="10667"/>
                  </a:moveTo>
                  <a:lnTo>
                    <a:pt x="302884" y="10667"/>
                  </a:lnTo>
                  <a:lnTo>
                    <a:pt x="303306" y="10540"/>
                  </a:lnTo>
                  <a:lnTo>
                    <a:pt x="303410" y="10667"/>
                  </a:lnTo>
                  <a:close/>
                </a:path>
                <a:path w="781050" h="127000">
                  <a:moveTo>
                    <a:pt x="124400" y="12318"/>
                  </a:moveTo>
                  <a:lnTo>
                    <a:pt x="124305" y="10667"/>
                  </a:lnTo>
                  <a:lnTo>
                    <a:pt x="126730" y="10667"/>
                  </a:lnTo>
                  <a:lnTo>
                    <a:pt x="124400" y="12318"/>
                  </a:lnTo>
                  <a:close/>
                </a:path>
                <a:path w="781050" h="127000">
                  <a:moveTo>
                    <a:pt x="175964" y="10921"/>
                  </a:moveTo>
                  <a:lnTo>
                    <a:pt x="167554" y="10921"/>
                  </a:lnTo>
                  <a:lnTo>
                    <a:pt x="167766" y="10667"/>
                  </a:lnTo>
                  <a:lnTo>
                    <a:pt x="175918" y="10667"/>
                  </a:lnTo>
                  <a:lnTo>
                    <a:pt x="175964" y="10921"/>
                  </a:lnTo>
                  <a:close/>
                </a:path>
                <a:path w="781050" h="127000">
                  <a:moveTo>
                    <a:pt x="224973" y="10921"/>
                  </a:moveTo>
                  <a:lnTo>
                    <a:pt x="221588" y="10921"/>
                  </a:lnTo>
                  <a:lnTo>
                    <a:pt x="221272" y="10667"/>
                  </a:lnTo>
                  <a:lnTo>
                    <a:pt x="225623" y="10667"/>
                  </a:lnTo>
                  <a:lnTo>
                    <a:pt x="224973" y="10921"/>
                  </a:lnTo>
                  <a:close/>
                </a:path>
                <a:path w="781050" h="127000">
                  <a:moveTo>
                    <a:pt x="272830" y="10921"/>
                  </a:moveTo>
                  <a:lnTo>
                    <a:pt x="272303" y="10921"/>
                  </a:lnTo>
                  <a:lnTo>
                    <a:pt x="271967" y="10667"/>
                  </a:lnTo>
                  <a:lnTo>
                    <a:pt x="273546" y="10667"/>
                  </a:lnTo>
                  <a:lnTo>
                    <a:pt x="272830" y="10921"/>
                  </a:lnTo>
                  <a:close/>
                </a:path>
                <a:path w="781050" h="127000">
                  <a:moveTo>
                    <a:pt x="302041" y="10921"/>
                  </a:moveTo>
                  <a:lnTo>
                    <a:pt x="297957" y="10921"/>
                  </a:lnTo>
                  <a:lnTo>
                    <a:pt x="297451" y="10667"/>
                  </a:lnTo>
                  <a:lnTo>
                    <a:pt x="302884" y="10667"/>
                  </a:lnTo>
                  <a:lnTo>
                    <a:pt x="302041" y="10921"/>
                  </a:lnTo>
                  <a:close/>
                </a:path>
                <a:path w="781050" h="127000">
                  <a:moveTo>
                    <a:pt x="310227" y="10921"/>
                  </a:moveTo>
                  <a:lnTo>
                    <a:pt x="303619" y="10921"/>
                  </a:lnTo>
                  <a:lnTo>
                    <a:pt x="303410" y="10667"/>
                  </a:lnTo>
                  <a:lnTo>
                    <a:pt x="312385" y="10667"/>
                  </a:lnTo>
                  <a:lnTo>
                    <a:pt x="310227" y="10921"/>
                  </a:lnTo>
                  <a:close/>
                </a:path>
                <a:path w="781050" h="127000">
                  <a:moveTo>
                    <a:pt x="345809" y="10921"/>
                  </a:moveTo>
                  <a:lnTo>
                    <a:pt x="342912" y="10921"/>
                  </a:lnTo>
                  <a:lnTo>
                    <a:pt x="342707" y="10667"/>
                  </a:lnTo>
                  <a:lnTo>
                    <a:pt x="345836" y="10667"/>
                  </a:lnTo>
                  <a:lnTo>
                    <a:pt x="345809" y="10921"/>
                  </a:lnTo>
                  <a:close/>
                </a:path>
                <a:path w="781050" h="127000">
                  <a:moveTo>
                    <a:pt x="372313" y="10921"/>
                  </a:moveTo>
                  <a:lnTo>
                    <a:pt x="370099" y="10921"/>
                  </a:lnTo>
                  <a:lnTo>
                    <a:pt x="369971" y="10667"/>
                  </a:lnTo>
                  <a:lnTo>
                    <a:pt x="372738" y="10667"/>
                  </a:lnTo>
                  <a:lnTo>
                    <a:pt x="372313" y="10921"/>
                  </a:lnTo>
                  <a:close/>
                </a:path>
                <a:path w="781050" h="127000">
                  <a:moveTo>
                    <a:pt x="405786" y="10921"/>
                  </a:moveTo>
                  <a:lnTo>
                    <a:pt x="395084" y="10921"/>
                  </a:lnTo>
                  <a:lnTo>
                    <a:pt x="394889" y="10667"/>
                  </a:lnTo>
                  <a:lnTo>
                    <a:pt x="406562" y="10667"/>
                  </a:lnTo>
                  <a:lnTo>
                    <a:pt x="405786" y="10921"/>
                  </a:lnTo>
                  <a:close/>
                </a:path>
                <a:path w="781050" h="127000">
                  <a:moveTo>
                    <a:pt x="235567" y="12445"/>
                  </a:moveTo>
                  <a:lnTo>
                    <a:pt x="176244" y="12445"/>
                  </a:lnTo>
                  <a:lnTo>
                    <a:pt x="176174" y="12064"/>
                  </a:lnTo>
                  <a:lnTo>
                    <a:pt x="176058" y="11429"/>
                  </a:lnTo>
                  <a:lnTo>
                    <a:pt x="175964" y="10921"/>
                  </a:lnTo>
                  <a:lnTo>
                    <a:pt x="221588" y="10921"/>
                  </a:lnTo>
                  <a:lnTo>
                    <a:pt x="222696" y="11810"/>
                  </a:lnTo>
                  <a:lnTo>
                    <a:pt x="241798" y="11810"/>
                  </a:lnTo>
                  <a:lnTo>
                    <a:pt x="235567" y="12445"/>
                  </a:lnTo>
                  <a:close/>
                </a:path>
                <a:path w="781050" h="127000">
                  <a:moveTo>
                    <a:pt x="298315" y="12445"/>
                  </a:moveTo>
                  <a:lnTo>
                    <a:pt x="245969" y="12445"/>
                  </a:lnTo>
                  <a:lnTo>
                    <a:pt x="239197" y="11810"/>
                  </a:lnTo>
                  <a:lnTo>
                    <a:pt x="222696" y="11810"/>
                  </a:lnTo>
                  <a:lnTo>
                    <a:pt x="224973" y="10921"/>
                  </a:lnTo>
                  <a:lnTo>
                    <a:pt x="272303" y="10921"/>
                  </a:lnTo>
                  <a:lnTo>
                    <a:pt x="272471" y="11048"/>
                  </a:lnTo>
                  <a:lnTo>
                    <a:pt x="298211" y="11048"/>
                  </a:lnTo>
                  <a:lnTo>
                    <a:pt x="298717" y="11302"/>
                  </a:lnTo>
                  <a:lnTo>
                    <a:pt x="298538" y="11810"/>
                  </a:lnTo>
                  <a:lnTo>
                    <a:pt x="298449" y="12064"/>
                  </a:lnTo>
                  <a:lnTo>
                    <a:pt x="298359" y="12318"/>
                  </a:lnTo>
                  <a:lnTo>
                    <a:pt x="298315" y="12445"/>
                  </a:lnTo>
                  <a:close/>
                </a:path>
                <a:path w="781050" h="127000">
                  <a:moveTo>
                    <a:pt x="298211" y="11048"/>
                  </a:moveTo>
                  <a:lnTo>
                    <a:pt x="272471" y="11048"/>
                  </a:lnTo>
                  <a:lnTo>
                    <a:pt x="272830" y="10921"/>
                  </a:lnTo>
                  <a:lnTo>
                    <a:pt x="297957" y="10921"/>
                  </a:lnTo>
                  <a:lnTo>
                    <a:pt x="298211" y="11048"/>
                  </a:lnTo>
                  <a:close/>
                </a:path>
                <a:path w="781050" h="127000">
                  <a:moveTo>
                    <a:pt x="304871" y="12445"/>
                  </a:moveTo>
                  <a:lnTo>
                    <a:pt x="298875" y="12445"/>
                  </a:lnTo>
                  <a:lnTo>
                    <a:pt x="300355" y="11429"/>
                  </a:lnTo>
                  <a:lnTo>
                    <a:pt x="302041" y="10921"/>
                  </a:lnTo>
                  <a:lnTo>
                    <a:pt x="303619" y="10921"/>
                  </a:lnTo>
                  <a:lnTo>
                    <a:pt x="304766" y="12318"/>
                  </a:lnTo>
                  <a:lnTo>
                    <a:pt x="304871" y="12445"/>
                  </a:lnTo>
                  <a:close/>
                </a:path>
                <a:path w="781050" h="127000">
                  <a:moveTo>
                    <a:pt x="344139" y="12445"/>
                  </a:moveTo>
                  <a:lnTo>
                    <a:pt x="305049" y="12445"/>
                  </a:lnTo>
                  <a:lnTo>
                    <a:pt x="304560" y="11429"/>
                  </a:lnTo>
                  <a:lnTo>
                    <a:pt x="306990" y="11302"/>
                  </a:lnTo>
                  <a:lnTo>
                    <a:pt x="310227" y="10921"/>
                  </a:lnTo>
                  <a:lnTo>
                    <a:pt x="342912" y="10921"/>
                  </a:lnTo>
                  <a:lnTo>
                    <a:pt x="344036" y="12318"/>
                  </a:lnTo>
                  <a:lnTo>
                    <a:pt x="344139" y="12445"/>
                  </a:lnTo>
                  <a:close/>
                </a:path>
                <a:path w="781050" h="127000">
                  <a:moveTo>
                    <a:pt x="352900" y="12445"/>
                  </a:moveTo>
                  <a:lnTo>
                    <a:pt x="345645" y="12445"/>
                  </a:lnTo>
                  <a:lnTo>
                    <a:pt x="345686" y="12064"/>
                  </a:lnTo>
                  <a:lnTo>
                    <a:pt x="345809" y="10921"/>
                  </a:lnTo>
                  <a:lnTo>
                    <a:pt x="355155" y="10921"/>
                  </a:lnTo>
                  <a:lnTo>
                    <a:pt x="354473" y="11429"/>
                  </a:lnTo>
                  <a:lnTo>
                    <a:pt x="353643" y="11810"/>
                  </a:lnTo>
                  <a:lnTo>
                    <a:pt x="352900" y="12445"/>
                  </a:lnTo>
                  <a:close/>
                </a:path>
                <a:path w="781050" h="127000">
                  <a:moveTo>
                    <a:pt x="397818" y="12445"/>
                  </a:moveTo>
                  <a:lnTo>
                    <a:pt x="353110" y="12445"/>
                  </a:lnTo>
                  <a:lnTo>
                    <a:pt x="353962" y="11810"/>
                  </a:lnTo>
                  <a:lnTo>
                    <a:pt x="354528" y="11429"/>
                  </a:lnTo>
                  <a:lnTo>
                    <a:pt x="354823" y="11302"/>
                  </a:lnTo>
                  <a:lnTo>
                    <a:pt x="355228" y="10921"/>
                  </a:lnTo>
                  <a:lnTo>
                    <a:pt x="370099" y="10921"/>
                  </a:lnTo>
                  <a:lnTo>
                    <a:pt x="370551" y="11810"/>
                  </a:lnTo>
                  <a:lnTo>
                    <a:pt x="395066" y="11810"/>
                  </a:lnTo>
                  <a:lnTo>
                    <a:pt x="395028" y="12064"/>
                  </a:lnTo>
                  <a:lnTo>
                    <a:pt x="397524" y="12064"/>
                  </a:lnTo>
                  <a:lnTo>
                    <a:pt x="397720" y="12318"/>
                  </a:lnTo>
                  <a:lnTo>
                    <a:pt x="397818" y="12445"/>
                  </a:lnTo>
                  <a:close/>
                </a:path>
                <a:path w="781050" h="127000">
                  <a:moveTo>
                    <a:pt x="395066" y="11810"/>
                  </a:moveTo>
                  <a:lnTo>
                    <a:pt x="370827" y="11810"/>
                  </a:lnTo>
                  <a:lnTo>
                    <a:pt x="372313" y="10921"/>
                  </a:lnTo>
                  <a:lnTo>
                    <a:pt x="395084" y="10921"/>
                  </a:lnTo>
                  <a:lnTo>
                    <a:pt x="395066" y="11810"/>
                  </a:lnTo>
                  <a:close/>
                </a:path>
                <a:path w="781050" h="127000">
                  <a:moveTo>
                    <a:pt x="464815" y="12445"/>
                  </a:moveTo>
                  <a:lnTo>
                    <a:pt x="448268" y="12445"/>
                  </a:lnTo>
                  <a:lnTo>
                    <a:pt x="452281" y="11175"/>
                  </a:lnTo>
                  <a:lnTo>
                    <a:pt x="457252" y="11429"/>
                  </a:lnTo>
                  <a:lnTo>
                    <a:pt x="458538" y="11429"/>
                  </a:lnTo>
                  <a:lnTo>
                    <a:pt x="464538" y="12064"/>
                  </a:lnTo>
                  <a:lnTo>
                    <a:pt x="464723" y="12318"/>
                  </a:lnTo>
                  <a:lnTo>
                    <a:pt x="464815" y="12445"/>
                  </a:lnTo>
                  <a:close/>
                </a:path>
                <a:path w="781050" h="127000">
                  <a:moveTo>
                    <a:pt x="619570" y="12445"/>
                  </a:moveTo>
                  <a:lnTo>
                    <a:pt x="543820" y="12445"/>
                  </a:lnTo>
                  <a:lnTo>
                    <a:pt x="544468" y="11429"/>
                  </a:lnTo>
                  <a:lnTo>
                    <a:pt x="543004" y="11429"/>
                  </a:lnTo>
                  <a:lnTo>
                    <a:pt x="552683" y="12318"/>
                  </a:lnTo>
                  <a:lnTo>
                    <a:pt x="619530" y="12318"/>
                  </a:lnTo>
                  <a:lnTo>
                    <a:pt x="619570" y="12445"/>
                  </a:lnTo>
                  <a:close/>
                </a:path>
                <a:path w="781050" h="127000">
                  <a:moveTo>
                    <a:pt x="151526" y="12445"/>
                  </a:moveTo>
                  <a:lnTo>
                    <a:pt x="142757" y="12445"/>
                  </a:lnTo>
                  <a:lnTo>
                    <a:pt x="142879" y="11810"/>
                  </a:lnTo>
                  <a:lnTo>
                    <a:pt x="166812" y="11810"/>
                  </a:lnTo>
                  <a:lnTo>
                    <a:pt x="166600" y="12064"/>
                  </a:lnTo>
                  <a:lnTo>
                    <a:pt x="153489" y="12064"/>
                  </a:lnTo>
                  <a:lnTo>
                    <a:pt x="151526" y="12445"/>
                  </a:lnTo>
                  <a:close/>
                </a:path>
                <a:path w="781050" h="127000">
                  <a:moveTo>
                    <a:pt x="397524" y="12064"/>
                  </a:moveTo>
                  <a:lnTo>
                    <a:pt x="395028" y="12064"/>
                  </a:lnTo>
                  <a:lnTo>
                    <a:pt x="399824" y="11810"/>
                  </a:lnTo>
                  <a:lnTo>
                    <a:pt x="397329" y="11810"/>
                  </a:lnTo>
                  <a:lnTo>
                    <a:pt x="397524" y="12064"/>
                  </a:lnTo>
                  <a:close/>
                </a:path>
                <a:path w="781050" h="127000">
                  <a:moveTo>
                    <a:pt x="434045" y="12445"/>
                  </a:moveTo>
                  <a:lnTo>
                    <a:pt x="431011" y="12445"/>
                  </a:lnTo>
                  <a:lnTo>
                    <a:pt x="431123" y="12064"/>
                  </a:lnTo>
                  <a:lnTo>
                    <a:pt x="431198" y="11810"/>
                  </a:lnTo>
                  <a:lnTo>
                    <a:pt x="434045" y="12445"/>
                  </a:lnTo>
                  <a:close/>
                </a:path>
                <a:path w="781050" h="127000">
                  <a:moveTo>
                    <a:pt x="475607" y="12445"/>
                  </a:moveTo>
                  <a:lnTo>
                    <a:pt x="470284" y="12445"/>
                  </a:lnTo>
                  <a:lnTo>
                    <a:pt x="470669" y="12064"/>
                  </a:lnTo>
                  <a:lnTo>
                    <a:pt x="477636" y="11810"/>
                  </a:lnTo>
                  <a:lnTo>
                    <a:pt x="473789" y="11810"/>
                  </a:lnTo>
                  <a:lnTo>
                    <a:pt x="475607" y="12445"/>
                  </a:lnTo>
                  <a:close/>
                </a:path>
                <a:path w="781050" h="127000">
                  <a:moveTo>
                    <a:pt x="495619" y="12445"/>
                  </a:moveTo>
                  <a:lnTo>
                    <a:pt x="491191" y="12445"/>
                  </a:lnTo>
                  <a:lnTo>
                    <a:pt x="491815" y="11810"/>
                  </a:lnTo>
                  <a:lnTo>
                    <a:pt x="490708" y="11810"/>
                  </a:lnTo>
                  <a:lnTo>
                    <a:pt x="495619" y="12445"/>
                  </a:lnTo>
                  <a:close/>
                </a:path>
                <a:path w="781050" h="127000">
                  <a:moveTo>
                    <a:pt x="166282" y="12445"/>
                  </a:moveTo>
                  <a:lnTo>
                    <a:pt x="155468" y="12445"/>
                  </a:lnTo>
                  <a:lnTo>
                    <a:pt x="153489" y="12064"/>
                  </a:lnTo>
                  <a:lnTo>
                    <a:pt x="166600" y="12064"/>
                  </a:lnTo>
                  <a:lnTo>
                    <a:pt x="166388" y="12318"/>
                  </a:lnTo>
                  <a:lnTo>
                    <a:pt x="166282" y="12445"/>
                  </a:lnTo>
                  <a:close/>
                </a:path>
                <a:path w="781050" h="127000">
                  <a:moveTo>
                    <a:pt x="485972" y="12445"/>
                  </a:moveTo>
                  <a:lnTo>
                    <a:pt x="484133" y="12445"/>
                  </a:lnTo>
                  <a:lnTo>
                    <a:pt x="484733" y="12064"/>
                  </a:lnTo>
                  <a:lnTo>
                    <a:pt x="485972" y="12445"/>
                  </a:lnTo>
                  <a:close/>
                </a:path>
                <a:path w="781050" h="127000">
                  <a:moveTo>
                    <a:pt x="680156" y="12445"/>
                  </a:moveTo>
                  <a:lnTo>
                    <a:pt x="669540" y="12445"/>
                  </a:lnTo>
                  <a:lnTo>
                    <a:pt x="679812" y="12064"/>
                  </a:lnTo>
                  <a:lnTo>
                    <a:pt x="680041" y="12318"/>
                  </a:lnTo>
                  <a:lnTo>
                    <a:pt x="680156" y="12445"/>
                  </a:lnTo>
                  <a:close/>
                </a:path>
                <a:path w="781050" h="127000">
                  <a:moveTo>
                    <a:pt x="142732" y="12572"/>
                  </a:moveTo>
                  <a:lnTo>
                    <a:pt x="140475" y="12572"/>
                  </a:lnTo>
                  <a:lnTo>
                    <a:pt x="140875" y="12445"/>
                  </a:lnTo>
                  <a:lnTo>
                    <a:pt x="142757" y="12445"/>
                  </a:lnTo>
                  <a:lnTo>
                    <a:pt x="142732" y="12572"/>
                  </a:lnTo>
                  <a:close/>
                </a:path>
                <a:path w="781050" h="127000">
                  <a:moveTo>
                    <a:pt x="156127" y="12572"/>
                  </a:moveTo>
                  <a:lnTo>
                    <a:pt x="150872" y="12572"/>
                  </a:lnTo>
                  <a:lnTo>
                    <a:pt x="151526" y="12445"/>
                  </a:lnTo>
                  <a:lnTo>
                    <a:pt x="155468" y="12445"/>
                  </a:lnTo>
                  <a:lnTo>
                    <a:pt x="156127" y="12572"/>
                  </a:lnTo>
                  <a:close/>
                </a:path>
                <a:path w="781050" h="127000">
                  <a:moveTo>
                    <a:pt x="176268" y="12572"/>
                  </a:moveTo>
                  <a:lnTo>
                    <a:pt x="166176" y="12572"/>
                  </a:lnTo>
                  <a:lnTo>
                    <a:pt x="166282" y="12445"/>
                  </a:lnTo>
                  <a:lnTo>
                    <a:pt x="176244" y="12445"/>
                  </a:lnTo>
                  <a:lnTo>
                    <a:pt x="176268" y="12572"/>
                  </a:lnTo>
                  <a:close/>
                </a:path>
                <a:path w="781050" h="127000">
                  <a:moveTo>
                    <a:pt x="247324" y="12572"/>
                  </a:moveTo>
                  <a:lnTo>
                    <a:pt x="235400" y="12572"/>
                  </a:lnTo>
                  <a:lnTo>
                    <a:pt x="235567" y="12445"/>
                  </a:lnTo>
                  <a:lnTo>
                    <a:pt x="245969" y="12445"/>
                  </a:lnTo>
                  <a:lnTo>
                    <a:pt x="247324" y="12572"/>
                  </a:lnTo>
                  <a:close/>
                </a:path>
                <a:path w="781050" h="127000">
                  <a:moveTo>
                    <a:pt x="298690" y="12572"/>
                  </a:moveTo>
                  <a:lnTo>
                    <a:pt x="298270" y="12572"/>
                  </a:lnTo>
                  <a:lnTo>
                    <a:pt x="298315" y="12445"/>
                  </a:lnTo>
                  <a:lnTo>
                    <a:pt x="298875" y="12445"/>
                  </a:lnTo>
                  <a:lnTo>
                    <a:pt x="298690" y="12572"/>
                  </a:lnTo>
                  <a:close/>
                </a:path>
                <a:path w="781050" h="127000">
                  <a:moveTo>
                    <a:pt x="305110" y="12572"/>
                  </a:moveTo>
                  <a:lnTo>
                    <a:pt x="304975" y="12572"/>
                  </a:lnTo>
                  <a:lnTo>
                    <a:pt x="304871" y="12445"/>
                  </a:lnTo>
                  <a:lnTo>
                    <a:pt x="305049" y="12445"/>
                  </a:lnTo>
                  <a:lnTo>
                    <a:pt x="305110" y="12572"/>
                  </a:lnTo>
                  <a:close/>
                </a:path>
                <a:path w="781050" h="127000">
                  <a:moveTo>
                    <a:pt x="345631" y="12572"/>
                  </a:moveTo>
                  <a:lnTo>
                    <a:pt x="344241" y="12572"/>
                  </a:lnTo>
                  <a:lnTo>
                    <a:pt x="344139" y="12445"/>
                  </a:lnTo>
                  <a:lnTo>
                    <a:pt x="345645" y="12445"/>
                  </a:lnTo>
                  <a:lnTo>
                    <a:pt x="345631" y="12572"/>
                  </a:lnTo>
                  <a:close/>
                </a:path>
                <a:path w="781050" h="127000">
                  <a:moveTo>
                    <a:pt x="352940" y="12572"/>
                  </a:moveTo>
                  <a:lnTo>
                    <a:pt x="352751" y="12572"/>
                  </a:lnTo>
                  <a:lnTo>
                    <a:pt x="352900" y="12445"/>
                  </a:lnTo>
                  <a:lnTo>
                    <a:pt x="353110" y="12445"/>
                  </a:lnTo>
                  <a:lnTo>
                    <a:pt x="352940" y="12572"/>
                  </a:lnTo>
                  <a:close/>
                </a:path>
                <a:path w="781050" h="127000">
                  <a:moveTo>
                    <a:pt x="402551" y="12572"/>
                  </a:moveTo>
                  <a:lnTo>
                    <a:pt x="397916" y="12572"/>
                  </a:lnTo>
                  <a:lnTo>
                    <a:pt x="397818" y="12445"/>
                  </a:lnTo>
                  <a:lnTo>
                    <a:pt x="402810" y="12445"/>
                  </a:lnTo>
                  <a:lnTo>
                    <a:pt x="402551" y="12572"/>
                  </a:lnTo>
                  <a:close/>
                </a:path>
                <a:path w="781050" h="127000">
                  <a:moveTo>
                    <a:pt x="430974" y="12572"/>
                  </a:moveTo>
                  <a:lnTo>
                    <a:pt x="428004" y="12572"/>
                  </a:lnTo>
                  <a:lnTo>
                    <a:pt x="427912" y="12445"/>
                  </a:lnTo>
                  <a:lnTo>
                    <a:pt x="431011" y="12445"/>
                  </a:lnTo>
                  <a:lnTo>
                    <a:pt x="430974" y="12572"/>
                  </a:lnTo>
                  <a:close/>
                </a:path>
                <a:path w="781050" h="127000">
                  <a:moveTo>
                    <a:pt x="447866" y="12572"/>
                  </a:moveTo>
                  <a:lnTo>
                    <a:pt x="434615" y="12572"/>
                  </a:lnTo>
                  <a:lnTo>
                    <a:pt x="434045" y="12445"/>
                  </a:lnTo>
                  <a:lnTo>
                    <a:pt x="448268" y="12445"/>
                  </a:lnTo>
                  <a:lnTo>
                    <a:pt x="447866" y="12572"/>
                  </a:lnTo>
                  <a:close/>
                </a:path>
                <a:path w="781050" h="127000">
                  <a:moveTo>
                    <a:pt x="470155" y="12572"/>
                  </a:moveTo>
                  <a:lnTo>
                    <a:pt x="464908" y="12572"/>
                  </a:lnTo>
                  <a:lnTo>
                    <a:pt x="464815" y="12445"/>
                  </a:lnTo>
                  <a:lnTo>
                    <a:pt x="470284" y="12445"/>
                  </a:lnTo>
                  <a:lnTo>
                    <a:pt x="470155" y="12572"/>
                  </a:lnTo>
                  <a:close/>
                </a:path>
                <a:path w="781050" h="127000">
                  <a:moveTo>
                    <a:pt x="483933" y="12572"/>
                  </a:moveTo>
                  <a:lnTo>
                    <a:pt x="475971" y="12572"/>
                  </a:lnTo>
                  <a:lnTo>
                    <a:pt x="475607" y="12445"/>
                  </a:lnTo>
                  <a:lnTo>
                    <a:pt x="484133" y="12445"/>
                  </a:lnTo>
                  <a:lnTo>
                    <a:pt x="483933" y="12572"/>
                  </a:lnTo>
                  <a:close/>
                </a:path>
                <a:path w="781050" h="127000">
                  <a:moveTo>
                    <a:pt x="491066" y="12572"/>
                  </a:moveTo>
                  <a:lnTo>
                    <a:pt x="486385" y="12572"/>
                  </a:lnTo>
                  <a:lnTo>
                    <a:pt x="485972" y="12445"/>
                  </a:lnTo>
                  <a:lnTo>
                    <a:pt x="491191" y="12445"/>
                  </a:lnTo>
                  <a:lnTo>
                    <a:pt x="491066" y="12572"/>
                  </a:lnTo>
                  <a:close/>
                </a:path>
                <a:path w="781050" h="127000">
                  <a:moveTo>
                    <a:pt x="504124" y="12572"/>
                  </a:moveTo>
                  <a:lnTo>
                    <a:pt x="496418" y="12572"/>
                  </a:lnTo>
                  <a:lnTo>
                    <a:pt x="495619" y="12445"/>
                  </a:lnTo>
                  <a:lnTo>
                    <a:pt x="504248" y="12445"/>
                  </a:lnTo>
                  <a:lnTo>
                    <a:pt x="504124" y="12572"/>
                  </a:lnTo>
                  <a:close/>
                </a:path>
                <a:path w="781050" h="127000">
                  <a:moveTo>
                    <a:pt x="543739" y="12572"/>
                  </a:moveTo>
                  <a:lnTo>
                    <a:pt x="542355" y="12572"/>
                  </a:lnTo>
                  <a:lnTo>
                    <a:pt x="542282" y="12445"/>
                  </a:lnTo>
                  <a:lnTo>
                    <a:pt x="543820" y="12445"/>
                  </a:lnTo>
                  <a:lnTo>
                    <a:pt x="543739" y="12572"/>
                  </a:lnTo>
                  <a:close/>
                </a:path>
                <a:path w="781050" h="127000">
                  <a:moveTo>
                    <a:pt x="633374" y="12572"/>
                  </a:moveTo>
                  <a:lnTo>
                    <a:pt x="619610" y="12572"/>
                  </a:lnTo>
                  <a:lnTo>
                    <a:pt x="619570" y="12445"/>
                  </a:lnTo>
                  <a:lnTo>
                    <a:pt x="633517" y="12445"/>
                  </a:lnTo>
                  <a:lnTo>
                    <a:pt x="633374" y="12572"/>
                  </a:lnTo>
                  <a:close/>
                </a:path>
                <a:path w="781050" h="127000">
                  <a:moveTo>
                    <a:pt x="666116" y="12572"/>
                  </a:moveTo>
                  <a:lnTo>
                    <a:pt x="655783" y="12572"/>
                  </a:lnTo>
                  <a:lnTo>
                    <a:pt x="655763" y="12445"/>
                  </a:lnTo>
                  <a:lnTo>
                    <a:pt x="669540" y="12445"/>
                  </a:lnTo>
                  <a:lnTo>
                    <a:pt x="666116" y="12572"/>
                  </a:lnTo>
                  <a:close/>
                </a:path>
                <a:path w="781050" h="127000">
                  <a:moveTo>
                    <a:pt x="139272" y="12953"/>
                  </a:moveTo>
                  <a:lnTo>
                    <a:pt x="139030" y="12699"/>
                  </a:lnTo>
                  <a:lnTo>
                    <a:pt x="138910" y="12572"/>
                  </a:lnTo>
                  <a:lnTo>
                    <a:pt x="140475" y="12572"/>
                  </a:lnTo>
                  <a:lnTo>
                    <a:pt x="139272" y="12953"/>
                  </a:lnTo>
                  <a:close/>
                </a:path>
                <a:path w="781050" h="127000">
                  <a:moveTo>
                    <a:pt x="146259" y="15620"/>
                  </a:moveTo>
                  <a:lnTo>
                    <a:pt x="142437" y="14096"/>
                  </a:lnTo>
                  <a:lnTo>
                    <a:pt x="142536" y="13588"/>
                  </a:lnTo>
                  <a:lnTo>
                    <a:pt x="142658" y="12953"/>
                  </a:lnTo>
                  <a:lnTo>
                    <a:pt x="142732" y="12572"/>
                  </a:lnTo>
                  <a:lnTo>
                    <a:pt x="150872" y="12572"/>
                  </a:lnTo>
                  <a:lnTo>
                    <a:pt x="146948" y="13334"/>
                  </a:lnTo>
                  <a:lnTo>
                    <a:pt x="146871" y="13588"/>
                  </a:lnTo>
                  <a:lnTo>
                    <a:pt x="146756" y="13969"/>
                  </a:lnTo>
                  <a:lnTo>
                    <a:pt x="146680" y="14223"/>
                  </a:lnTo>
                  <a:lnTo>
                    <a:pt x="146565" y="14604"/>
                  </a:lnTo>
                  <a:lnTo>
                    <a:pt x="146450" y="14985"/>
                  </a:lnTo>
                  <a:lnTo>
                    <a:pt x="146335" y="15366"/>
                  </a:lnTo>
                  <a:lnTo>
                    <a:pt x="146259" y="15620"/>
                  </a:lnTo>
                  <a:close/>
                </a:path>
                <a:path w="781050" h="127000">
                  <a:moveTo>
                    <a:pt x="165121" y="16128"/>
                  </a:moveTo>
                  <a:lnTo>
                    <a:pt x="163104" y="16128"/>
                  </a:lnTo>
                  <a:lnTo>
                    <a:pt x="163153" y="15874"/>
                  </a:lnTo>
                  <a:lnTo>
                    <a:pt x="163275" y="15239"/>
                  </a:lnTo>
                  <a:lnTo>
                    <a:pt x="163396" y="14604"/>
                  </a:lnTo>
                  <a:lnTo>
                    <a:pt x="163518" y="13969"/>
                  </a:lnTo>
                  <a:lnTo>
                    <a:pt x="163640" y="13334"/>
                  </a:lnTo>
                  <a:lnTo>
                    <a:pt x="158106" y="12953"/>
                  </a:lnTo>
                  <a:lnTo>
                    <a:pt x="156127" y="12572"/>
                  </a:lnTo>
                  <a:lnTo>
                    <a:pt x="166176" y="12572"/>
                  </a:lnTo>
                  <a:lnTo>
                    <a:pt x="166070" y="12699"/>
                  </a:lnTo>
                  <a:lnTo>
                    <a:pt x="165931" y="12953"/>
                  </a:lnTo>
                  <a:lnTo>
                    <a:pt x="165834" y="13334"/>
                  </a:lnTo>
                  <a:lnTo>
                    <a:pt x="165769" y="13588"/>
                  </a:lnTo>
                  <a:lnTo>
                    <a:pt x="165672" y="13969"/>
                  </a:lnTo>
                  <a:lnTo>
                    <a:pt x="165607" y="14223"/>
                  </a:lnTo>
                  <a:lnTo>
                    <a:pt x="165510" y="14604"/>
                  </a:lnTo>
                  <a:lnTo>
                    <a:pt x="165413" y="14985"/>
                  </a:lnTo>
                  <a:lnTo>
                    <a:pt x="165316" y="15366"/>
                  </a:lnTo>
                  <a:lnTo>
                    <a:pt x="165251" y="15620"/>
                  </a:lnTo>
                  <a:lnTo>
                    <a:pt x="165186" y="15874"/>
                  </a:lnTo>
                  <a:lnTo>
                    <a:pt x="165121" y="16128"/>
                  </a:lnTo>
                  <a:close/>
                </a:path>
                <a:path w="781050" h="127000">
                  <a:moveTo>
                    <a:pt x="235233" y="12699"/>
                  </a:moveTo>
                  <a:lnTo>
                    <a:pt x="177832" y="12699"/>
                  </a:lnTo>
                  <a:lnTo>
                    <a:pt x="176268" y="12572"/>
                  </a:lnTo>
                  <a:lnTo>
                    <a:pt x="235400" y="12572"/>
                  </a:lnTo>
                  <a:lnTo>
                    <a:pt x="235233" y="12699"/>
                  </a:lnTo>
                  <a:close/>
                </a:path>
                <a:path w="781050" h="127000">
                  <a:moveTo>
                    <a:pt x="298225" y="12699"/>
                  </a:moveTo>
                  <a:lnTo>
                    <a:pt x="247511" y="12699"/>
                  </a:lnTo>
                  <a:lnTo>
                    <a:pt x="247324" y="12572"/>
                  </a:lnTo>
                  <a:lnTo>
                    <a:pt x="298270" y="12572"/>
                  </a:lnTo>
                  <a:lnTo>
                    <a:pt x="298225" y="12699"/>
                  </a:lnTo>
                  <a:close/>
                </a:path>
                <a:path w="781050" h="127000">
                  <a:moveTo>
                    <a:pt x="305288" y="12953"/>
                  </a:moveTo>
                  <a:lnTo>
                    <a:pt x="304758" y="12953"/>
                  </a:lnTo>
                  <a:lnTo>
                    <a:pt x="305568" y="12699"/>
                  </a:lnTo>
                  <a:lnTo>
                    <a:pt x="298506" y="12699"/>
                  </a:lnTo>
                  <a:lnTo>
                    <a:pt x="298690" y="12572"/>
                  </a:lnTo>
                  <a:lnTo>
                    <a:pt x="304975" y="12572"/>
                  </a:lnTo>
                  <a:lnTo>
                    <a:pt x="305288" y="12953"/>
                  </a:lnTo>
                  <a:close/>
                </a:path>
                <a:path w="781050" h="127000">
                  <a:moveTo>
                    <a:pt x="344343" y="12699"/>
                  </a:moveTo>
                  <a:lnTo>
                    <a:pt x="305171" y="12699"/>
                  </a:lnTo>
                  <a:lnTo>
                    <a:pt x="305110" y="12572"/>
                  </a:lnTo>
                  <a:lnTo>
                    <a:pt x="344241" y="12572"/>
                  </a:lnTo>
                  <a:lnTo>
                    <a:pt x="344343" y="12699"/>
                  </a:lnTo>
                  <a:close/>
                </a:path>
                <a:path w="781050" h="127000">
                  <a:moveTo>
                    <a:pt x="352603" y="12699"/>
                  </a:moveTo>
                  <a:lnTo>
                    <a:pt x="345618" y="12699"/>
                  </a:lnTo>
                  <a:lnTo>
                    <a:pt x="345631" y="12572"/>
                  </a:lnTo>
                  <a:lnTo>
                    <a:pt x="352751" y="12572"/>
                  </a:lnTo>
                  <a:lnTo>
                    <a:pt x="352603" y="12699"/>
                  </a:lnTo>
                  <a:close/>
                </a:path>
                <a:path w="781050" h="127000">
                  <a:moveTo>
                    <a:pt x="398013" y="12699"/>
                  </a:moveTo>
                  <a:lnTo>
                    <a:pt x="352769" y="12699"/>
                  </a:lnTo>
                  <a:lnTo>
                    <a:pt x="352940" y="12572"/>
                  </a:lnTo>
                  <a:lnTo>
                    <a:pt x="397916" y="12572"/>
                  </a:lnTo>
                  <a:lnTo>
                    <a:pt x="398013" y="12699"/>
                  </a:lnTo>
                  <a:close/>
                </a:path>
                <a:path w="781050" h="127000">
                  <a:moveTo>
                    <a:pt x="428095" y="12699"/>
                  </a:moveTo>
                  <a:lnTo>
                    <a:pt x="402293" y="12699"/>
                  </a:lnTo>
                  <a:lnTo>
                    <a:pt x="402551" y="12572"/>
                  </a:lnTo>
                  <a:lnTo>
                    <a:pt x="428004" y="12572"/>
                  </a:lnTo>
                  <a:lnTo>
                    <a:pt x="428095" y="12699"/>
                  </a:lnTo>
                  <a:close/>
                </a:path>
                <a:path w="781050" h="127000">
                  <a:moveTo>
                    <a:pt x="436323" y="12953"/>
                  </a:moveTo>
                  <a:lnTo>
                    <a:pt x="436057" y="12953"/>
                  </a:lnTo>
                  <a:lnTo>
                    <a:pt x="435451" y="12699"/>
                  </a:lnTo>
                  <a:lnTo>
                    <a:pt x="430936" y="12699"/>
                  </a:lnTo>
                  <a:lnTo>
                    <a:pt x="430974" y="12572"/>
                  </a:lnTo>
                  <a:lnTo>
                    <a:pt x="434615" y="12572"/>
                  </a:lnTo>
                  <a:lnTo>
                    <a:pt x="436323" y="12953"/>
                  </a:lnTo>
                  <a:close/>
                </a:path>
                <a:path w="781050" h="127000">
                  <a:moveTo>
                    <a:pt x="479768" y="15620"/>
                  </a:moveTo>
                  <a:lnTo>
                    <a:pt x="440391" y="15620"/>
                  </a:lnTo>
                  <a:lnTo>
                    <a:pt x="443160" y="13588"/>
                  </a:lnTo>
                  <a:lnTo>
                    <a:pt x="443547" y="13588"/>
                  </a:lnTo>
                  <a:lnTo>
                    <a:pt x="447465" y="12699"/>
                  </a:lnTo>
                  <a:lnTo>
                    <a:pt x="447866" y="12572"/>
                  </a:lnTo>
                  <a:lnTo>
                    <a:pt x="464908" y="12572"/>
                  </a:lnTo>
                  <a:lnTo>
                    <a:pt x="466295" y="14477"/>
                  </a:lnTo>
                  <a:lnTo>
                    <a:pt x="466387" y="14604"/>
                  </a:lnTo>
                  <a:lnTo>
                    <a:pt x="466480" y="14731"/>
                  </a:lnTo>
                  <a:lnTo>
                    <a:pt x="466572" y="14858"/>
                  </a:lnTo>
                  <a:lnTo>
                    <a:pt x="466665" y="14985"/>
                  </a:lnTo>
                  <a:lnTo>
                    <a:pt x="466757" y="15112"/>
                  </a:lnTo>
                  <a:lnTo>
                    <a:pt x="479862" y="15112"/>
                  </a:lnTo>
                  <a:lnTo>
                    <a:pt x="479768" y="15620"/>
                  </a:lnTo>
                  <a:close/>
                </a:path>
                <a:path w="781050" h="127000">
                  <a:moveTo>
                    <a:pt x="479493" y="14223"/>
                  </a:moveTo>
                  <a:lnTo>
                    <a:pt x="468851" y="14223"/>
                  </a:lnTo>
                  <a:lnTo>
                    <a:pt x="469769" y="12953"/>
                  </a:lnTo>
                  <a:lnTo>
                    <a:pt x="470155" y="12572"/>
                  </a:lnTo>
                  <a:lnTo>
                    <a:pt x="475971" y="12572"/>
                  </a:lnTo>
                  <a:lnTo>
                    <a:pt x="477061" y="12953"/>
                  </a:lnTo>
                  <a:lnTo>
                    <a:pt x="479493" y="14223"/>
                  </a:lnTo>
                  <a:close/>
                </a:path>
                <a:path w="781050" h="127000">
                  <a:moveTo>
                    <a:pt x="524794" y="14223"/>
                  </a:moveTo>
                  <a:lnTo>
                    <a:pt x="481616" y="14223"/>
                  </a:lnTo>
                  <a:lnTo>
                    <a:pt x="481875" y="13969"/>
                  </a:lnTo>
                  <a:lnTo>
                    <a:pt x="482334" y="13588"/>
                  </a:lnTo>
                  <a:lnTo>
                    <a:pt x="483933" y="12572"/>
                  </a:lnTo>
                  <a:lnTo>
                    <a:pt x="486385" y="12572"/>
                  </a:lnTo>
                  <a:lnTo>
                    <a:pt x="489688" y="13588"/>
                  </a:lnTo>
                  <a:lnTo>
                    <a:pt x="525389" y="13588"/>
                  </a:lnTo>
                  <a:lnTo>
                    <a:pt x="525032" y="13969"/>
                  </a:lnTo>
                  <a:lnTo>
                    <a:pt x="524913" y="14096"/>
                  </a:lnTo>
                  <a:lnTo>
                    <a:pt x="524794" y="14223"/>
                  </a:lnTo>
                  <a:close/>
                </a:path>
                <a:path w="781050" h="127000">
                  <a:moveTo>
                    <a:pt x="498816" y="12953"/>
                  </a:moveTo>
                  <a:lnTo>
                    <a:pt x="498629" y="12953"/>
                  </a:lnTo>
                  <a:lnTo>
                    <a:pt x="497405" y="12699"/>
                  </a:lnTo>
                  <a:lnTo>
                    <a:pt x="490941" y="12699"/>
                  </a:lnTo>
                  <a:lnTo>
                    <a:pt x="491066" y="12572"/>
                  </a:lnTo>
                  <a:lnTo>
                    <a:pt x="496418" y="12572"/>
                  </a:lnTo>
                  <a:lnTo>
                    <a:pt x="498816" y="12953"/>
                  </a:lnTo>
                  <a:close/>
                </a:path>
                <a:path w="781050" h="127000">
                  <a:moveTo>
                    <a:pt x="525389" y="13588"/>
                  </a:moveTo>
                  <a:lnTo>
                    <a:pt x="503126" y="13588"/>
                  </a:lnTo>
                  <a:lnTo>
                    <a:pt x="503999" y="12699"/>
                  </a:lnTo>
                  <a:lnTo>
                    <a:pt x="504124" y="12572"/>
                  </a:lnTo>
                  <a:lnTo>
                    <a:pt x="542355" y="12572"/>
                  </a:lnTo>
                  <a:lnTo>
                    <a:pt x="542573" y="12953"/>
                  </a:lnTo>
                  <a:lnTo>
                    <a:pt x="535672" y="12953"/>
                  </a:lnTo>
                  <a:lnTo>
                    <a:pt x="525628" y="13334"/>
                  </a:lnTo>
                  <a:lnTo>
                    <a:pt x="525389" y="13588"/>
                  </a:lnTo>
                  <a:close/>
                </a:path>
                <a:path w="781050" h="127000">
                  <a:moveTo>
                    <a:pt x="562742" y="13588"/>
                  </a:moveTo>
                  <a:lnTo>
                    <a:pt x="543090" y="13588"/>
                  </a:lnTo>
                  <a:lnTo>
                    <a:pt x="543658" y="12699"/>
                  </a:lnTo>
                  <a:lnTo>
                    <a:pt x="543739" y="12572"/>
                  </a:lnTo>
                  <a:lnTo>
                    <a:pt x="619610" y="12572"/>
                  </a:lnTo>
                  <a:lnTo>
                    <a:pt x="619650" y="12699"/>
                  </a:lnTo>
                  <a:lnTo>
                    <a:pt x="622733" y="12699"/>
                  </a:lnTo>
                  <a:lnTo>
                    <a:pt x="616647" y="12953"/>
                  </a:lnTo>
                  <a:lnTo>
                    <a:pt x="563019" y="12953"/>
                  </a:lnTo>
                  <a:lnTo>
                    <a:pt x="562853" y="13334"/>
                  </a:lnTo>
                  <a:lnTo>
                    <a:pt x="562742" y="13588"/>
                  </a:lnTo>
                  <a:close/>
                </a:path>
                <a:path w="781050" h="127000">
                  <a:moveTo>
                    <a:pt x="627560" y="14223"/>
                  </a:moveTo>
                  <a:lnTo>
                    <a:pt x="576331" y="14223"/>
                  </a:lnTo>
                  <a:lnTo>
                    <a:pt x="563019" y="12953"/>
                  </a:lnTo>
                  <a:lnTo>
                    <a:pt x="619730" y="12953"/>
                  </a:lnTo>
                  <a:lnTo>
                    <a:pt x="619650" y="12699"/>
                  </a:lnTo>
                  <a:lnTo>
                    <a:pt x="622733" y="12699"/>
                  </a:lnTo>
                  <a:lnTo>
                    <a:pt x="625776" y="12572"/>
                  </a:lnTo>
                  <a:lnTo>
                    <a:pt x="627560" y="14223"/>
                  </a:lnTo>
                  <a:close/>
                </a:path>
                <a:path w="781050" h="127000">
                  <a:moveTo>
                    <a:pt x="681764" y="14223"/>
                  </a:moveTo>
                  <a:lnTo>
                    <a:pt x="631519" y="14223"/>
                  </a:lnTo>
                  <a:lnTo>
                    <a:pt x="633374" y="12572"/>
                  </a:lnTo>
                  <a:lnTo>
                    <a:pt x="655783" y="12572"/>
                  </a:lnTo>
                  <a:lnTo>
                    <a:pt x="655844" y="12953"/>
                  </a:lnTo>
                  <a:lnTo>
                    <a:pt x="680615" y="12953"/>
                  </a:lnTo>
                  <a:lnTo>
                    <a:pt x="681534" y="13969"/>
                  </a:lnTo>
                  <a:lnTo>
                    <a:pt x="681649" y="14096"/>
                  </a:lnTo>
                  <a:lnTo>
                    <a:pt x="681764" y="14223"/>
                  </a:lnTo>
                  <a:close/>
                </a:path>
                <a:path w="781050" h="127000">
                  <a:moveTo>
                    <a:pt x="680615" y="12953"/>
                  </a:moveTo>
                  <a:lnTo>
                    <a:pt x="655844" y="12953"/>
                  </a:lnTo>
                  <a:lnTo>
                    <a:pt x="666116" y="12572"/>
                  </a:lnTo>
                  <a:lnTo>
                    <a:pt x="680271" y="12572"/>
                  </a:lnTo>
                  <a:lnTo>
                    <a:pt x="680615" y="12953"/>
                  </a:lnTo>
                  <a:close/>
                </a:path>
                <a:path w="781050" h="127000">
                  <a:moveTo>
                    <a:pt x="180962" y="12953"/>
                  </a:moveTo>
                  <a:lnTo>
                    <a:pt x="165858" y="12953"/>
                  </a:lnTo>
                  <a:lnTo>
                    <a:pt x="166070" y="12699"/>
                  </a:lnTo>
                  <a:lnTo>
                    <a:pt x="177832" y="12699"/>
                  </a:lnTo>
                  <a:lnTo>
                    <a:pt x="180962" y="12953"/>
                  </a:lnTo>
                  <a:close/>
                </a:path>
                <a:path w="781050" h="127000">
                  <a:moveTo>
                    <a:pt x="247886" y="12953"/>
                  </a:moveTo>
                  <a:lnTo>
                    <a:pt x="234899" y="12953"/>
                  </a:lnTo>
                  <a:lnTo>
                    <a:pt x="235233" y="12699"/>
                  </a:lnTo>
                  <a:lnTo>
                    <a:pt x="247511" y="12699"/>
                  </a:lnTo>
                  <a:lnTo>
                    <a:pt x="247886" y="12953"/>
                  </a:lnTo>
                  <a:close/>
                </a:path>
                <a:path w="781050" h="127000">
                  <a:moveTo>
                    <a:pt x="298136" y="12953"/>
                  </a:moveTo>
                  <a:lnTo>
                    <a:pt x="298225" y="12699"/>
                  </a:lnTo>
                  <a:lnTo>
                    <a:pt x="298506" y="12699"/>
                  </a:lnTo>
                  <a:lnTo>
                    <a:pt x="298136" y="12953"/>
                  </a:lnTo>
                  <a:close/>
                </a:path>
                <a:path w="781050" h="127000">
                  <a:moveTo>
                    <a:pt x="345590" y="12953"/>
                  </a:moveTo>
                  <a:lnTo>
                    <a:pt x="344547" y="12953"/>
                  </a:lnTo>
                  <a:lnTo>
                    <a:pt x="344343" y="12699"/>
                  </a:lnTo>
                  <a:lnTo>
                    <a:pt x="345618" y="12699"/>
                  </a:lnTo>
                  <a:lnTo>
                    <a:pt x="345590" y="12953"/>
                  </a:lnTo>
                  <a:close/>
                </a:path>
                <a:path w="781050" h="127000">
                  <a:moveTo>
                    <a:pt x="352429" y="12953"/>
                  </a:moveTo>
                  <a:lnTo>
                    <a:pt x="352603" y="12699"/>
                  </a:lnTo>
                  <a:lnTo>
                    <a:pt x="352769" y="12699"/>
                  </a:lnTo>
                  <a:lnTo>
                    <a:pt x="352429" y="12953"/>
                  </a:lnTo>
                  <a:close/>
                </a:path>
                <a:path w="781050" h="127000">
                  <a:moveTo>
                    <a:pt x="390744" y="12953"/>
                  </a:moveTo>
                  <a:lnTo>
                    <a:pt x="390311" y="12953"/>
                  </a:lnTo>
                  <a:lnTo>
                    <a:pt x="391154" y="12699"/>
                  </a:lnTo>
                  <a:lnTo>
                    <a:pt x="390721" y="12699"/>
                  </a:lnTo>
                  <a:lnTo>
                    <a:pt x="390744" y="12953"/>
                  </a:lnTo>
                  <a:close/>
                </a:path>
                <a:path w="781050" h="127000">
                  <a:moveTo>
                    <a:pt x="401775" y="12953"/>
                  </a:moveTo>
                  <a:lnTo>
                    <a:pt x="398209" y="12953"/>
                  </a:lnTo>
                  <a:lnTo>
                    <a:pt x="398013" y="12699"/>
                  </a:lnTo>
                  <a:lnTo>
                    <a:pt x="402293" y="12699"/>
                  </a:lnTo>
                  <a:lnTo>
                    <a:pt x="401775" y="12953"/>
                  </a:lnTo>
                  <a:close/>
                </a:path>
                <a:path w="781050" h="127000">
                  <a:moveTo>
                    <a:pt x="430861" y="12953"/>
                  </a:moveTo>
                  <a:lnTo>
                    <a:pt x="428279" y="12953"/>
                  </a:lnTo>
                  <a:lnTo>
                    <a:pt x="428095" y="12699"/>
                  </a:lnTo>
                  <a:lnTo>
                    <a:pt x="430936" y="12699"/>
                  </a:lnTo>
                  <a:lnTo>
                    <a:pt x="430861" y="12953"/>
                  </a:lnTo>
                  <a:close/>
                </a:path>
                <a:path w="781050" h="127000">
                  <a:moveTo>
                    <a:pt x="208096" y="31368"/>
                  </a:moveTo>
                  <a:lnTo>
                    <a:pt x="205880" y="29463"/>
                  </a:lnTo>
                  <a:lnTo>
                    <a:pt x="204995" y="27177"/>
                  </a:lnTo>
                  <a:lnTo>
                    <a:pt x="204897" y="26923"/>
                  </a:lnTo>
                  <a:lnTo>
                    <a:pt x="204798" y="26669"/>
                  </a:lnTo>
                  <a:lnTo>
                    <a:pt x="204749" y="26542"/>
                  </a:lnTo>
                  <a:lnTo>
                    <a:pt x="205724" y="24637"/>
                  </a:lnTo>
                  <a:lnTo>
                    <a:pt x="205789" y="24510"/>
                  </a:lnTo>
                  <a:lnTo>
                    <a:pt x="207791" y="22732"/>
                  </a:lnTo>
                  <a:lnTo>
                    <a:pt x="207677" y="22478"/>
                  </a:lnTo>
                  <a:lnTo>
                    <a:pt x="207620" y="22351"/>
                  </a:lnTo>
                  <a:lnTo>
                    <a:pt x="207506" y="22097"/>
                  </a:lnTo>
                  <a:lnTo>
                    <a:pt x="207392" y="21843"/>
                  </a:lnTo>
                  <a:lnTo>
                    <a:pt x="207278" y="21589"/>
                  </a:lnTo>
                  <a:lnTo>
                    <a:pt x="207164" y="21335"/>
                  </a:lnTo>
                  <a:lnTo>
                    <a:pt x="205406" y="20319"/>
                  </a:lnTo>
                  <a:lnTo>
                    <a:pt x="203586" y="19176"/>
                  </a:lnTo>
                  <a:lnTo>
                    <a:pt x="203565" y="19049"/>
                  </a:lnTo>
                  <a:lnTo>
                    <a:pt x="203442" y="18287"/>
                  </a:lnTo>
                  <a:lnTo>
                    <a:pt x="203340" y="17652"/>
                  </a:lnTo>
                  <a:lnTo>
                    <a:pt x="203217" y="16890"/>
                  </a:lnTo>
                  <a:lnTo>
                    <a:pt x="203093" y="16128"/>
                  </a:lnTo>
                  <a:lnTo>
                    <a:pt x="202991" y="15493"/>
                  </a:lnTo>
                  <a:lnTo>
                    <a:pt x="202868" y="14731"/>
                  </a:lnTo>
                  <a:lnTo>
                    <a:pt x="180962" y="12953"/>
                  </a:lnTo>
                  <a:lnTo>
                    <a:pt x="234899" y="12953"/>
                  </a:lnTo>
                  <a:lnTo>
                    <a:pt x="231892" y="15239"/>
                  </a:lnTo>
                  <a:lnTo>
                    <a:pt x="208418" y="15239"/>
                  </a:lnTo>
                  <a:lnTo>
                    <a:pt x="208305" y="16509"/>
                  </a:lnTo>
                  <a:lnTo>
                    <a:pt x="208203" y="17652"/>
                  </a:lnTo>
                  <a:lnTo>
                    <a:pt x="208158" y="18160"/>
                  </a:lnTo>
                  <a:lnTo>
                    <a:pt x="212545" y="18287"/>
                  </a:lnTo>
                  <a:lnTo>
                    <a:pt x="212669" y="18922"/>
                  </a:lnTo>
                  <a:lnTo>
                    <a:pt x="212794" y="19557"/>
                  </a:lnTo>
                  <a:lnTo>
                    <a:pt x="212919" y="20192"/>
                  </a:lnTo>
                  <a:lnTo>
                    <a:pt x="212994" y="20573"/>
                  </a:lnTo>
                  <a:lnTo>
                    <a:pt x="213221" y="20573"/>
                  </a:lnTo>
                  <a:lnTo>
                    <a:pt x="210192" y="22478"/>
                  </a:lnTo>
                  <a:lnTo>
                    <a:pt x="210288" y="23113"/>
                  </a:lnTo>
                  <a:lnTo>
                    <a:pt x="210384" y="23748"/>
                  </a:lnTo>
                  <a:lnTo>
                    <a:pt x="210452" y="27685"/>
                  </a:lnTo>
                  <a:lnTo>
                    <a:pt x="212591" y="30225"/>
                  </a:lnTo>
                  <a:lnTo>
                    <a:pt x="210452" y="30225"/>
                  </a:lnTo>
                  <a:lnTo>
                    <a:pt x="208096" y="31368"/>
                  </a:lnTo>
                  <a:close/>
                </a:path>
                <a:path w="781050" h="127000">
                  <a:moveTo>
                    <a:pt x="262327" y="27685"/>
                  </a:moveTo>
                  <a:lnTo>
                    <a:pt x="262174" y="27558"/>
                  </a:lnTo>
                  <a:lnTo>
                    <a:pt x="261701" y="25907"/>
                  </a:lnTo>
                  <a:lnTo>
                    <a:pt x="261628" y="25653"/>
                  </a:lnTo>
                  <a:lnTo>
                    <a:pt x="261555" y="25399"/>
                  </a:lnTo>
                  <a:lnTo>
                    <a:pt x="261446" y="25018"/>
                  </a:lnTo>
                  <a:lnTo>
                    <a:pt x="261337" y="24637"/>
                  </a:lnTo>
                  <a:lnTo>
                    <a:pt x="261264" y="24383"/>
                  </a:lnTo>
                  <a:lnTo>
                    <a:pt x="258697" y="23113"/>
                  </a:lnTo>
                  <a:lnTo>
                    <a:pt x="258590" y="22732"/>
                  </a:lnTo>
                  <a:lnTo>
                    <a:pt x="258519" y="22478"/>
                  </a:lnTo>
                  <a:lnTo>
                    <a:pt x="258447" y="22224"/>
                  </a:lnTo>
                  <a:lnTo>
                    <a:pt x="258340" y="21843"/>
                  </a:lnTo>
                  <a:lnTo>
                    <a:pt x="258269" y="21589"/>
                  </a:lnTo>
                  <a:lnTo>
                    <a:pt x="258198" y="21335"/>
                  </a:lnTo>
                  <a:lnTo>
                    <a:pt x="258091" y="20954"/>
                  </a:lnTo>
                  <a:lnTo>
                    <a:pt x="257984" y="20573"/>
                  </a:lnTo>
                  <a:lnTo>
                    <a:pt x="257948" y="20446"/>
                  </a:lnTo>
                  <a:lnTo>
                    <a:pt x="257842" y="20065"/>
                  </a:lnTo>
                  <a:lnTo>
                    <a:pt x="257735" y="19684"/>
                  </a:lnTo>
                  <a:lnTo>
                    <a:pt x="257628" y="19303"/>
                  </a:lnTo>
                  <a:lnTo>
                    <a:pt x="252198" y="15874"/>
                  </a:lnTo>
                  <a:lnTo>
                    <a:pt x="247886" y="12953"/>
                  </a:lnTo>
                  <a:lnTo>
                    <a:pt x="304758" y="12953"/>
                  </a:lnTo>
                  <a:lnTo>
                    <a:pt x="302732" y="13588"/>
                  </a:lnTo>
                  <a:lnTo>
                    <a:pt x="302276" y="13588"/>
                  </a:lnTo>
                  <a:lnTo>
                    <a:pt x="302430" y="13969"/>
                  </a:lnTo>
                  <a:lnTo>
                    <a:pt x="266798" y="13969"/>
                  </a:lnTo>
                  <a:lnTo>
                    <a:pt x="262320" y="14731"/>
                  </a:lnTo>
                  <a:lnTo>
                    <a:pt x="262429" y="15112"/>
                  </a:lnTo>
                  <a:lnTo>
                    <a:pt x="262473" y="20319"/>
                  </a:lnTo>
                  <a:lnTo>
                    <a:pt x="300841" y="20319"/>
                  </a:lnTo>
                  <a:lnTo>
                    <a:pt x="301036" y="20446"/>
                  </a:lnTo>
                  <a:lnTo>
                    <a:pt x="262470" y="20446"/>
                  </a:lnTo>
                  <a:lnTo>
                    <a:pt x="262348" y="26669"/>
                  </a:lnTo>
                  <a:lnTo>
                    <a:pt x="262327" y="27685"/>
                  </a:lnTo>
                  <a:close/>
                </a:path>
                <a:path w="781050" h="127000">
                  <a:moveTo>
                    <a:pt x="314813" y="16509"/>
                  </a:moveTo>
                  <a:lnTo>
                    <a:pt x="305551" y="16509"/>
                  </a:lnTo>
                  <a:lnTo>
                    <a:pt x="305610" y="16128"/>
                  </a:lnTo>
                  <a:lnTo>
                    <a:pt x="305689" y="15620"/>
                  </a:lnTo>
                  <a:lnTo>
                    <a:pt x="305783" y="13969"/>
                  </a:lnTo>
                  <a:lnTo>
                    <a:pt x="305294" y="12953"/>
                  </a:lnTo>
                  <a:lnTo>
                    <a:pt x="323943" y="12953"/>
                  </a:lnTo>
                  <a:lnTo>
                    <a:pt x="316420" y="15620"/>
                  </a:lnTo>
                  <a:lnTo>
                    <a:pt x="314813" y="16509"/>
                  </a:lnTo>
                  <a:close/>
                </a:path>
                <a:path w="781050" h="127000">
                  <a:moveTo>
                    <a:pt x="345863" y="20319"/>
                  </a:moveTo>
                  <a:lnTo>
                    <a:pt x="344068" y="20319"/>
                  </a:lnTo>
                  <a:lnTo>
                    <a:pt x="343949" y="20065"/>
                  </a:lnTo>
                  <a:lnTo>
                    <a:pt x="343830" y="19811"/>
                  </a:lnTo>
                  <a:lnTo>
                    <a:pt x="343711" y="19557"/>
                  </a:lnTo>
                  <a:lnTo>
                    <a:pt x="343592" y="19303"/>
                  </a:lnTo>
                  <a:lnTo>
                    <a:pt x="343473" y="19049"/>
                  </a:lnTo>
                  <a:lnTo>
                    <a:pt x="343354" y="18795"/>
                  </a:lnTo>
                  <a:lnTo>
                    <a:pt x="343235" y="18541"/>
                  </a:lnTo>
                  <a:lnTo>
                    <a:pt x="341766" y="17271"/>
                  </a:lnTo>
                  <a:lnTo>
                    <a:pt x="340544" y="15874"/>
                  </a:lnTo>
                  <a:lnTo>
                    <a:pt x="334978" y="13588"/>
                  </a:lnTo>
                  <a:lnTo>
                    <a:pt x="334125" y="13588"/>
                  </a:lnTo>
                  <a:lnTo>
                    <a:pt x="331800" y="13334"/>
                  </a:lnTo>
                  <a:lnTo>
                    <a:pt x="323943" y="12953"/>
                  </a:lnTo>
                  <a:lnTo>
                    <a:pt x="344547" y="12953"/>
                  </a:lnTo>
                  <a:lnTo>
                    <a:pt x="345365" y="13969"/>
                  </a:lnTo>
                  <a:lnTo>
                    <a:pt x="345467" y="14096"/>
                  </a:lnTo>
                  <a:lnTo>
                    <a:pt x="350895" y="14096"/>
                  </a:lnTo>
                  <a:lnTo>
                    <a:pt x="349532" y="15112"/>
                  </a:lnTo>
                  <a:lnTo>
                    <a:pt x="349407" y="15493"/>
                  </a:lnTo>
                  <a:lnTo>
                    <a:pt x="349281" y="15874"/>
                  </a:lnTo>
                  <a:lnTo>
                    <a:pt x="349197" y="16128"/>
                  </a:lnTo>
                  <a:lnTo>
                    <a:pt x="349071" y="16509"/>
                  </a:lnTo>
                  <a:lnTo>
                    <a:pt x="348946" y="16890"/>
                  </a:lnTo>
                  <a:lnTo>
                    <a:pt x="348820" y="17271"/>
                  </a:lnTo>
                  <a:lnTo>
                    <a:pt x="348694" y="17652"/>
                  </a:lnTo>
                  <a:lnTo>
                    <a:pt x="351859" y="18541"/>
                  </a:lnTo>
                  <a:lnTo>
                    <a:pt x="356570" y="18541"/>
                  </a:lnTo>
                  <a:lnTo>
                    <a:pt x="356693" y="20065"/>
                  </a:lnTo>
                  <a:lnTo>
                    <a:pt x="346462" y="20065"/>
                  </a:lnTo>
                  <a:lnTo>
                    <a:pt x="345863" y="20319"/>
                  </a:lnTo>
                  <a:close/>
                </a:path>
                <a:path w="781050" h="127000">
                  <a:moveTo>
                    <a:pt x="350895" y="14096"/>
                  </a:moveTo>
                  <a:lnTo>
                    <a:pt x="345467" y="14096"/>
                  </a:lnTo>
                  <a:lnTo>
                    <a:pt x="345590" y="12953"/>
                  </a:lnTo>
                  <a:lnTo>
                    <a:pt x="352306" y="12953"/>
                  </a:lnTo>
                  <a:lnTo>
                    <a:pt x="351563" y="13588"/>
                  </a:lnTo>
                  <a:lnTo>
                    <a:pt x="350895" y="14096"/>
                  </a:lnTo>
                  <a:close/>
                </a:path>
                <a:path w="781050" h="127000">
                  <a:moveTo>
                    <a:pt x="388203" y="13588"/>
                  </a:moveTo>
                  <a:lnTo>
                    <a:pt x="351577" y="13588"/>
                  </a:lnTo>
                  <a:lnTo>
                    <a:pt x="352429" y="12953"/>
                  </a:lnTo>
                  <a:lnTo>
                    <a:pt x="390311" y="12953"/>
                  </a:lnTo>
                  <a:lnTo>
                    <a:pt x="388203" y="13588"/>
                  </a:lnTo>
                  <a:close/>
                </a:path>
                <a:path w="781050" h="127000">
                  <a:moveTo>
                    <a:pt x="413981" y="15620"/>
                  </a:moveTo>
                  <a:lnTo>
                    <a:pt x="390986" y="15620"/>
                  </a:lnTo>
                  <a:lnTo>
                    <a:pt x="390859" y="14223"/>
                  </a:lnTo>
                  <a:lnTo>
                    <a:pt x="390744" y="12953"/>
                  </a:lnTo>
                  <a:lnTo>
                    <a:pt x="398209" y="12953"/>
                  </a:lnTo>
                  <a:lnTo>
                    <a:pt x="398992" y="13969"/>
                  </a:lnTo>
                  <a:lnTo>
                    <a:pt x="399090" y="14096"/>
                  </a:lnTo>
                  <a:lnTo>
                    <a:pt x="399188" y="14223"/>
                  </a:lnTo>
                  <a:lnTo>
                    <a:pt x="429196" y="14223"/>
                  </a:lnTo>
                  <a:lnTo>
                    <a:pt x="429379" y="14477"/>
                  </a:lnTo>
                  <a:lnTo>
                    <a:pt x="429471" y="14604"/>
                  </a:lnTo>
                  <a:lnTo>
                    <a:pt x="429563" y="14731"/>
                  </a:lnTo>
                  <a:lnTo>
                    <a:pt x="417820" y="14731"/>
                  </a:lnTo>
                  <a:lnTo>
                    <a:pt x="413981" y="15620"/>
                  </a:lnTo>
                  <a:close/>
                </a:path>
                <a:path w="781050" h="127000">
                  <a:moveTo>
                    <a:pt x="429196" y="14223"/>
                  </a:moveTo>
                  <a:lnTo>
                    <a:pt x="399188" y="14223"/>
                  </a:lnTo>
                  <a:lnTo>
                    <a:pt x="401775" y="12953"/>
                  </a:lnTo>
                  <a:lnTo>
                    <a:pt x="428279" y="12953"/>
                  </a:lnTo>
                  <a:lnTo>
                    <a:pt x="429012" y="13969"/>
                  </a:lnTo>
                  <a:lnTo>
                    <a:pt x="429104" y="14096"/>
                  </a:lnTo>
                  <a:lnTo>
                    <a:pt x="429196" y="14223"/>
                  </a:lnTo>
                  <a:close/>
                </a:path>
                <a:path w="781050" h="127000">
                  <a:moveTo>
                    <a:pt x="439219" y="15493"/>
                  </a:moveTo>
                  <a:lnTo>
                    <a:pt x="430113" y="15493"/>
                  </a:lnTo>
                  <a:lnTo>
                    <a:pt x="430150" y="15366"/>
                  </a:lnTo>
                  <a:lnTo>
                    <a:pt x="430263" y="14985"/>
                  </a:lnTo>
                  <a:lnTo>
                    <a:pt x="430375" y="14604"/>
                  </a:lnTo>
                  <a:lnTo>
                    <a:pt x="430487" y="14223"/>
                  </a:lnTo>
                  <a:lnTo>
                    <a:pt x="430562" y="13969"/>
                  </a:lnTo>
                  <a:lnTo>
                    <a:pt x="430674" y="13588"/>
                  </a:lnTo>
                  <a:lnTo>
                    <a:pt x="430749" y="13334"/>
                  </a:lnTo>
                  <a:lnTo>
                    <a:pt x="430861" y="12953"/>
                  </a:lnTo>
                  <a:lnTo>
                    <a:pt x="436057" y="12953"/>
                  </a:lnTo>
                  <a:lnTo>
                    <a:pt x="437573" y="13588"/>
                  </a:lnTo>
                  <a:lnTo>
                    <a:pt x="437780" y="13588"/>
                  </a:lnTo>
                  <a:lnTo>
                    <a:pt x="438451" y="14477"/>
                  </a:lnTo>
                  <a:lnTo>
                    <a:pt x="438547" y="14604"/>
                  </a:lnTo>
                  <a:lnTo>
                    <a:pt x="438643" y="14731"/>
                  </a:lnTo>
                  <a:lnTo>
                    <a:pt x="438739" y="14858"/>
                  </a:lnTo>
                  <a:lnTo>
                    <a:pt x="438835" y="14985"/>
                  </a:lnTo>
                  <a:lnTo>
                    <a:pt x="438931" y="15112"/>
                  </a:lnTo>
                  <a:lnTo>
                    <a:pt x="439027" y="15239"/>
                  </a:lnTo>
                  <a:lnTo>
                    <a:pt x="439123" y="15366"/>
                  </a:lnTo>
                  <a:lnTo>
                    <a:pt x="439219" y="15493"/>
                  </a:lnTo>
                  <a:close/>
                </a:path>
                <a:path w="781050" h="127000">
                  <a:moveTo>
                    <a:pt x="502156" y="13588"/>
                  </a:moveTo>
                  <a:lnTo>
                    <a:pt x="490203" y="13588"/>
                  </a:lnTo>
                  <a:lnTo>
                    <a:pt x="490714" y="12953"/>
                  </a:lnTo>
                  <a:lnTo>
                    <a:pt x="498629" y="12953"/>
                  </a:lnTo>
                  <a:lnTo>
                    <a:pt x="500464" y="13334"/>
                  </a:lnTo>
                  <a:lnTo>
                    <a:pt x="502156" y="13588"/>
                  </a:lnTo>
                  <a:close/>
                </a:path>
                <a:path w="781050" h="127000">
                  <a:moveTo>
                    <a:pt x="562466" y="14223"/>
                  </a:moveTo>
                  <a:lnTo>
                    <a:pt x="536192" y="14223"/>
                  </a:lnTo>
                  <a:lnTo>
                    <a:pt x="535672" y="12953"/>
                  </a:lnTo>
                  <a:lnTo>
                    <a:pt x="542573" y="12953"/>
                  </a:lnTo>
                  <a:lnTo>
                    <a:pt x="542936" y="13588"/>
                  </a:lnTo>
                  <a:lnTo>
                    <a:pt x="562742" y="13588"/>
                  </a:lnTo>
                  <a:lnTo>
                    <a:pt x="562576" y="13969"/>
                  </a:lnTo>
                  <a:lnTo>
                    <a:pt x="562466" y="14223"/>
                  </a:lnTo>
                  <a:close/>
                </a:path>
                <a:path w="781050" h="127000">
                  <a:moveTo>
                    <a:pt x="356570" y="18541"/>
                  </a:moveTo>
                  <a:lnTo>
                    <a:pt x="351859" y="18541"/>
                  </a:lnTo>
                  <a:lnTo>
                    <a:pt x="351742" y="17271"/>
                  </a:lnTo>
                  <a:lnTo>
                    <a:pt x="351637" y="16128"/>
                  </a:lnTo>
                  <a:lnTo>
                    <a:pt x="351519" y="14858"/>
                  </a:lnTo>
                  <a:lnTo>
                    <a:pt x="351402" y="13588"/>
                  </a:lnTo>
                  <a:lnTo>
                    <a:pt x="387758" y="13588"/>
                  </a:lnTo>
                  <a:lnTo>
                    <a:pt x="387878" y="14223"/>
                  </a:lnTo>
                  <a:lnTo>
                    <a:pt x="365871" y="14223"/>
                  </a:lnTo>
                  <a:lnTo>
                    <a:pt x="358933" y="14858"/>
                  </a:lnTo>
                  <a:lnTo>
                    <a:pt x="356519" y="16695"/>
                  </a:lnTo>
                  <a:lnTo>
                    <a:pt x="356570" y="18541"/>
                  </a:lnTo>
                  <a:close/>
                </a:path>
                <a:path w="781050" h="127000">
                  <a:moveTo>
                    <a:pt x="38055" y="14223"/>
                  </a:moveTo>
                  <a:lnTo>
                    <a:pt x="33177" y="13969"/>
                  </a:lnTo>
                  <a:lnTo>
                    <a:pt x="38304" y="13969"/>
                  </a:lnTo>
                  <a:lnTo>
                    <a:pt x="38179" y="14096"/>
                  </a:lnTo>
                  <a:lnTo>
                    <a:pt x="38055" y="14223"/>
                  </a:lnTo>
                  <a:close/>
                </a:path>
                <a:path w="781050" h="127000">
                  <a:moveTo>
                    <a:pt x="271217" y="18541"/>
                  </a:moveTo>
                  <a:lnTo>
                    <a:pt x="268770" y="16128"/>
                  </a:lnTo>
                  <a:lnTo>
                    <a:pt x="267030" y="14223"/>
                  </a:lnTo>
                  <a:lnTo>
                    <a:pt x="266914" y="14096"/>
                  </a:lnTo>
                  <a:lnTo>
                    <a:pt x="266798" y="13969"/>
                  </a:lnTo>
                  <a:lnTo>
                    <a:pt x="302430" y="13969"/>
                  </a:lnTo>
                  <a:lnTo>
                    <a:pt x="302533" y="14223"/>
                  </a:lnTo>
                  <a:lnTo>
                    <a:pt x="302636" y="14477"/>
                  </a:lnTo>
                  <a:lnTo>
                    <a:pt x="302739" y="14731"/>
                  </a:lnTo>
                  <a:lnTo>
                    <a:pt x="302791" y="14858"/>
                  </a:lnTo>
                  <a:lnTo>
                    <a:pt x="282376" y="14858"/>
                  </a:lnTo>
                  <a:lnTo>
                    <a:pt x="275360" y="16509"/>
                  </a:lnTo>
                  <a:lnTo>
                    <a:pt x="271217" y="18541"/>
                  </a:lnTo>
                  <a:close/>
                </a:path>
                <a:path w="781050" h="127000">
                  <a:moveTo>
                    <a:pt x="364859" y="20319"/>
                  </a:moveTo>
                  <a:lnTo>
                    <a:pt x="363875" y="20319"/>
                  </a:lnTo>
                  <a:lnTo>
                    <a:pt x="363791" y="19811"/>
                  </a:lnTo>
                  <a:lnTo>
                    <a:pt x="363665" y="19049"/>
                  </a:lnTo>
                  <a:lnTo>
                    <a:pt x="363540" y="18287"/>
                  </a:lnTo>
                  <a:lnTo>
                    <a:pt x="363414" y="17525"/>
                  </a:lnTo>
                  <a:lnTo>
                    <a:pt x="365379" y="15620"/>
                  </a:lnTo>
                  <a:lnTo>
                    <a:pt x="365282" y="15239"/>
                  </a:lnTo>
                  <a:lnTo>
                    <a:pt x="364369" y="14223"/>
                  </a:lnTo>
                  <a:lnTo>
                    <a:pt x="387878" y="14223"/>
                  </a:lnTo>
                  <a:lnTo>
                    <a:pt x="387998" y="14858"/>
                  </a:lnTo>
                  <a:lnTo>
                    <a:pt x="388022" y="14985"/>
                  </a:lnTo>
                  <a:lnTo>
                    <a:pt x="380399" y="14985"/>
                  </a:lnTo>
                  <a:lnTo>
                    <a:pt x="372022" y="15112"/>
                  </a:lnTo>
                  <a:lnTo>
                    <a:pt x="370615" y="15493"/>
                  </a:lnTo>
                  <a:lnTo>
                    <a:pt x="370203" y="16509"/>
                  </a:lnTo>
                  <a:lnTo>
                    <a:pt x="370128" y="16695"/>
                  </a:lnTo>
                  <a:lnTo>
                    <a:pt x="370048" y="16890"/>
                  </a:lnTo>
                  <a:lnTo>
                    <a:pt x="369997" y="17017"/>
                  </a:lnTo>
                  <a:lnTo>
                    <a:pt x="369894" y="17271"/>
                  </a:lnTo>
                  <a:lnTo>
                    <a:pt x="365387" y="17652"/>
                  </a:lnTo>
                  <a:lnTo>
                    <a:pt x="365387" y="19938"/>
                  </a:lnTo>
                  <a:lnTo>
                    <a:pt x="364859" y="20319"/>
                  </a:lnTo>
                  <a:close/>
                </a:path>
                <a:path w="781050" h="127000">
                  <a:moveTo>
                    <a:pt x="479862" y="15112"/>
                  </a:moveTo>
                  <a:lnTo>
                    <a:pt x="466757" y="15112"/>
                  </a:lnTo>
                  <a:lnTo>
                    <a:pt x="469092" y="14223"/>
                  </a:lnTo>
                  <a:lnTo>
                    <a:pt x="468851" y="14223"/>
                  </a:lnTo>
                  <a:lnTo>
                    <a:pt x="468667" y="14477"/>
                  </a:lnTo>
                  <a:lnTo>
                    <a:pt x="479979" y="14477"/>
                  </a:lnTo>
                  <a:lnTo>
                    <a:pt x="479862" y="15112"/>
                  </a:lnTo>
                  <a:close/>
                </a:path>
                <a:path w="781050" h="127000">
                  <a:moveTo>
                    <a:pt x="481357" y="14477"/>
                  </a:moveTo>
                  <a:lnTo>
                    <a:pt x="479979" y="14477"/>
                  </a:lnTo>
                  <a:lnTo>
                    <a:pt x="479493" y="14223"/>
                  </a:lnTo>
                  <a:lnTo>
                    <a:pt x="481616" y="14223"/>
                  </a:lnTo>
                  <a:lnTo>
                    <a:pt x="481357" y="14477"/>
                  </a:lnTo>
                  <a:close/>
                </a:path>
                <a:path w="781050" h="127000">
                  <a:moveTo>
                    <a:pt x="536296" y="14477"/>
                  </a:moveTo>
                  <a:lnTo>
                    <a:pt x="524556" y="14477"/>
                  </a:lnTo>
                  <a:lnTo>
                    <a:pt x="524794" y="14223"/>
                  </a:lnTo>
                  <a:lnTo>
                    <a:pt x="536192" y="14223"/>
                  </a:lnTo>
                  <a:lnTo>
                    <a:pt x="536296" y="14477"/>
                  </a:lnTo>
                  <a:close/>
                </a:path>
                <a:path w="781050" h="127000">
                  <a:moveTo>
                    <a:pt x="578994" y="14477"/>
                  </a:moveTo>
                  <a:lnTo>
                    <a:pt x="562355" y="14477"/>
                  </a:lnTo>
                  <a:lnTo>
                    <a:pt x="562466" y="14223"/>
                  </a:lnTo>
                  <a:lnTo>
                    <a:pt x="576331" y="14223"/>
                  </a:lnTo>
                  <a:lnTo>
                    <a:pt x="578994" y="14477"/>
                  </a:lnTo>
                  <a:close/>
                </a:path>
                <a:path w="781050" h="127000">
                  <a:moveTo>
                    <a:pt x="631234" y="14477"/>
                  </a:moveTo>
                  <a:lnTo>
                    <a:pt x="628223" y="14477"/>
                  </a:lnTo>
                  <a:lnTo>
                    <a:pt x="627560" y="14223"/>
                  </a:lnTo>
                  <a:lnTo>
                    <a:pt x="631519" y="14223"/>
                  </a:lnTo>
                  <a:lnTo>
                    <a:pt x="631234" y="14477"/>
                  </a:lnTo>
                  <a:close/>
                </a:path>
                <a:path w="781050" h="127000">
                  <a:moveTo>
                    <a:pt x="514962" y="15620"/>
                  </a:moveTo>
                  <a:lnTo>
                    <a:pt x="480192" y="15620"/>
                  </a:lnTo>
                  <a:lnTo>
                    <a:pt x="481357" y="14477"/>
                  </a:lnTo>
                  <a:lnTo>
                    <a:pt x="524556" y="14477"/>
                  </a:lnTo>
                  <a:lnTo>
                    <a:pt x="524437" y="14604"/>
                  </a:lnTo>
                  <a:lnTo>
                    <a:pt x="524317" y="14731"/>
                  </a:lnTo>
                  <a:lnTo>
                    <a:pt x="524198" y="14858"/>
                  </a:lnTo>
                  <a:lnTo>
                    <a:pt x="520263" y="14858"/>
                  </a:lnTo>
                  <a:lnTo>
                    <a:pt x="519540" y="15366"/>
                  </a:lnTo>
                  <a:lnTo>
                    <a:pt x="515093" y="15366"/>
                  </a:lnTo>
                  <a:lnTo>
                    <a:pt x="515027" y="15493"/>
                  </a:lnTo>
                  <a:lnTo>
                    <a:pt x="514962" y="15620"/>
                  </a:lnTo>
                  <a:close/>
                </a:path>
                <a:path w="781050" h="127000">
                  <a:moveTo>
                    <a:pt x="561856" y="15620"/>
                  </a:moveTo>
                  <a:lnTo>
                    <a:pt x="536764" y="15620"/>
                  </a:lnTo>
                  <a:lnTo>
                    <a:pt x="536712" y="15493"/>
                  </a:lnTo>
                  <a:lnTo>
                    <a:pt x="536608" y="15239"/>
                  </a:lnTo>
                  <a:lnTo>
                    <a:pt x="536504" y="14985"/>
                  </a:lnTo>
                  <a:lnTo>
                    <a:pt x="536400" y="14731"/>
                  </a:lnTo>
                  <a:lnTo>
                    <a:pt x="536296" y="14477"/>
                  </a:lnTo>
                  <a:lnTo>
                    <a:pt x="562355" y="14477"/>
                  </a:lnTo>
                  <a:lnTo>
                    <a:pt x="562244" y="14731"/>
                  </a:lnTo>
                  <a:lnTo>
                    <a:pt x="562133" y="14985"/>
                  </a:lnTo>
                  <a:lnTo>
                    <a:pt x="562023" y="15239"/>
                  </a:lnTo>
                  <a:lnTo>
                    <a:pt x="561912" y="15493"/>
                  </a:lnTo>
                  <a:lnTo>
                    <a:pt x="561856" y="15620"/>
                  </a:lnTo>
                  <a:close/>
                </a:path>
                <a:path w="781050" h="127000">
                  <a:moveTo>
                    <a:pt x="644101" y="15620"/>
                  </a:moveTo>
                  <a:lnTo>
                    <a:pt x="615027" y="15620"/>
                  </a:lnTo>
                  <a:lnTo>
                    <a:pt x="603530" y="14858"/>
                  </a:lnTo>
                  <a:lnTo>
                    <a:pt x="578994" y="14477"/>
                  </a:lnTo>
                  <a:lnTo>
                    <a:pt x="628223" y="14477"/>
                  </a:lnTo>
                  <a:lnTo>
                    <a:pt x="628678" y="14731"/>
                  </a:lnTo>
                  <a:lnTo>
                    <a:pt x="630378" y="15239"/>
                  </a:lnTo>
                  <a:lnTo>
                    <a:pt x="644133" y="15239"/>
                  </a:lnTo>
                  <a:lnTo>
                    <a:pt x="644101" y="15620"/>
                  </a:lnTo>
                  <a:close/>
                </a:path>
                <a:path w="781050" h="127000">
                  <a:moveTo>
                    <a:pt x="644133" y="15239"/>
                  </a:moveTo>
                  <a:lnTo>
                    <a:pt x="630378" y="15239"/>
                  </a:lnTo>
                  <a:lnTo>
                    <a:pt x="631234" y="14477"/>
                  </a:lnTo>
                  <a:lnTo>
                    <a:pt x="681972" y="14477"/>
                  </a:lnTo>
                  <a:lnTo>
                    <a:pt x="682065" y="14604"/>
                  </a:lnTo>
                  <a:lnTo>
                    <a:pt x="649926" y="14604"/>
                  </a:lnTo>
                  <a:lnTo>
                    <a:pt x="644165" y="14858"/>
                  </a:lnTo>
                  <a:lnTo>
                    <a:pt x="644133" y="15239"/>
                  </a:lnTo>
                  <a:close/>
                </a:path>
                <a:path w="781050" h="127000">
                  <a:moveTo>
                    <a:pt x="682811" y="15620"/>
                  </a:moveTo>
                  <a:lnTo>
                    <a:pt x="650477" y="15620"/>
                  </a:lnTo>
                  <a:lnTo>
                    <a:pt x="650408" y="15493"/>
                  </a:lnTo>
                  <a:lnTo>
                    <a:pt x="650339" y="15366"/>
                  </a:lnTo>
                  <a:lnTo>
                    <a:pt x="650270" y="15239"/>
                  </a:lnTo>
                  <a:lnTo>
                    <a:pt x="650202" y="15112"/>
                  </a:lnTo>
                  <a:lnTo>
                    <a:pt x="650133" y="14985"/>
                  </a:lnTo>
                  <a:lnTo>
                    <a:pt x="650064" y="14858"/>
                  </a:lnTo>
                  <a:lnTo>
                    <a:pt x="649995" y="14731"/>
                  </a:lnTo>
                  <a:lnTo>
                    <a:pt x="649926" y="14604"/>
                  </a:lnTo>
                  <a:lnTo>
                    <a:pt x="682065" y="14604"/>
                  </a:lnTo>
                  <a:lnTo>
                    <a:pt x="682158" y="14731"/>
                  </a:lnTo>
                  <a:lnTo>
                    <a:pt x="682251" y="14858"/>
                  </a:lnTo>
                  <a:lnTo>
                    <a:pt x="682345" y="14985"/>
                  </a:lnTo>
                  <a:lnTo>
                    <a:pt x="682438" y="15112"/>
                  </a:lnTo>
                  <a:lnTo>
                    <a:pt x="682531" y="15239"/>
                  </a:lnTo>
                  <a:lnTo>
                    <a:pt x="682625" y="15366"/>
                  </a:lnTo>
                  <a:lnTo>
                    <a:pt x="682718" y="15493"/>
                  </a:lnTo>
                  <a:lnTo>
                    <a:pt x="682811" y="15620"/>
                  </a:lnTo>
                  <a:close/>
                </a:path>
                <a:path w="781050" h="127000">
                  <a:moveTo>
                    <a:pt x="439315" y="15620"/>
                  </a:moveTo>
                  <a:lnTo>
                    <a:pt x="420092" y="15620"/>
                  </a:lnTo>
                  <a:lnTo>
                    <a:pt x="417820" y="14731"/>
                  </a:lnTo>
                  <a:lnTo>
                    <a:pt x="429563" y="14731"/>
                  </a:lnTo>
                  <a:lnTo>
                    <a:pt x="429654" y="14858"/>
                  </a:lnTo>
                  <a:lnTo>
                    <a:pt x="429746" y="14985"/>
                  </a:lnTo>
                  <a:lnTo>
                    <a:pt x="429838" y="15112"/>
                  </a:lnTo>
                  <a:lnTo>
                    <a:pt x="429929" y="15239"/>
                  </a:lnTo>
                  <a:lnTo>
                    <a:pt x="430021" y="15366"/>
                  </a:lnTo>
                  <a:lnTo>
                    <a:pt x="430113" y="15493"/>
                  </a:lnTo>
                  <a:lnTo>
                    <a:pt x="439219" y="15493"/>
                  </a:lnTo>
                  <a:lnTo>
                    <a:pt x="439315" y="15620"/>
                  </a:lnTo>
                  <a:close/>
                </a:path>
                <a:path w="781050" h="127000">
                  <a:moveTo>
                    <a:pt x="308381" y="20319"/>
                  </a:moveTo>
                  <a:lnTo>
                    <a:pt x="300841" y="20319"/>
                  </a:lnTo>
                  <a:lnTo>
                    <a:pt x="299666" y="19557"/>
                  </a:lnTo>
                  <a:lnTo>
                    <a:pt x="293336" y="16128"/>
                  </a:lnTo>
                  <a:lnTo>
                    <a:pt x="282376" y="14858"/>
                  </a:lnTo>
                  <a:lnTo>
                    <a:pt x="302791" y="14858"/>
                  </a:lnTo>
                  <a:lnTo>
                    <a:pt x="302894" y="15112"/>
                  </a:lnTo>
                  <a:lnTo>
                    <a:pt x="302997" y="15366"/>
                  </a:lnTo>
                  <a:lnTo>
                    <a:pt x="303100" y="15620"/>
                  </a:lnTo>
                  <a:lnTo>
                    <a:pt x="303203" y="15874"/>
                  </a:lnTo>
                  <a:lnTo>
                    <a:pt x="303306" y="16128"/>
                  </a:lnTo>
                  <a:lnTo>
                    <a:pt x="305551" y="16509"/>
                  </a:lnTo>
                  <a:lnTo>
                    <a:pt x="314813" y="16509"/>
                  </a:lnTo>
                  <a:lnTo>
                    <a:pt x="308381" y="20065"/>
                  </a:lnTo>
                  <a:lnTo>
                    <a:pt x="308381" y="20319"/>
                  </a:lnTo>
                  <a:close/>
                </a:path>
                <a:path w="781050" h="127000">
                  <a:moveTo>
                    <a:pt x="523128" y="15620"/>
                  </a:moveTo>
                  <a:lnTo>
                    <a:pt x="520937" y="15620"/>
                  </a:lnTo>
                  <a:lnTo>
                    <a:pt x="520825" y="15493"/>
                  </a:lnTo>
                  <a:lnTo>
                    <a:pt x="520712" y="15366"/>
                  </a:lnTo>
                  <a:lnTo>
                    <a:pt x="520600" y="15239"/>
                  </a:lnTo>
                  <a:lnTo>
                    <a:pt x="520488" y="15112"/>
                  </a:lnTo>
                  <a:lnTo>
                    <a:pt x="520375" y="14985"/>
                  </a:lnTo>
                  <a:lnTo>
                    <a:pt x="520263" y="14858"/>
                  </a:lnTo>
                  <a:lnTo>
                    <a:pt x="524198" y="14858"/>
                  </a:lnTo>
                  <a:lnTo>
                    <a:pt x="524079" y="14985"/>
                  </a:lnTo>
                  <a:lnTo>
                    <a:pt x="523960" y="15112"/>
                  </a:lnTo>
                  <a:lnTo>
                    <a:pt x="523841" y="15239"/>
                  </a:lnTo>
                  <a:lnTo>
                    <a:pt x="523722" y="15366"/>
                  </a:lnTo>
                  <a:lnTo>
                    <a:pt x="523301" y="15366"/>
                  </a:lnTo>
                  <a:lnTo>
                    <a:pt x="523214" y="15493"/>
                  </a:lnTo>
                  <a:lnTo>
                    <a:pt x="523128" y="15620"/>
                  </a:lnTo>
                  <a:close/>
                </a:path>
                <a:path w="781050" h="127000">
                  <a:moveTo>
                    <a:pt x="389127" y="19176"/>
                  </a:moveTo>
                  <a:lnTo>
                    <a:pt x="384786" y="17017"/>
                  </a:lnTo>
                  <a:lnTo>
                    <a:pt x="380399" y="14985"/>
                  </a:lnTo>
                  <a:lnTo>
                    <a:pt x="388022" y="14985"/>
                  </a:lnTo>
                  <a:lnTo>
                    <a:pt x="388141" y="15620"/>
                  </a:lnTo>
                  <a:lnTo>
                    <a:pt x="388189" y="15874"/>
                  </a:lnTo>
                  <a:lnTo>
                    <a:pt x="388454" y="15874"/>
                  </a:lnTo>
                  <a:lnTo>
                    <a:pt x="389894" y="16509"/>
                  </a:lnTo>
                  <a:lnTo>
                    <a:pt x="389785" y="16890"/>
                  </a:lnTo>
                  <a:lnTo>
                    <a:pt x="389675" y="17271"/>
                  </a:lnTo>
                  <a:lnTo>
                    <a:pt x="389565" y="17652"/>
                  </a:lnTo>
                  <a:lnTo>
                    <a:pt x="389465" y="18003"/>
                  </a:lnTo>
                  <a:lnTo>
                    <a:pt x="389383" y="18287"/>
                  </a:lnTo>
                  <a:lnTo>
                    <a:pt x="389310" y="18541"/>
                  </a:lnTo>
                  <a:lnTo>
                    <a:pt x="389200" y="18922"/>
                  </a:lnTo>
                  <a:lnTo>
                    <a:pt x="389127" y="19176"/>
                  </a:lnTo>
                  <a:close/>
                </a:path>
                <a:path w="781050" h="127000">
                  <a:moveTo>
                    <a:pt x="224454" y="18160"/>
                  </a:moveTo>
                  <a:lnTo>
                    <a:pt x="221594" y="16509"/>
                  </a:lnTo>
                  <a:lnTo>
                    <a:pt x="218215" y="15239"/>
                  </a:lnTo>
                  <a:lnTo>
                    <a:pt x="231892" y="15239"/>
                  </a:lnTo>
                  <a:lnTo>
                    <a:pt x="228717" y="17652"/>
                  </a:lnTo>
                  <a:lnTo>
                    <a:pt x="224454" y="18160"/>
                  </a:lnTo>
                  <a:close/>
                </a:path>
                <a:path w="781050" h="127000">
                  <a:moveTo>
                    <a:pt x="519178" y="15620"/>
                  </a:moveTo>
                  <a:lnTo>
                    <a:pt x="515415" y="15620"/>
                  </a:lnTo>
                  <a:lnTo>
                    <a:pt x="515093" y="15366"/>
                  </a:lnTo>
                  <a:lnTo>
                    <a:pt x="519540" y="15366"/>
                  </a:lnTo>
                  <a:lnTo>
                    <a:pt x="519178" y="15620"/>
                  </a:lnTo>
                  <a:close/>
                </a:path>
                <a:path w="781050" h="127000">
                  <a:moveTo>
                    <a:pt x="523484" y="15620"/>
                  </a:moveTo>
                  <a:lnTo>
                    <a:pt x="523344" y="15493"/>
                  </a:lnTo>
                  <a:lnTo>
                    <a:pt x="523301" y="15366"/>
                  </a:lnTo>
                  <a:lnTo>
                    <a:pt x="523722" y="15366"/>
                  </a:lnTo>
                  <a:lnTo>
                    <a:pt x="523603" y="15493"/>
                  </a:lnTo>
                  <a:lnTo>
                    <a:pt x="523484" y="15620"/>
                  </a:lnTo>
                  <a:close/>
                </a:path>
                <a:path w="781050" h="127000">
                  <a:moveTo>
                    <a:pt x="42269" y="41782"/>
                  </a:moveTo>
                  <a:lnTo>
                    <a:pt x="18433" y="41782"/>
                  </a:lnTo>
                  <a:lnTo>
                    <a:pt x="18336" y="40131"/>
                  </a:lnTo>
                  <a:lnTo>
                    <a:pt x="18237" y="39369"/>
                  </a:lnTo>
                  <a:lnTo>
                    <a:pt x="18154" y="38861"/>
                  </a:lnTo>
                  <a:lnTo>
                    <a:pt x="18074" y="29971"/>
                  </a:lnTo>
                  <a:lnTo>
                    <a:pt x="19437" y="27685"/>
                  </a:lnTo>
                  <a:lnTo>
                    <a:pt x="19356" y="26923"/>
                  </a:lnTo>
                  <a:lnTo>
                    <a:pt x="19103" y="25907"/>
                  </a:lnTo>
                  <a:lnTo>
                    <a:pt x="19052" y="25272"/>
                  </a:lnTo>
                  <a:lnTo>
                    <a:pt x="19728" y="24129"/>
                  </a:lnTo>
                  <a:lnTo>
                    <a:pt x="19778" y="23748"/>
                  </a:lnTo>
                  <a:lnTo>
                    <a:pt x="19861" y="23113"/>
                  </a:lnTo>
                  <a:lnTo>
                    <a:pt x="19979" y="22224"/>
                  </a:lnTo>
                  <a:lnTo>
                    <a:pt x="20096" y="21335"/>
                  </a:lnTo>
                  <a:lnTo>
                    <a:pt x="20196" y="20573"/>
                  </a:lnTo>
                  <a:lnTo>
                    <a:pt x="20296" y="19811"/>
                  </a:lnTo>
                  <a:lnTo>
                    <a:pt x="20413" y="18922"/>
                  </a:lnTo>
                  <a:lnTo>
                    <a:pt x="22295" y="17017"/>
                  </a:lnTo>
                  <a:lnTo>
                    <a:pt x="25460" y="15874"/>
                  </a:lnTo>
                  <a:lnTo>
                    <a:pt x="29405" y="15620"/>
                  </a:lnTo>
                  <a:lnTo>
                    <a:pt x="27773" y="15620"/>
                  </a:lnTo>
                  <a:lnTo>
                    <a:pt x="27091" y="15874"/>
                  </a:lnTo>
                  <a:lnTo>
                    <a:pt x="33109" y="15874"/>
                  </a:lnTo>
                  <a:lnTo>
                    <a:pt x="33073" y="16890"/>
                  </a:lnTo>
                  <a:lnTo>
                    <a:pt x="41576" y="16890"/>
                  </a:lnTo>
                  <a:lnTo>
                    <a:pt x="42704" y="18795"/>
                  </a:lnTo>
                  <a:lnTo>
                    <a:pt x="42779" y="18922"/>
                  </a:lnTo>
                  <a:lnTo>
                    <a:pt x="42854" y="19049"/>
                  </a:lnTo>
                  <a:lnTo>
                    <a:pt x="31848" y="19049"/>
                  </a:lnTo>
                  <a:lnTo>
                    <a:pt x="31740" y="19176"/>
                  </a:lnTo>
                  <a:lnTo>
                    <a:pt x="31631" y="19303"/>
                  </a:lnTo>
                  <a:lnTo>
                    <a:pt x="31523" y="19430"/>
                  </a:lnTo>
                  <a:lnTo>
                    <a:pt x="31414" y="19557"/>
                  </a:lnTo>
                  <a:lnTo>
                    <a:pt x="31306" y="19684"/>
                  </a:lnTo>
                  <a:lnTo>
                    <a:pt x="31197" y="19811"/>
                  </a:lnTo>
                  <a:lnTo>
                    <a:pt x="31088" y="19938"/>
                  </a:lnTo>
                  <a:lnTo>
                    <a:pt x="30977" y="22732"/>
                  </a:lnTo>
                  <a:lnTo>
                    <a:pt x="43375" y="22732"/>
                  </a:lnTo>
                  <a:lnTo>
                    <a:pt x="43497" y="25272"/>
                  </a:lnTo>
                  <a:lnTo>
                    <a:pt x="43612" y="27685"/>
                  </a:lnTo>
                  <a:lnTo>
                    <a:pt x="43667" y="28828"/>
                  </a:lnTo>
                  <a:lnTo>
                    <a:pt x="29128" y="29082"/>
                  </a:lnTo>
                  <a:lnTo>
                    <a:pt x="27432" y="29971"/>
                  </a:lnTo>
                  <a:lnTo>
                    <a:pt x="23244" y="29971"/>
                  </a:lnTo>
                  <a:lnTo>
                    <a:pt x="20768" y="32384"/>
                  </a:lnTo>
                  <a:lnTo>
                    <a:pt x="21522" y="33527"/>
                  </a:lnTo>
                  <a:lnTo>
                    <a:pt x="30475" y="33527"/>
                  </a:lnTo>
                  <a:lnTo>
                    <a:pt x="32735" y="35178"/>
                  </a:lnTo>
                  <a:lnTo>
                    <a:pt x="43292" y="35178"/>
                  </a:lnTo>
                  <a:lnTo>
                    <a:pt x="43270" y="36702"/>
                  </a:lnTo>
                  <a:lnTo>
                    <a:pt x="42444" y="40893"/>
                  </a:lnTo>
                  <a:lnTo>
                    <a:pt x="42394" y="41147"/>
                  </a:lnTo>
                  <a:lnTo>
                    <a:pt x="42269" y="41782"/>
                  </a:lnTo>
                  <a:close/>
                </a:path>
                <a:path w="781050" h="127000">
                  <a:moveTo>
                    <a:pt x="40974" y="15874"/>
                  </a:moveTo>
                  <a:lnTo>
                    <a:pt x="33109" y="15874"/>
                  </a:lnTo>
                  <a:lnTo>
                    <a:pt x="33118" y="15620"/>
                  </a:lnTo>
                  <a:lnTo>
                    <a:pt x="40824" y="15620"/>
                  </a:lnTo>
                  <a:lnTo>
                    <a:pt x="40974" y="15874"/>
                  </a:lnTo>
                  <a:close/>
                </a:path>
                <a:path w="781050" h="127000">
                  <a:moveTo>
                    <a:pt x="96607" y="15874"/>
                  </a:moveTo>
                  <a:lnTo>
                    <a:pt x="45424" y="15874"/>
                  </a:lnTo>
                  <a:lnTo>
                    <a:pt x="46031" y="15620"/>
                  </a:lnTo>
                  <a:lnTo>
                    <a:pt x="96338" y="15620"/>
                  </a:lnTo>
                  <a:lnTo>
                    <a:pt x="96607" y="15874"/>
                  </a:lnTo>
                  <a:close/>
                </a:path>
                <a:path w="781050" h="127000">
                  <a:moveTo>
                    <a:pt x="133030" y="15874"/>
                  </a:moveTo>
                  <a:lnTo>
                    <a:pt x="100849" y="15874"/>
                  </a:lnTo>
                  <a:lnTo>
                    <a:pt x="101056" y="15620"/>
                  </a:lnTo>
                  <a:lnTo>
                    <a:pt x="132679" y="15620"/>
                  </a:lnTo>
                  <a:lnTo>
                    <a:pt x="133030" y="15874"/>
                  </a:lnTo>
                  <a:close/>
                </a:path>
                <a:path w="781050" h="127000">
                  <a:moveTo>
                    <a:pt x="152413" y="15874"/>
                  </a:moveTo>
                  <a:lnTo>
                    <a:pt x="134092" y="15874"/>
                  </a:lnTo>
                  <a:lnTo>
                    <a:pt x="134044" y="15620"/>
                  </a:lnTo>
                  <a:lnTo>
                    <a:pt x="152700" y="15620"/>
                  </a:lnTo>
                  <a:lnTo>
                    <a:pt x="152413" y="15874"/>
                  </a:lnTo>
                  <a:close/>
                </a:path>
                <a:path w="781050" h="127000">
                  <a:moveTo>
                    <a:pt x="391009" y="15874"/>
                  </a:moveTo>
                  <a:lnTo>
                    <a:pt x="388454" y="15874"/>
                  </a:lnTo>
                  <a:lnTo>
                    <a:pt x="387877" y="15620"/>
                  </a:lnTo>
                  <a:lnTo>
                    <a:pt x="390986" y="15620"/>
                  </a:lnTo>
                  <a:lnTo>
                    <a:pt x="391009" y="15874"/>
                  </a:lnTo>
                  <a:close/>
                </a:path>
                <a:path w="781050" h="127000">
                  <a:moveTo>
                    <a:pt x="420741" y="15874"/>
                  </a:moveTo>
                  <a:lnTo>
                    <a:pt x="412884" y="15874"/>
                  </a:lnTo>
                  <a:lnTo>
                    <a:pt x="413981" y="15620"/>
                  </a:lnTo>
                  <a:lnTo>
                    <a:pt x="420092" y="15620"/>
                  </a:lnTo>
                  <a:lnTo>
                    <a:pt x="420741" y="15874"/>
                  </a:lnTo>
                  <a:close/>
                </a:path>
                <a:path w="781050" h="127000">
                  <a:moveTo>
                    <a:pt x="440045" y="15874"/>
                  </a:moveTo>
                  <a:lnTo>
                    <a:pt x="439507" y="15874"/>
                  </a:lnTo>
                  <a:lnTo>
                    <a:pt x="439315" y="15620"/>
                  </a:lnTo>
                  <a:lnTo>
                    <a:pt x="440391" y="15620"/>
                  </a:lnTo>
                  <a:lnTo>
                    <a:pt x="440045" y="15874"/>
                  </a:lnTo>
                  <a:close/>
                </a:path>
                <a:path w="781050" h="127000">
                  <a:moveTo>
                    <a:pt x="479933" y="15874"/>
                  </a:moveTo>
                  <a:lnTo>
                    <a:pt x="479721" y="15874"/>
                  </a:lnTo>
                  <a:lnTo>
                    <a:pt x="479768" y="15620"/>
                  </a:lnTo>
                  <a:lnTo>
                    <a:pt x="480192" y="15620"/>
                  </a:lnTo>
                  <a:lnTo>
                    <a:pt x="479933" y="15874"/>
                  </a:lnTo>
                  <a:close/>
                </a:path>
                <a:path w="781050" h="127000">
                  <a:moveTo>
                    <a:pt x="515738" y="15874"/>
                  </a:moveTo>
                  <a:lnTo>
                    <a:pt x="514831" y="15874"/>
                  </a:lnTo>
                  <a:lnTo>
                    <a:pt x="514962" y="15620"/>
                  </a:lnTo>
                  <a:lnTo>
                    <a:pt x="515415" y="15620"/>
                  </a:lnTo>
                  <a:lnTo>
                    <a:pt x="515738" y="15874"/>
                  </a:lnTo>
                  <a:close/>
                </a:path>
                <a:path w="781050" h="127000">
                  <a:moveTo>
                    <a:pt x="521162" y="15874"/>
                  </a:moveTo>
                  <a:lnTo>
                    <a:pt x="518816" y="15874"/>
                  </a:lnTo>
                  <a:lnTo>
                    <a:pt x="519178" y="15620"/>
                  </a:lnTo>
                  <a:lnTo>
                    <a:pt x="520937" y="15620"/>
                  </a:lnTo>
                  <a:lnTo>
                    <a:pt x="521162" y="15874"/>
                  </a:lnTo>
                  <a:close/>
                </a:path>
                <a:path w="781050" h="127000">
                  <a:moveTo>
                    <a:pt x="523246" y="15874"/>
                  </a:moveTo>
                  <a:lnTo>
                    <a:pt x="522954" y="15874"/>
                  </a:lnTo>
                  <a:lnTo>
                    <a:pt x="523128" y="15620"/>
                  </a:lnTo>
                  <a:lnTo>
                    <a:pt x="523484" y="15620"/>
                  </a:lnTo>
                  <a:lnTo>
                    <a:pt x="523246" y="15874"/>
                  </a:lnTo>
                  <a:close/>
                </a:path>
                <a:path w="781050" h="127000">
                  <a:moveTo>
                    <a:pt x="536868" y="15874"/>
                  </a:moveTo>
                  <a:lnTo>
                    <a:pt x="523471" y="15874"/>
                  </a:lnTo>
                  <a:lnTo>
                    <a:pt x="523386" y="15620"/>
                  </a:lnTo>
                  <a:lnTo>
                    <a:pt x="536764" y="15620"/>
                  </a:lnTo>
                  <a:lnTo>
                    <a:pt x="536868" y="15874"/>
                  </a:lnTo>
                  <a:close/>
                </a:path>
                <a:path w="781050" h="127000">
                  <a:moveTo>
                    <a:pt x="615060" y="15874"/>
                  </a:moveTo>
                  <a:lnTo>
                    <a:pt x="561746" y="15874"/>
                  </a:lnTo>
                  <a:lnTo>
                    <a:pt x="561856" y="15620"/>
                  </a:lnTo>
                  <a:lnTo>
                    <a:pt x="615027" y="15620"/>
                  </a:lnTo>
                  <a:lnTo>
                    <a:pt x="615060" y="15874"/>
                  </a:lnTo>
                  <a:close/>
                </a:path>
                <a:path w="781050" h="127000">
                  <a:moveTo>
                    <a:pt x="650614" y="15874"/>
                  </a:moveTo>
                  <a:lnTo>
                    <a:pt x="644079" y="15874"/>
                  </a:lnTo>
                  <a:lnTo>
                    <a:pt x="644101" y="15620"/>
                  </a:lnTo>
                  <a:lnTo>
                    <a:pt x="650477" y="15620"/>
                  </a:lnTo>
                  <a:lnTo>
                    <a:pt x="650614" y="15874"/>
                  </a:lnTo>
                  <a:close/>
                </a:path>
                <a:path w="781050" h="127000">
                  <a:moveTo>
                    <a:pt x="42854" y="19049"/>
                  </a:moveTo>
                  <a:lnTo>
                    <a:pt x="40974" y="15874"/>
                  </a:lnTo>
                  <a:lnTo>
                    <a:pt x="45424" y="15874"/>
                  </a:lnTo>
                  <a:lnTo>
                    <a:pt x="43060" y="18795"/>
                  </a:lnTo>
                  <a:lnTo>
                    <a:pt x="42957" y="18922"/>
                  </a:lnTo>
                  <a:lnTo>
                    <a:pt x="42854" y="19049"/>
                  </a:lnTo>
                  <a:close/>
                </a:path>
                <a:path w="781050" h="127000">
                  <a:moveTo>
                    <a:pt x="99921" y="17017"/>
                  </a:moveTo>
                  <a:lnTo>
                    <a:pt x="96607" y="15874"/>
                  </a:lnTo>
                  <a:lnTo>
                    <a:pt x="100849" y="15874"/>
                  </a:lnTo>
                  <a:lnTo>
                    <a:pt x="100024" y="16890"/>
                  </a:lnTo>
                  <a:lnTo>
                    <a:pt x="99921" y="17017"/>
                  </a:lnTo>
                  <a:close/>
                </a:path>
                <a:path w="781050" h="127000">
                  <a:moveTo>
                    <a:pt x="134246" y="16695"/>
                  </a:moveTo>
                  <a:lnTo>
                    <a:pt x="133908" y="16509"/>
                  </a:lnTo>
                  <a:lnTo>
                    <a:pt x="133030" y="15874"/>
                  </a:lnTo>
                  <a:lnTo>
                    <a:pt x="134092" y="15874"/>
                  </a:lnTo>
                  <a:lnTo>
                    <a:pt x="134211" y="16509"/>
                  </a:lnTo>
                  <a:lnTo>
                    <a:pt x="134246" y="16695"/>
                  </a:lnTo>
                  <a:close/>
                </a:path>
                <a:path w="781050" h="127000">
                  <a:moveTo>
                    <a:pt x="152771" y="19811"/>
                  </a:moveTo>
                  <a:lnTo>
                    <a:pt x="151232" y="18922"/>
                  </a:lnTo>
                  <a:lnTo>
                    <a:pt x="151120" y="17017"/>
                  </a:lnTo>
                  <a:lnTo>
                    <a:pt x="152413" y="15874"/>
                  </a:lnTo>
                  <a:lnTo>
                    <a:pt x="157623" y="15874"/>
                  </a:lnTo>
                  <a:lnTo>
                    <a:pt x="163104" y="16128"/>
                  </a:lnTo>
                  <a:lnTo>
                    <a:pt x="165121" y="16128"/>
                  </a:lnTo>
                  <a:lnTo>
                    <a:pt x="165019" y="17525"/>
                  </a:lnTo>
                  <a:lnTo>
                    <a:pt x="154116" y="17525"/>
                  </a:lnTo>
                  <a:lnTo>
                    <a:pt x="153369" y="18795"/>
                  </a:lnTo>
                  <a:lnTo>
                    <a:pt x="153294" y="18922"/>
                  </a:lnTo>
                  <a:lnTo>
                    <a:pt x="153219" y="19049"/>
                  </a:lnTo>
                  <a:lnTo>
                    <a:pt x="153144" y="19176"/>
                  </a:lnTo>
                  <a:lnTo>
                    <a:pt x="153070" y="19303"/>
                  </a:lnTo>
                  <a:lnTo>
                    <a:pt x="152995" y="19430"/>
                  </a:lnTo>
                  <a:lnTo>
                    <a:pt x="152920" y="19557"/>
                  </a:lnTo>
                  <a:lnTo>
                    <a:pt x="152845" y="19684"/>
                  </a:lnTo>
                  <a:lnTo>
                    <a:pt x="152771" y="19811"/>
                  </a:lnTo>
                  <a:close/>
                </a:path>
                <a:path w="781050" h="127000">
                  <a:moveTo>
                    <a:pt x="395337" y="20319"/>
                  </a:moveTo>
                  <a:lnTo>
                    <a:pt x="389787" y="20319"/>
                  </a:lnTo>
                  <a:lnTo>
                    <a:pt x="389714" y="20192"/>
                  </a:lnTo>
                  <a:lnTo>
                    <a:pt x="389589" y="18003"/>
                  </a:lnTo>
                  <a:lnTo>
                    <a:pt x="391009" y="15874"/>
                  </a:lnTo>
                  <a:lnTo>
                    <a:pt x="412884" y="15874"/>
                  </a:lnTo>
                  <a:lnTo>
                    <a:pt x="404825" y="16509"/>
                  </a:lnTo>
                  <a:lnTo>
                    <a:pt x="403796" y="17271"/>
                  </a:lnTo>
                  <a:lnTo>
                    <a:pt x="396312" y="17271"/>
                  </a:lnTo>
                  <a:lnTo>
                    <a:pt x="396038" y="18003"/>
                  </a:lnTo>
                  <a:lnTo>
                    <a:pt x="395932" y="18287"/>
                  </a:lnTo>
                  <a:lnTo>
                    <a:pt x="395837" y="18541"/>
                  </a:lnTo>
                  <a:lnTo>
                    <a:pt x="395743" y="18795"/>
                  </a:lnTo>
                  <a:lnTo>
                    <a:pt x="395648" y="19049"/>
                  </a:lnTo>
                  <a:lnTo>
                    <a:pt x="395553" y="19303"/>
                  </a:lnTo>
                  <a:lnTo>
                    <a:pt x="395458" y="19557"/>
                  </a:lnTo>
                  <a:lnTo>
                    <a:pt x="395337" y="20319"/>
                  </a:lnTo>
                  <a:close/>
                </a:path>
                <a:path w="781050" h="127000">
                  <a:moveTo>
                    <a:pt x="435266" y="20319"/>
                  </a:moveTo>
                  <a:lnTo>
                    <a:pt x="429720" y="20319"/>
                  </a:lnTo>
                  <a:lnTo>
                    <a:pt x="427344" y="18160"/>
                  </a:lnTo>
                  <a:lnTo>
                    <a:pt x="420741" y="15874"/>
                  </a:lnTo>
                  <a:lnTo>
                    <a:pt x="439507" y="15874"/>
                  </a:lnTo>
                  <a:lnTo>
                    <a:pt x="439699" y="16128"/>
                  </a:lnTo>
                  <a:lnTo>
                    <a:pt x="459969" y="16128"/>
                  </a:lnTo>
                  <a:lnTo>
                    <a:pt x="457726" y="17271"/>
                  </a:lnTo>
                  <a:lnTo>
                    <a:pt x="448505" y="17271"/>
                  </a:lnTo>
                  <a:lnTo>
                    <a:pt x="446357" y="18922"/>
                  </a:lnTo>
                  <a:lnTo>
                    <a:pt x="437970" y="18922"/>
                  </a:lnTo>
                  <a:lnTo>
                    <a:pt x="435218" y="20192"/>
                  </a:lnTo>
                  <a:lnTo>
                    <a:pt x="435266" y="20319"/>
                  </a:lnTo>
                  <a:close/>
                </a:path>
                <a:path w="781050" h="127000">
                  <a:moveTo>
                    <a:pt x="479674" y="16128"/>
                  </a:moveTo>
                  <a:lnTo>
                    <a:pt x="439699" y="16128"/>
                  </a:lnTo>
                  <a:lnTo>
                    <a:pt x="440045" y="15874"/>
                  </a:lnTo>
                  <a:lnTo>
                    <a:pt x="479721" y="15874"/>
                  </a:lnTo>
                  <a:lnTo>
                    <a:pt x="479674" y="16128"/>
                  </a:lnTo>
                  <a:close/>
                </a:path>
                <a:path w="781050" h="127000">
                  <a:moveTo>
                    <a:pt x="513062" y="19303"/>
                  </a:moveTo>
                  <a:lnTo>
                    <a:pt x="508230" y="18287"/>
                  </a:lnTo>
                  <a:lnTo>
                    <a:pt x="508156" y="18003"/>
                  </a:lnTo>
                  <a:lnTo>
                    <a:pt x="508064" y="17652"/>
                  </a:lnTo>
                  <a:lnTo>
                    <a:pt x="507964" y="17271"/>
                  </a:lnTo>
                  <a:lnTo>
                    <a:pt x="507864" y="16890"/>
                  </a:lnTo>
                  <a:lnTo>
                    <a:pt x="507764" y="16509"/>
                  </a:lnTo>
                  <a:lnTo>
                    <a:pt x="507665" y="16128"/>
                  </a:lnTo>
                  <a:lnTo>
                    <a:pt x="479674" y="16128"/>
                  </a:lnTo>
                  <a:lnTo>
                    <a:pt x="479933" y="15874"/>
                  </a:lnTo>
                  <a:lnTo>
                    <a:pt x="514831" y="15874"/>
                  </a:lnTo>
                  <a:lnTo>
                    <a:pt x="513324" y="18795"/>
                  </a:lnTo>
                  <a:lnTo>
                    <a:pt x="513259" y="18922"/>
                  </a:lnTo>
                  <a:lnTo>
                    <a:pt x="513193" y="19049"/>
                  </a:lnTo>
                  <a:lnTo>
                    <a:pt x="513128" y="19176"/>
                  </a:lnTo>
                  <a:lnTo>
                    <a:pt x="513062" y="19303"/>
                  </a:lnTo>
                  <a:close/>
                </a:path>
                <a:path w="781050" h="127000">
                  <a:moveTo>
                    <a:pt x="517189" y="17017"/>
                  </a:moveTo>
                  <a:lnTo>
                    <a:pt x="515738" y="15874"/>
                  </a:lnTo>
                  <a:lnTo>
                    <a:pt x="518816" y="15874"/>
                  </a:lnTo>
                  <a:lnTo>
                    <a:pt x="517189" y="17017"/>
                  </a:lnTo>
                  <a:close/>
                </a:path>
                <a:path w="781050" h="127000">
                  <a:moveTo>
                    <a:pt x="522174" y="17017"/>
                  </a:moveTo>
                  <a:lnTo>
                    <a:pt x="521162" y="15874"/>
                  </a:lnTo>
                  <a:lnTo>
                    <a:pt x="522954" y="15874"/>
                  </a:lnTo>
                  <a:lnTo>
                    <a:pt x="522260" y="16890"/>
                  </a:lnTo>
                  <a:lnTo>
                    <a:pt x="522174" y="17017"/>
                  </a:lnTo>
                  <a:close/>
                </a:path>
                <a:path w="781050" h="127000">
                  <a:moveTo>
                    <a:pt x="524759" y="20319"/>
                  </a:moveTo>
                  <a:lnTo>
                    <a:pt x="521873" y="20319"/>
                  </a:lnTo>
                  <a:lnTo>
                    <a:pt x="521942" y="19557"/>
                  </a:lnTo>
                  <a:lnTo>
                    <a:pt x="522058" y="18287"/>
                  </a:lnTo>
                  <a:lnTo>
                    <a:pt x="522174" y="17017"/>
                  </a:lnTo>
                  <a:lnTo>
                    <a:pt x="523246" y="15874"/>
                  </a:lnTo>
                  <a:lnTo>
                    <a:pt x="523471" y="15874"/>
                  </a:lnTo>
                  <a:lnTo>
                    <a:pt x="523684" y="16509"/>
                  </a:lnTo>
                  <a:lnTo>
                    <a:pt x="523746" y="16695"/>
                  </a:lnTo>
                  <a:lnTo>
                    <a:pt x="523854" y="17017"/>
                  </a:lnTo>
                  <a:lnTo>
                    <a:pt x="523939" y="17271"/>
                  </a:lnTo>
                  <a:lnTo>
                    <a:pt x="524024" y="17525"/>
                  </a:lnTo>
                  <a:lnTo>
                    <a:pt x="524066" y="17652"/>
                  </a:lnTo>
                  <a:lnTo>
                    <a:pt x="524184" y="18003"/>
                  </a:lnTo>
                  <a:lnTo>
                    <a:pt x="524279" y="18287"/>
                  </a:lnTo>
                  <a:lnTo>
                    <a:pt x="524364" y="18541"/>
                  </a:lnTo>
                  <a:lnTo>
                    <a:pt x="524449" y="18795"/>
                  </a:lnTo>
                  <a:lnTo>
                    <a:pt x="524534" y="19049"/>
                  </a:lnTo>
                  <a:lnTo>
                    <a:pt x="524619" y="19303"/>
                  </a:lnTo>
                  <a:lnTo>
                    <a:pt x="524704" y="19557"/>
                  </a:lnTo>
                  <a:lnTo>
                    <a:pt x="524759" y="20319"/>
                  </a:lnTo>
                  <a:close/>
                </a:path>
                <a:path w="781050" h="127000">
                  <a:moveTo>
                    <a:pt x="549368" y="19303"/>
                  </a:moveTo>
                  <a:lnTo>
                    <a:pt x="538271" y="19303"/>
                  </a:lnTo>
                  <a:lnTo>
                    <a:pt x="536972" y="16128"/>
                  </a:lnTo>
                  <a:lnTo>
                    <a:pt x="536868" y="15874"/>
                  </a:lnTo>
                  <a:lnTo>
                    <a:pt x="561746" y="15874"/>
                  </a:lnTo>
                  <a:lnTo>
                    <a:pt x="560817" y="18003"/>
                  </a:lnTo>
                  <a:lnTo>
                    <a:pt x="560694" y="18287"/>
                  </a:lnTo>
                  <a:lnTo>
                    <a:pt x="560583" y="18541"/>
                  </a:lnTo>
                  <a:lnTo>
                    <a:pt x="560472" y="18795"/>
                  </a:lnTo>
                  <a:lnTo>
                    <a:pt x="560361" y="19049"/>
                  </a:lnTo>
                  <a:lnTo>
                    <a:pt x="549368" y="19303"/>
                  </a:lnTo>
                  <a:close/>
                </a:path>
                <a:path w="781050" h="127000">
                  <a:moveTo>
                    <a:pt x="621507" y="19303"/>
                  </a:moveTo>
                  <a:lnTo>
                    <a:pt x="615508" y="19303"/>
                  </a:lnTo>
                  <a:lnTo>
                    <a:pt x="615409" y="18541"/>
                  </a:lnTo>
                  <a:lnTo>
                    <a:pt x="615293" y="17652"/>
                  </a:lnTo>
                  <a:lnTo>
                    <a:pt x="615167" y="16695"/>
                  </a:lnTo>
                  <a:lnTo>
                    <a:pt x="615060" y="15874"/>
                  </a:lnTo>
                  <a:lnTo>
                    <a:pt x="644079" y="15874"/>
                  </a:lnTo>
                  <a:lnTo>
                    <a:pt x="643961" y="17271"/>
                  </a:lnTo>
                  <a:lnTo>
                    <a:pt x="643886" y="18160"/>
                  </a:lnTo>
                  <a:lnTo>
                    <a:pt x="632379" y="18160"/>
                  </a:lnTo>
                  <a:lnTo>
                    <a:pt x="632320" y="18287"/>
                  </a:lnTo>
                  <a:lnTo>
                    <a:pt x="632202" y="18541"/>
                  </a:lnTo>
                  <a:lnTo>
                    <a:pt x="632083" y="18795"/>
                  </a:lnTo>
                  <a:lnTo>
                    <a:pt x="631965" y="19049"/>
                  </a:lnTo>
                  <a:lnTo>
                    <a:pt x="631906" y="19176"/>
                  </a:lnTo>
                  <a:lnTo>
                    <a:pt x="621598" y="19176"/>
                  </a:lnTo>
                  <a:lnTo>
                    <a:pt x="621507" y="19303"/>
                  </a:lnTo>
                  <a:close/>
                </a:path>
                <a:path w="781050" h="127000">
                  <a:moveTo>
                    <a:pt x="671931" y="19303"/>
                  </a:moveTo>
                  <a:lnTo>
                    <a:pt x="652472" y="19303"/>
                  </a:lnTo>
                  <a:lnTo>
                    <a:pt x="650614" y="15874"/>
                  </a:lnTo>
                  <a:lnTo>
                    <a:pt x="682970" y="15874"/>
                  </a:lnTo>
                  <a:lnTo>
                    <a:pt x="683366" y="16509"/>
                  </a:lnTo>
                  <a:lnTo>
                    <a:pt x="683278" y="18003"/>
                  </a:lnTo>
                  <a:lnTo>
                    <a:pt x="683194" y="19049"/>
                  </a:lnTo>
                  <a:lnTo>
                    <a:pt x="676117" y="19049"/>
                  </a:lnTo>
                  <a:lnTo>
                    <a:pt x="671931" y="19303"/>
                  </a:lnTo>
                  <a:close/>
                </a:path>
                <a:path w="781050" h="127000">
                  <a:moveTo>
                    <a:pt x="471803" y="20319"/>
                  </a:moveTo>
                  <a:lnTo>
                    <a:pt x="467240" y="20319"/>
                  </a:lnTo>
                  <a:lnTo>
                    <a:pt x="467119" y="20192"/>
                  </a:lnTo>
                  <a:lnTo>
                    <a:pt x="466999" y="20065"/>
                  </a:lnTo>
                  <a:lnTo>
                    <a:pt x="466878" y="19938"/>
                  </a:lnTo>
                  <a:lnTo>
                    <a:pt x="466757" y="19811"/>
                  </a:lnTo>
                  <a:lnTo>
                    <a:pt x="459969" y="16128"/>
                  </a:lnTo>
                  <a:lnTo>
                    <a:pt x="507665" y="16128"/>
                  </a:lnTo>
                  <a:lnTo>
                    <a:pt x="506078" y="17017"/>
                  </a:lnTo>
                  <a:lnTo>
                    <a:pt x="475254" y="17017"/>
                  </a:lnTo>
                  <a:lnTo>
                    <a:pt x="472782" y="17652"/>
                  </a:lnTo>
                  <a:lnTo>
                    <a:pt x="472653" y="18003"/>
                  </a:lnTo>
                  <a:lnTo>
                    <a:pt x="472548" y="18287"/>
                  </a:lnTo>
                  <a:lnTo>
                    <a:pt x="472455" y="18541"/>
                  </a:lnTo>
                  <a:lnTo>
                    <a:pt x="472362" y="18795"/>
                  </a:lnTo>
                  <a:lnTo>
                    <a:pt x="472269" y="19049"/>
                  </a:lnTo>
                  <a:lnTo>
                    <a:pt x="472175" y="19303"/>
                  </a:lnTo>
                  <a:lnTo>
                    <a:pt x="472082" y="19557"/>
                  </a:lnTo>
                  <a:lnTo>
                    <a:pt x="471989" y="19811"/>
                  </a:lnTo>
                  <a:lnTo>
                    <a:pt x="471896" y="20065"/>
                  </a:lnTo>
                  <a:lnTo>
                    <a:pt x="471803" y="20319"/>
                  </a:lnTo>
                  <a:close/>
                </a:path>
                <a:path w="781050" h="127000">
                  <a:moveTo>
                    <a:pt x="41576" y="16890"/>
                  </a:moveTo>
                  <a:lnTo>
                    <a:pt x="33073" y="16890"/>
                  </a:lnTo>
                  <a:lnTo>
                    <a:pt x="41460" y="16695"/>
                  </a:lnTo>
                  <a:lnTo>
                    <a:pt x="41576" y="16890"/>
                  </a:lnTo>
                  <a:close/>
                </a:path>
                <a:path w="781050" h="127000">
                  <a:moveTo>
                    <a:pt x="146427" y="18287"/>
                  </a:moveTo>
                  <a:lnTo>
                    <a:pt x="143874" y="18287"/>
                  </a:lnTo>
                  <a:lnTo>
                    <a:pt x="146886" y="17017"/>
                  </a:lnTo>
                  <a:lnTo>
                    <a:pt x="146794" y="17271"/>
                  </a:lnTo>
                  <a:lnTo>
                    <a:pt x="146702" y="17525"/>
                  </a:lnTo>
                  <a:lnTo>
                    <a:pt x="146656" y="17652"/>
                  </a:lnTo>
                  <a:lnTo>
                    <a:pt x="146529" y="18003"/>
                  </a:lnTo>
                  <a:lnTo>
                    <a:pt x="146427" y="18287"/>
                  </a:lnTo>
                  <a:close/>
                </a:path>
                <a:path w="781050" h="127000">
                  <a:moveTo>
                    <a:pt x="482370" y="20319"/>
                  </a:moveTo>
                  <a:lnTo>
                    <a:pt x="476883" y="20319"/>
                  </a:lnTo>
                  <a:lnTo>
                    <a:pt x="476777" y="19430"/>
                  </a:lnTo>
                  <a:lnTo>
                    <a:pt x="475254" y="17017"/>
                  </a:lnTo>
                  <a:lnTo>
                    <a:pt x="506078" y="17017"/>
                  </a:lnTo>
                  <a:lnTo>
                    <a:pt x="504945" y="17652"/>
                  </a:lnTo>
                  <a:lnTo>
                    <a:pt x="504812" y="18003"/>
                  </a:lnTo>
                  <a:lnTo>
                    <a:pt x="488078" y="18003"/>
                  </a:lnTo>
                  <a:lnTo>
                    <a:pt x="484870" y="18922"/>
                  </a:lnTo>
                  <a:lnTo>
                    <a:pt x="482370" y="20319"/>
                  </a:lnTo>
                  <a:close/>
                </a:path>
                <a:path w="781050" h="127000">
                  <a:moveTo>
                    <a:pt x="148186" y="22224"/>
                  </a:moveTo>
                  <a:lnTo>
                    <a:pt x="139425" y="22224"/>
                  </a:lnTo>
                  <a:lnTo>
                    <a:pt x="139528" y="20446"/>
                  </a:lnTo>
                  <a:lnTo>
                    <a:pt x="139653" y="18287"/>
                  </a:lnTo>
                  <a:lnTo>
                    <a:pt x="141748" y="17271"/>
                  </a:lnTo>
                  <a:lnTo>
                    <a:pt x="143874" y="18287"/>
                  </a:lnTo>
                  <a:lnTo>
                    <a:pt x="146427" y="18287"/>
                  </a:lnTo>
                  <a:lnTo>
                    <a:pt x="146451" y="19811"/>
                  </a:lnTo>
                  <a:lnTo>
                    <a:pt x="146560" y="20192"/>
                  </a:lnTo>
                  <a:lnTo>
                    <a:pt x="146668" y="20573"/>
                  </a:lnTo>
                  <a:lnTo>
                    <a:pt x="146777" y="20954"/>
                  </a:lnTo>
                  <a:lnTo>
                    <a:pt x="146886" y="21335"/>
                  </a:lnTo>
                  <a:lnTo>
                    <a:pt x="148186" y="22224"/>
                  </a:lnTo>
                  <a:close/>
                </a:path>
                <a:path w="781050" h="127000">
                  <a:moveTo>
                    <a:pt x="399678" y="20319"/>
                  </a:moveTo>
                  <a:lnTo>
                    <a:pt x="398388" y="20319"/>
                  </a:lnTo>
                  <a:lnTo>
                    <a:pt x="396312" y="17271"/>
                  </a:lnTo>
                  <a:lnTo>
                    <a:pt x="403796" y="17271"/>
                  </a:lnTo>
                  <a:lnTo>
                    <a:pt x="399678" y="20319"/>
                  </a:lnTo>
                  <a:close/>
                </a:path>
                <a:path w="781050" h="127000">
                  <a:moveTo>
                    <a:pt x="455732" y="18287"/>
                  </a:moveTo>
                  <a:lnTo>
                    <a:pt x="448505" y="17271"/>
                  </a:lnTo>
                  <a:lnTo>
                    <a:pt x="457726" y="17271"/>
                  </a:lnTo>
                  <a:lnTo>
                    <a:pt x="455732" y="18287"/>
                  </a:lnTo>
                  <a:close/>
                </a:path>
                <a:path w="781050" h="127000">
                  <a:moveTo>
                    <a:pt x="164267" y="23748"/>
                  </a:moveTo>
                  <a:lnTo>
                    <a:pt x="161192" y="23748"/>
                  </a:lnTo>
                  <a:lnTo>
                    <a:pt x="162080" y="22986"/>
                  </a:lnTo>
                  <a:lnTo>
                    <a:pt x="162178" y="21589"/>
                  </a:lnTo>
                  <a:lnTo>
                    <a:pt x="162294" y="19938"/>
                  </a:lnTo>
                  <a:lnTo>
                    <a:pt x="162418" y="18160"/>
                  </a:lnTo>
                  <a:lnTo>
                    <a:pt x="154116" y="17525"/>
                  </a:lnTo>
                  <a:lnTo>
                    <a:pt x="165019" y="17525"/>
                  </a:lnTo>
                  <a:lnTo>
                    <a:pt x="165137" y="18003"/>
                  </a:lnTo>
                  <a:lnTo>
                    <a:pt x="165182" y="20573"/>
                  </a:lnTo>
                  <a:lnTo>
                    <a:pt x="165024" y="20954"/>
                  </a:lnTo>
                  <a:lnTo>
                    <a:pt x="164918" y="21208"/>
                  </a:lnTo>
                  <a:lnTo>
                    <a:pt x="164865" y="21335"/>
                  </a:lnTo>
                  <a:lnTo>
                    <a:pt x="164760" y="21589"/>
                  </a:lnTo>
                  <a:lnTo>
                    <a:pt x="164654" y="21843"/>
                  </a:lnTo>
                  <a:lnTo>
                    <a:pt x="164549" y="22097"/>
                  </a:lnTo>
                  <a:lnTo>
                    <a:pt x="164443" y="22351"/>
                  </a:lnTo>
                  <a:lnTo>
                    <a:pt x="164329" y="23113"/>
                  </a:lnTo>
                  <a:lnTo>
                    <a:pt x="164267" y="23748"/>
                  </a:lnTo>
                  <a:close/>
                </a:path>
                <a:path w="781050" h="127000">
                  <a:moveTo>
                    <a:pt x="497318" y="20319"/>
                  </a:moveTo>
                  <a:lnTo>
                    <a:pt x="491526" y="20319"/>
                  </a:lnTo>
                  <a:lnTo>
                    <a:pt x="490356" y="18287"/>
                  </a:lnTo>
                  <a:lnTo>
                    <a:pt x="490283" y="18160"/>
                  </a:lnTo>
                  <a:lnTo>
                    <a:pt x="487426" y="18003"/>
                  </a:lnTo>
                  <a:lnTo>
                    <a:pt x="504812" y="18003"/>
                  </a:lnTo>
                  <a:lnTo>
                    <a:pt x="504704" y="18287"/>
                  </a:lnTo>
                  <a:lnTo>
                    <a:pt x="504607" y="18541"/>
                  </a:lnTo>
                  <a:lnTo>
                    <a:pt x="504511" y="18795"/>
                  </a:lnTo>
                  <a:lnTo>
                    <a:pt x="504414" y="19049"/>
                  </a:lnTo>
                  <a:lnTo>
                    <a:pt x="504318" y="19303"/>
                  </a:lnTo>
                  <a:lnTo>
                    <a:pt x="504221" y="19557"/>
                  </a:lnTo>
                  <a:lnTo>
                    <a:pt x="504125" y="19811"/>
                  </a:lnTo>
                  <a:lnTo>
                    <a:pt x="498553" y="19811"/>
                  </a:lnTo>
                  <a:lnTo>
                    <a:pt x="497318" y="20319"/>
                  </a:lnTo>
                  <a:close/>
                </a:path>
                <a:path w="781050" h="127000">
                  <a:moveTo>
                    <a:pt x="643635" y="19303"/>
                  </a:moveTo>
                  <a:lnTo>
                    <a:pt x="635873" y="19303"/>
                  </a:lnTo>
                  <a:lnTo>
                    <a:pt x="632379" y="18160"/>
                  </a:lnTo>
                  <a:lnTo>
                    <a:pt x="643886" y="18160"/>
                  </a:lnTo>
                  <a:lnTo>
                    <a:pt x="643811" y="19049"/>
                  </a:lnTo>
                  <a:lnTo>
                    <a:pt x="643723" y="19176"/>
                  </a:lnTo>
                  <a:lnTo>
                    <a:pt x="643635" y="19303"/>
                  </a:lnTo>
                  <a:close/>
                </a:path>
                <a:path w="781050" h="127000">
                  <a:moveTo>
                    <a:pt x="162500" y="36702"/>
                  </a:moveTo>
                  <a:lnTo>
                    <a:pt x="134015" y="36702"/>
                  </a:lnTo>
                  <a:lnTo>
                    <a:pt x="136949" y="33527"/>
                  </a:lnTo>
                  <a:lnTo>
                    <a:pt x="134967" y="30606"/>
                  </a:lnTo>
                  <a:lnTo>
                    <a:pt x="134871" y="30225"/>
                  </a:lnTo>
                  <a:lnTo>
                    <a:pt x="136705" y="27177"/>
                  </a:lnTo>
                  <a:lnTo>
                    <a:pt x="136684" y="26542"/>
                  </a:lnTo>
                  <a:lnTo>
                    <a:pt x="135407" y="23748"/>
                  </a:lnTo>
                  <a:lnTo>
                    <a:pt x="135349" y="23621"/>
                  </a:lnTo>
                  <a:lnTo>
                    <a:pt x="135232" y="23367"/>
                  </a:lnTo>
                  <a:lnTo>
                    <a:pt x="135116" y="23113"/>
                  </a:lnTo>
                  <a:lnTo>
                    <a:pt x="133269" y="20573"/>
                  </a:lnTo>
                  <a:lnTo>
                    <a:pt x="133176" y="20446"/>
                  </a:lnTo>
                  <a:lnTo>
                    <a:pt x="133084" y="20319"/>
                  </a:lnTo>
                  <a:lnTo>
                    <a:pt x="132992" y="20192"/>
                  </a:lnTo>
                  <a:lnTo>
                    <a:pt x="132899" y="20065"/>
                  </a:lnTo>
                  <a:lnTo>
                    <a:pt x="132807" y="19938"/>
                  </a:lnTo>
                  <a:lnTo>
                    <a:pt x="132714" y="19811"/>
                  </a:lnTo>
                  <a:lnTo>
                    <a:pt x="132622" y="19684"/>
                  </a:lnTo>
                  <a:lnTo>
                    <a:pt x="132530" y="19557"/>
                  </a:lnTo>
                  <a:lnTo>
                    <a:pt x="135116" y="18287"/>
                  </a:lnTo>
                  <a:lnTo>
                    <a:pt x="135226" y="18541"/>
                  </a:lnTo>
                  <a:lnTo>
                    <a:pt x="135337" y="18795"/>
                  </a:lnTo>
                  <a:lnTo>
                    <a:pt x="135447" y="19049"/>
                  </a:lnTo>
                  <a:lnTo>
                    <a:pt x="135557" y="19303"/>
                  </a:lnTo>
                  <a:lnTo>
                    <a:pt x="135667" y="19557"/>
                  </a:lnTo>
                  <a:lnTo>
                    <a:pt x="135777" y="19811"/>
                  </a:lnTo>
                  <a:lnTo>
                    <a:pt x="135887" y="20065"/>
                  </a:lnTo>
                  <a:lnTo>
                    <a:pt x="135997" y="20319"/>
                  </a:lnTo>
                  <a:lnTo>
                    <a:pt x="136107" y="20573"/>
                  </a:lnTo>
                  <a:lnTo>
                    <a:pt x="139425" y="22224"/>
                  </a:lnTo>
                  <a:lnTo>
                    <a:pt x="148186" y="22224"/>
                  </a:lnTo>
                  <a:lnTo>
                    <a:pt x="149300" y="22986"/>
                  </a:lnTo>
                  <a:lnTo>
                    <a:pt x="153781" y="23748"/>
                  </a:lnTo>
                  <a:lnTo>
                    <a:pt x="164267" y="23748"/>
                  </a:lnTo>
                  <a:lnTo>
                    <a:pt x="164143" y="25018"/>
                  </a:lnTo>
                  <a:lnTo>
                    <a:pt x="164056" y="25907"/>
                  </a:lnTo>
                  <a:lnTo>
                    <a:pt x="163957" y="26923"/>
                  </a:lnTo>
                  <a:lnTo>
                    <a:pt x="144641" y="26923"/>
                  </a:lnTo>
                  <a:lnTo>
                    <a:pt x="139653" y="27685"/>
                  </a:lnTo>
                  <a:lnTo>
                    <a:pt x="138879" y="29971"/>
                  </a:lnTo>
                  <a:lnTo>
                    <a:pt x="138793" y="30225"/>
                  </a:lnTo>
                  <a:lnTo>
                    <a:pt x="138750" y="30352"/>
                  </a:lnTo>
                  <a:lnTo>
                    <a:pt x="138545" y="30352"/>
                  </a:lnTo>
                  <a:lnTo>
                    <a:pt x="141625" y="32765"/>
                  </a:lnTo>
                  <a:lnTo>
                    <a:pt x="140744" y="34543"/>
                  </a:lnTo>
                  <a:lnTo>
                    <a:pt x="140618" y="34797"/>
                  </a:lnTo>
                  <a:lnTo>
                    <a:pt x="140840" y="35051"/>
                  </a:lnTo>
                  <a:lnTo>
                    <a:pt x="140952" y="35178"/>
                  </a:lnTo>
                  <a:lnTo>
                    <a:pt x="141625" y="35813"/>
                  </a:lnTo>
                  <a:lnTo>
                    <a:pt x="162608" y="35813"/>
                  </a:lnTo>
                  <a:lnTo>
                    <a:pt x="162500" y="36702"/>
                  </a:lnTo>
                  <a:close/>
                </a:path>
                <a:path w="781050" h="127000">
                  <a:moveTo>
                    <a:pt x="444539" y="20319"/>
                  </a:moveTo>
                  <a:lnTo>
                    <a:pt x="438613" y="20319"/>
                  </a:lnTo>
                  <a:lnTo>
                    <a:pt x="438555" y="20192"/>
                  </a:lnTo>
                  <a:lnTo>
                    <a:pt x="438438" y="19938"/>
                  </a:lnTo>
                  <a:lnTo>
                    <a:pt x="438321" y="19684"/>
                  </a:lnTo>
                  <a:lnTo>
                    <a:pt x="438204" y="19430"/>
                  </a:lnTo>
                  <a:lnTo>
                    <a:pt x="438087" y="19176"/>
                  </a:lnTo>
                  <a:lnTo>
                    <a:pt x="437970" y="18922"/>
                  </a:lnTo>
                  <a:lnTo>
                    <a:pt x="446357" y="18922"/>
                  </a:lnTo>
                  <a:lnTo>
                    <a:pt x="444539" y="20319"/>
                  </a:lnTo>
                  <a:close/>
                </a:path>
                <a:path w="781050" h="127000">
                  <a:moveTo>
                    <a:pt x="683194" y="19303"/>
                  </a:moveTo>
                  <a:lnTo>
                    <a:pt x="676321" y="19303"/>
                  </a:lnTo>
                  <a:lnTo>
                    <a:pt x="676219" y="19176"/>
                  </a:lnTo>
                  <a:lnTo>
                    <a:pt x="676117" y="19049"/>
                  </a:lnTo>
                  <a:lnTo>
                    <a:pt x="683194" y="19049"/>
                  </a:lnTo>
                  <a:lnTo>
                    <a:pt x="683194" y="19303"/>
                  </a:lnTo>
                  <a:close/>
                </a:path>
                <a:path w="781050" h="127000">
                  <a:moveTo>
                    <a:pt x="631847" y="19303"/>
                  </a:moveTo>
                  <a:lnTo>
                    <a:pt x="623510" y="19303"/>
                  </a:lnTo>
                  <a:lnTo>
                    <a:pt x="621598" y="19176"/>
                  </a:lnTo>
                  <a:lnTo>
                    <a:pt x="631906" y="19176"/>
                  </a:lnTo>
                  <a:lnTo>
                    <a:pt x="631847" y="19303"/>
                  </a:lnTo>
                  <a:close/>
                </a:path>
                <a:path w="781050" h="127000">
                  <a:moveTo>
                    <a:pt x="615525" y="19430"/>
                  </a:moveTo>
                  <a:lnTo>
                    <a:pt x="543872" y="19430"/>
                  </a:lnTo>
                  <a:lnTo>
                    <a:pt x="549368" y="19303"/>
                  </a:lnTo>
                  <a:lnTo>
                    <a:pt x="615508" y="19303"/>
                  </a:lnTo>
                  <a:lnTo>
                    <a:pt x="615525" y="19430"/>
                  </a:lnTo>
                  <a:close/>
                </a:path>
                <a:path w="781050" h="127000">
                  <a:moveTo>
                    <a:pt x="625422" y="19430"/>
                  </a:moveTo>
                  <a:lnTo>
                    <a:pt x="621416" y="19430"/>
                  </a:lnTo>
                  <a:lnTo>
                    <a:pt x="621507" y="19303"/>
                  </a:lnTo>
                  <a:lnTo>
                    <a:pt x="623510" y="19303"/>
                  </a:lnTo>
                  <a:lnTo>
                    <a:pt x="625422" y="19430"/>
                  </a:lnTo>
                  <a:close/>
                </a:path>
                <a:path w="781050" h="127000">
                  <a:moveTo>
                    <a:pt x="636261" y="19430"/>
                  </a:moveTo>
                  <a:lnTo>
                    <a:pt x="631788" y="19430"/>
                  </a:lnTo>
                  <a:lnTo>
                    <a:pt x="631847" y="19303"/>
                  </a:lnTo>
                  <a:lnTo>
                    <a:pt x="635873" y="19303"/>
                  </a:lnTo>
                  <a:lnTo>
                    <a:pt x="636261" y="19430"/>
                  </a:lnTo>
                  <a:close/>
                </a:path>
                <a:path w="781050" h="127000">
                  <a:moveTo>
                    <a:pt x="652541" y="19430"/>
                  </a:moveTo>
                  <a:lnTo>
                    <a:pt x="643547" y="19430"/>
                  </a:lnTo>
                  <a:lnTo>
                    <a:pt x="643635" y="19303"/>
                  </a:lnTo>
                  <a:lnTo>
                    <a:pt x="652472" y="19303"/>
                  </a:lnTo>
                  <a:lnTo>
                    <a:pt x="652541" y="19430"/>
                  </a:lnTo>
                  <a:close/>
                </a:path>
                <a:path w="781050" h="127000">
                  <a:moveTo>
                    <a:pt x="676423" y="19430"/>
                  </a:moveTo>
                  <a:lnTo>
                    <a:pt x="669837" y="19430"/>
                  </a:lnTo>
                  <a:lnTo>
                    <a:pt x="671931" y="19303"/>
                  </a:lnTo>
                  <a:lnTo>
                    <a:pt x="676321" y="19303"/>
                  </a:lnTo>
                  <a:lnTo>
                    <a:pt x="676423" y="19430"/>
                  </a:lnTo>
                  <a:close/>
                </a:path>
                <a:path w="781050" h="127000">
                  <a:moveTo>
                    <a:pt x="538375" y="19557"/>
                  </a:moveTo>
                  <a:lnTo>
                    <a:pt x="538323" y="19430"/>
                  </a:lnTo>
                  <a:lnTo>
                    <a:pt x="543872" y="19430"/>
                  </a:lnTo>
                  <a:lnTo>
                    <a:pt x="538375" y="19557"/>
                  </a:lnTo>
                  <a:close/>
                </a:path>
                <a:path w="781050" h="127000">
                  <a:moveTo>
                    <a:pt x="620780" y="20319"/>
                  </a:moveTo>
                  <a:lnTo>
                    <a:pt x="615641" y="20319"/>
                  </a:lnTo>
                  <a:lnTo>
                    <a:pt x="615525" y="19430"/>
                  </a:lnTo>
                  <a:lnTo>
                    <a:pt x="621416" y="19430"/>
                  </a:lnTo>
                  <a:lnTo>
                    <a:pt x="621325" y="19557"/>
                  </a:lnTo>
                  <a:lnTo>
                    <a:pt x="621234" y="19684"/>
                  </a:lnTo>
                  <a:lnTo>
                    <a:pt x="621143" y="19811"/>
                  </a:lnTo>
                  <a:lnTo>
                    <a:pt x="621053" y="19938"/>
                  </a:lnTo>
                  <a:lnTo>
                    <a:pt x="620962" y="20065"/>
                  </a:lnTo>
                  <a:lnTo>
                    <a:pt x="620871" y="20192"/>
                  </a:lnTo>
                  <a:lnTo>
                    <a:pt x="620780" y="20319"/>
                  </a:lnTo>
                  <a:close/>
                </a:path>
                <a:path w="781050" h="127000">
                  <a:moveTo>
                    <a:pt x="631373" y="20319"/>
                  </a:moveTo>
                  <a:lnTo>
                    <a:pt x="625612" y="20319"/>
                  </a:lnTo>
                  <a:lnTo>
                    <a:pt x="625531" y="19938"/>
                  </a:lnTo>
                  <a:lnTo>
                    <a:pt x="625422" y="19430"/>
                  </a:lnTo>
                  <a:lnTo>
                    <a:pt x="631788" y="19430"/>
                  </a:lnTo>
                  <a:lnTo>
                    <a:pt x="631669" y="19684"/>
                  </a:lnTo>
                  <a:lnTo>
                    <a:pt x="631551" y="19938"/>
                  </a:lnTo>
                  <a:lnTo>
                    <a:pt x="631433" y="20192"/>
                  </a:lnTo>
                  <a:lnTo>
                    <a:pt x="631373" y="20319"/>
                  </a:lnTo>
                  <a:close/>
                </a:path>
                <a:path w="781050" h="127000">
                  <a:moveTo>
                    <a:pt x="642930" y="20319"/>
                  </a:moveTo>
                  <a:lnTo>
                    <a:pt x="637426" y="20319"/>
                  </a:lnTo>
                  <a:lnTo>
                    <a:pt x="637426" y="19811"/>
                  </a:lnTo>
                  <a:lnTo>
                    <a:pt x="636261" y="19430"/>
                  </a:lnTo>
                  <a:lnTo>
                    <a:pt x="643547" y="19430"/>
                  </a:lnTo>
                  <a:lnTo>
                    <a:pt x="643458" y="19557"/>
                  </a:lnTo>
                  <a:lnTo>
                    <a:pt x="643370" y="19684"/>
                  </a:lnTo>
                  <a:lnTo>
                    <a:pt x="643282" y="19811"/>
                  </a:lnTo>
                  <a:lnTo>
                    <a:pt x="643194" y="19938"/>
                  </a:lnTo>
                  <a:lnTo>
                    <a:pt x="643106" y="20065"/>
                  </a:lnTo>
                  <a:lnTo>
                    <a:pt x="643018" y="20192"/>
                  </a:lnTo>
                  <a:lnTo>
                    <a:pt x="642930" y="20319"/>
                  </a:lnTo>
                  <a:close/>
                </a:path>
                <a:path w="781050" h="127000">
                  <a:moveTo>
                    <a:pt x="655185" y="20319"/>
                  </a:moveTo>
                  <a:lnTo>
                    <a:pt x="653023" y="20319"/>
                  </a:lnTo>
                  <a:lnTo>
                    <a:pt x="652954" y="20192"/>
                  </a:lnTo>
                  <a:lnTo>
                    <a:pt x="652885" y="20065"/>
                  </a:lnTo>
                  <a:lnTo>
                    <a:pt x="652816" y="19938"/>
                  </a:lnTo>
                  <a:lnTo>
                    <a:pt x="652747" y="19811"/>
                  </a:lnTo>
                  <a:lnTo>
                    <a:pt x="652678" y="19684"/>
                  </a:lnTo>
                  <a:lnTo>
                    <a:pt x="652610" y="19557"/>
                  </a:lnTo>
                  <a:lnTo>
                    <a:pt x="652541" y="19430"/>
                  </a:lnTo>
                  <a:lnTo>
                    <a:pt x="669837" y="19430"/>
                  </a:lnTo>
                  <a:lnTo>
                    <a:pt x="655185" y="20319"/>
                  </a:lnTo>
                  <a:close/>
                </a:path>
                <a:path w="781050" h="127000">
                  <a:moveTo>
                    <a:pt x="683194" y="20319"/>
                  </a:moveTo>
                  <a:lnTo>
                    <a:pt x="677135" y="20319"/>
                  </a:lnTo>
                  <a:lnTo>
                    <a:pt x="677033" y="20192"/>
                  </a:lnTo>
                  <a:lnTo>
                    <a:pt x="676932" y="20065"/>
                  </a:lnTo>
                  <a:lnTo>
                    <a:pt x="676830" y="19938"/>
                  </a:lnTo>
                  <a:lnTo>
                    <a:pt x="676728" y="19811"/>
                  </a:lnTo>
                  <a:lnTo>
                    <a:pt x="676626" y="19684"/>
                  </a:lnTo>
                  <a:lnTo>
                    <a:pt x="676524" y="19557"/>
                  </a:lnTo>
                  <a:lnTo>
                    <a:pt x="676423" y="19430"/>
                  </a:lnTo>
                  <a:lnTo>
                    <a:pt x="683194" y="19430"/>
                  </a:lnTo>
                  <a:lnTo>
                    <a:pt x="683194" y="20319"/>
                  </a:lnTo>
                  <a:close/>
                </a:path>
                <a:path w="781050" h="127000">
                  <a:moveTo>
                    <a:pt x="503932" y="20319"/>
                  </a:moveTo>
                  <a:lnTo>
                    <a:pt x="498483" y="20319"/>
                  </a:lnTo>
                  <a:lnTo>
                    <a:pt x="498553" y="19811"/>
                  </a:lnTo>
                  <a:lnTo>
                    <a:pt x="504125" y="19811"/>
                  </a:lnTo>
                  <a:lnTo>
                    <a:pt x="504028" y="20065"/>
                  </a:lnTo>
                  <a:lnTo>
                    <a:pt x="503932" y="20319"/>
                  </a:lnTo>
                  <a:close/>
                </a:path>
                <a:path w="781050" h="127000">
                  <a:moveTo>
                    <a:pt x="356713" y="20319"/>
                  </a:moveTo>
                  <a:lnTo>
                    <a:pt x="346538" y="20319"/>
                  </a:lnTo>
                  <a:lnTo>
                    <a:pt x="346462" y="20065"/>
                  </a:lnTo>
                  <a:lnTo>
                    <a:pt x="356693" y="20065"/>
                  </a:lnTo>
                  <a:lnTo>
                    <a:pt x="356713" y="20319"/>
                  </a:lnTo>
                  <a:close/>
                </a:path>
                <a:path w="781050" h="127000">
                  <a:moveTo>
                    <a:pt x="344128" y="20446"/>
                  </a:moveTo>
                  <a:lnTo>
                    <a:pt x="308381" y="20446"/>
                  </a:lnTo>
                  <a:lnTo>
                    <a:pt x="308381" y="20319"/>
                  </a:lnTo>
                  <a:lnTo>
                    <a:pt x="344068" y="20319"/>
                  </a:lnTo>
                  <a:lnTo>
                    <a:pt x="344128" y="20446"/>
                  </a:lnTo>
                  <a:close/>
                </a:path>
                <a:path w="781050" h="127000">
                  <a:moveTo>
                    <a:pt x="346576" y="20446"/>
                  </a:moveTo>
                  <a:lnTo>
                    <a:pt x="345563" y="20446"/>
                  </a:lnTo>
                  <a:lnTo>
                    <a:pt x="345863" y="20319"/>
                  </a:lnTo>
                  <a:lnTo>
                    <a:pt x="346538" y="20319"/>
                  </a:lnTo>
                  <a:lnTo>
                    <a:pt x="346576" y="20446"/>
                  </a:lnTo>
                  <a:close/>
                </a:path>
                <a:path w="781050" h="127000">
                  <a:moveTo>
                    <a:pt x="363896" y="20446"/>
                  </a:moveTo>
                  <a:lnTo>
                    <a:pt x="356723" y="20446"/>
                  </a:lnTo>
                  <a:lnTo>
                    <a:pt x="356713" y="20319"/>
                  </a:lnTo>
                  <a:lnTo>
                    <a:pt x="363875" y="20319"/>
                  </a:lnTo>
                  <a:lnTo>
                    <a:pt x="363896" y="20446"/>
                  </a:lnTo>
                  <a:close/>
                </a:path>
                <a:path w="781050" h="127000">
                  <a:moveTo>
                    <a:pt x="389861" y="20446"/>
                  </a:moveTo>
                  <a:lnTo>
                    <a:pt x="364683" y="20446"/>
                  </a:lnTo>
                  <a:lnTo>
                    <a:pt x="364859" y="20319"/>
                  </a:lnTo>
                  <a:lnTo>
                    <a:pt x="389787" y="20319"/>
                  </a:lnTo>
                  <a:lnTo>
                    <a:pt x="389861" y="20446"/>
                  </a:lnTo>
                  <a:close/>
                </a:path>
                <a:path w="781050" h="127000">
                  <a:moveTo>
                    <a:pt x="398474" y="20446"/>
                  </a:moveTo>
                  <a:lnTo>
                    <a:pt x="395330" y="20446"/>
                  </a:lnTo>
                  <a:lnTo>
                    <a:pt x="395337" y="20319"/>
                  </a:lnTo>
                  <a:lnTo>
                    <a:pt x="398388" y="20319"/>
                  </a:lnTo>
                  <a:lnTo>
                    <a:pt x="398474" y="20446"/>
                  </a:lnTo>
                  <a:close/>
                </a:path>
                <a:path w="781050" h="127000">
                  <a:moveTo>
                    <a:pt x="429859" y="20446"/>
                  </a:moveTo>
                  <a:lnTo>
                    <a:pt x="399507" y="20446"/>
                  </a:lnTo>
                  <a:lnTo>
                    <a:pt x="399678" y="20319"/>
                  </a:lnTo>
                  <a:lnTo>
                    <a:pt x="429720" y="20319"/>
                  </a:lnTo>
                  <a:lnTo>
                    <a:pt x="429859" y="20446"/>
                  </a:lnTo>
                  <a:close/>
                </a:path>
                <a:path w="781050" h="127000">
                  <a:moveTo>
                    <a:pt x="438672" y="20446"/>
                  </a:moveTo>
                  <a:lnTo>
                    <a:pt x="435315" y="20446"/>
                  </a:lnTo>
                  <a:lnTo>
                    <a:pt x="435266" y="20319"/>
                  </a:lnTo>
                  <a:lnTo>
                    <a:pt x="438613" y="20319"/>
                  </a:lnTo>
                  <a:lnTo>
                    <a:pt x="438672" y="20446"/>
                  </a:lnTo>
                  <a:close/>
                </a:path>
                <a:path w="781050" h="127000">
                  <a:moveTo>
                    <a:pt x="467361" y="20446"/>
                  </a:moveTo>
                  <a:lnTo>
                    <a:pt x="444374" y="20446"/>
                  </a:lnTo>
                  <a:lnTo>
                    <a:pt x="444539" y="20319"/>
                  </a:lnTo>
                  <a:lnTo>
                    <a:pt x="467240" y="20319"/>
                  </a:lnTo>
                  <a:lnTo>
                    <a:pt x="467361" y="20446"/>
                  </a:lnTo>
                  <a:close/>
                </a:path>
                <a:path w="781050" h="127000">
                  <a:moveTo>
                    <a:pt x="476872" y="20446"/>
                  </a:moveTo>
                  <a:lnTo>
                    <a:pt x="471756" y="20446"/>
                  </a:lnTo>
                  <a:lnTo>
                    <a:pt x="471803" y="20319"/>
                  </a:lnTo>
                  <a:lnTo>
                    <a:pt x="476883" y="20319"/>
                  </a:lnTo>
                  <a:lnTo>
                    <a:pt x="476872" y="20446"/>
                  </a:lnTo>
                  <a:close/>
                </a:path>
                <a:path w="781050" h="127000">
                  <a:moveTo>
                    <a:pt x="491599" y="20446"/>
                  </a:moveTo>
                  <a:lnTo>
                    <a:pt x="482143" y="20446"/>
                  </a:lnTo>
                  <a:lnTo>
                    <a:pt x="482370" y="20319"/>
                  </a:lnTo>
                  <a:lnTo>
                    <a:pt x="491526" y="20319"/>
                  </a:lnTo>
                  <a:lnTo>
                    <a:pt x="491599" y="20446"/>
                  </a:lnTo>
                  <a:close/>
                </a:path>
                <a:path w="781050" h="127000">
                  <a:moveTo>
                    <a:pt x="498465" y="20446"/>
                  </a:moveTo>
                  <a:lnTo>
                    <a:pt x="497010" y="20446"/>
                  </a:lnTo>
                  <a:lnTo>
                    <a:pt x="497318" y="20319"/>
                  </a:lnTo>
                  <a:lnTo>
                    <a:pt x="498483" y="20319"/>
                  </a:lnTo>
                  <a:lnTo>
                    <a:pt x="498465" y="20446"/>
                  </a:lnTo>
                  <a:close/>
                </a:path>
                <a:path w="781050" h="127000">
                  <a:moveTo>
                    <a:pt x="521861" y="20446"/>
                  </a:moveTo>
                  <a:lnTo>
                    <a:pt x="503884" y="20446"/>
                  </a:lnTo>
                  <a:lnTo>
                    <a:pt x="503932" y="20319"/>
                  </a:lnTo>
                  <a:lnTo>
                    <a:pt x="521873" y="20319"/>
                  </a:lnTo>
                  <a:lnTo>
                    <a:pt x="521861" y="20446"/>
                  </a:lnTo>
                  <a:close/>
                </a:path>
                <a:path w="781050" h="127000">
                  <a:moveTo>
                    <a:pt x="615658" y="20446"/>
                  </a:moveTo>
                  <a:lnTo>
                    <a:pt x="524734" y="20446"/>
                  </a:lnTo>
                  <a:lnTo>
                    <a:pt x="524759" y="20319"/>
                  </a:lnTo>
                  <a:lnTo>
                    <a:pt x="615641" y="20319"/>
                  </a:lnTo>
                  <a:lnTo>
                    <a:pt x="615658" y="20446"/>
                  </a:lnTo>
                  <a:close/>
                </a:path>
                <a:path w="781050" h="127000">
                  <a:moveTo>
                    <a:pt x="625640" y="20446"/>
                  </a:moveTo>
                  <a:lnTo>
                    <a:pt x="620689" y="20446"/>
                  </a:lnTo>
                  <a:lnTo>
                    <a:pt x="620780" y="20319"/>
                  </a:lnTo>
                  <a:lnTo>
                    <a:pt x="625612" y="20319"/>
                  </a:lnTo>
                  <a:lnTo>
                    <a:pt x="625640" y="20446"/>
                  </a:lnTo>
                  <a:close/>
                </a:path>
                <a:path w="781050" h="127000">
                  <a:moveTo>
                    <a:pt x="637426" y="20446"/>
                  </a:moveTo>
                  <a:lnTo>
                    <a:pt x="631314" y="20446"/>
                  </a:lnTo>
                  <a:lnTo>
                    <a:pt x="631373" y="20319"/>
                  </a:lnTo>
                  <a:lnTo>
                    <a:pt x="637426" y="20319"/>
                  </a:lnTo>
                  <a:lnTo>
                    <a:pt x="637426" y="20446"/>
                  </a:lnTo>
                  <a:close/>
                </a:path>
                <a:path w="781050" h="127000">
                  <a:moveTo>
                    <a:pt x="653091" y="20446"/>
                  </a:moveTo>
                  <a:lnTo>
                    <a:pt x="642842" y="20446"/>
                  </a:lnTo>
                  <a:lnTo>
                    <a:pt x="642930" y="20319"/>
                  </a:lnTo>
                  <a:lnTo>
                    <a:pt x="653023" y="20319"/>
                  </a:lnTo>
                  <a:lnTo>
                    <a:pt x="653091" y="20446"/>
                  </a:lnTo>
                  <a:close/>
                </a:path>
                <a:path w="781050" h="127000">
                  <a:moveTo>
                    <a:pt x="677237" y="20446"/>
                  </a:moveTo>
                  <a:lnTo>
                    <a:pt x="653091" y="20446"/>
                  </a:lnTo>
                  <a:lnTo>
                    <a:pt x="655185" y="20319"/>
                  </a:lnTo>
                  <a:lnTo>
                    <a:pt x="677135" y="20319"/>
                  </a:lnTo>
                  <a:lnTo>
                    <a:pt x="677237" y="20446"/>
                  </a:lnTo>
                  <a:close/>
                </a:path>
                <a:path w="781050" h="127000">
                  <a:moveTo>
                    <a:pt x="307218" y="33273"/>
                  </a:moveTo>
                  <a:lnTo>
                    <a:pt x="307160" y="31622"/>
                  </a:lnTo>
                  <a:lnTo>
                    <a:pt x="307035" y="28066"/>
                  </a:lnTo>
                  <a:lnTo>
                    <a:pt x="306914" y="26669"/>
                  </a:lnTo>
                  <a:lnTo>
                    <a:pt x="304560" y="22732"/>
                  </a:lnTo>
                  <a:lnTo>
                    <a:pt x="301036" y="20446"/>
                  </a:lnTo>
                  <a:lnTo>
                    <a:pt x="308381" y="20446"/>
                  </a:lnTo>
                  <a:lnTo>
                    <a:pt x="308381" y="21843"/>
                  </a:lnTo>
                  <a:lnTo>
                    <a:pt x="310854" y="24891"/>
                  </a:lnTo>
                  <a:lnTo>
                    <a:pt x="310957" y="25018"/>
                  </a:lnTo>
                  <a:lnTo>
                    <a:pt x="311038" y="25399"/>
                  </a:lnTo>
                  <a:lnTo>
                    <a:pt x="309910" y="26542"/>
                  </a:lnTo>
                  <a:lnTo>
                    <a:pt x="309785" y="26669"/>
                  </a:lnTo>
                  <a:lnTo>
                    <a:pt x="309700" y="27177"/>
                  </a:lnTo>
                  <a:lnTo>
                    <a:pt x="309614" y="27685"/>
                  </a:lnTo>
                  <a:lnTo>
                    <a:pt x="309508" y="28320"/>
                  </a:lnTo>
                  <a:lnTo>
                    <a:pt x="309423" y="28828"/>
                  </a:lnTo>
                  <a:lnTo>
                    <a:pt x="309316" y="29463"/>
                  </a:lnTo>
                  <a:lnTo>
                    <a:pt x="309231" y="29971"/>
                  </a:lnTo>
                  <a:lnTo>
                    <a:pt x="309124" y="30606"/>
                  </a:lnTo>
                  <a:lnTo>
                    <a:pt x="309018" y="31241"/>
                  </a:lnTo>
                  <a:lnTo>
                    <a:pt x="308954" y="31622"/>
                  </a:lnTo>
                  <a:lnTo>
                    <a:pt x="308890" y="32003"/>
                  </a:lnTo>
                  <a:lnTo>
                    <a:pt x="309052" y="32003"/>
                  </a:lnTo>
                  <a:lnTo>
                    <a:pt x="307218" y="33273"/>
                  </a:lnTo>
                  <a:close/>
                </a:path>
                <a:path w="781050" h="127000">
                  <a:moveTo>
                    <a:pt x="344366" y="20954"/>
                  </a:moveTo>
                  <a:lnTo>
                    <a:pt x="344187" y="20573"/>
                  </a:lnTo>
                  <a:lnTo>
                    <a:pt x="344128" y="20446"/>
                  </a:lnTo>
                  <a:lnTo>
                    <a:pt x="345563" y="20446"/>
                  </a:lnTo>
                  <a:lnTo>
                    <a:pt x="344366" y="20954"/>
                  </a:lnTo>
                  <a:close/>
                </a:path>
                <a:path w="781050" h="127000">
                  <a:moveTo>
                    <a:pt x="350160" y="24510"/>
                  </a:moveTo>
                  <a:lnTo>
                    <a:pt x="347378" y="23113"/>
                  </a:lnTo>
                  <a:lnTo>
                    <a:pt x="347264" y="22732"/>
                  </a:lnTo>
                  <a:lnTo>
                    <a:pt x="347187" y="22478"/>
                  </a:lnTo>
                  <a:lnTo>
                    <a:pt x="347111" y="22224"/>
                  </a:lnTo>
                  <a:lnTo>
                    <a:pt x="346996" y="21843"/>
                  </a:lnTo>
                  <a:lnTo>
                    <a:pt x="346920" y="21589"/>
                  </a:lnTo>
                  <a:lnTo>
                    <a:pt x="346844" y="21335"/>
                  </a:lnTo>
                  <a:lnTo>
                    <a:pt x="346729" y="20954"/>
                  </a:lnTo>
                  <a:lnTo>
                    <a:pt x="346614" y="20573"/>
                  </a:lnTo>
                  <a:lnTo>
                    <a:pt x="346576" y="20446"/>
                  </a:lnTo>
                  <a:lnTo>
                    <a:pt x="356723" y="20446"/>
                  </a:lnTo>
                  <a:lnTo>
                    <a:pt x="356824" y="20954"/>
                  </a:lnTo>
                  <a:lnTo>
                    <a:pt x="356915" y="21335"/>
                  </a:lnTo>
                  <a:lnTo>
                    <a:pt x="357035" y="21843"/>
                  </a:lnTo>
                  <a:lnTo>
                    <a:pt x="357156" y="22351"/>
                  </a:lnTo>
                  <a:lnTo>
                    <a:pt x="351203" y="22351"/>
                  </a:lnTo>
                  <a:lnTo>
                    <a:pt x="350344" y="24129"/>
                  </a:lnTo>
                  <a:lnTo>
                    <a:pt x="350221" y="24383"/>
                  </a:lnTo>
                  <a:lnTo>
                    <a:pt x="350160" y="24510"/>
                  </a:lnTo>
                  <a:close/>
                </a:path>
                <a:path w="781050" h="127000">
                  <a:moveTo>
                    <a:pt x="363980" y="20954"/>
                  </a:moveTo>
                  <a:lnTo>
                    <a:pt x="363896" y="20446"/>
                  </a:lnTo>
                  <a:lnTo>
                    <a:pt x="364683" y="20446"/>
                  </a:lnTo>
                  <a:lnTo>
                    <a:pt x="363980" y="20954"/>
                  </a:lnTo>
                  <a:close/>
                </a:path>
                <a:path w="781050" h="127000">
                  <a:moveTo>
                    <a:pt x="395986" y="41782"/>
                  </a:moveTo>
                  <a:lnTo>
                    <a:pt x="392276" y="41782"/>
                  </a:lnTo>
                  <a:lnTo>
                    <a:pt x="392181" y="32384"/>
                  </a:lnTo>
                  <a:lnTo>
                    <a:pt x="392065" y="31368"/>
                  </a:lnTo>
                  <a:lnTo>
                    <a:pt x="391950" y="30352"/>
                  </a:lnTo>
                  <a:lnTo>
                    <a:pt x="391848" y="29463"/>
                  </a:lnTo>
                  <a:lnTo>
                    <a:pt x="391733" y="28447"/>
                  </a:lnTo>
                  <a:lnTo>
                    <a:pt x="391646" y="27685"/>
                  </a:lnTo>
                  <a:lnTo>
                    <a:pt x="391559" y="26923"/>
                  </a:lnTo>
                  <a:lnTo>
                    <a:pt x="391443" y="25018"/>
                  </a:lnTo>
                  <a:lnTo>
                    <a:pt x="391327" y="22986"/>
                  </a:lnTo>
                  <a:lnTo>
                    <a:pt x="389934" y="20573"/>
                  </a:lnTo>
                  <a:lnTo>
                    <a:pt x="389861" y="20446"/>
                  </a:lnTo>
                  <a:lnTo>
                    <a:pt x="395330" y="20446"/>
                  </a:lnTo>
                  <a:lnTo>
                    <a:pt x="395213" y="22732"/>
                  </a:lnTo>
                  <a:lnTo>
                    <a:pt x="395181" y="23367"/>
                  </a:lnTo>
                  <a:lnTo>
                    <a:pt x="396559" y="23367"/>
                  </a:lnTo>
                  <a:lnTo>
                    <a:pt x="396559" y="23621"/>
                  </a:lnTo>
                  <a:lnTo>
                    <a:pt x="432514" y="23621"/>
                  </a:lnTo>
                  <a:lnTo>
                    <a:pt x="432614" y="23748"/>
                  </a:lnTo>
                  <a:lnTo>
                    <a:pt x="396559" y="23748"/>
                  </a:lnTo>
                  <a:lnTo>
                    <a:pt x="396438" y="31368"/>
                  </a:lnTo>
                  <a:lnTo>
                    <a:pt x="396352" y="32003"/>
                  </a:lnTo>
                  <a:lnTo>
                    <a:pt x="396249" y="32765"/>
                  </a:lnTo>
                  <a:lnTo>
                    <a:pt x="396145" y="33527"/>
                  </a:lnTo>
                  <a:lnTo>
                    <a:pt x="396059" y="34162"/>
                  </a:lnTo>
                  <a:lnTo>
                    <a:pt x="395986" y="41782"/>
                  </a:lnTo>
                  <a:close/>
                </a:path>
                <a:path w="781050" h="127000">
                  <a:moveTo>
                    <a:pt x="398820" y="20954"/>
                  </a:moveTo>
                  <a:lnTo>
                    <a:pt x="398561" y="20573"/>
                  </a:lnTo>
                  <a:lnTo>
                    <a:pt x="398474" y="20446"/>
                  </a:lnTo>
                  <a:lnTo>
                    <a:pt x="399507" y="20446"/>
                  </a:lnTo>
                  <a:lnTo>
                    <a:pt x="398820" y="20954"/>
                  </a:lnTo>
                  <a:close/>
                </a:path>
                <a:path w="781050" h="127000">
                  <a:moveTo>
                    <a:pt x="439619" y="23621"/>
                  </a:moveTo>
                  <a:lnTo>
                    <a:pt x="432514" y="23621"/>
                  </a:lnTo>
                  <a:lnTo>
                    <a:pt x="430718" y="21335"/>
                  </a:lnTo>
                  <a:lnTo>
                    <a:pt x="430618" y="21208"/>
                  </a:lnTo>
                  <a:lnTo>
                    <a:pt x="430518" y="21081"/>
                  </a:lnTo>
                  <a:lnTo>
                    <a:pt x="430418" y="20954"/>
                  </a:lnTo>
                  <a:lnTo>
                    <a:pt x="429859" y="20446"/>
                  </a:lnTo>
                  <a:lnTo>
                    <a:pt x="435315" y="20446"/>
                  </a:lnTo>
                  <a:lnTo>
                    <a:pt x="435510" y="20954"/>
                  </a:lnTo>
                  <a:lnTo>
                    <a:pt x="435608" y="21208"/>
                  </a:lnTo>
                  <a:lnTo>
                    <a:pt x="435656" y="21335"/>
                  </a:lnTo>
                  <a:lnTo>
                    <a:pt x="435754" y="21589"/>
                  </a:lnTo>
                  <a:lnTo>
                    <a:pt x="435851" y="21843"/>
                  </a:lnTo>
                  <a:lnTo>
                    <a:pt x="435949" y="22097"/>
                  </a:lnTo>
                  <a:lnTo>
                    <a:pt x="435998" y="22224"/>
                  </a:lnTo>
                  <a:lnTo>
                    <a:pt x="439332" y="22224"/>
                  </a:lnTo>
                  <a:lnTo>
                    <a:pt x="439455" y="22478"/>
                  </a:lnTo>
                  <a:lnTo>
                    <a:pt x="439577" y="22732"/>
                  </a:lnTo>
                  <a:lnTo>
                    <a:pt x="439700" y="22986"/>
                  </a:lnTo>
                  <a:lnTo>
                    <a:pt x="439761" y="23113"/>
                  </a:lnTo>
                  <a:lnTo>
                    <a:pt x="439884" y="23367"/>
                  </a:lnTo>
                  <a:lnTo>
                    <a:pt x="439619" y="23621"/>
                  </a:lnTo>
                  <a:close/>
                </a:path>
                <a:path w="781050" h="127000">
                  <a:moveTo>
                    <a:pt x="441668" y="22478"/>
                  </a:moveTo>
                  <a:lnTo>
                    <a:pt x="439315" y="21843"/>
                  </a:lnTo>
                  <a:lnTo>
                    <a:pt x="438730" y="20573"/>
                  </a:lnTo>
                  <a:lnTo>
                    <a:pt x="438672" y="20446"/>
                  </a:lnTo>
                  <a:lnTo>
                    <a:pt x="444374" y="20446"/>
                  </a:lnTo>
                  <a:lnTo>
                    <a:pt x="441668" y="22478"/>
                  </a:lnTo>
                  <a:close/>
                </a:path>
                <a:path w="781050" h="127000">
                  <a:moveTo>
                    <a:pt x="471709" y="23621"/>
                  </a:moveTo>
                  <a:lnTo>
                    <a:pt x="470381" y="23621"/>
                  </a:lnTo>
                  <a:lnTo>
                    <a:pt x="467482" y="20573"/>
                  </a:lnTo>
                  <a:lnTo>
                    <a:pt x="467361" y="20446"/>
                  </a:lnTo>
                  <a:lnTo>
                    <a:pt x="471756" y="20446"/>
                  </a:lnTo>
                  <a:lnTo>
                    <a:pt x="471709" y="23621"/>
                  </a:lnTo>
                  <a:close/>
                </a:path>
                <a:path w="781050" h="127000">
                  <a:moveTo>
                    <a:pt x="482020" y="23621"/>
                  </a:moveTo>
                  <a:lnTo>
                    <a:pt x="476597" y="23621"/>
                  </a:lnTo>
                  <a:lnTo>
                    <a:pt x="476641" y="23113"/>
                  </a:lnTo>
                  <a:lnTo>
                    <a:pt x="476751" y="21843"/>
                  </a:lnTo>
                  <a:lnTo>
                    <a:pt x="476872" y="20446"/>
                  </a:lnTo>
                  <a:lnTo>
                    <a:pt x="482143" y="20446"/>
                  </a:lnTo>
                  <a:lnTo>
                    <a:pt x="481233" y="20954"/>
                  </a:lnTo>
                  <a:lnTo>
                    <a:pt x="481333" y="21335"/>
                  </a:lnTo>
                  <a:lnTo>
                    <a:pt x="481400" y="21589"/>
                  </a:lnTo>
                  <a:lnTo>
                    <a:pt x="481467" y="21843"/>
                  </a:lnTo>
                  <a:lnTo>
                    <a:pt x="481567" y="22224"/>
                  </a:lnTo>
                  <a:lnTo>
                    <a:pt x="481633" y="22478"/>
                  </a:lnTo>
                  <a:lnTo>
                    <a:pt x="481700" y="22732"/>
                  </a:lnTo>
                  <a:lnTo>
                    <a:pt x="481817" y="23113"/>
                  </a:lnTo>
                  <a:lnTo>
                    <a:pt x="481919" y="23367"/>
                  </a:lnTo>
                  <a:lnTo>
                    <a:pt x="482020" y="23621"/>
                  </a:lnTo>
                  <a:close/>
                </a:path>
                <a:path w="781050" h="127000">
                  <a:moveTo>
                    <a:pt x="492070" y="22478"/>
                  </a:moveTo>
                  <a:lnTo>
                    <a:pt x="492041" y="22351"/>
                  </a:lnTo>
                  <a:lnTo>
                    <a:pt x="491923" y="21843"/>
                  </a:lnTo>
                  <a:lnTo>
                    <a:pt x="491805" y="21335"/>
                  </a:lnTo>
                  <a:lnTo>
                    <a:pt x="491717" y="20954"/>
                  </a:lnTo>
                  <a:lnTo>
                    <a:pt x="491599" y="20446"/>
                  </a:lnTo>
                  <a:lnTo>
                    <a:pt x="497010" y="20446"/>
                  </a:lnTo>
                  <a:lnTo>
                    <a:pt x="492070" y="22478"/>
                  </a:lnTo>
                  <a:close/>
                </a:path>
                <a:path w="781050" h="127000">
                  <a:moveTo>
                    <a:pt x="500247" y="23621"/>
                  </a:moveTo>
                  <a:lnTo>
                    <a:pt x="497114" y="23621"/>
                  </a:lnTo>
                  <a:lnTo>
                    <a:pt x="498018" y="22478"/>
                  </a:lnTo>
                  <a:lnTo>
                    <a:pt x="498118" y="22351"/>
                  </a:lnTo>
                  <a:lnTo>
                    <a:pt x="498218" y="22224"/>
                  </a:lnTo>
                  <a:lnTo>
                    <a:pt x="498342" y="21335"/>
                  </a:lnTo>
                  <a:lnTo>
                    <a:pt x="498465" y="20446"/>
                  </a:lnTo>
                  <a:lnTo>
                    <a:pt x="503884" y="20446"/>
                  </a:lnTo>
                  <a:lnTo>
                    <a:pt x="503691" y="20954"/>
                  </a:lnTo>
                  <a:lnTo>
                    <a:pt x="503579" y="21081"/>
                  </a:lnTo>
                  <a:lnTo>
                    <a:pt x="500188" y="21081"/>
                  </a:lnTo>
                  <a:lnTo>
                    <a:pt x="500247" y="23621"/>
                  </a:lnTo>
                  <a:close/>
                </a:path>
                <a:path w="781050" h="127000">
                  <a:moveTo>
                    <a:pt x="524126" y="23621"/>
                  </a:moveTo>
                  <a:lnTo>
                    <a:pt x="504113" y="23621"/>
                  </a:lnTo>
                  <a:lnTo>
                    <a:pt x="521485" y="22478"/>
                  </a:lnTo>
                  <a:lnTo>
                    <a:pt x="521514" y="22351"/>
                  </a:lnTo>
                  <a:lnTo>
                    <a:pt x="521629" y="21843"/>
                  </a:lnTo>
                  <a:lnTo>
                    <a:pt x="521745" y="21335"/>
                  </a:lnTo>
                  <a:lnTo>
                    <a:pt x="521861" y="20446"/>
                  </a:lnTo>
                  <a:lnTo>
                    <a:pt x="524734" y="20446"/>
                  </a:lnTo>
                  <a:lnTo>
                    <a:pt x="524613" y="21081"/>
                  </a:lnTo>
                  <a:lnTo>
                    <a:pt x="524515" y="21589"/>
                  </a:lnTo>
                  <a:lnTo>
                    <a:pt x="524394" y="22224"/>
                  </a:lnTo>
                  <a:lnTo>
                    <a:pt x="524296" y="22732"/>
                  </a:lnTo>
                  <a:lnTo>
                    <a:pt x="524174" y="23367"/>
                  </a:lnTo>
                  <a:lnTo>
                    <a:pt x="524126" y="23621"/>
                  </a:lnTo>
                  <a:close/>
                </a:path>
                <a:path w="781050" h="127000">
                  <a:moveTo>
                    <a:pt x="619690" y="21843"/>
                  </a:moveTo>
                  <a:lnTo>
                    <a:pt x="615807" y="21589"/>
                  </a:lnTo>
                  <a:lnTo>
                    <a:pt x="615774" y="21335"/>
                  </a:lnTo>
                  <a:lnTo>
                    <a:pt x="615658" y="20446"/>
                  </a:lnTo>
                  <a:lnTo>
                    <a:pt x="620689" y="20446"/>
                  </a:lnTo>
                  <a:lnTo>
                    <a:pt x="619690" y="21843"/>
                  </a:lnTo>
                  <a:close/>
                </a:path>
                <a:path w="781050" h="127000">
                  <a:moveTo>
                    <a:pt x="626020" y="22224"/>
                  </a:moveTo>
                  <a:lnTo>
                    <a:pt x="625938" y="21843"/>
                  </a:lnTo>
                  <a:lnTo>
                    <a:pt x="625830" y="21335"/>
                  </a:lnTo>
                  <a:lnTo>
                    <a:pt x="625748" y="20954"/>
                  </a:lnTo>
                  <a:lnTo>
                    <a:pt x="625640" y="20446"/>
                  </a:lnTo>
                  <a:lnTo>
                    <a:pt x="631314" y="20446"/>
                  </a:lnTo>
                  <a:lnTo>
                    <a:pt x="631078" y="20954"/>
                  </a:lnTo>
                  <a:lnTo>
                    <a:pt x="630959" y="21208"/>
                  </a:lnTo>
                  <a:lnTo>
                    <a:pt x="630900" y="21335"/>
                  </a:lnTo>
                  <a:lnTo>
                    <a:pt x="630782" y="21589"/>
                  </a:lnTo>
                  <a:lnTo>
                    <a:pt x="630664" y="21843"/>
                  </a:lnTo>
                  <a:lnTo>
                    <a:pt x="626020" y="22224"/>
                  </a:lnTo>
                  <a:close/>
                </a:path>
                <a:path w="781050" h="127000">
                  <a:moveTo>
                    <a:pt x="641962" y="23621"/>
                  </a:moveTo>
                  <a:lnTo>
                    <a:pt x="637426" y="23621"/>
                  </a:lnTo>
                  <a:lnTo>
                    <a:pt x="637426" y="20446"/>
                  </a:lnTo>
                  <a:lnTo>
                    <a:pt x="642842" y="20446"/>
                  </a:lnTo>
                  <a:lnTo>
                    <a:pt x="642489" y="20954"/>
                  </a:lnTo>
                  <a:lnTo>
                    <a:pt x="642401" y="21081"/>
                  </a:lnTo>
                  <a:lnTo>
                    <a:pt x="642294" y="21335"/>
                  </a:lnTo>
                  <a:lnTo>
                    <a:pt x="642183" y="22097"/>
                  </a:lnTo>
                  <a:lnTo>
                    <a:pt x="642091" y="22732"/>
                  </a:lnTo>
                  <a:lnTo>
                    <a:pt x="641999" y="23367"/>
                  </a:lnTo>
                  <a:lnTo>
                    <a:pt x="641962" y="23621"/>
                  </a:lnTo>
                  <a:close/>
                </a:path>
                <a:path w="781050" h="127000">
                  <a:moveTo>
                    <a:pt x="682463" y="23621"/>
                  </a:moveTo>
                  <a:lnTo>
                    <a:pt x="662708" y="23621"/>
                  </a:lnTo>
                  <a:lnTo>
                    <a:pt x="676741" y="23367"/>
                  </a:lnTo>
                  <a:lnTo>
                    <a:pt x="676823" y="22986"/>
                  </a:lnTo>
                  <a:lnTo>
                    <a:pt x="676931" y="22478"/>
                  </a:lnTo>
                  <a:lnTo>
                    <a:pt x="677013" y="22097"/>
                  </a:lnTo>
                  <a:lnTo>
                    <a:pt x="677121" y="21589"/>
                  </a:lnTo>
                  <a:lnTo>
                    <a:pt x="677237" y="20446"/>
                  </a:lnTo>
                  <a:lnTo>
                    <a:pt x="683194" y="20446"/>
                  </a:lnTo>
                  <a:lnTo>
                    <a:pt x="683194" y="22986"/>
                  </a:lnTo>
                  <a:lnTo>
                    <a:pt x="682463" y="23621"/>
                  </a:lnTo>
                  <a:close/>
                </a:path>
                <a:path w="781050" h="127000">
                  <a:moveTo>
                    <a:pt x="439332" y="22224"/>
                  </a:moveTo>
                  <a:lnTo>
                    <a:pt x="435998" y="22224"/>
                  </a:lnTo>
                  <a:lnTo>
                    <a:pt x="438535" y="20573"/>
                  </a:lnTo>
                  <a:lnTo>
                    <a:pt x="438719" y="20954"/>
                  </a:lnTo>
                  <a:lnTo>
                    <a:pt x="438842" y="21208"/>
                  </a:lnTo>
                  <a:lnTo>
                    <a:pt x="438903" y="21335"/>
                  </a:lnTo>
                  <a:lnTo>
                    <a:pt x="439026" y="21589"/>
                  </a:lnTo>
                  <a:lnTo>
                    <a:pt x="439148" y="21843"/>
                  </a:lnTo>
                  <a:lnTo>
                    <a:pt x="439271" y="22097"/>
                  </a:lnTo>
                  <a:lnTo>
                    <a:pt x="439332" y="22224"/>
                  </a:lnTo>
                  <a:close/>
                </a:path>
                <a:path w="781050" h="127000">
                  <a:moveTo>
                    <a:pt x="502878" y="21589"/>
                  </a:moveTo>
                  <a:lnTo>
                    <a:pt x="500188" y="21081"/>
                  </a:lnTo>
                  <a:lnTo>
                    <a:pt x="503579" y="21081"/>
                  </a:lnTo>
                  <a:lnTo>
                    <a:pt x="503467" y="21208"/>
                  </a:lnTo>
                  <a:lnTo>
                    <a:pt x="503356" y="21335"/>
                  </a:lnTo>
                  <a:lnTo>
                    <a:pt x="502878" y="21589"/>
                  </a:lnTo>
                  <a:close/>
                </a:path>
                <a:path w="781050" h="127000">
                  <a:moveTo>
                    <a:pt x="43375" y="22732"/>
                  </a:moveTo>
                  <a:lnTo>
                    <a:pt x="30977" y="22732"/>
                  </a:lnTo>
                  <a:lnTo>
                    <a:pt x="43345" y="22097"/>
                  </a:lnTo>
                  <a:lnTo>
                    <a:pt x="43375" y="22732"/>
                  </a:lnTo>
                  <a:close/>
                </a:path>
                <a:path w="781050" h="127000">
                  <a:moveTo>
                    <a:pt x="396559" y="23367"/>
                  </a:moveTo>
                  <a:lnTo>
                    <a:pt x="395181" y="23367"/>
                  </a:lnTo>
                  <a:lnTo>
                    <a:pt x="396559" y="22097"/>
                  </a:lnTo>
                  <a:lnTo>
                    <a:pt x="396559" y="23367"/>
                  </a:lnTo>
                  <a:close/>
                </a:path>
                <a:path w="781050" h="127000">
                  <a:moveTo>
                    <a:pt x="353960" y="41782"/>
                  </a:moveTo>
                  <a:lnTo>
                    <a:pt x="351911" y="41782"/>
                  </a:lnTo>
                  <a:lnTo>
                    <a:pt x="352012" y="34543"/>
                  </a:lnTo>
                  <a:lnTo>
                    <a:pt x="350916" y="32384"/>
                  </a:lnTo>
                  <a:lnTo>
                    <a:pt x="350836" y="32003"/>
                  </a:lnTo>
                  <a:lnTo>
                    <a:pt x="354037" y="23748"/>
                  </a:lnTo>
                  <a:lnTo>
                    <a:pt x="354086" y="23621"/>
                  </a:lnTo>
                  <a:lnTo>
                    <a:pt x="354184" y="23367"/>
                  </a:lnTo>
                  <a:lnTo>
                    <a:pt x="354283" y="23113"/>
                  </a:lnTo>
                  <a:lnTo>
                    <a:pt x="354332" y="22986"/>
                  </a:lnTo>
                  <a:lnTo>
                    <a:pt x="351203" y="22351"/>
                  </a:lnTo>
                  <a:lnTo>
                    <a:pt x="357156" y="22351"/>
                  </a:lnTo>
                  <a:lnTo>
                    <a:pt x="358153" y="26542"/>
                  </a:lnTo>
                  <a:lnTo>
                    <a:pt x="353770" y="30225"/>
                  </a:lnTo>
                  <a:lnTo>
                    <a:pt x="353879" y="30606"/>
                  </a:lnTo>
                  <a:lnTo>
                    <a:pt x="353951" y="30860"/>
                  </a:lnTo>
                  <a:lnTo>
                    <a:pt x="354060" y="31241"/>
                  </a:lnTo>
                  <a:lnTo>
                    <a:pt x="354169" y="31622"/>
                  </a:lnTo>
                  <a:lnTo>
                    <a:pt x="354257" y="40131"/>
                  </a:lnTo>
                  <a:lnTo>
                    <a:pt x="354120" y="40893"/>
                  </a:lnTo>
                  <a:lnTo>
                    <a:pt x="354074" y="41147"/>
                  </a:lnTo>
                  <a:lnTo>
                    <a:pt x="353960" y="41782"/>
                  </a:lnTo>
                  <a:close/>
                </a:path>
                <a:path w="781050" h="127000">
                  <a:moveTo>
                    <a:pt x="160058" y="23748"/>
                  </a:moveTo>
                  <a:lnTo>
                    <a:pt x="153781" y="23748"/>
                  </a:lnTo>
                  <a:lnTo>
                    <a:pt x="157099" y="23367"/>
                  </a:lnTo>
                  <a:lnTo>
                    <a:pt x="160058" y="23748"/>
                  </a:lnTo>
                  <a:close/>
                </a:path>
                <a:path w="781050" h="127000">
                  <a:moveTo>
                    <a:pt x="470501" y="23748"/>
                  </a:moveTo>
                  <a:lnTo>
                    <a:pt x="439486" y="23748"/>
                  </a:lnTo>
                  <a:lnTo>
                    <a:pt x="439619" y="23621"/>
                  </a:lnTo>
                  <a:lnTo>
                    <a:pt x="470381" y="23621"/>
                  </a:lnTo>
                  <a:lnTo>
                    <a:pt x="470501" y="23748"/>
                  </a:lnTo>
                  <a:close/>
                </a:path>
                <a:path w="781050" h="127000">
                  <a:moveTo>
                    <a:pt x="476586" y="23748"/>
                  </a:moveTo>
                  <a:lnTo>
                    <a:pt x="471709" y="23748"/>
                  </a:lnTo>
                  <a:lnTo>
                    <a:pt x="471709" y="23621"/>
                  </a:lnTo>
                  <a:lnTo>
                    <a:pt x="476597" y="23621"/>
                  </a:lnTo>
                  <a:lnTo>
                    <a:pt x="476586" y="23748"/>
                  </a:lnTo>
                  <a:close/>
                </a:path>
                <a:path w="781050" h="127000">
                  <a:moveTo>
                    <a:pt x="497014" y="23748"/>
                  </a:moveTo>
                  <a:lnTo>
                    <a:pt x="482071" y="23748"/>
                  </a:lnTo>
                  <a:lnTo>
                    <a:pt x="482020" y="23621"/>
                  </a:lnTo>
                  <a:lnTo>
                    <a:pt x="497114" y="23621"/>
                  </a:lnTo>
                  <a:lnTo>
                    <a:pt x="497014" y="23748"/>
                  </a:lnTo>
                  <a:close/>
                </a:path>
                <a:path w="781050" h="127000">
                  <a:moveTo>
                    <a:pt x="502183" y="23748"/>
                  </a:moveTo>
                  <a:lnTo>
                    <a:pt x="500250" y="23748"/>
                  </a:lnTo>
                  <a:lnTo>
                    <a:pt x="500247" y="23621"/>
                  </a:lnTo>
                  <a:lnTo>
                    <a:pt x="504113" y="23621"/>
                  </a:lnTo>
                  <a:lnTo>
                    <a:pt x="502183" y="23748"/>
                  </a:lnTo>
                  <a:close/>
                </a:path>
                <a:path w="781050" h="127000">
                  <a:moveTo>
                    <a:pt x="637372" y="23748"/>
                  </a:moveTo>
                  <a:lnTo>
                    <a:pt x="524101" y="23748"/>
                  </a:lnTo>
                  <a:lnTo>
                    <a:pt x="524126" y="23621"/>
                  </a:lnTo>
                  <a:lnTo>
                    <a:pt x="637426" y="23621"/>
                  </a:lnTo>
                  <a:lnTo>
                    <a:pt x="637372" y="23748"/>
                  </a:lnTo>
                  <a:close/>
                </a:path>
                <a:path w="781050" h="127000">
                  <a:moveTo>
                    <a:pt x="655691" y="23748"/>
                  </a:moveTo>
                  <a:lnTo>
                    <a:pt x="641943" y="23748"/>
                  </a:lnTo>
                  <a:lnTo>
                    <a:pt x="641962" y="23621"/>
                  </a:lnTo>
                  <a:lnTo>
                    <a:pt x="662708" y="23621"/>
                  </a:lnTo>
                  <a:lnTo>
                    <a:pt x="655691" y="23748"/>
                  </a:lnTo>
                  <a:close/>
                </a:path>
                <a:path w="781050" h="127000">
                  <a:moveTo>
                    <a:pt x="435218" y="28320"/>
                  </a:moveTo>
                  <a:lnTo>
                    <a:pt x="434045" y="25907"/>
                  </a:lnTo>
                  <a:lnTo>
                    <a:pt x="433921" y="25653"/>
                  </a:lnTo>
                  <a:lnTo>
                    <a:pt x="433798" y="25399"/>
                  </a:lnTo>
                  <a:lnTo>
                    <a:pt x="433736" y="25272"/>
                  </a:lnTo>
                  <a:lnTo>
                    <a:pt x="433612" y="25018"/>
                  </a:lnTo>
                  <a:lnTo>
                    <a:pt x="432614" y="23748"/>
                  </a:lnTo>
                  <a:lnTo>
                    <a:pt x="439486" y="23748"/>
                  </a:lnTo>
                  <a:lnTo>
                    <a:pt x="437496" y="25653"/>
                  </a:lnTo>
                  <a:lnTo>
                    <a:pt x="435218" y="28320"/>
                  </a:lnTo>
                  <a:close/>
                </a:path>
                <a:path w="781050" h="127000">
                  <a:moveTo>
                    <a:pt x="471709" y="24891"/>
                  </a:moveTo>
                  <a:lnTo>
                    <a:pt x="471347" y="24637"/>
                  </a:lnTo>
                  <a:lnTo>
                    <a:pt x="470501" y="23748"/>
                  </a:lnTo>
                  <a:lnTo>
                    <a:pt x="471709" y="23748"/>
                  </a:lnTo>
                  <a:lnTo>
                    <a:pt x="471709" y="24891"/>
                  </a:lnTo>
                  <a:close/>
                </a:path>
                <a:path w="781050" h="127000">
                  <a:moveTo>
                    <a:pt x="479030" y="33527"/>
                  </a:moveTo>
                  <a:lnTo>
                    <a:pt x="478991" y="32003"/>
                  </a:lnTo>
                  <a:lnTo>
                    <a:pt x="478866" y="29463"/>
                  </a:lnTo>
                  <a:lnTo>
                    <a:pt x="478811" y="29082"/>
                  </a:lnTo>
                  <a:lnTo>
                    <a:pt x="478719" y="28447"/>
                  </a:lnTo>
                  <a:lnTo>
                    <a:pt x="478609" y="27685"/>
                  </a:lnTo>
                  <a:lnTo>
                    <a:pt x="478536" y="27177"/>
                  </a:lnTo>
                  <a:lnTo>
                    <a:pt x="478462" y="26669"/>
                  </a:lnTo>
                  <a:lnTo>
                    <a:pt x="478352" y="25907"/>
                  </a:lnTo>
                  <a:lnTo>
                    <a:pt x="478315" y="25653"/>
                  </a:lnTo>
                  <a:lnTo>
                    <a:pt x="476509" y="24637"/>
                  </a:lnTo>
                  <a:lnTo>
                    <a:pt x="476586" y="23748"/>
                  </a:lnTo>
                  <a:lnTo>
                    <a:pt x="482071" y="23748"/>
                  </a:lnTo>
                  <a:lnTo>
                    <a:pt x="482224" y="24129"/>
                  </a:lnTo>
                  <a:lnTo>
                    <a:pt x="482325" y="24383"/>
                  </a:lnTo>
                  <a:lnTo>
                    <a:pt x="482427" y="24637"/>
                  </a:lnTo>
                  <a:lnTo>
                    <a:pt x="482528" y="24891"/>
                  </a:lnTo>
                  <a:lnTo>
                    <a:pt x="482579" y="25018"/>
                  </a:lnTo>
                  <a:lnTo>
                    <a:pt x="482681" y="25272"/>
                  </a:lnTo>
                  <a:lnTo>
                    <a:pt x="482806" y="25907"/>
                  </a:lnTo>
                  <a:lnTo>
                    <a:pt x="482917" y="26669"/>
                  </a:lnTo>
                  <a:lnTo>
                    <a:pt x="482991" y="27177"/>
                  </a:lnTo>
                  <a:lnTo>
                    <a:pt x="483065" y="27685"/>
                  </a:lnTo>
                  <a:lnTo>
                    <a:pt x="483177" y="28447"/>
                  </a:lnTo>
                  <a:lnTo>
                    <a:pt x="486491" y="28447"/>
                  </a:lnTo>
                  <a:lnTo>
                    <a:pt x="486618" y="30352"/>
                  </a:lnTo>
                  <a:lnTo>
                    <a:pt x="486728" y="32003"/>
                  </a:lnTo>
                  <a:lnTo>
                    <a:pt x="486813" y="33273"/>
                  </a:lnTo>
                  <a:lnTo>
                    <a:pt x="482852" y="33273"/>
                  </a:lnTo>
                  <a:lnTo>
                    <a:pt x="479030" y="33527"/>
                  </a:lnTo>
                  <a:close/>
                </a:path>
                <a:path w="781050" h="127000">
                  <a:moveTo>
                    <a:pt x="496360" y="29463"/>
                  </a:moveTo>
                  <a:lnTo>
                    <a:pt x="494732" y="29463"/>
                  </a:lnTo>
                  <a:lnTo>
                    <a:pt x="494820" y="28828"/>
                  </a:lnTo>
                  <a:lnTo>
                    <a:pt x="494925" y="28066"/>
                  </a:lnTo>
                  <a:lnTo>
                    <a:pt x="495048" y="27177"/>
                  </a:lnTo>
                  <a:lnTo>
                    <a:pt x="495136" y="26542"/>
                  </a:lnTo>
                  <a:lnTo>
                    <a:pt x="495307" y="25907"/>
                  </a:lnTo>
                  <a:lnTo>
                    <a:pt x="497014" y="23748"/>
                  </a:lnTo>
                  <a:lnTo>
                    <a:pt x="524101" y="23748"/>
                  </a:lnTo>
                  <a:lnTo>
                    <a:pt x="523980" y="24383"/>
                  </a:lnTo>
                  <a:lnTo>
                    <a:pt x="523882" y="24891"/>
                  </a:lnTo>
                  <a:lnTo>
                    <a:pt x="512649" y="24891"/>
                  </a:lnTo>
                  <a:lnTo>
                    <a:pt x="512559" y="25272"/>
                  </a:lnTo>
                  <a:lnTo>
                    <a:pt x="502878" y="25272"/>
                  </a:lnTo>
                  <a:lnTo>
                    <a:pt x="499746" y="26669"/>
                  </a:lnTo>
                  <a:lnTo>
                    <a:pt x="496993" y="27558"/>
                  </a:lnTo>
                  <a:lnTo>
                    <a:pt x="496951" y="27685"/>
                  </a:lnTo>
                  <a:lnTo>
                    <a:pt x="496824" y="28066"/>
                  </a:lnTo>
                  <a:lnTo>
                    <a:pt x="496698" y="28447"/>
                  </a:lnTo>
                  <a:lnTo>
                    <a:pt x="496571" y="28828"/>
                  </a:lnTo>
                  <a:lnTo>
                    <a:pt x="496486" y="29082"/>
                  </a:lnTo>
                  <a:lnTo>
                    <a:pt x="496360" y="29463"/>
                  </a:lnTo>
                  <a:close/>
                </a:path>
                <a:path w="781050" h="127000">
                  <a:moveTo>
                    <a:pt x="641676" y="25399"/>
                  </a:moveTo>
                  <a:lnTo>
                    <a:pt x="636680" y="25399"/>
                  </a:lnTo>
                  <a:lnTo>
                    <a:pt x="637372" y="23748"/>
                  </a:lnTo>
                  <a:lnTo>
                    <a:pt x="641943" y="23748"/>
                  </a:lnTo>
                  <a:lnTo>
                    <a:pt x="641832" y="24510"/>
                  </a:lnTo>
                  <a:lnTo>
                    <a:pt x="641752" y="25018"/>
                  </a:lnTo>
                  <a:lnTo>
                    <a:pt x="641676" y="25399"/>
                  </a:lnTo>
                  <a:close/>
                </a:path>
                <a:path w="781050" h="127000">
                  <a:moveTo>
                    <a:pt x="682545" y="25399"/>
                  </a:moveTo>
                  <a:lnTo>
                    <a:pt x="655691" y="25399"/>
                  </a:lnTo>
                  <a:lnTo>
                    <a:pt x="655691" y="23748"/>
                  </a:lnTo>
                  <a:lnTo>
                    <a:pt x="682317" y="23748"/>
                  </a:lnTo>
                  <a:lnTo>
                    <a:pt x="681878" y="24129"/>
                  </a:lnTo>
                  <a:lnTo>
                    <a:pt x="682479" y="25272"/>
                  </a:lnTo>
                  <a:lnTo>
                    <a:pt x="682545" y="25399"/>
                  </a:lnTo>
                  <a:close/>
                </a:path>
                <a:path w="781050" h="127000">
                  <a:moveTo>
                    <a:pt x="523785" y="25399"/>
                  </a:moveTo>
                  <a:lnTo>
                    <a:pt x="518169" y="25399"/>
                  </a:lnTo>
                  <a:lnTo>
                    <a:pt x="512649" y="24891"/>
                  </a:lnTo>
                  <a:lnTo>
                    <a:pt x="523882" y="24891"/>
                  </a:lnTo>
                  <a:lnTo>
                    <a:pt x="523785" y="25399"/>
                  </a:lnTo>
                  <a:close/>
                </a:path>
                <a:path w="781050" h="127000">
                  <a:moveTo>
                    <a:pt x="511837" y="28320"/>
                  </a:moveTo>
                  <a:lnTo>
                    <a:pt x="509608" y="27685"/>
                  </a:lnTo>
                  <a:lnTo>
                    <a:pt x="509701" y="26669"/>
                  </a:lnTo>
                  <a:lnTo>
                    <a:pt x="509818" y="25399"/>
                  </a:lnTo>
                  <a:lnTo>
                    <a:pt x="506342" y="25399"/>
                  </a:lnTo>
                  <a:lnTo>
                    <a:pt x="502878" y="25272"/>
                  </a:lnTo>
                  <a:lnTo>
                    <a:pt x="512559" y="25272"/>
                  </a:lnTo>
                  <a:lnTo>
                    <a:pt x="512258" y="26542"/>
                  </a:lnTo>
                  <a:lnTo>
                    <a:pt x="512168" y="26923"/>
                  </a:lnTo>
                  <a:lnTo>
                    <a:pt x="512108" y="27177"/>
                  </a:lnTo>
                  <a:lnTo>
                    <a:pt x="511987" y="27685"/>
                  </a:lnTo>
                  <a:lnTo>
                    <a:pt x="511897" y="28066"/>
                  </a:lnTo>
                  <a:lnTo>
                    <a:pt x="511837" y="28320"/>
                  </a:lnTo>
                  <a:close/>
                </a:path>
                <a:path w="781050" h="127000">
                  <a:moveTo>
                    <a:pt x="520928" y="25653"/>
                  </a:moveTo>
                  <a:lnTo>
                    <a:pt x="513270" y="25653"/>
                  </a:lnTo>
                  <a:lnTo>
                    <a:pt x="506342" y="25399"/>
                  </a:lnTo>
                  <a:lnTo>
                    <a:pt x="518169" y="25399"/>
                  </a:lnTo>
                  <a:lnTo>
                    <a:pt x="520928" y="25653"/>
                  </a:lnTo>
                  <a:close/>
                </a:path>
                <a:path w="781050" h="127000">
                  <a:moveTo>
                    <a:pt x="621631" y="25653"/>
                  </a:moveTo>
                  <a:lnTo>
                    <a:pt x="523736" y="25653"/>
                  </a:lnTo>
                  <a:lnTo>
                    <a:pt x="523785" y="25399"/>
                  </a:lnTo>
                  <a:lnTo>
                    <a:pt x="621818" y="25399"/>
                  </a:lnTo>
                  <a:lnTo>
                    <a:pt x="621631" y="25653"/>
                  </a:lnTo>
                  <a:close/>
                </a:path>
                <a:path w="781050" h="127000">
                  <a:moveTo>
                    <a:pt x="636573" y="25653"/>
                  </a:moveTo>
                  <a:lnTo>
                    <a:pt x="621865" y="25653"/>
                  </a:lnTo>
                  <a:lnTo>
                    <a:pt x="621584" y="25399"/>
                  </a:lnTo>
                  <a:lnTo>
                    <a:pt x="636680" y="25399"/>
                  </a:lnTo>
                  <a:lnTo>
                    <a:pt x="636573" y="25653"/>
                  </a:lnTo>
                  <a:close/>
                </a:path>
                <a:path w="781050" h="127000">
                  <a:moveTo>
                    <a:pt x="655691" y="25653"/>
                  </a:moveTo>
                  <a:lnTo>
                    <a:pt x="641626" y="25653"/>
                  </a:lnTo>
                  <a:lnTo>
                    <a:pt x="641676" y="25399"/>
                  </a:lnTo>
                  <a:lnTo>
                    <a:pt x="655691" y="25399"/>
                  </a:lnTo>
                  <a:lnTo>
                    <a:pt x="655691" y="25653"/>
                  </a:lnTo>
                  <a:close/>
                </a:path>
                <a:path w="781050" h="127000">
                  <a:moveTo>
                    <a:pt x="523688" y="25907"/>
                  </a:moveTo>
                  <a:lnTo>
                    <a:pt x="520928" y="25653"/>
                  </a:lnTo>
                  <a:lnTo>
                    <a:pt x="523736" y="25653"/>
                  </a:lnTo>
                  <a:lnTo>
                    <a:pt x="523688" y="25907"/>
                  </a:lnTo>
                  <a:close/>
                </a:path>
                <a:path w="781050" h="127000">
                  <a:moveTo>
                    <a:pt x="623879" y="31622"/>
                  </a:moveTo>
                  <a:lnTo>
                    <a:pt x="618551" y="31622"/>
                  </a:lnTo>
                  <a:lnTo>
                    <a:pt x="624039" y="31368"/>
                  </a:lnTo>
                  <a:lnTo>
                    <a:pt x="621223" y="31368"/>
                  </a:lnTo>
                  <a:lnTo>
                    <a:pt x="620649" y="30352"/>
                  </a:lnTo>
                  <a:lnTo>
                    <a:pt x="620544" y="29971"/>
                  </a:lnTo>
                  <a:lnTo>
                    <a:pt x="620427" y="29082"/>
                  </a:lnTo>
                  <a:lnTo>
                    <a:pt x="620343" y="28447"/>
                  </a:lnTo>
                  <a:lnTo>
                    <a:pt x="620226" y="27558"/>
                  </a:lnTo>
                  <a:lnTo>
                    <a:pt x="621631" y="25653"/>
                  </a:lnTo>
                  <a:lnTo>
                    <a:pt x="621865" y="25653"/>
                  </a:lnTo>
                  <a:lnTo>
                    <a:pt x="623268" y="26923"/>
                  </a:lnTo>
                  <a:lnTo>
                    <a:pt x="623148" y="27558"/>
                  </a:lnTo>
                  <a:lnTo>
                    <a:pt x="623053" y="28066"/>
                  </a:lnTo>
                  <a:lnTo>
                    <a:pt x="622981" y="28447"/>
                  </a:lnTo>
                  <a:lnTo>
                    <a:pt x="622862" y="29082"/>
                  </a:lnTo>
                  <a:lnTo>
                    <a:pt x="622790" y="29463"/>
                  </a:lnTo>
                  <a:lnTo>
                    <a:pt x="622694" y="29971"/>
                  </a:lnTo>
                  <a:lnTo>
                    <a:pt x="622575" y="30606"/>
                  </a:lnTo>
                  <a:lnTo>
                    <a:pt x="622455" y="31241"/>
                  </a:lnTo>
                  <a:lnTo>
                    <a:pt x="623879" y="31622"/>
                  </a:lnTo>
                  <a:close/>
                </a:path>
                <a:path w="781050" h="127000">
                  <a:moveTo>
                    <a:pt x="641199" y="32003"/>
                  </a:moveTo>
                  <a:lnTo>
                    <a:pt x="627430" y="32003"/>
                  </a:lnTo>
                  <a:lnTo>
                    <a:pt x="635700" y="31368"/>
                  </a:lnTo>
                  <a:lnTo>
                    <a:pt x="634107" y="31368"/>
                  </a:lnTo>
                  <a:lnTo>
                    <a:pt x="635206" y="29082"/>
                  </a:lnTo>
                  <a:lnTo>
                    <a:pt x="626676" y="28828"/>
                  </a:lnTo>
                  <a:lnTo>
                    <a:pt x="626676" y="26669"/>
                  </a:lnTo>
                  <a:lnTo>
                    <a:pt x="636201" y="26542"/>
                  </a:lnTo>
                  <a:lnTo>
                    <a:pt x="636467" y="25907"/>
                  </a:lnTo>
                  <a:lnTo>
                    <a:pt x="636573" y="25653"/>
                  </a:lnTo>
                  <a:lnTo>
                    <a:pt x="641626" y="25653"/>
                  </a:lnTo>
                  <a:lnTo>
                    <a:pt x="641576" y="25907"/>
                  </a:lnTo>
                  <a:lnTo>
                    <a:pt x="641450" y="26542"/>
                  </a:lnTo>
                  <a:lnTo>
                    <a:pt x="641325" y="27177"/>
                  </a:lnTo>
                  <a:lnTo>
                    <a:pt x="641199" y="32003"/>
                  </a:lnTo>
                  <a:close/>
                </a:path>
                <a:path w="781050" h="127000">
                  <a:moveTo>
                    <a:pt x="655538" y="37337"/>
                  </a:moveTo>
                  <a:lnTo>
                    <a:pt x="655538" y="32003"/>
                  </a:lnTo>
                  <a:lnTo>
                    <a:pt x="679156" y="30352"/>
                  </a:lnTo>
                  <a:lnTo>
                    <a:pt x="677326" y="30352"/>
                  </a:lnTo>
                  <a:lnTo>
                    <a:pt x="677200" y="29082"/>
                  </a:lnTo>
                  <a:lnTo>
                    <a:pt x="677099" y="28066"/>
                  </a:lnTo>
                  <a:lnTo>
                    <a:pt x="676985" y="26923"/>
                  </a:lnTo>
                  <a:lnTo>
                    <a:pt x="655691" y="26542"/>
                  </a:lnTo>
                  <a:lnTo>
                    <a:pt x="655691" y="25653"/>
                  </a:lnTo>
                  <a:lnTo>
                    <a:pt x="682679" y="25653"/>
                  </a:lnTo>
                  <a:lnTo>
                    <a:pt x="683694" y="27558"/>
                  </a:lnTo>
                  <a:lnTo>
                    <a:pt x="684586" y="29082"/>
                  </a:lnTo>
                  <a:lnTo>
                    <a:pt x="684828" y="29082"/>
                  </a:lnTo>
                  <a:lnTo>
                    <a:pt x="682473" y="30860"/>
                  </a:lnTo>
                  <a:lnTo>
                    <a:pt x="682811" y="31241"/>
                  </a:lnTo>
                  <a:lnTo>
                    <a:pt x="683639" y="33908"/>
                  </a:lnTo>
                  <a:lnTo>
                    <a:pt x="684340" y="35813"/>
                  </a:lnTo>
                  <a:lnTo>
                    <a:pt x="684415" y="36194"/>
                  </a:lnTo>
                  <a:lnTo>
                    <a:pt x="681680" y="36194"/>
                  </a:lnTo>
                  <a:lnTo>
                    <a:pt x="655538" y="37337"/>
                  </a:lnTo>
                  <a:close/>
                </a:path>
                <a:path w="781050" h="127000">
                  <a:moveTo>
                    <a:pt x="163933" y="27177"/>
                  </a:moveTo>
                  <a:lnTo>
                    <a:pt x="144641" y="26923"/>
                  </a:lnTo>
                  <a:lnTo>
                    <a:pt x="163957" y="26923"/>
                  </a:lnTo>
                  <a:lnTo>
                    <a:pt x="163933" y="27177"/>
                  </a:lnTo>
                  <a:close/>
                </a:path>
                <a:path w="781050" h="127000">
                  <a:moveTo>
                    <a:pt x="610393" y="36702"/>
                  </a:moveTo>
                  <a:lnTo>
                    <a:pt x="608344" y="35178"/>
                  </a:lnTo>
                  <a:lnTo>
                    <a:pt x="610013" y="35178"/>
                  </a:lnTo>
                  <a:lnTo>
                    <a:pt x="609370" y="33527"/>
                  </a:lnTo>
                  <a:lnTo>
                    <a:pt x="609271" y="33273"/>
                  </a:lnTo>
                  <a:lnTo>
                    <a:pt x="609172" y="33019"/>
                  </a:lnTo>
                  <a:lnTo>
                    <a:pt x="607859" y="30606"/>
                  </a:lnTo>
                  <a:lnTo>
                    <a:pt x="609415" y="27685"/>
                  </a:lnTo>
                  <a:lnTo>
                    <a:pt x="612304" y="27177"/>
                  </a:lnTo>
                  <a:lnTo>
                    <a:pt x="614153" y="28066"/>
                  </a:lnTo>
                  <a:lnTo>
                    <a:pt x="614273" y="30860"/>
                  </a:lnTo>
                  <a:lnTo>
                    <a:pt x="614306" y="31622"/>
                  </a:lnTo>
                  <a:lnTo>
                    <a:pt x="623879" y="31622"/>
                  </a:lnTo>
                  <a:lnTo>
                    <a:pt x="625302" y="32003"/>
                  </a:lnTo>
                  <a:lnTo>
                    <a:pt x="641199" y="32003"/>
                  </a:lnTo>
                  <a:lnTo>
                    <a:pt x="641191" y="35178"/>
                  </a:lnTo>
                  <a:lnTo>
                    <a:pt x="640988" y="35813"/>
                  </a:lnTo>
                  <a:lnTo>
                    <a:pt x="640866" y="36194"/>
                  </a:lnTo>
                  <a:lnTo>
                    <a:pt x="616818" y="36194"/>
                  </a:lnTo>
                  <a:lnTo>
                    <a:pt x="610393" y="36702"/>
                  </a:lnTo>
                  <a:close/>
                </a:path>
                <a:path w="781050" h="127000">
                  <a:moveTo>
                    <a:pt x="498553" y="41782"/>
                  </a:moveTo>
                  <a:lnTo>
                    <a:pt x="488343" y="41782"/>
                  </a:lnTo>
                  <a:lnTo>
                    <a:pt x="488343" y="40893"/>
                  </a:lnTo>
                  <a:lnTo>
                    <a:pt x="487787" y="38226"/>
                  </a:lnTo>
                  <a:lnTo>
                    <a:pt x="487707" y="37845"/>
                  </a:lnTo>
                  <a:lnTo>
                    <a:pt x="487654" y="37591"/>
                  </a:lnTo>
                  <a:lnTo>
                    <a:pt x="491599" y="37591"/>
                  </a:lnTo>
                  <a:lnTo>
                    <a:pt x="493984" y="36194"/>
                  </a:lnTo>
                  <a:lnTo>
                    <a:pt x="493920" y="35813"/>
                  </a:lnTo>
                  <a:lnTo>
                    <a:pt x="493813" y="35178"/>
                  </a:lnTo>
                  <a:lnTo>
                    <a:pt x="493748" y="34797"/>
                  </a:lnTo>
                  <a:lnTo>
                    <a:pt x="493641" y="34162"/>
                  </a:lnTo>
                  <a:lnTo>
                    <a:pt x="493534" y="33527"/>
                  </a:lnTo>
                  <a:lnTo>
                    <a:pt x="493448" y="33019"/>
                  </a:lnTo>
                  <a:lnTo>
                    <a:pt x="489260" y="29971"/>
                  </a:lnTo>
                  <a:lnTo>
                    <a:pt x="490436" y="28066"/>
                  </a:lnTo>
                  <a:lnTo>
                    <a:pt x="494732" y="29463"/>
                  </a:lnTo>
                  <a:lnTo>
                    <a:pt x="496360" y="29463"/>
                  </a:lnTo>
                  <a:lnTo>
                    <a:pt x="496191" y="29971"/>
                  </a:lnTo>
                  <a:lnTo>
                    <a:pt x="496064" y="30352"/>
                  </a:lnTo>
                  <a:lnTo>
                    <a:pt x="495980" y="30606"/>
                  </a:lnTo>
                  <a:lnTo>
                    <a:pt x="495895" y="30860"/>
                  </a:lnTo>
                  <a:lnTo>
                    <a:pt x="523819" y="30860"/>
                  </a:lnTo>
                  <a:lnTo>
                    <a:pt x="523703" y="31368"/>
                  </a:lnTo>
                  <a:lnTo>
                    <a:pt x="523645" y="31622"/>
                  </a:lnTo>
                  <a:lnTo>
                    <a:pt x="523558" y="32003"/>
                  </a:lnTo>
                  <a:lnTo>
                    <a:pt x="523471" y="32384"/>
                  </a:lnTo>
                  <a:lnTo>
                    <a:pt x="523384" y="32765"/>
                  </a:lnTo>
                  <a:lnTo>
                    <a:pt x="523268" y="33273"/>
                  </a:lnTo>
                  <a:lnTo>
                    <a:pt x="523210" y="33527"/>
                  </a:lnTo>
                  <a:lnTo>
                    <a:pt x="522875" y="33908"/>
                  </a:lnTo>
                  <a:lnTo>
                    <a:pt x="522109" y="34543"/>
                  </a:lnTo>
                  <a:lnTo>
                    <a:pt x="526868" y="34543"/>
                  </a:lnTo>
                  <a:lnTo>
                    <a:pt x="502306" y="35178"/>
                  </a:lnTo>
                  <a:lnTo>
                    <a:pt x="497409" y="35178"/>
                  </a:lnTo>
                  <a:lnTo>
                    <a:pt x="497313" y="35940"/>
                  </a:lnTo>
                  <a:lnTo>
                    <a:pt x="497217" y="36702"/>
                  </a:lnTo>
                  <a:lnTo>
                    <a:pt x="497106" y="37591"/>
                  </a:lnTo>
                  <a:lnTo>
                    <a:pt x="497026" y="38226"/>
                  </a:lnTo>
                  <a:lnTo>
                    <a:pt x="498553" y="38226"/>
                  </a:lnTo>
                  <a:lnTo>
                    <a:pt x="498553" y="41782"/>
                  </a:lnTo>
                  <a:close/>
                </a:path>
                <a:path w="781050" h="127000">
                  <a:moveTo>
                    <a:pt x="523819" y="30860"/>
                  </a:moveTo>
                  <a:lnTo>
                    <a:pt x="495895" y="30860"/>
                  </a:lnTo>
                  <a:lnTo>
                    <a:pt x="500561" y="30352"/>
                  </a:lnTo>
                  <a:lnTo>
                    <a:pt x="517189" y="30352"/>
                  </a:lnTo>
                  <a:lnTo>
                    <a:pt x="521485" y="28066"/>
                  </a:lnTo>
                  <a:lnTo>
                    <a:pt x="521485" y="29971"/>
                  </a:lnTo>
                  <a:lnTo>
                    <a:pt x="524023" y="29971"/>
                  </a:lnTo>
                  <a:lnTo>
                    <a:pt x="523935" y="30352"/>
                  </a:lnTo>
                  <a:lnTo>
                    <a:pt x="523819" y="30860"/>
                  </a:lnTo>
                  <a:close/>
                </a:path>
                <a:path w="781050" h="127000">
                  <a:moveTo>
                    <a:pt x="216870" y="36702"/>
                  </a:moveTo>
                  <a:lnTo>
                    <a:pt x="213875" y="34797"/>
                  </a:lnTo>
                  <a:lnTo>
                    <a:pt x="213583" y="34543"/>
                  </a:lnTo>
                  <a:lnTo>
                    <a:pt x="210544" y="30352"/>
                  </a:lnTo>
                  <a:lnTo>
                    <a:pt x="210452" y="30225"/>
                  </a:lnTo>
                  <a:lnTo>
                    <a:pt x="212591" y="30225"/>
                  </a:lnTo>
                  <a:lnTo>
                    <a:pt x="214088" y="32003"/>
                  </a:lnTo>
                  <a:lnTo>
                    <a:pt x="216580" y="33527"/>
                  </a:lnTo>
                  <a:lnTo>
                    <a:pt x="220519" y="33527"/>
                  </a:lnTo>
                  <a:lnTo>
                    <a:pt x="216870" y="36702"/>
                  </a:lnTo>
                  <a:close/>
                </a:path>
                <a:path w="781050" h="127000">
                  <a:moveTo>
                    <a:pt x="159652" y="32003"/>
                  </a:moveTo>
                  <a:lnTo>
                    <a:pt x="145863" y="32003"/>
                  </a:lnTo>
                  <a:lnTo>
                    <a:pt x="148876" y="30352"/>
                  </a:lnTo>
                  <a:lnTo>
                    <a:pt x="147726" y="30352"/>
                  </a:lnTo>
                  <a:lnTo>
                    <a:pt x="159652" y="32003"/>
                  </a:lnTo>
                  <a:close/>
                </a:path>
                <a:path w="781050" h="127000">
                  <a:moveTo>
                    <a:pt x="162608" y="35813"/>
                  </a:moveTo>
                  <a:lnTo>
                    <a:pt x="141625" y="35813"/>
                  </a:lnTo>
                  <a:lnTo>
                    <a:pt x="144380" y="34543"/>
                  </a:lnTo>
                  <a:lnTo>
                    <a:pt x="144181" y="34543"/>
                  </a:lnTo>
                  <a:lnTo>
                    <a:pt x="145708" y="32003"/>
                  </a:lnTo>
                  <a:lnTo>
                    <a:pt x="160834" y="32003"/>
                  </a:lnTo>
                  <a:lnTo>
                    <a:pt x="163211" y="30860"/>
                  </a:lnTo>
                  <a:lnTo>
                    <a:pt x="162685" y="35178"/>
                  </a:lnTo>
                  <a:lnTo>
                    <a:pt x="162608" y="35813"/>
                  </a:lnTo>
                  <a:close/>
                </a:path>
                <a:path w="781050" h="127000">
                  <a:moveTo>
                    <a:pt x="30475" y="33527"/>
                  </a:moveTo>
                  <a:lnTo>
                    <a:pt x="22377" y="33527"/>
                  </a:lnTo>
                  <a:lnTo>
                    <a:pt x="25460" y="33019"/>
                  </a:lnTo>
                  <a:lnTo>
                    <a:pt x="29006" y="32003"/>
                  </a:lnTo>
                  <a:lnTo>
                    <a:pt x="28389" y="32003"/>
                  </a:lnTo>
                  <a:lnTo>
                    <a:pt x="30475" y="33527"/>
                  </a:lnTo>
                  <a:close/>
                </a:path>
                <a:path w="781050" h="127000">
                  <a:moveTo>
                    <a:pt x="43292" y="35178"/>
                  </a:moveTo>
                  <a:lnTo>
                    <a:pt x="32735" y="35178"/>
                  </a:lnTo>
                  <a:lnTo>
                    <a:pt x="36557" y="35051"/>
                  </a:lnTo>
                  <a:lnTo>
                    <a:pt x="43192" y="33019"/>
                  </a:lnTo>
                  <a:lnTo>
                    <a:pt x="43292" y="35178"/>
                  </a:lnTo>
                  <a:close/>
                </a:path>
                <a:path w="781050" h="127000">
                  <a:moveTo>
                    <a:pt x="484431" y="37337"/>
                  </a:moveTo>
                  <a:lnTo>
                    <a:pt x="482950" y="33527"/>
                  </a:lnTo>
                  <a:lnTo>
                    <a:pt x="482852" y="33273"/>
                  </a:lnTo>
                  <a:lnTo>
                    <a:pt x="486813" y="33273"/>
                  </a:lnTo>
                  <a:lnTo>
                    <a:pt x="484431" y="37337"/>
                  </a:lnTo>
                  <a:close/>
                </a:path>
                <a:path w="781050" h="127000">
                  <a:moveTo>
                    <a:pt x="150026" y="39369"/>
                  </a:moveTo>
                  <a:lnTo>
                    <a:pt x="130635" y="39369"/>
                  </a:lnTo>
                  <a:lnTo>
                    <a:pt x="131411" y="38861"/>
                  </a:lnTo>
                  <a:lnTo>
                    <a:pt x="131181" y="38861"/>
                  </a:lnTo>
                  <a:lnTo>
                    <a:pt x="130008" y="34162"/>
                  </a:lnTo>
                  <a:lnTo>
                    <a:pt x="129954" y="33908"/>
                  </a:lnTo>
                  <a:lnTo>
                    <a:pt x="129872" y="33527"/>
                  </a:lnTo>
                  <a:lnTo>
                    <a:pt x="134015" y="36702"/>
                  </a:lnTo>
                  <a:lnTo>
                    <a:pt x="162500" y="36702"/>
                  </a:lnTo>
                  <a:lnTo>
                    <a:pt x="162391" y="37591"/>
                  </a:lnTo>
                  <a:lnTo>
                    <a:pt x="162360" y="37845"/>
                  </a:lnTo>
                  <a:lnTo>
                    <a:pt x="150464" y="37845"/>
                  </a:lnTo>
                  <a:lnTo>
                    <a:pt x="150172" y="38861"/>
                  </a:lnTo>
                  <a:lnTo>
                    <a:pt x="150099" y="39115"/>
                  </a:lnTo>
                  <a:lnTo>
                    <a:pt x="150026" y="39369"/>
                  </a:lnTo>
                  <a:close/>
                </a:path>
                <a:path w="781050" h="127000">
                  <a:moveTo>
                    <a:pt x="639687" y="39877"/>
                  </a:moveTo>
                  <a:lnTo>
                    <a:pt x="637084" y="37337"/>
                  </a:lnTo>
                  <a:lnTo>
                    <a:pt x="616818" y="36194"/>
                  </a:lnTo>
                  <a:lnTo>
                    <a:pt x="640866" y="36194"/>
                  </a:lnTo>
                  <a:lnTo>
                    <a:pt x="640013" y="38861"/>
                  </a:lnTo>
                  <a:lnTo>
                    <a:pt x="639931" y="39115"/>
                  </a:lnTo>
                  <a:lnTo>
                    <a:pt x="639850" y="39369"/>
                  </a:lnTo>
                  <a:lnTo>
                    <a:pt x="639728" y="39750"/>
                  </a:lnTo>
                  <a:lnTo>
                    <a:pt x="639687" y="39877"/>
                  </a:lnTo>
                  <a:close/>
                </a:path>
                <a:path w="781050" h="127000">
                  <a:moveTo>
                    <a:pt x="684977" y="41782"/>
                  </a:moveTo>
                  <a:lnTo>
                    <a:pt x="680182" y="41782"/>
                  </a:lnTo>
                  <a:lnTo>
                    <a:pt x="680055" y="40131"/>
                  </a:lnTo>
                  <a:lnTo>
                    <a:pt x="679967" y="39115"/>
                  </a:lnTo>
                  <a:lnTo>
                    <a:pt x="679860" y="38226"/>
                  </a:lnTo>
                  <a:lnTo>
                    <a:pt x="679784" y="37591"/>
                  </a:lnTo>
                  <a:lnTo>
                    <a:pt x="679678" y="36702"/>
                  </a:lnTo>
                  <a:lnTo>
                    <a:pt x="679617" y="36194"/>
                  </a:lnTo>
                  <a:lnTo>
                    <a:pt x="684415" y="36194"/>
                  </a:lnTo>
                  <a:lnTo>
                    <a:pt x="684540" y="37337"/>
                  </a:lnTo>
                  <a:lnTo>
                    <a:pt x="684638" y="38226"/>
                  </a:lnTo>
                  <a:lnTo>
                    <a:pt x="684756" y="39369"/>
                  </a:lnTo>
                  <a:lnTo>
                    <a:pt x="684826" y="40131"/>
                  </a:lnTo>
                  <a:lnTo>
                    <a:pt x="684919" y="41147"/>
                  </a:lnTo>
                  <a:lnTo>
                    <a:pt x="684977" y="41782"/>
                  </a:lnTo>
                  <a:close/>
                </a:path>
                <a:path w="781050" h="127000">
                  <a:moveTo>
                    <a:pt x="481147" y="41782"/>
                  </a:moveTo>
                  <a:lnTo>
                    <a:pt x="476823" y="41782"/>
                  </a:lnTo>
                  <a:lnTo>
                    <a:pt x="476866" y="41147"/>
                  </a:lnTo>
                  <a:lnTo>
                    <a:pt x="476951" y="39877"/>
                  </a:lnTo>
                  <a:lnTo>
                    <a:pt x="477061" y="38226"/>
                  </a:lnTo>
                  <a:lnTo>
                    <a:pt x="480545" y="37591"/>
                  </a:lnTo>
                  <a:lnTo>
                    <a:pt x="480602" y="39369"/>
                  </a:lnTo>
                  <a:lnTo>
                    <a:pt x="481147" y="41782"/>
                  </a:lnTo>
                  <a:close/>
                </a:path>
                <a:path w="781050" h="127000">
                  <a:moveTo>
                    <a:pt x="162175" y="39369"/>
                  </a:moveTo>
                  <a:lnTo>
                    <a:pt x="150464" y="37845"/>
                  </a:lnTo>
                  <a:lnTo>
                    <a:pt x="162360" y="37845"/>
                  </a:lnTo>
                  <a:lnTo>
                    <a:pt x="162237" y="38861"/>
                  </a:lnTo>
                  <a:lnTo>
                    <a:pt x="162175" y="39369"/>
                  </a:lnTo>
                  <a:close/>
                </a:path>
                <a:path w="781050" h="127000">
                  <a:moveTo>
                    <a:pt x="134837" y="41782"/>
                  </a:moveTo>
                  <a:lnTo>
                    <a:pt x="123269" y="41782"/>
                  </a:lnTo>
                  <a:lnTo>
                    <a:pt x="124023" y="40131"/>
                  </a:lnTo>
                  <a:lnTo>
                    <a:pt x="124140" y="39877"/>
                  </a:lnTo>
                  <a:lnTo>
                    <a:pt x="126080" y="38861"/>
                  </a:lnTo>
                  <a:lnTo>
                    <a:pt x="129595" y="39369"/>
                  </a:lnTo>
                  <a:lnTo>
                    <a:pt x="134034" y="39369"/>
                  </a:lnTo>
                  <a:lnTo>
                    <a:pt x="134837" y="41782"/>
                  </a:lnTo>
                  <a:close/>
                </a:path>
                <a:path w="781050" h="127000">
                  <a:moveTo>
                    <a:pt x="146551" y="40893"/>
                  </a:moveTo>
                  <a:lnTo>
                    <a:pt x="143563" y="39369"/>
                  </a:lnTo>
                  <a:lnTo>
                    <a:pt x="150302" y="39369"/>
                  </a:lnTo>
                  <a:lnTo>
                    <a:pt x="146551" y="40893"/>
                  </a:lnTo>
                  <a:close/>
                </a:path>
                <a:path w="781050" h="127000">
                  <a:moveTo>
                    <a:pt x="509666" y="41782"/>
                  </a:moveTo>
                  <a:lnTo>
                    <a:pt x="506029" y="41782"/>
                  </a:lnTo>
                  <a:lnTo>
                    <a:pt x="506101" y="41147"/>
                  </a:lnTo>
                  <a:lnTo>
                    <a:pt x="506215" y="40131"/>
                  </a:lnTo>
                  <a:lnTo>
                    <a:pt x="506258" y="39750"/>
                  </a:lnTo>
                  <a:lnTo>
                    <a:pt x="509608" y="40131"/>
                  </a:lnTo>
                  <a:lnTo>
                    <a:pt x="509666" y="41782"/>
                  </a:lnTo>
                  <a:close/>
                </a:path>
                <a:path w="781050" h="127000">
                  <a:moveTo>
                    <a:pt x="523316" y="41782"/>
                  </a:moveTo>
                  <a:lnTo>
                    <a:pt x="522479" y="41782"/>
                  </a:lnTo>
                  <a:lnTo>
                    <a:pt x="522999" y="41147"/>
                  </a:lnTo>
                  <a:lnTo>
                    <a:pt x="523316" y="41782"/>
                  </a:lnTo>
                  <a:close/>
                </a:path>
                <a:path w="781050" h="127000">
                  <a:moveTo>
                    <a:pt x="19603" y="105790"/>
                  </a:moveTo>
                  <a:lnTo>
                    <a:pt x="13584" y="105790"/>
                  </a:lnTo>
                  <a:lnTo>
                    <a:pt x="13567" y="97027"/>
                  </a:lnTo>
                  <a:lnTo>
                    <a:pt x="14970" y="95122"/>
                  </a:lnTo>
                  <a:lnTo>
                    <a:pt x="13183" y="92836"/>
                  </a:lnTo>
                  <a:lnTo>
                    <a:pt x="11747" y="89788"/>
                  </a:lnTo>
                  <a:lnTo>
                    <a:pt x="7740" y="87248"/>
                  </a:lnTo>
                  <a:lnTo>
                    <a:pt x="5578" y="84581"/>
                  </a:lnTo>
                  <a:lnTo>
                    <a:pt x="5805" y="84581"/>
                  </a:lnTo>
                  <a:lnTo>
                    <a:pt x="5749" y="80263"/>
                  </a:lnTo>
                  <a:lnTo>
                    <a:pt x="5632" y="78612"/>
                  </a:lnTo>
                  <a:lnTo>
                    <a:pt x="6320" y="76707"/>
                  </a:lnTo>
                  <a:lnTo>
                    <a:pt x="9989" y="75564"/>
                  </a:lnTo>
                  <a:lnTo>
                    <a:pt x="16316" y="75183"/>
                  </a:lnTo>
                  <a:lnTo>
                    <a:pt x="16346" y="74548"/>
                  </a:lnTo>
                  <a:lnTo>
                    <a:pt x="16471" y="71881"/>
                  </a:lnTo>
                  <a:lnTo>
                    <a:pt x="16596" y="69214"/>
                  </a:lnTo>
                  <a:lnTo>
                    <a:pt x="16698" y="67055"/>
                  </a:lnTo>
                  <a:lnTo>
                    <a:pt x="16823" y="64388"/>
                  </a:lnTo>
                  <a:lnTo>
                    <a:pt x="16943" y="61848"/>
                  </a:lnTo>
                  <a:lnTo>
                    <a:pt x="10493" y="52323"/>
                  </a:lnTo>
                  <a:lnTo>
                    <a:pt x="10518" y="52069"/>
                  </a:lnTo>
                  <a:lnTo>
                    <a:pt x="10642" y="50799"/>
                  </a:lnTo>
                  <a:lnTo>
                    <a:pt x="10742" y="49783"/>
                  </a:lnTo>
                  <a:lnTo>
                    <a:pt x="10830" y="48894"/>
                  </a:lnTo>
                  <a:lnTo>
                    <a:pt x="10954" y="47624"/>
                  </a:lnTo>
                  <a:lnTo>
                    <a:pt x="11067" y="46481"/>
                  </a:lnTo>
                  <a:lnTo>
                    <a:pt x="11191" y="45211"/>
                  </a:lnTo>
                  <a:lnTo>
                    <a:pt x="11316" y="43941"/>
                  </a:lnTo>
                  <a:lnTo>
                    <a:pt x="11428" y="42798"/>
                  </a:lnTo>
                  <a:lnTo>
                    <a:pt x="11503" y="42036"/>
                  </a:lnTo>
                  <a:lnTo>
                    <a:pt x="25379" y="41782"/>
                  </a:lnTo>
                  <a:lnTo>
                    <a:pt x="18433" y="41782"/>
                  </a:lnTo>
                  <a:lnTo>
                    <a:pt x="18448" y="42036"/>
                  </a:lnTo>
                  <a:lnTo>
                    <a:pt x="27096" y="42036"/>
                  </a:lnTo>
                  <a:lnTo>
                    <a:pt x="26769" y="43433"/>
                  </a:lnTo>
                  <a:lnTo>
                    <a:pt x="26651" y="43941"/>
                  </a:lnTo>
                  <a:lnTo>
                    <a:pt x="26561" y="44322"/>
                  </a:lnTo>
                  <a:lnTo>
                    <a:pt x="16943" y="45211"/>
                  </a:lnTo>
                  <a:lnTo>
                    <a:pt x="16832" y="47243"/>
                  </a:lnTo>
                  <a:lnTo>
                    <a:pt x="16728" y="49148"/>
                  </a:lnTo>
                  <a:lnTo>
                    <a:pt x="21775" y="49402"/>
                  </a:lnTo>
                  <a:lnTo>
                    <a:pt x="42274" y="49402"/>
                  </a:lnTo>
                  <a:lnTo>
                    <a:pt x="42178" y="50799"/>
                  </a:lnTo>
                  <a:lnTo>
                    <a:pt x="42055" y="52577"/>
                  </a:lnTo>
                  <a:lnTo>
                    <a:pt x="41959" y="53974"/>
                  </a:lnTo>
                  <a:lnTo>
                    <a:pt x="41863" y="55371"/>
                  </a:lnTo>
                  <a:lnTo>
                    <a:pt x="41758" y="56895"/>
                  </a:lnTo>
                  <a:lnTo>
                    <a:pt x="41652" y="58419"/>
                  </a:lnTo>
                  <a:lnTo>
                    <a:pt x="41617" y="58927"/>
                  </a:lnTo>
                  <a:lnTo>
                    <a:pt x="33453" y="58927"/>
                  </a:lnTo>
                  <a:lnTo>
                    <a:pt x="31819" y="59689"/>
                  </a:lnTo>
                  <a:lnTo>
                    <a:pt x="33177" y="61340"/>
                  </a:lnTo>
                  <a:lnTo>
                    <a:pt x="33646" y="62610"/>
                  </a:lnTo>
                  <a:lnTo>
                    <a:pt x="33693" y="62737"/>
                  </a:lnTo>
                  <a:lnTo>
                    <a:pt x="33787" y="62991"/>
                  </a:lnTo>
                  <a:lnTo>
                    <a:pt x="33881" y="63245"/>
                  </a:lnTo>
                  <a:lnTo>
                    <a:pt x="34147" y="63245"/>
                  </a:lnTo>
                  <a:lnTo>
                    <a:pt x="30857" y="65150"/>
                  </a:lnTo>
                  <a:lnTo>
                    <a:pt x="30924" y="65404"/>
                  </a:lnTo>
                  <a:lnTo>
                    <a:pt x="31025" y="65785"/>
                  </a:lnTo>
                  <a:lnTo>
                    <a:pt x="22113" y="65785"/>
                  </a:lnTo>
                  <a:lnTo>
                    <a:pt x="22239" y="69849"/>
                  </a:lnTo>
                  <a:lnTo>
                    <a:pt x="22357" y="73659"/>
                  </a:lnTo>
                  <a:lnTo>
                    <a:pt x="22480" y="77596"/>
                  </a:lnTo>
                  <a:lnTo>
                    <a:pt x="22539" y="79501"/>
                  </a:lnTo>
                  <a:lnTo>
                    <a:pt x="11861" y="79501"/>
                  </a:lnTo>
                  <a:lnTo>
                    <a:pt x="10493" y="81025"/>
                  </a:lnTo>
                  <a:lnTo>
                    <a:pt x="10493" y="83311"/>
                  </a:lnTo>
                  <a:lnTo>
                    <a:pt x="11809" y="83946"/>
                  </a:lnTo>
                  <a:lnTo>
                    <a:pt x="40796" y="83946"/>
                  </a:lnTo>
                  <a:lnTo>
                    <a:pt x="40686" y="85724"/>
                  </a:lnTo>
                  <a:lnTo>
                    <a:pt x="40561" y="87756"/>
                  </a:lnTo>
                  <a:lnTo>
                    <a:pt x="40460" y="89407"/>
                  </a:lnTo>
                  <a:lnTo>
                    <a:pt x="30168" y="89407"/>
                  </a:lnTo>
                  <a:lnTo>
                    <a:pt x="28378" y="93344"/>
                  </a:lnTo>
                  <a:lnTo>
                    <a:pt x="28503" y="100202"/>
                  </a:lnTo>
                  <a:lnTo>
                    <a:pt x="28538" y="102107"/>
                  </a:lnTo>
                  <a:lnTo>
                    <a:pt x="22113" y="102107"/>
                  </a:lnTo>
                  <a:lnTo>
                    <a:pt x="20104" y="104139"/>
                  </a:lnTo>
                  <a:lnTo>
                    <a:pt x="19979" y="104266"/>
                  </a:lnTo>
                  <a:lnTo>
                    <a:pt x="19753" y="104266"/>
                  </a:lnTo>
                  <a:lnTo>
                    <a:pt x="19640" y="105409"/>
                  </a:lnTo>
                  <a:lnTo>
                    <a:pt x="19603" y="105790"/>
                  </a:lnTo>
                  <a:close/>
                </a:path>
                <a:path w="781050" h="127000">
                  <a:moveTo>
                    <a:pt x="34662" y="42036"/>
                  </a:moveTo>
                  <a:lnTo>
                    <a:pt x="27096" y="42036"/>
                  </a:lnTo>
                  <a:lnTo>
                    <a:pt x="27156" y="41782"/>
                  </a:lnTo>
                  <a:lnTo>
                    <a:pt x="34662" y="42036"/>
                  </a:lnTo>
                  <a:close/>
                </a:path>
                <a:path w="781050" h="127000">
                  <a:moveTo>
                    <a:pt x="123269" y="42036"/>
                  </a:moveTo>
                  <a:lnTo>
                    <a:pt x="42219" y="42036"/>
                  </a:lnTo>
                  <a:lnTo>
                    <a:pt x="42269" y="41782"/>
                  </a:lnTo>
                  <a:lnTo>
                    <a:pt x="123269" y="41782"/>
                  </a:lnTo>
                  <a:lnTo>
                    <a:pt x="123269" y="42036"/>
                  </a:lnTo>
                  <a:close/>
                </a:path>
                <a:path w="781050" h="127000">
                  <a:moveTo>
                    <a:pt x="351907" y="42036"/>
                  </a:moveTo>
                  <a:lnTo>
                    <a:pt x="134921" y="42036"/>
                  </a:lnTo>
                  <a:lnTo>
                    <a:pt x="134837" y="41782"/>
                  </a:lnTo>
                  <a:lnTo>
                    <a:pt x="351911" y="41782"/>
                  </a:lnTo>
                  <a:lnTo>
                    <a:pt x="351907" y="42036"/>
                  </a:lnTo>
                  <a:close/>
                </a:path>
                <a:path w="781050" h="127000">
                  <a:moveTo>
                    <a:pt x="392273" y="42036"/>
                  </a:moveTo>
                  <a:lnTo>
                    <a:pt x="353915" y="42036"/>
                  </a:lnTo>
                  <a:lnTo>
                    <a:pt x="353960" y="41782"/>
                  </a:lnTo>
                  <a:lnTo>
                    <a:pt x="392276" y="41782"/>
                  </a:lnTo>
                  <a:lnTo>
                    <a:pt x="392273" y="42036"/>
                  </a:lnTo>
                  <a:close/>
                </a:path>
                <a:path w="781050" h="127000">
                  <a:moveTo>
                    <a:pt x="476806" y="42036"/>
                  </a:moveTo>
                  <a:lnTo>
                    <a:pt x="396009" y="42036"/>
                  </a:lnTo>
                  <a:lnTo>
                    <a:pt x="395986" y="41782"/>
                  </a:lnTo>
                  <a:lnTo>
                    <a:pt x="476823" y="41782"/>
                  </a:lnTo>
                  <a:lnTo>
                    <a:pt x="476806" y="42036"/>
                  </a:lnTo>
                  <a:close/>
                </a:path>
                <a:path w="781050" h="127000">
                  <a:moveTo>
                    <a:pt x="488343" y="42036"/>
                  </a:moveTo>
                  <a:lnTo>
                    <a:pt x="481205" y="42036"/>
                  </a:lnTo>
                  <a:lnTo>
                    <a:pt x="481147" y="41782"/>
                  </a:lnTo>
                  <a:lnTo>
                    <a:pt x="488343" y="41782"/>
                  </a:lnTo>
                  <a:lnTo>
                    <a:pt x="488343" y="42036"/>
                  </a:lnTo>
                  <a:close/>
                </a:path>
                <a:path w="781050" h="127000">
                  <a:moveTo>
                    <a:pt x="506001" y="42036"/>
                  </a:moveTo>
                  <a:lnTo>
                    <a:pt x="498553" y="42036"/>
                  </a:lnTo>
                  <a:lnTo>
                    <a:pt x="498553" y="41782"/>
                  </a:lnTo>
                  <a:lnTo>
                    <a:pt x="506029" y="41782"/>
                  </a:lnTo>
                  <a:lnTo>
                    <a:pt x="506001" y="42036"/>
                  </a:lnTo>
                  <a:close/>
                </a:path>
                <a:path w="781050" h="127000">
                  <a:moveTo>
                    <a:pt x="522271" y="42036"/>
                  </a:moveTo>
                  <a:lnTo>
                    <a:pt x="509675" y="42036"/>
                  </a:lnTo>
                  <a:lnTo>
                    <a:pt x="509666" y="41782"/>
                  </a:lnTo>
                  <a:lnTo>
                    <a:pt x="522479" y="41782"/>
                  </a:lnTo>
                  <a:lnTo>
                    <a:pt x="522271" y="42036"/>
                  </a:lnTo>
                  <a:close/>
                </a:path>
                <a:path w="781050" h="127000">
                  <a:moveTo>
                    <a:pt x="680202" y="42036"/>
                  </a:moveTo>
                  <a:lnTo>
                    <a:pt x="523443" y="42036"/>
                  </a:lnTo>
                  <a:lnTo>
                    <a:pt x="523316" y="41782"/>
                  </a:lnTo>
                  <a:lnTo>
                    <a:pt x="680182" y="41782"/>
                  </a:lnTo>
                  <a:lnTo>
                    <a:pt x="680202" y="42036"/>
                  </a:lnTo>
                  <a:close/>
                </a:path>
                <a:path w="781050" h="127000">
                  <a:moveTo>
                    <a:pt x="42168" y="42290"/>
                  </a:moveTo>
                  <a:lnTo>
                    <a:pt x="34662" y="42036"/>
                  </a:lnTo>
                  <a:lnTo>
                    <a:pt x="42219" y="42036"/>
                  </a:lnTo>
                  <a:lnTo>
                    <a:pt x="42168" y="42290"/>
                  </a:lnTo>
                  <a:close/>
                </a:path>
                <a:path w="781050" h="127000">
                  <a:moveTo>
                    <a:pt x="131262" y="46227"/>
                  </a:moveTo>
                  <a:lnTo>
                    <a:pt x="127058" y="46227"/>
                  </a:lnTo>
                  <a:lnTo>
                    <a:pt x="123269" y="44576"/>
                  </a:lnTo>
                  <a:lnTo>
                    <a:pt x="123269" y="42036"/>
                  </a:lnTo>
                  <a:lnTo>
                    <a:pt x="134921" y="42036"/>
                  </a:lnTo>
                  <a:lnTo>
                    <a:pt x="135006" y="42290"/>
                  </a:lnTo>
                  <a:lnTo>
                    <a:pt x="131262" y="46227"/>
                  </a:lnTo>
                  <a:close/>
                </a:path>
                <a:path w="781050" h="127000">
                  <a:moveTo>
                    <a:pt x="353071" y="46735"/>
                  </a:moveTo>
                  <a:lnTo>
                    <a:pt x="352940" y="46735"/>
                  </a:lnTo>
                  <a:lnTo>
                    <a:pt x="351859" y="45465"/>
                  </a:lnTo>
                  <a:lnTo>
                    <a:pt x="351907" y="42036"/>
                  </a:lnTo>
                  <a:lnTo>
                    <a:pt x="353915" y="42036"/>
                  </a:lnTo>
                  <a:lnTo>
                    <a:pt x="353824" y="42544"/>
                  </a:lnTo>
                  <a:lnTo>
                    <a:pt x="353778" y="42798"/>
                  </a:lnTo>
                  <a:lnTo>
                    <a:pt x="353664" y="43433"/>
                  </a:lnTo>
                  <a:lnTo>
                    <a:pt x="353573" y="43941"/>
                  </a:lnTo>
                  <a:lnTo>
                    <a:pt x="353459" y="44576"/>
                  </a:lnTo>
                  <a:lnTo>
                    <a:pt x="353345" y="45211"/>
                  </a:lnTo>
                  <a:lnTo>
                    <a:pt x="353254" y="45719"/>
                  </a:lnTo>
                  <a:lnTo>
                    <a:pt x="353162" y="46227"/>
                  </a:lnTo>
                  <a:lnTo>
                    <a:pt x="353071" y="46735"/>
                  </a:lnTo>
                  <a:close/>
                </a:path>
                <a:path w="781050" h="127000">
                  <a:moveTo>
                    <a:pt x="396971" y="52323"/>
                  </a:moveTo>
                  <a:lnTo>
                    <a:pt x="392140" y="51561"/>
                  </a:lnTo>
                  <a:lnTo>
                    <a:pt x="392150" y="50799"/>
                  </a:lnTo>
                  <a:lnTo>
                    <a:pt x="392273" y="42036"/>
                  </a:lnTo>
                  <a:lnTo>
                    <a:pt x="396009" y="42036"/>
                  </a:lnTo>
                  <a:lnTo>
                    <a:pt x="396081" y="42798"/>
                  </a:lnTo>
                  <a:lnTo>
                    <a:pt x="396188" y="43941"/>
                  </a:lnTo>
                  <a:lnTo>
                    <a:pt x="396306" y="45211"/>
                  </a:lnTo>
                  <a:lnTo>
                    <a:pt x="396425" y="46481"/>
                  </a:lnTo>
                  <a:lnTo>
                    <a:pt x="396532" y="47624"/>
                  </a:lnTo>
                  <a:lnTo>
                    <a:pt x="396651" y="48894"/>
                  </a:lnTo>
                  <a:lnTo>
                    <a:pt x="396734" y="49783"/>
                  </a:lnTo>
                  <a:lnTo>
                    <a:pt x="396829" y="50799"/>
                  </a:lnTo>
                  <a:lnTo>
                    <a:pt x="396948" y="52069"/>
                  </a:lnTo>
                  <a:lnTo>
                    <a:pt x="396971" y="52323"/>
                  </a:lnTo>
                  <a:close/>
                </a:path>
                <a:path w="781050" h="127000">
                  <a:moveTo>
                    <a:pt x="477854" y="48894"/>
                  </a:moveTo>
                  <a:lnTo>
                    <a:pt x="476650" y="46735"/>
                  </a:lnTo>
                  <a:lnTo>
                    <a:pt x="476696" y="43687"/>
                  </a:lnTo>
                  <a:lnTo>
                    <a:pt x="476806" y="42036"/>
                  </a:lnTo>
                  <a:lnTo>
                    <a:pt x="481159" y="42036"/>
                  </a:lnTo>
                  <a:lnTo>
                    <a:pt x="482270" y="43941"/>
                  </a:lnTo>
                  <a:lnTo>
                    <a:pt x="488343" y="44322"/>
                  </a:lnTo>
                  <a:lnTo>
                    <a:pt x="509757" y="44322"/>
                  </a:lnTo>
                  <a:lnTo>
                    <a:pt x="509806" y="45719"/>
                  </a:lnTo>
                  <a:lnTo>
                    <a:pt x="524793" y="45719"/>
                  </a:lnTo>
                  <a:lnTo>
                    <a:pt x="524195" y="46481"/>
                  </a:lnTo>
                  <a:lnTo>
                    <a:pt x="483677" y="46481"/>
                  </a:lnTo>
                  <a:lnTo>
                    <a:pt x="477854" y="48894"/>
                  </a:lnTo>
                  <a:close/>
                </a:path>
                <a:path w="781050" h="127000">
                  <a:moveTo>
                    <a:pt x="509757" y="44322"/>
                  </a:moveTo>
                  <a:lnTo>
                    <a:pt x="488343" y="44322"/>
                  </a:lnTo>
                  <a:lnTo>
                    <a:pt x="488343" y="42036"/>
                  </a:lnTo>
                  <a:lnTo>
                    <a:pt x="498553" y="42036"/>
                  </a:lnTo>
                  <a:lnTo>
                    <a:pt x="498553" y="43433"/>
                  </a:lnTo>
                  <a:lnTo>
                    <a:pt x="505786" y="43941"/>
                  </a:lnTo>
                  <a:lnTo>
                    <a:pt x="509743" y="43941"/>
                  </a:lnTo>
                  <a:lnTo>
                    <a:pt x="509757" y="44322"/>
                  </a:lnTo>
                  <a:close/>
                </a:path>
                <a:path w="781050" h="127000">
                  <a:moveTo>
                    <a:pt x="509743" y="43941"/>
                  </a:moveTo>
                  <a:lnTo>
                    <a:pt x="505786" y="43941"/>
                  </a:lnTo>
                  <a:lnTo>
                    <a:pt x="505815" y="43687"/>
                  </a:lnTo>
                  <a:lnTo>
                    <a:pt x="505915" y="42798"/>
                  </a:lnTo>
                  <a:lnTo>
                    <a:pt x="506001" y="42036"/>
                  </a:lnTo>
                  <a:lnTo>
                    <a:pt x="509675" y="42036"/>
                  </a:lnTo>
                  <a:lnTo>
                    <a:pt x="509743" y="43941"/>
                  </a:lnTo>
                  <a:close/>
                </a:path>
                <a:path w="781050" h="127000">
                  <a:moveTo>
                    <a:pt x="524793" y="45719"/>
                  </a:moveTo>
                  <a:lnTo>
                    <a:pt x="509806" y="45719"/>
                  </a:lnTo>
                  <a:lnTo>
                    <a:pt x="520919" y="43687"/>
                  </a:lnTo>
                  <a:lnTo>
                    <a:pt x="522271" y="42036"/>
                  </a:lnTo>
                  <a:lnTo>
                    <a:pt x="523443" y="42036"/>
                  </a:lnTo>
                  <a:lnTo>
                    <a:pt x="524140" y="43433"/>
                  </a:lnTo>
                  <a:lnTo>
                    <a:pt x="524267" y="43687"/>
                  </a:lnTo>
                  <a:lnTo>
                    <a:pt x="524394" y="43941"/>
                  </a:lnTo>
                  <a:lnTo>
                    <a:pt x="524521" y="44195"/>
                  </a:lnTo>
                  <a:lnTo>
                    <a:pt x="524584" y="44322"/>
                  </a:lnTo>
                  <a:lnTo>
                    <a:pt x="524711" y="44576"/>
                  </a:lnTo>
                  <a:lnTo>
                    <a:pt x="524774" y="44703"/>
                  </a:lnTo>
                  <a:lnTo>
                    <a:pt x="524901" y="44957"/>
                  </a:lnTo>
                  <a:lnTo>
                    <a:pt x="525028" y="45211"/>
                  </a:lnTo>
                  <a:lnTo>
                    <a:pt x="525191" y="45211"/>
                  </a:lnTo>
                  <a:lnTo>
                    <a:pt x="524793" y="45719"/>
                  </a:lnTo>
                  <a:close/>
                </a:path>
                <a:path w="781050" h="127000">
                  <a:moveTo>
                    <a:pt x="685331" y="44957"/>
                  </a:moveTo>
                  <a:lnTo>
                    <a:pt x="678622" y="44957"/>
                  </a:lnTo>
                  <a:lnTo>
                    <a:pt x="679812" y="44195"/>
                  </a:lnTo>
                  <a:lnTo>
                    <a:pt x="680175" y="42798"/>
                  </a:lnTo>
                  <a:lnTo>
                    <a:pt x="680202" y="42036"/>
                  </a:lnTo>
                  <a:lnTo>
                    <a:pt x="685000" y="42036"/>
                  </a:lnTo>
                  <a:lnTo>
                    <a:pt x="685069" y="42798"/>
                  </a:lnTo>
                  <a:lnTo>
                    <a:pt x="685174" y="43941"/>
                  </a:lnTo>
                  <a:lnTo>
                    <a:pt x="685243" y="44703"/>
                  </a:lnTo>
                  <a:lnTo>
                    <a:pt x="685331" y="44957"/>
                  </a:lnTo>
                  <a:close/>
                </a:path>
                <a:path w="781050" h="127000">
                  <a:moveTo>
                    <a:pt x="766946" y="44957"/>
                  </a:moveTo>
                  <a:lnTo>
                    <a:pt x="757167" y="44957"/>
                  </a:lnTo>
                  <a:lnTo>
                    <a:pt x="757252" y="44703"/>
                  </a:lnTo>
                  <a:lnTo>
                    <a:pt x="757295" y="44576"/>
                  </a:lnTo>
                  <a:lnTo>
                    <a:pt x="757381" y="44322"/>
                  </a:lnTo>
                  <a:lnTo>
                    <a:pt x="757423" y="44195"/>
                  </a:lnTo>
                  <a:lnTo>
                    <a:pt x="757509" y="43941"/>
                  </a:lnTo>
                  <a:lnTo>
                    <a:pt x="757594" y="43687"/>
                  </a:lnTo>
                  <a:lnTo>
                    <a:pt x="762579" y="42798"/>
                  </a:lnTo>
                  <a:lnTo>
                    <a:pt x="766946" y="44957"/>
                  </a:lnTo>
                  <a:close/>
                </a:path>
                <a:path w="781050" h="127000">
                  <a:moveTo>
                    <a:pt x="757120" y="44957"/>
                  </a:moveTo>
                  <a:lnTo>
                    <a:pt x="749003" y="44957"/>
                  </a:lnTo>
                  <a:lnTo>
                    <a:pt x="749097" y="44703"/>
                  </a:lnTo>
                  <a:lnTo>
                    <a:pt x="750289" y="44576"/>
                  </a:lnTo>
                  <a:lnTo>
                    <a:pt x="751804" y="44322"/>
                  </a:lnTo>
                  <a:lnTo>
                    <a:pt x="755271" y="43941"/>
                  </a:lnTo>
                  <a:lnTo>
                    <a:pt x="757120" y="44957"/>
                  </a:lnTo>
                  <a:close/>
                </a:path>
                <a:path w="781050" h="127000">
                  <a:moveTo>
                    <a:pt x="654950" y="45211"/>
                  </a:moveTo>
                  <a:lnTo>
                    <a:pt x="647174" y="45211"/>
                  </a:lnTo>
                  <a:lnTo>
                    <a:pt x="678239" y="44703"/>
                  </a:lnTo>
                  <a:lnTo>
                    <a:pt x="668584" y="44703"/>
                  </a:lnTo>
                  <a:lnTo>
                    <a:pt x="672362" y="44957"/>
                  </a:lnTo>
                  <a:lnTo>
                    <a:pt x="654931" y="44957"/>
                  </a:lnTo>
                  <a:lnTo>
                    <a:pt x="654950" y="45211"/>
                  </a:lnTo>
                  <a:close/>
                </a:path>
                <a:path w="781050" h="127000">
                  <a:moveTo>
                    <a:pt x="678226" y="45211"/>
                  </a:moveTo>
                  <a:lnTo>
                    <a:pt x="676139" y="45211"/>
                  </a:lnTo>
                  <a:lnTo>
                    <a:pt x="672362" y="44957"/>
                  </a:lnTo>
                  <a:lnTo>
                    <a:pt x="678622" y="44957"/>
                  </a:lnTo>
                  <a:lnTo>
                    <a:pt x="678226" y="45211"/>
                  </a:lnTo>
                  <a:close/>
                </a:path>
                <a:path w="781050" h="127000">
                  <a:moveTo>
                    <a:pt x="748910" y="45211"/>
                  </a:moveTo>
                  <a:lnTo>
                    <a:pt x="685484" y="45211"/>
                  </a:lnTo>
                  <a:lnTo>
                    <a:pt x="685331" y="44957"/>
                  </a:lnTo>
                  <a:lnTo>
                    <a:pt x="749003" y="44957"/>
                  </a:lnTo>
                  <a:lnTo>
                    <a:pt x="748910" y="45211"/>
                  </a:lnTo>
                  <a:close/>
                </a:path>
                <a:path w="781050" h="127000">
                  <a:moveTo>
                    <a:pt x="757081" y="45211"/>
                  </a:moveTo>
                  <a:lnTo>
                    <a:pt x="756540" y="45211"/>
                  </a:lnTo>
                  <a:lnTo>
                    <a:pt x="757120" y="44957"/>
                  </a:lnTo>
                  <a:lnTo>
                    <a:pt x="757081" y="45211"/>
                  </a:lnTo>
                  <a:close/>
                </a:path>
                <a:path w="781050" h="127000">
                  <a:moveTo>
                    <a:pt x="655340" y="50291"/>
                  </a:moveTo>
                  <a:lnTo>
                    <a:pt x="655301" y="49783"/>
                  </a:lnTo>
                  <a:lnTo>
                    <a:pt x="655184" y="48259"/>
                  </a:lnTo>
                  <a:lnTo>
                    <a:pt x="655067" y="46735"/>
                  </a:lnTo>
                  <a:lnTo>
                    <a:pt x="654950" y="45211"/>
                  </a:lnTo>
                  <a:lnTo>
                    <a:pt x="685484" y="45211"/>
                  </a:lnTo>
                  <a:lnTo>
                    <a:pt x="686710" y="47243"/>
                  </a:lnTo>
                  <a:lnTo>
                    <a:pt x="686822" y="48005"/>
                  </a:lnTo>
                  <a:lnTo>
                    <a:pt x="686916" y="48640"/>
                  </a:lnTo>
                  <a:lnTo>
                    <a:pt x="687028" y="49402"/>
                  </a:lnTo>
                  <a:lnTo>
                    <a:pt x="682093" y="49402"/>
                  </a:lnTo>
                  <a:lnTo>
                    <a:pt x="655340" y="50291"/>
                  </a:lnTo>
                  <a:close/>
                </a:path>
                <a:path w="781050" h="127000">
                  <a:moveTo>
                    <a:pt x="759994" y="76707"/>
                  </a:moveTo>
                  <a:lnTo>
                    <a:pt x="755654" y="76707"/>
                  </a:lnTo>
                  <a:lnTo>
                    <a:pt x="756187" y="76199"/>
                  </a:lnTo>
                  <a:lnTo>
                    <a:pt x="757533" y="74294"/>
                  </a:lnTo>
                  <a:lnTo>
                    <a:pt x="759005" y="72516"/>
                  </a:lnTo>
                  <a:lnTo>
                    <a:pt x="758025" y="70484"/>
                  </a:lnTo>
                  <a:lnTo>
                    <a:pt x="757902" y="70230"/>
                  </a:lnTo>
                  <a:lnTo>
                    <a:pt x="757841" y="70103"/>
                  </a:lnTo>
                  <a:lnTo>
                    <a:pt x="751250" y="61848"/>
                  </a:lnTo>
                  <a:lnTo>
                    <a:pt x="750946" y="61340"/>
                  </a:lnTo>
                  <a:lnTo>
                    <a:pt x="751035" y="58927"/>
                  </a:lnTo>
                  <a:lnTo>
                    <a:pt x="752111" y="55879"/>
                  </a:lnTo>
                  <a:lnTo>
                    <a:pt x="753248" y="55879"/>
                  </a:lnTo>
                  <a:lnTo>
                    <a:pt x="750104" y="55117"/>
                  </a:lnTo>
                  <a:lnTo>
                    <a:pt x="747599" y="52577"/>
                  </a:lnTo>
                  <a:lnTo>
                    <a:pt x="747648" y="48640"/>
                  </a:lnTo>
                  <a:lnTo>
                    <a:pt x="748162" y="47243"/>
                  </a:lnTo>
                  <a:lnTo>
                    <a:pt x="748256" y="46989"/>
                  </a:lnTo>
                  <a:lnTo>
                    <a:pt x="748349" y="46735"/>
                  </a:lnTo>
                  <a:lnTo>
                    <a:pt x="748443" y="46481"/>
                  </a:lnTo>
                  <a:lnTo>
                    <a:pt x="748536" y="46227"/>
                  </a:lnTo>
                  <a:lnTo>
                    <a:pt x="748630" y="45973"/>
                  </a:lnTo>
                  <a:lnTo>
                    <a:pt x="748723" y="45719"/>
                  </a:lnTo>
                  <a:lnTo>
                    <a:pt x="748816" y="45465"/>
                  </a:lnTo>
                  <a:lnTo>
                    <a:pt x="748910" y="45211"/>
                  </a:lnTo>
                  <a:lnTo>
                    <a:pt x="756540" y="45211"/>
                  </a:lnTo>
                  <a:lnTo>
                    <a:pt x="754218" y="46227"/>
                  </a:lnTo>
                  <a:lnTo>
                    <a:pt x="753240" y="48005"/>
                  </a:lnTo>
                  <a:lnTo>
                    <a:pt x="755085" y="51561"/>
                  </a:lnTo>
                  <a:lnTo>
                    <a:pt x="755151" y="51688"/>
                  </a:lnTo>
                  <a:lnTo>
                    <a:pt x="758589" y="52323"/>
                  </a:lnTo>
                  <a:lnTo>
                    <a:pt x="775687" y="52323"/>
                  </a:lnTo>
                  <a:lnTo>
                    <a:pt x="775972" y="53974"/>
                  </a:lnTo>
                  <a:lnTo>
                    <a:pt x="775657" y="53974"/>
                  </a:lnTo>
                  <a:lnTo>
                    <a:pt x="777630" y="55371"/>
                  </a:lnTo>
                  <a:lnTo>
                    <a:pt x="761572" y="55371"/>
                  </a:lnTo>
                  <a:lnTo>
                    <a:pt x="760609" y="56895"/>
                  </a:lnTo>
                  <a:lnTo>
                    <a:pt x="760529" y="59689"/>
                  </a:lnTo>
                  <a:lnTo>
                    <a:pt x="761572" y="61340"/>
                  </a:lnTo>
                  <a:lnTo>
                    <a:pt x="766020" y="62610"/>
                  </a:lnTo>
                  <a:lnTo>
                    <a:pt x="766110" y="63245"/>
                  </a:lnTo>
                  <a:lnTo>
                    <a:pt x="766236" y="64134"/>
                  </a:lnTo>
                  <a:lnTo>
                    <a:pt x="766326" y="64769"/>
                  </a:lnTo>
                  <a:lnTo>
                    <a:pt x="762260" y="66166"/>
                  </a:lnTo>
                  <a:lnTo>
                    <a:pt x="762140" y="68579"/>
                  </a:lnTo>
                  <a:lnTo>
                    <a:pt x="762108" y="70484"/>
                  </a:lnTo>
                  <a:lnTo>
                    <a:pt x="765988" y="70992"/>
                  </a:lnTo>
                  <a:lnTo>
                    <a:pt x="770151" y="70992"/>
                  </a:lnTo>
                  <a:lnTo>
                    <a:pt x="769172" y="72516"/>
                  </a:lnTo>
                  <a:lnTo>
                    <a:pt x="769956" y="72516"/>
                  </a:lnTo>
                  <a:lnTo>
                    <a:pt x="764792" y="73275"/>
                  </a:lnTo>
                  <a:lnTo>
                    <a:pt x="762108" y="74929"/>
                  </a:lnTo>
                  <a:lnTo>
                    <a:pt x="759994" y="76707"/>
                  </a:lnTo>
                  <a:close/>
                </a:path>
                <a:path w="781050" h="127000">
                  <a:moveTo>
                    <a:pt x="775687" y="52323"/>
                  </a:moveTo>
                  <a:lnTo>
                    <a:pt x="758589" y="52323"/>
                  </a:lnTo>
                  <a:lnTo>
                    <a:pt x="758575" y="52069"/>
                  </a:lnTo>
                  <a:lnTo>
                    <a:pt x="758449" y="49783"/>
                  </a:lnTo>
                  <a:lnTo>
                    <a:pt x="758331" y="48894"/>
                  </a:lnTo>
                  <a:lnTo>
                    <a:pt x="756891" y="46481"/>
                  </a:lnTo>
                  <a:lnTo>
                    <a:pt x="756996" y="45465"/>
                  </a:lnTo>
                  <a:lnTo>
                    <a:pt x="757081" y="45211"/>
                  </a:lnTo>
                  <a:lnTo>
                    <a:pt x="766873" y="45211"/>
                  </a:lnTo>
                  <a:lnTo>
                    <a:pt x="771934" y="45973"/>
                  </a:lnTo>
                  <a:lnTo>
                    <a:pt x="775261" y="50291"/>
                  </a:lnTo>
                  <a:lnTo>
                    <a:pt x="775359" y="50418"/>
                  </a:lnTo>
                  <a:lnTo>
                    <a:pt x="775556" y="51561"/>
                  </a:lnTo>
                  <a:lnTo>
                    <a:pt x="775644" y="52069"/>
                  </a:lnTo>
                  <a:lnTo>
                    <a:pt x="775687" y="52323"/>
                  </a:lnTo>
                  <a:close/>
                </a:path>
                <a:path w="781050" h="127000">
                  <a:moveTo>
                    <a:pt x="42274" y="49402"/>
                  </a:moveTo>
                  <a:lnTo>
                    <a:pt x="21775" y="49402"/>
                  </a:lnTo>
                  <a:lnTo>
                    <a:pt x="21810" y="49148"/>
                  </a:lnTo>
                  <a:lnTo>
                    <a:pt x="21935" y="48259"/>
                  </a:lnTo>
                  <a:lnTo>
                    <a:pt x="22024" y="47624"/>
                  </a:lnTo>
                  <a:lnTo>
                    <a:pt x="22113" y="46989"/>
                  </a:lnTo>
                  <a:lnTo>
                    <a:pt x="23244" y="45465"/>
                  </a:lnTo>
                  <a:lnTo>
                    <a:pt x="25460" y="48640"/>
                  </a:lnTo>
                  <a:lnTo>
                    <a:pt x="28761" y="49148"/>
                  </a:lnTo>
                  <a:lnTo>
                    <a:pt x="42292" y="49148"/>
                  </a:lnTo>
                  <a:lnTo>
                    <a:pt x="42274" y="49402"/>
                  </a:lnTo>
                  <a:close/>
                </a:path>
                <a:path w="781050" h="127000">
                  <a:moveTo>
                    <a:pt x="724788" y="55371"/>
                  </a:moveTo>
                  <a:lnTo>
                    <a:pt x="717440" y="55371"/>
                  </a:lnTo>
                  <a:lnTo>
                    <a:pt x="719286" y="54482"/>
                  </a:lnTo>
                  <a:lnTo>
                    <a:pt x="721717" y="50799"/>
                  </a:lnTo>
                  <a:lnTo>
                    <a:pt x="723735" y="48640"/>
                  </a:lnTo>
                  <a:lnTo>
                    <a:pt x="728122" y="46227"/>
                  </a:lnTo>
                  <a:lnTo>
                    <a:pt x="730968" y="45465"/>
                  </a:lnTo>
                  <a:lnTo>
                    <a:pt x="736346" y="45465"/>
                  </a:lnTo>
                  <a:lnTo>
                    <a:pt x="739420" y="48005"/>
                  </a:lnTo>
                  <a:lnTo>
                    <a:pt x="739685" y="48640"/>
                  </a:lnTo>
                  <a:lnTo>
                    <a:pt x="739791" y="48894"/>
                  </a:lnTo>
                  <a:lnTo>
                    <a:pt x="739897" y="49148"/>
                  </a:lnTo>
                  <a:lnTo>
                    <a:pt x="729438" y="49148"/>
                  </a:lnTo>
                  <a:lnTo>
                    <a:pt x="727680" y="50799"/>
                  </a:lnTo>
                  <a:lnTo>
                    <a:pt x="725736" y="52323"/>
                  </a:lnTo>
                  <a:lnTo>
                    <a:pt x="724867" y="55117"/>
                  </a:lnTo>
                  <a:lnTo>
                    <a:pt x="724788" y="55371"/>
                  </a:lnTo>
                  <a:close/>
                </a:path>
                <a:path w="781050" h="127000">
                  <a:moveTo>
                    <a:pt x="482852" y="50799"/>
                  </a:moveTo>
                  <a:lnTo>
                    <a:pt x="481233" y="50291"/>
                  </a:lnTo>
                  <a:lnTo>
                    <a:pt x="483677" y="46481"/>
                  </a:lnTo>
                  <a:lnTo>
                    <a:pt x="524195" y="46481"/>
                  </a:lnTo>
                  <a:lnTo>
                    <a:pt x="523995" y="46735"/>
                  </a:lnTo>
                  <a:lnTo>
                    <a:pt x="520263" y="46735"/>
                  </a:lnTo>
                  <a:lnTo>
                    <a:pt x="517820" y="47243"/>
                  </a:lnTo>
                  <a:lnTo>
                    <a:pt x="494166" y="47243"/>
                  </a:lnTo>
                  <a:lnTo>
                    <a:pt x="494166" y="47624"/>
                  </a:lnTo>
                  <a:lnTo>
                    <a:pt x="486156" y="47624"/>
                  </a:lnTo>
                  <a:lnTo>
                    <a:pt x="482852" y="50799"/>
                  </a:lnTo>
                  <a:close/>
                </a:path>
                <a:path w="781050" h="127000">
                  <a:moveTo>
                    <a:pt x="521903" y="49402"/>
                  </a:moveTo>
                  <a:lnTo>
                    <a:pt x="521049" y="49402"/>
                  </a:lnTo>
                  <a:lnTo>
                    <a:pt x="519541" y="49148"/>
                  </a:lnTo>
                  <a:lnTo>
                    <a:pt x="519617" y="48894"/>
                  </a:lnTo>
                  <a:lnTo>
                    <a:pt x="519693" y="48640"/>
                  </a:lnTo>
                  <a:lnTo>
                    <a:pt x="519807" y="48259"/>
                  </a:lnTo>
                  <a:lnTo>
                    <a:pt x="519883" y="48005"/>
                  </a:lnTo>
                  <a:lnTo>
                    <a:pt x="519997" y="47624"/>
                  </a:lnTo>
                  <a:lnTo>
                    <a:pt x="520111" y="47243"/>
                  </a:lnTo>
                  <a:lnTo>
                    <a:pt x="520187" y="46989"/>
                  </a:lnTo>
                  <a:lnTo>
                    <a:pt x="520263" y="46735"/>
                  </a:lnTo>
                  <a:lnTo>
                    <a:pt x="523995" y="46735"/>
                  </a:lnTo>
                  <a:lnTo>
                    <a:pt x="521903" y="49402"/>
                  </a:lnTo>
                  <a:close/>
                </a:path>
                <a:path w="781050" h="127000">
                  <a:moveTo>
                    <a:pt x="509881" y="48894"/>
                  </a:moveTo>
                  <a:lnTo>
                    <a:pt x="508191" y="48894"/>
                  </a:lnTo>
                  <a:lnTo>
                    <a:pt x="494166" y="47243"/>
                  </a:lnTo>
                  <a:lnTo>
                    <a:pt x="517820" y="47243"/>
                  </a:lnTo>
                  <a:lnTo>
                    <a:pt x="509881" y="48894"/>
                  </a:lnTo>
                  <a:close/>
                </a:path>
                <a:path w="781050" h="127000">
                  <a:moveTo>
                    <a:pt x="482831" y="55879"/>
                  </a:moveTo>
                  <a:lnTo>
                    <a:pt x="482449" y="55879"/>
                  </a:lnTo>
                  <a:lnTo>
                    <a:pt x="489565" y="52577"/>
                  </a:lnTo>
                  <a:lnTo>
                    <a:pt x="488667" y="49783"/>
                  </a:lnTo>
                  <a:lnTo>
                    <a:pt x="488544" y="49402"/>
                  </a:lnTo>
                  <a:lnTo>
                    <a:pt x="488463" y="49148"/>
                  </a:lnTo>
                  <a:lnTo>
                    <a:pt x="488381" y="48894"/>
                  </a:lnTo>
                  <a:lnTo>
                    <a:pt x="488299" y="48640"/>
                  </a:lnTo>
                  <a:lnTo>
                    <a:pt x="488177" y="48259"/>
                  </a:lnTo>
                  <a:lnTo>
                    <a:pt x="488095" y="48005"/>
                  </a:lnTo>
                  <a:lnTo>
                    <a:pt x="487973" y="47624"/>
                  </a:lnTo>
                  <a:lnTo>
                    <a:pt x="494166" y="47624"/>
                  </a:lnTo>
                  <a:lnTo>
                    <a:pt x="494166" y="55371"/>
                  </a:lnTo>
                  <a:lnTo>
                    <a:pt x="483152" y="55371"/>
                  </a:lnTo>
                  <a:lnTo>
                    <a:pt x="482831" y="55879"/>
                  </a:lnTo>
                  <a:close/>
                </a:path>
                <a:path w="781050" h="127000">
                  <a:moveTo>
                    <a:pt x="42292" y="49148"/>
                  </a:moveTo>
                  <a:lnTo>
                    <a:pt x="28761" y="49148"/>
                  </a:lnTo>
                  <a:lnTo>
                    <a:pt x="36956" y="48259"/>
                  </a:lnTo>
                  <a:lnTo>
                    <a:pt x="42292" y="49148"/>
                  </a:lnTo>
                  <a:close/>
                </a:path>
                <a:path w="781050" h="127000">
                  <a:moveTo>
                    <a:pt x="742719" y="55371"/>
                  </a:moveTo>
                  <a:lnTo>
                    <a:pt x="739788" y="55371"/>
                  </a:lnTo>
                  <a:lnTo>
                    <a:pt x="738426" y="52577"/>
                  </a:lnTo>
                  <a:lnTo>
                    <a:pt x="735293" y="49402"/>
                  </a:lnTo>
                  <a:lnTo>
                    <a:pt x="729438" y="49148"/>
                  </a:lnTo>
                  <a:lnTo>
                    <a:pt x="739897" y="49148"/>
                  </a:lnTo>
                  <a:lnTo>
                    <a:pt x="741116" y="52069"/>
                  </a:lnTo>
                  <a:lnTo>
                    <a:pt x="742595" y="55117"/>
                  </a:lnTo>
                  <a:lnTo>
                    <a:pt x="742719" y="55371"/>
                  </a:lnTo>
                  <a:close/>
                </a:path>
                <a:path w="781050" h="127000">
                  <a:moveTo>
                    <a:pt x="687458" y="55371"/>
                  </a:moveTo>
                  <a:lnTo>
                    <a:pt x="681412" y="55371"/>
                  </a:lnTo>
                  <a:lnTo>
                    <a:pt x="681664" y="54482"/>
                  </a:lnTo>
                  <a:lnTo>
                    <a:pt x="680827" y="52577"/>
                  </a:lnTo>
                  <a:lnTo>
                    <a:pt x="680715" y="52323"/>
                  </a:lnTo>
                  <a:lnTo>
                    <a:pt x="679812" y="49783"/>
                  </a:lnTo>
                  <a:lnTo>
                    <a:pt x="677501" y="49402"/>
                  </a:lnTo>
                  <a:lnTo>
                    <a:pt x="687028" y="49402"/>
                  </a:lnTo>
                  <a:lnTo>
                    <a:pt x="687084" y="49783"/>
                  </a:lnTo>
                  <a:lnTo>
                    <a:pt x="687177" y="50418"/>
                  </a:lnTo>
                  <a:lnTo>
                    <a:pt x="687234" y="50799"/>
                  </a:lnTo>
                  <a:lnTo>
                    <a:pt x="687346" y="51561"/>
                  </a:lnTo>
                  <a:lnTo>
                    <a:pt x="687458" y="55371"/>
                  </a:lnTo>
                  <a:close/>
                </a:path>
                <a:path w="781050" h="127000">
                  <a:moveTo>
                    <a:pt x="505739" y="55371"/>
                  </a:moveTo>
                  <a:lnTo>
                    <a:pt x="503715" y="55371"/>
                  </a:lnTo>
                  <a:lnTo>
                    <a:pt x="504636" y="53974"/>
                  </a:lnTo>
                  <a:lnTo>
                    <a:pt x="505739" y="55371"/>
                  </a:lnTo>
                  <a:close/>
                </a:path>
                <a:path w="781050" h="127000">
                  <a:moveTo>
                    <a:pt x="503380" y="55879"/>
                  </a:moveTo>
                  <a:lnTo>
                    <a:pt x="494166" y="55879"/>
                  </a:lnTo>
                  <a:lnTo>
                    <a:pt x="494166" y="55371"/>
                  </a:lnTo>
                  <a:lnTo>
                    <a:pt x="503715" y="55371"/>
                  </a:lnTo>
                  <a:lnTo>
                    <a:pt x="503380" y="55879"/>
                  </a:lnTo>
                  <a:close/>
                </a:path>
                <a:path w="781050" h="127000">
                  <a:moveTo>
                    <a:pt x="681268" y="55879"/>
                  </a:moveTo>
                  <a:lnTo>
                    <a:pt x="506140" y="55879"/>
                  </a:lnTo>
                  <a:lnTo>
                    <a:pt x="505739" y="55371"/>
                  </a:lnTo>
                  <a:lnTo>
                    <a:pt x="681412" y="55371"/>
                  </a:lnTo>
                  <a:lnTo>
                    <a:pt x="681268" y="55879"/>
                  </a:lnTo>
                  <a:close/>
                </a:path>
                <a:path w="781050" h="127000">
                  <a:moveTo>
                    <a:pt x="716385" y="55879"/>
                  </a:moveTo>
                  <a:lnTo>
                    <a:pt x="687458" y="55879"/>
                  </a:lnTo>
                  <a:lnTo>
                    <a:pt x="687458" y="55371"/>
                  </a:lnTo>
                  <a:lnTo>
                    <a:pt x="717440" y="55371"/>
                  </a:lnTo>
                  <a:lnTo>
                    <a:pt x="716385" y="55879"/>
                  </a:lnTo>
                  <a:close/>
                </a:path>
                <a:path w="781050" h="127000">
                  <a:moveTo>
                    <a:pt x="735693" y="55879"/>
                  </a:moveTo>
                  <a:lnTo>
                    <a:pt x="725669" y="55879"/>
                  </a:lnTo>
                  <a:lnTo>
                    <a:pt x="724788" y="55371"/>
                  </a:lnTo>
                  <a:lnTo>
                    <a:pt x="735917" y="55371"/>
                  </a:lnTo>
                  <a:lnTo>
                    <a:pt x="735693" y="55879"/>
                  </a:lnTo>
                  <a:close/>
                </a:path>
                <a:path w="781050" h="127000">
                  <a:moveTo>
                    <a:pt x="740035" y="55879"/>
                  </a:moveTo>
                  <a:lnTo>
                    <a:pt x="735830" y="55879"/>
                  </a:lnTo>
                  <a:lnTo>
                    <a:pt x="735917" y="55371"/>
                  </a:lnTo>
                  <a:lnTo>
                    <a:pt x="739788" y="55371"/>
                  </a:lnTo>
                  <a:lnTo>
                    <a:pt x="740035" y="55879"/>
                  </a:lnTo>
                  <a:close/>
                </a:path>
                <a:path w="781050" h="127000">
                  <a:moveTo>
                    <a:pt x="752111" y="55879"/>
                  </a:moveTo>
                  <a:lnTo>
                    <a:pt x="742965" y="55879"/>
                  </a:lnTo>
                  <a:lnTo>
                    <a:pt x="742719" y="55371"/>
                  </a:lnTo>
                  <a:lnTo>
                    <a:pt x="752290" y="55371"/>
                  </a:lnTo>
                  <a:lnTo>
                    <a:pt x="752111" y="55879"/>
                  </a:lnTo>
                  <a:close/>
                </a:path>
                <a:path w="781050" h="127000">
                  <a:moveTo>
                    <a:pt x="766052" y="57657"/>
                  </a:moveTo>
                  <a:lnTo>
                    <a:pt x="765755" y="57657"/>
                  </a:lnTo>
                  <a:lnTo>
                    <a:pt x="761572" y="55371"/>
                  </a:lnTo>
                  <a:lnTo>
                    <a:pt x="767212" y="55371"/>
                  </a:lnTo>
                  <a:lnTo>
                    <a:pt x="766052" y="57657"/>
                  </a:lnTo>
                  <a:close/>
                </a:path>
                <a:path w="781050" h="127000">
                  <a:moveTo>
                    <a:pt x="771887" y="63245"/>
                  </a:moveTo>
                  <a:lnTo>
                    <a:pt x="767593" y="63245"/>
                  </a:lnTo>
                  <a:lnTo>
                    <a:pt x="767566" y="62991"/>
                  </a:lnTo>
                  <a:lnTo>
                    <a:pt x="767446" y="61848"/>
                  </a:lnTo>
                  <a:lnTo>
                    <a:pt x="767393" y="61340"/>
                  </a:lnTo>
                  <a:lnTo>
                    <a:pt x="767308" y="58927"/>
                  </a:lnTo>
                  <a:lnTo>
                    <a:pt x="768330" y="55879"/>
                  </a:lnTo>
                  <a:lnTo>
                    <a:pt x="768985" y="55879"/>
                  </a:lnTo>
                  <a:lnTo>
                    <a:pt x="766535" y="55371"/>
                  </a:lnTo>
                  <a:lnTo>
                    <a:pt x="777630" y="55371"/>
                  </a:lnTo>
                  <a:lnTo>
                    <a:pt x="779783" y="56895"/>
                  </a:lnTo>
                  <a:lnTo>
                    <a:pt x="772974" y="56895"/>
                  </a:lnTo>
                  <a:lnTo>
                    <a:pt x="771187" y="59181"/>
                  </a:lnTo>
                  <a:lnTo>
                    <a:pt x="771777" y="62610"/>
                  </a:lnTo>
                  <a:lnTo>
                    <a:pt x="771887" y="63245"/>
                  </a:lnTo>
                  <a:close/>
                </a:path>
                <a:path w="781050" h="127000">
                  <a:moveTo>
                    <a:pt x="485864" y="63245"/>
                  </a:moveTo>
                  <a:lnTo>
                    <a:pt x="482908" y="61848"/>
                  </a:lnTo>
                  <a:lnTo>
                    <a:pt x="482103" y="61848"/>
                  </a:lnTo>
                  <a:lnTo>
                    <a:pt x="481830" y="60705"/>
                  </a:lnTo>
                  <a:lnTo>
                    <a:pt x="481944" y="58165"/>
                  </a:lnTo>
                  <a:lnTo>
                    <a:pt x="482062" y="57657"/>
                  </a:lnTo>
                  <a:lnTo>
                    <a:pt x="482190" y="56895"/>
                  </a:lnTo>
                  <a:lnTo>
                    <a:pt x="482831" y="55879"/>
                  </a:lnTo>
                  <a:lnTo>
                    <a:pt x="494166" y="55879"/>
                  </a:lnTo>
                  <a:lnTo>
                    <a:pt x="494166" y="56514"/>
                  </a:lnTo>
                  <a:lnTo>
                    <a:pt x="521072" y="56514"/>
                  </a:lnTo>
                  <a:lnTo>
                    <a:pt x="522383" y="60705"/>
                  </a:lnTo>
                  <a:lnTo>
                    <a:pt x="522609" y="60705"/>
                  </a:lnTo>
                  <a:lnTo>
                    <a:pt x="521292" y="62991"/>
                  </a:lnTo>
                  <a:lnTo>
                    <a:pt x="487973" y="62991"/>
                  </a:lnTo>
                  <a:lnTo>
                    <a:pt x="485864" y="63245"/>
                  </a:lnTo>
                  <a:close/>
                </a:path>
                <a:path w="781050" h="127000">
                  <a:moveTo>
                    <a:pt x="506641" y="56514"/>
                  </a:moveTo>
                  <a:lnTo>
                    <a:pt x="502962" y="56514"/>
                  </a:lnTo>
                  <a:lnTo>
                    <a:pt x="503380" y="55879"/>
                  </a:lnTo>
                  <a:lnTo>
                    <a:pt x="506140" y="55879"/>
                  </a:lnTo>
                  <a:lnTo>
                    <a:pt x="506641" y="56514"/>
                  </a:lnTo>
                  <a:close/>
                </a:path>
                <a:path w="781050" h="127000">
                  <a:moveTo>
                    <a:pt x="687458" y="60705"/>
                  </a:moveTo>
                  <a:lnTo>
                    <a:pt x="678943" y="60705"/>
                  </a:lnTo>
                  <a:lnTo>
                    <a:pt x="679800" y="60070"/>
                  </a:lnTo>
                  <a:lnTo>
                    <a:pt x="681081" y="59181"/>
                  </a:lnTo>
                  <a:lnTo>
                    <a:pt x="680751" y="59181"/>
                  </a:lnTo>
                  <a:lnTo>
                    <a:pt x="680858" y="58419"/>
                  </a:lnTo>
                  <a:lnTo>
                    <a:pt x="680964" y="57657"/>
                  </a:lnTo>
                  <a:lnTo>
                    <a:pt x="681071" y="56895"/>
                  </a:lnTo>
                  <a:lnTo>
                    <a:pt x="681160" y="56260"/>
                  </a:lnTo>
                  <a:lnTo>
                    <a:pt x="681268" y="55879"/>
                  </a:lnTo>
                  <a:lnTo>
                    <a:pt x="687458" y="55879"/>
                  </a:lnTo>
                  <a:lnTo>
                    <a:pt x="687458" y="60705"/>
                  </a:lnTo>
                  <a:close/>
                </a:path>
                <a:path w="781050" h="127000">
                  <a:moveTo>
                    <a:pt x="720920" y="59689"/>
                  </a:moveTo>
                  <a:lnTo>
                    <a:pt x="714342" y="59689"/>
                  </a:lnTo>
                  <a:lnTo>
                    <a:pt x="712927" y="58419"/>
                  </a:lnTo>
                  <a:lnTo>
                    <a:pt x="713320" y="56895"/>
                  </a:lnTo>
                  <a:lnTo>
                    <a:pt x="713418" y="56514"/>
                  </a:lnTo>
                  <a:lnTo>
                    <a:pt x="713932" y="56514"/>
                  </a:lnTo>
                  <a:lnTo>
                    <a:pt x="716668" y="55879"/>
                  </a:lnTo>
                  <a:lnTo>
                    <a:pt x="725669" y="55879"/>
                  </a:lnTo>
                  <a:lnTo>
                    <a:pt x="726770" y="56514"/>
                  </a:lnTo>
                  <a:lnTo>
                    <a:pt x="727335" y="56895"/>
                  </a:lnTo>
                  <a:lnTo>
                    <a:pt x="729054" y="58165"/>
                  </a:lnTo>
                  <a:lnTo>
                    <a:pt x="722939" y="58165"/>
                  </a:lnTo>
                  <a:lnTo>
                    <a:pt x="720920" y="59689"/>
                  </a:lnTo>
                  <a:close/>
                </a:path>
                <a:path w="781050" h="127000">
                  <a:moveTo>
                    <a:pt x="735395" y="58419"/>
                  </a:moveTo>
                  <a:lnTo>
                    <a:pt x="734572" y="58419"/>
                  </a:lnTo>
                  <a:lnTo>
                    <a:pt x="735693" y="55879"/>
                  </a:lnTo>
                  <a:lnTo>
                    <a:pt x="735656" y="56895"/>
                  </a:lnTo>
                  <a:lnTo>
                    <a:pt x="735526" y="57657"/>
                  </a:lnTo>
                  <a:lnTo>
                    <a:pt x="735439" y="58165"/>
                  </a:lnTo>
                  <a:lnTo>
                    <a:pt x="735395" y="58419"/>
                  </a:lnTo>
                  <a:close/>
                </a:path>
                <a:path w="781050" h="127000">
                  <a:moveTo>
                    <a:pt x="751804" y="82041"/>
                  </a:moveTo>
                  <a:lnTo>
                    <a:pt x="747701" y="81533"/>
                  </a:lnTo>
                  <a:lnTo>
                    <a:pt x="748568" y="81533"/>
                  </a:lnTo>
                  <a:lnTo>
                    <a:pt x="744278" y="78104"/>
                  </a:lnTo>
                  <a:lnTo>
                    <a:pt x="743457" y="75564"/>
                  </a:lnTo>
                  <a:lnTo>
                    <a:pt x="743334" y="75183"/>
                  </a:lnTo>
                  <a:lnTo>
                    <a:pt x="743252" y="74929"/>
                  </a:lnTo>
                  <a:lnTo>
                    <a:pt x="743129" y="74548"/>
                  </a:lnTo>
                  <a:lnTo>
                    <a:pt x="743047" y="74294"/>
                  </a:lnTo>
                  <a:lnTo>
                    <a:pt x="742965" y="74040"/>
                  </a:lnTo>
                  <a:lnTo>
                    <a:pt x="742854" y="61340"/>
                  </a:lnTo>
                  <a:lnTo>
                    <a:pt x="743020" y="61340"/>
                  </a:lnTo>
                  <a:lnTo>
                    <a:pt x="740902" y="57657"/>
                  </a:lnTo>
                  <a:lnTo>
                    <a:pt x="740035" y="55879"/>
                  </a:lnTo>
                  <a:lnTo>
                    <a:pt x="742965" y="55879"/>
                  </a:lnTo>
                  <a:lnTo>
                    <a:pt x="743511" y="56895"/>
                  </a:lnTo>
                  <a:lnTo>
                    <a:pt x="743646" y="56895"/>
                  </a:lnTo>
                  <a:lnTo>
                    <a:pt x="744717" y="62610"/>
                  </a:lnTo>
                  <a:lnTo>
                    <a:pt x="744989" y="63880"/>
                  </a:lnTo>
                  <a:lnTo>
                    <a:pt x="745098" y="64388"/>
                  </a:lnTo>
                  <a:lnTo>
                    <a:pt x="745179" y="64769"/>
                  </a:lnTo>
                  <a:lnTo>
                    <a:pt x="745261" y="65150"/>
                  </a:lnTo>
                  <a:lnTo>
                    <a:pt x="745342" y="70484"/>
                  </a:lnTo>
                  <a:lnTo>
                    <a:pt x="746283" y="72897"/>
                  </a:lnTo>
                  <a:lnTo>
                    <a:pt x="747599" y="75564"/>
                  </a:lnTo>
                  <a:lnTo>
                    <a:pt x="752200" y="76707"/>
                  </a:lnTo>
                  <a:lnTo>
                    <a:pt x="759980" y="76707"/>
                  </a:lnTo>
                  <a:lnTo>
                    <a:pt x="756418" y="80009"/>
                  </a:lnTo>
                  <a:lnTo>
                    <a:pt x="756580" y="80009"/>
                  </a:lnTo>
                  <a:lnTo>
                    <a:pt x="751804" y="82041"/>
                  </a:lnTo>
                  <a:close/>
                </a:path>
                <a:path w="781050" h="127000">
                  <a:moveTo>
                    <a:pt x="771384" y="63880"/>
                  </a:moveTo>
                  <a:lnTo>
                    <a:pt x="770251" y="63880"/>
                  </a:lnTo>
                  <a:lnTo>
                    <a:pt x="768992" y="63245"/>
                  </a:lnTo>
                  <a:lnTo>
                    <a:pt x="774131" y="63245"/>
                  </a:lnTo>
                  <a:lnTo>
                    <a:pt x="774560" y="61848"/>
                  </a:lnTo>
                  <a:lnTo>
                    <a:pt x="774808" y="61340"/>
                  </a:lnTo>
                  <a:lnTo>
                    <a:pt x="774715" y="59689"/>
                  </a:lnTo>
                  <a:lnTo>
                    <a:pt x="774601" y="57657"/>
                  </a:lnTo>
                  <a:lnTo>
                    <a:pt x="774375" y="57657"/>
                  </a:lnTo>
                  <a:lnTo>
                    <a:pt x="772974" y="56895"/>
                  </a:lnTo>
                  <a:lnTo>
                    <a:pt x="780123" y="56895"/>
                  </a:lnTo>
                  <a:lnTo>
                    <a:pt x="780239" y="58419"/>
                  </a:lnTo>
                  <a:lnTo>
                    <a:pt x="780365" y="60070"/>
                  </a:lnTo>
                  <a:lnTo>
                    <a:pt x="780462" y="61340"/>
                  </a:lnTo>
                  <a:lnTo>
                    <a:pt x="780588" y="62991"/>
                  </a:lnTo>
                  <a:lnTo>
                    <a:pt x="771384" y="63880"/>
                  </a:lnTo>
                  <a:close/>
                </a:path>
                <a:path w="781050" h="127000">
                  <a:moveTo>
                    <a:pt x="747832" y="103250"/>
                  </a:moveTo>
                  <a:lnTo>
                    <a:pt x="730389" y="103250"/>
                  </a:lnTo>
                  <a:lnTo>
                    <a:pt x="730279" y="102996"/>
                  </a:lnTo>
                  <a:lnTo>
                    <a:pt x="727575" y="98297"/>
                  </a:lnTo>
                  <a:lnTo>
                    <a:pt x="727465" y="98043"/>
                  </a:lnTo>
                  <a:lnTo>
                    <a:pt x="726503" y="91820"/>
                  </a:lnTo>
                  <a:lnTo>
                    <a:pt x="725956" y="87756"/>
                  </a:lnTo>
                  <a:lnTo>
                    <a:pt x="725922" y="87502"/>
                  </a:lnTo>
                  <a:lnTo>
                    <a:pt x="726838" y="87502"/>
                  </a:lnTo>
                  <a:lnTo>
                    <a:pt x="726920" y="86613"/>
                  </a:lnTo>
                  <a:lnTo>
                    <a:pt x="727036" y="85343"/>
                  </a:lnTo>
                  <a:lnTo>
                    <a:pt x="727129" y="84327"/>
                  </a:lnTo>
                  <a:lnTo>
                    <a:pt x="727243" y="82930"/>
                  </a:lnTo>
                  <a:lnTo>
                    <a:pt x="727350" y="81533"/>
                  </a:lnTo>
                  <a:lnTo>
                    <a:pt x="727465" y="80009"/>
                  </a:lnTo>
                  <a:lnTo>
                    <a:pt x="730692" y="73659"/>
                  </a:lnTo>
                  <a:lnTo>
                    <a:pt x="731859" y="70484"/>
                  </a:lnTo>
                  <a:lnTo>
                    <a:pt x="732518" y="68579"/>
                  </a:lnTo>
                  <a:lnTo>
                    <a:pt x="732492" y="65150"/>
                  </a:lnTo>
                  <a:lnTo>
                    <a:pt x="727953" y="65150"/>
                  </a:lnTo>
                  <a:lnTo>
                    <a:pt x="726838" y="64134"/>
                  </a:lnTo>
                  <a:lnTo>
                    <a:pt x="725736" y="62991"/>
                  </a:lnTo>
                  <a:lnTo>
                    <a:pt x="724517" y="61848"/>
                  </a:lnTo>
                  <a:lnTo>
                    <a:pt x="724852" y="61848"/>
                  </a:lnTo>
                  <a:lnTo>
                    <a:pt x="725142" y="60705"/>
                  </a:lnTo>
                  <a:lnTo>
                    <a:pt x="723918" y="59181"/>
                  </a:lnTo>
                  <a:lnTo>
                    <a:pt x="722939" y="58165"/>
                  </a:lnTo>
                  <a:lnTo>
                    <a:pt x="729054" y="58165"/>
                  </a:lnTo>
                  <a:lnTo>
                    <a:pt x="731868" y="58419"/>
                  </a:lnTo>
                  <a:lnTo>
                    <a:pt x="735395" y="58419"/>
                  </a:lnTo>
                  <a:lnTo>
                    <a:pt x="735308" y="58927"/>
                  </a:lnTo>
                  <a:lnTo>
                    <a:pt x="735265" y="59181"/>
                  </a:lnTo>
                  <a:lnTo>
                    <a:pt x="735178" y="59689"/>
                  </a:lnTo>
                  <a:lnTo>
                    <a:pt x="735113" y="60070"/>
                  </a:lnTo>
                  <a:lnTo>
                    <a:pt x="735004" y="60705"/>
                  </a:lnTo>
                  <a:lnTo>
                    <a:pt x="737971" y="60705"/>
                  </a:lnTo>
                  <a:lnTo>
                    <a:pt x="732918" y="61340"/>
                  </a:lnTo>
                  <a:lnTo>
                    <a:pt x="742749" y="61340"/>
                  </a:lnTo>
                  <a:lnTo>
                    <a:pt x="742120" y="62610"/>
                  </a:lnTo>
                  <a:lnTo>
                    <a:pt x="742057" y="62737"/>
                  </a:lnTo>
                  <a:lnTo>
                    <a:pt x="741932" y="62991"/>
                  </a:lnTo>
                  <a:lnTo>
                    <a:pt x="741806" y="63245"/>
                  </a:lnTo>
                  <a:lnTo>
                    <a:pt x="742076" y="63245"/>
                  </a:lnTo>
                  <a:lnTo>
                    <a:pt x="737080" y="65150"/>
                  </a:lnTo>
                  <a:lnTo>
                    <a:pt x="735952" y="69214"/>
                  </a:lnTo>
                  <a:lnTo>
                    <a:pt x="742713" y="69214"/>
                  </a:lnTo>
                  <a:lnTo>
                    <a:pt x="740839" y="71627"/>
                  </a:lnTo>
                  <a:lnTo>
                    <a:pt x="735293" y="71627"/>
                  </a:lnTo>
                  <a:lnTo>
                    <a:pt x="733152" y="76199"/>
                  </a:lnTo>
                  <a:lnTo>
                    <a:pt x="733091" y="76707"/>
                  </a:lnTo>
                  <a:lnTo>
                    <a:pt x="732986" y="77596"/>
                  </a:lnTo>
                  <a:lnTo>
                    <a:pt x="732865" y="78612"/>
                  </a:lnTo>
                  <a:lnTo>
                    <a:pt x="732759" y="79501"/>
                  </a:lnTo>
                  <a:lnTo>
                    <a:pt x="732669" y="80263"/>
                  </a:lnTo>
                  <a:lnTo>
                    <a:pt x="732548" y="81279"/>
                  </a:lnTo>
                  <a:lnTo>
                    <a:pt x="732427" y="82295"/>
                  </a:lnTo>
                  <a:lnTo>
                    <a:pt x="732306" y="83311"/>
                  </a:lnTo>
                  <a:lnTo>
                    <a:pt x="732185" y="84327"/>
                  </a:lnTo>
                  <a:lnTo>
                    <a:pt x="732065" y="85343"/>
                  </a:lnTo>
                  <a:lnTo>
                    <a:pt x="731959" y="86232"/>
                  </a:lnTo>
                  <a:lnTo>
                    <a:pt x="731868" y="86994"/>
                  </a:lnTo>
                  <a:lnTo>
                    <a:pt x="738319" y="86994"/>
                  </a:lnTo>
                  <a:lnTo>
                    <a:pt x="737982" y="89407"/>
                  </a:lnTo>
                  <a:lnTo>
                    <a:pt x="737857" y="90296"/>
                  </a:lnTo>
                  <a:lnTo>
                    <a:pt x="737769" y="90931"/>
                  </a:lnTo>
                  <a:lnTo>
                    <a:pt x="737693" y="91820"/>
                  </a:lnTo>
                  <a:lnTo>
                    <a:pt x="738683" y="95884"/>
                  </a:lnTo>
                  <a:lnTo>
                    <a:pt x="738745" y="96138"/>
                  </a:lnTo>
                  <a:lnTo>
                    <a:pt x="738838" y="96519"/>
                  </a:lnTo>
                  <a:lnTo>
                    <a:pt x="738962" y="97027"/>
                  </a:lnTo>
                  <a:lnTo>
                    <a:pt x="742692" y="97027"/>
                  </a:lnTo>
                  <a:lnTo>
                    <a:pt x="744223" y="100583"/>
                  </a:lnTo>
                  <a:lnTo>
                    <a:pt x="746993" y="100583"/>
                  </a:lnTo>
                  <a:lnTo>
                    <a:pt x="747952" y="102615"/>
                  </a:lnTo>
                  <a:lnTo>
                    <a:pt x="747832" y="103250"/>
                  </a:lnTo>
                  <a:close/>
                </a:path>
                <a:path w="781050" h="127000">
                  <a:moveTo>
                    <a:pt x="40601" y="73659"/>
                  </a:moveTo>
                  <a:lnTo>
                    <a:pt x="36969" y="73659"/>
                  </a:lnTo>
                  <a:lnTo>
                    <a:pt x="36115" y="72516"/>
                  </a:lnTo>
                  <a:lnTo>
                    <a:pt x="36160" y="69214"/>
                  </a:lnTo>
                  <a:lnTo>
                    <a:pt x="36709" y="67690"/>
                  </a:lnTo>
                  <a:lnTo>
                    <a:pt x="35747" y="65404"/>
                  </a:lnTo>
                  <a:lnTo>
                    <a:pt x="35640" y="65150"/>
                  </a:lnTo>
                  <a:lnTo>
                    <a:pt x="35601" y="62610"/>
                  </a:lnTo>
                  <a:lnTo>
                    <a:pt x="34538" y="59181"/>
                  </a:lnTo>
                  <a:lnTo>
                    <a:pt x="34035" y="59181"/>
                  </a:lnTo>
                  <a:lnTo>
                    <a:pt x="33453" y="58927"/>
                  </a:lnTo>
                  <a:lnTo>
                    <a:pt x="41617" y="58927"/>
                  </a:lnTo>
                  <a:lnTo>
                    <a:pt x="41495" y="60705"/>
                  </a:lnTo>
                  <a:lnTo>
                    <a:pt x="41416" y="61848"/>
                  </a:lnTo>
                  <a:lnTo>
                    <a:pt x="41320" y="63245"/>
                  </a:lnTo>
                  <a:lnTo>
                    <a:pt x="41214" y="64769"/>
                  </a:lnTo>
                  <a:lnTo>
                    <a:pt x="41101" y="66420"/>
                  </a:lnTo>
                  <a:lnTo>
                    <a:pt x="40987" y="68071"/>
                  </a:lnTo>
                  <a:lnTo>
                    <a:pt x="40864" y="69849"/>
                  </a:lnTo>
                  <a:lnTo>
                    <a:pt x="40741" y="71627"/>
                  </a:lnTo>
                  <a:lnTo>
                    <a:pt x="40628" y="73275"/>
                  </a:lnTo>
                  <a:lnTo>
                    <a:pt x="40601" y="73659"/>
                  </a:lnTo>
                  <a:close/>
                </a:path>
                <a:path w="781050" h="127000">
                  <a:moveTo>
                    <a:pt x="660566" y="79501"/>
                  </a:moveTo>
                  <a:lnTo>
                    <a:pt x="660220" y="79501"/>
                  </a:lnTo>
                  <a:lnTo>
                    <a:pt x="658625" y="78612"/>
                  </a:lnTo>
                  <a:lnTo>
                    <a:pt x="659636" y="75564"/>
                  </a:lnTo>
                  <a:lnTo>
                    <a:pt x="656784" y="73659"/>
                  </a:lnTo>
                  <a:lnTo>
                    <a:pt x="656766" y="67055"/>
                  </a:lnTo>
                  <a:lnTo>
                    <a:pt x="656647" y="63245"/>
                  </a:lnTo>
                  <a:lnTo>
                    <a:pt x="656521" y="59181"/>
                  </a:lnTo>
                  <a:lnTo>
                    <a:pt x="652485" y="59181"/>
                  </a:lnTo>
                  <a:lnTo>
                    <a:pt x="676753" y="60705"/>
                  </a:lnTo>
                  <a:lnTo>
                    <a:pt x="687378" y="60705"/>
                  </a:lnTo>
                  <a:lnTo>
                    <a:pt x="690334" y="65404"/>
                  </a:lnTo>
                  <a:lnTo>
                    <a:pt x="690441" y="67055"/>
                  </a:lnTo>
                  <a:lnTo>
                    <a:pt x="690540" y="68579"/>
                  </a:lnTo>
                  <a:lnTo>
                    <a:pt x="661546" y="68579"/>
                  </a:lnTo>
                  <a:lnTo>
                    <a:pt x="661617" y="69214"/>
                  </a:lnTo>
                  <a:lnTo>
                    <a:pt x="661729" y="70230"/>
                  </a:lnTo>
                  <a:lnTo>
                    <a:pt x="661841" y="71246"/>
                  </a:lnTo>
                  <a:lnTo>
                    <a:pt x="661953" y="72262"/>
                  </a:lnTo>
                  <a:lnTo>
                    <a:pt x="662065" y="73275"/>
                  </a:lnTo>
                  <a:lnTo>
                    <a:pt x="662178" y="74294"/>
                  </a:lnTo>
                  <a:lnTo>
                    <a:pt x="662291" y="76707"/>
                  </a:lnTo>
                  <a:lnTo>
                    <a:pt x="662326" y="77596"/>
                  </a:lnTo>
                  <a:lnTo>
                    <a:pt x="660566" y="79501"/>
                  </a:lnTo>
                  <a:close/>
                </a:path>
                <a:path w="781050" h="127000">
                  <a:moveTo>
                    <a:pt x="743054" y="61340"/>
                  </a:moveTo>
                  <a:lnTo>
                    <a:pt x="734895" y="61340"/>
                  </a:lnTo>
                  <a:lnTo>
                    <a:pt x="735004" y="60705"/>
                  </a:lnTo>
                  <a:lnTo>
                    <a:pt x="740950" y="60705"/>
                  </a:lnTo>
                  <a:lnTo>
                    <a:pt x="741529" y="59181"/>
                  </a:lnTo>
                  <a:lnTo>
                    <a:pt x="743054" y="61340"/>
                  </a:lnTo>
                  <a:close/>
                </a:path>
                <a:path w="781050" h="127000">
                  <a:moveTo>
                    <a:pt x="718679" y="60070"/>
                  </a:moveTo>
                  <a:lnTo>
                    <a:pt x="718308" y="60070"/>
                  </a:lnTo>
                  <a:lnTo>
                    <a:pt x="716198" y="59689"/>
                  </a:lnTo>
                  <a:lnTo>
                    <a:pt x="721788" y="59689"/>
                  </a:lnTo>
                  <a:lnTo>
                    <a:pt x="718679" y="60070"/>
                  </a:lnTo>
                  <a:close/>
                </a:path>
                <a:path w="781050" h="127000">
                  <a:moveTo>
                    <a:pt x="521766" y="67055"/>
                  </a:moveTo>
                  <a:lnTo>
                    <a:pt x="486211" y="67055"/>
                  </a:lnTo>
                  <a:lnTo>
                    <a:pt x="487863" y="63245"/>
                  </a:lnTo>
                  <a:lnTo>
                    <a:pt x="487973" y="62991"/>
                  </a:lnTo>
                  <a:lnTo>
                    <a:pt x="521292" y="62991"/>
                  </a:lnTo>
                  <a:lnTo>
                    <a:pt x="521407" y="65150"/>
                  </a:lnTo>
                  <a:lnTo>
                    <a:pt x="521527" y="65785"/>
                  </a:lnTo>
                  <a:lnTo>
                    <a:pt x="521647" y="66420"/>
                  </a:lnTo>
                  <a:lnTo>
                    <a:pt x="521766" y="67055"/>
                  </a:lnTo>
                  <a:close/>
                </a:path>
                <a:path w="781050" h="127000">
                  <a:moveTo>
                    <a:pt x="770151" y="70992"/>
                  </a:moveTo>
                  <a:lnTo>
                    <a:pt x="765988" y="70992"/>
                  </a:lnTo>
                  <a:lnTo>
                    <a:pt x="769091" y="69214"/>
                  </a:lnTo>
                  <a:lnTo>
                    <a:pt x="771187" y="64769"/>
                  </a:lnTo>
                  <a:lnTo>
                    <a:pt x="772080" y="63880"/>
                  </a:lnTo>
                  <a:lnTo>
                    <a:pt x="773936" y="63880"/>
                  </a:lnTo>
                  <a:lnTo>
                    <a:pt x="774131" y="63245"/>
                  </a:lnTo>
                  <a:lnTo>
                    <a:pt x="772719" y="63245"/>
                  </a:lnTo>
                  <a:lnTo>
                    <a:pt x="772974" y="62991"/>
                  </a:lnTo>
                  <a:lnTo>
                    <a:pt x="775421" y="64134"/>
                  </a:lnTo>
                  <a:lnTo>
                    <a:pt x="773419" y="65785"/>
                  </a:lnTo>
                  <a:lnTo>
                    <a:pt x="771293" y="69214"/>
                  </a:lnTo>
                  <a:lnTo>
                    <a:pt x="770151" y="70992"/>
                  </a:lnTo>
                  <a:close/>
                </a:path>
                <a:path w="781050" h="127000">
                  <a:moveTo>
                    <a:pt x="772080" y="63880"/>
                  </a:moveTo>
                  <a:lnTo>
                    <a:pt x="771887" y="63245"/>
                  </a:lnTo>
                  <a:lnTo>
                    <a:pt x="772719" y="63245"/>
                  </a:lnTo>
                  <a:lnTo>
                    <a:pt x="772080" y="63880"/>
                  </a:lnTo>
                  <a:close/>
                </a:path>
                <a:path w="781050" h="127000">
                  <a:moveTo>
                    <a:pt x="504759" y="103250"/>
                  </a:moveTo>
                  <a:lnTo>
                    <a:pt x="474634" y="103250"/>
                  </a:lnTo>
                  <a:lnTo>
                    <a:pt x="475306" y="101599"/>
                  </a:lnTo>
                  <a:lnTo>
                    <a:pt x="475596" y="101599"/>
                  </a:lnTo>
                  <a:lnTo>
                    <a:pt x="479352" y="100202"/>
                  </a:lnTo>
                  <a:lnTo>
                    <a:pt x="479561" y="99059"/>
                  </a:lnTo>
                  <a:lnTo>
                    <a:pt x="479608" y="98805"/>
                  </a:lnTo>
                  <a:lnTo>
                    <a:pt x="479700" y="98297"/>
                  </a:lnTo>
                  <a:lnTo>
                    <a:pt x="479817" y="97662"/>
                  </a:lnTo>
                  <a:lnTo>
                    <a:pt x="479886" y="97281"/>
                  </a:lnTo>
                  <a:lnTo>
                    <a:pt x="479979" y="96773"/>
                  </a:lnTo>
                  <a:lnTo>
                    <a:pt x="484870" y="90931"/>
                  </a:lnTo>
                  <a:lnTo>
                    <a:pt x="484139" y="87756"/>
                  </a:lnTo>
                  <a:lnTo>
                    <a:pt x="484029" y="80644"/>
                  </a:lnTo>
                  <a:lnTo>
                    <a:pt x="483920" y="80009"/>
                  </a:lnTo>
                  <a:lnTo>
                    <a:pt x="483833" y="79501"/>
                  </a:lnTo>
                  <a:lnTo>
                    <a:pt x="479979" y="79247"/>
                  </a:lnTo>
                  <a:lnTo>
                    <a:pt x="481065" y="76707"/>
                  </a:lnTo>
                  <a:lnTo>
                    <a:pt x="482550" y="73659"/>
                  </a:lnTo>
                  <a:lnTo>
                    <a:pt x="482359" y="73659"/>
                  </a:lnTo>
                  <a:lnTo>
                    <a:pt x="480941" y="72262"/>
                  </a:lnTo>
                  <a:lnTo>
                    <a:pt x="483557" y="69849"/>
                  </a:lnTo>
                  <a:lnTo>
                    <a:pt x="483661" y="69214"/>
                  </a:lnTo>
                  <a:lnTo>
                    <a:pt x="483765" y="68579"/>
                  </a:lnTo>
                  <a:lnTo>
                    <a:pt x="483848" y="68071"/>
                  </a:lnTo>
                  <a:lnTo>
                    <a:pt x="483911" y="67690"/>
                  </a:lnTo>
                  <a:lnTo>
                    <a:pt x="484015" y="67055"/>
                  </a:lnTo>
                  <a:lnTo>
                    <a:pt x="484119" y="66420"/>
                  </a:lnTo>
                  <a:lnTo>
                    <a:pt x="484223" y="65785"/>
                  </a:lnTo>
                  <a:lnTo>
                    <a:pt x="484327" y="65150"/>
                  </a:lnTo>
                  <a:lnTo>
                    <a:pt x="484452" y="64388"/>
                  </a:lnTo>
                  <a:lnTo>
                    <a:pt x="484595" y="64769"/>
                  </a:lnTo>
                  <a:lnTo>
                    <a:pt x="486074" y="67055"/>
                  </a:lnTo>
                  <a:lnTo>
                    <a:pt x="521766" y="67055"/>
                  </a:lnTo>
                  <a:lnTo>
                    <a:pt x="521886" y="67690"/>
                  </a:lnTo>
                  <a:lnTo>
                    <a:pt x="514131" y="67690"/>
                  </a:lnTo>
                  <a:lnTo>
                    <a:pt x="510644" y="68071"/>
                  </a:lnTo>
                  <a:lnTo>
                    <a:pt x="510767" y="70484"/>
                  </a:lnTo>
                  <a:lnTo>
                    <a:pt x="510806" y="71246"/>
                  </a:lnTo>
                  <a:lnTo>
                    <a:pt x="501474" y="71246"/>
                  </a:lnTo>
                  <a:lnTo>
                    <a:pt x="501585" y="76707"/>
                  </a:lnTo>
                  <a:lnTo>
                    <a:pt x="501656" y="80263"/>
                  </a:lnTo>
                  <a:lnTo>
                    <a:pt x="490816" y="81279"/>
                  </a:lnTo>
                  <a:lnTo>
                    <a:pt x="490932" y="85343"/>
                  </a:lnTo>
                  <a:lnTo>
                    <a:pt x="491049" y="89407"/>
                  </a:lnTo>
                  <a:lnTo>
                    <a:pt x="491092" y="90931"/>
                  </a:lnTo>
                  <a:lnTo>
                    <a:pt x="516819" y="90931"/>
                  </a:lnTo>
                  <a:lnTo>
                    <a:pt x="517848" y="92836"/>
                  </a:lnTo>
                  <a:lnTo>
                    <a:pt x="520232" y="92836"/>
                  </a:lnTo>
                  <a:lnTo>
                    <a:pt x="520172" y="94868"/>
                  </a:lnTo>
                  <a:lnTo>
                    <a:pt x="519875" y="95884"/>
                  </a:lnTo>
                  <a:lnTo>
                    <a:pt x="519801" y="96138"/>
                  </a:lnTo>
                  <a:lnTo>
                    <a:pt x="519690" y="96519"/>
                  </a:lnTo>
                  <a:lnTo>
                    <a:pt x="519616" y="96773"/>
                  </a:lnTo>
                  <a:lnTo>
                    <a:pt x="519541" y="97027"/>
                  </a:lnTo>
                  <a:lnTo>
                    <a:pt x="507453" y="97027"/>
                  </a:lnTo>
                  <a:lnTo>
                    <a:pt x="505658" y="98805"/>
                  </a:lnTo>
                  <a:lnTo>
                    <a:pt x="505701" y="99059"/>
                  </a:lnTo>
                  <a:lnTo>
                    <a:pt x="505530" y="99821"/>
                  </a:lnTo>
                  <a:lnTo>
                    <a:pt x="505444" y="100202"/>
                  </a:lnTo>
                  <a:lnTo>
                    <a:pt x="505358" y="100583"/>
                  </a:lnTo>
                  <a:lnTo>
                    <a:pt x="505244" y="101091"/>
                  </a:lnTo>
                  <a:lnTo>
                    <a:pt x="505130" y="101599"/>
                  </a:lnTo>
                  <a:lnTo>
                    <a:pt x="505016" y="102107"/>
                  </a:lnTo>
                  <a:lnTo>
                    <a:pt x="504902" y="102615"/>
                  </a:lnTo>
                  <a:lnTo>
                    <a:pt x="504816" y="102996"/>
                  </a:lnTo>
                  <a:lnTo>
                    <a:pt x="504759" y="103250"/>
                  </a:lnTo>
                  <a:close/>
                </a:path>
                <a:path w="781050" h="127000">
                  <a:moveTo>
                    <a:pt x="742614" y="69214"/>
                  </a:moveTo>
                  <a:lnTo>
                    <a:pt x="736078" y="69214"/>
                  </a:lnTo>
                  <a:lnTo>
                    <a:pt x="736882" y="68579"/>
                  </a:lnTo>
                  <a:lnTo>
                    <a:pt x="739238" y="67690"/>
                  </a:lnTo>
                  <a:lnTo>
                    <a:pt x="741529" y="67055"/>
                  </a:lnTo>
                  <a:lnTo>
                    <a:pt x="742614" y="64388"/>
                  </a:lnTo>
                  <a:lnTo>
                    <a:pt x="742614" y="69214"/>
                  </a:lnTo>
                  <a:close/>
                </a:path>
                <a:path w="781050" h="127000">
                  <a:moveTo>
                    <a:pt x="29128" y="72897"/>
                  </a:moveTo>
                  <a:lnTo>
                    <a:pt x="26561" y="71627"/>
                  </a:lnTo>
                  <a:lnTo>
                    <a:pt x="26448" y="70992"/>
                  </a:lnTo>
                  <a:lnTo>
                    <a:pt x="26358" y="70484"/>
                  </a:lnTo>
                  <a:lnTo>
                    <a:pt x="26245" y="69849"/>
                  </a:lnTo>
                  <a:lnTo>
                    <a:pt x="26133" y="69214"/>
                  </a:lnTo>
                  <a:lnTo>
                    <a:pt x="26020" y="68579"/>
                  </a:lnTo>
                  <a:lnTo>
                    <a:pt x="25929" y="68071"/>
                  </a:lnTo>
                  <a:lnTo>
                    <a:pt x="25862" y="67690"/>
                  </a:lnTo>
                  <a:lnTo>
                    <a:pt x="25749" y="67055"/>
                  </a:lnTo>
                  <a:lnTo>
                    <a:pt x="22113" y="65785"/>
                  </a:lnTo>
                  <a:lnTo>
                    <a:pt x="31025" y="65785"/>
                  </a:lnTo>
                  <a:lnTo>
                    <a:pt x="32103" y="69849"/>
                  </a:lnTo>
                  <a:lnTo>
                    <a:pt x="32170" y="70103"/>
                  </a:lnTo>
                  <a:lnTo>
                    <a:pt x="29359" y="70992"/>
                  </a:lnTo>
                  <a:lnTo>
                    <a:pt x="29251" y="71881"/>
                  </a:lnTo>
                  <a:lnTo>
                    <a:pt x="29128" y="72897"/>
                  </a:lnTo>
                  <a:close/>
                </a:path>
                <a:path w="781050" h="127000">
                  <a:moveTo>
                    <a:pt x="515720" y="80009"/>
                  </a:moveTo>
                  <a:lnTo>
                    <a:pt x="515168" y="76707"/>
                  </a:lnTo>
                  <a:lnTo>
                    <a:pt x="515083" y="76199"/>
                  </a:lnTo>
                  <a:lnTo>
                    <a:pt x="514977" y="75564"/>
                  </a:lnTo>
                  <a:lnTo>
                    <a:pt x="514871" y="74929"/>
                  </a:lnTo>
                  <a:lnTo>
                    <a:pt x="514765" y="74294"/>
                  </a:lnTo>
                  <a:lnTo>
                    <a:pt x="514659" y="73659"/>
                  </a:lnTo>
                  <a:lnTo>
                    <a:pt x="513744" y="73659"/>
                  </a:lnTo>
                  <a:lnTo>
                    <a:pt x="510943" y="73275"/>
                  </a:lnTo>
                  <a:lnTo>
                    <a:pt x="514375" y="70992"/>
                  </a:lnTo>
                  <a:lnTo>
                    <a:pt x="514337" y="70484"/>
                  </a:lnTo>
                  <a:lnTo>
                    <a:pt x="514244" y="69214"/>
                  </a:lnTo>
                  <a:lnTo>
                    <a:pt x="514131" y="67690"/>
                  </a:lnTo>
                  <a:lnTo>
                    <a:pt x="521886" y="67690"/>
                  </a:lnTo>
                  <a:lnTo>
                    <a:pt x="521836" y="71881"/>
                  </a:lnTo>
                  <a:lnTo>
                    <a:pt x="521756" y="72516"/>
                  </a:lnTo>
                  <a:lnTo>
                    <a:pt x="521660" y="73275"/>
                  </a:lnTo>
                  <a:lnTo>
                    <a:pt x="521564" y="74040"/>
                  </a:lnTo>
                  <a:lnTo>
                    <a:pt x="521451" y="74929"/>
                  </a:lnTo>
                  <a:lnTo>
                    <a:pt x="521371" y="75564"/>
                  </a:lnTo>
                  <a:lnTo>
                    <a:pt x="521291" y="76199"/>
                  </a:lnTo>
                  <a:lnTo>
                    <a:pt x="521227" y="76707"/>
                  </a:lnTo>
                  <a:lnTo>
                    <a:pt x="521114" y="77596"/>
                  </a:lnTo>
                  <a:lnTo>
                    <a:pt x="521050" y="78104"/>
                  </a:lnTo>
                  <a:lnTo>
                    <a:pt x="520954" y="78866"/>
                  </a:lnTo>
                  <a:lnTo>
                    <a:pt x="520874" y="79501"/>
                  </a:lnTo>
                  <a:lnTo>
                    <a:pt x="522570" y="79501"/>
                  </a:lnTo>
                  <a:lnTo>
                    <a:pt x="515720" y="80009"/>
                  </a:lnTo>
                  <a:close/>
                </a:path>
                <a:path w="781050" h="127000">
                  <a:moveTo>
                    <a:pt x="673287" y="80644"/>
                  </a:moveTo>
                  <a:lnTo>
                    <a:pt x="669787" y="75564"/>
                  </a:lnTo>
                  <a:lnTo>
                    <a:pt x="669690" y="72516"/>
                  </a:lnTo>
                  <a:lnTo>
                    <a:pt x="669565" y="68579"/>
                  </a:lnTo>
                  <a:lnTo>
                    <a:pt x="673394" y="68579"/>
                  </a:lnTo>
                  <a:lnTo>
                    <a:pt x="673287" y="80644"/>
                  </a:lnTo>
                  <a:close/>
                </a:path>
                <a:path w="781050" h="127000">
                  <a:moveTo>
                    <a:pt x="691838" y="90296"/>
                  </a:moveTo>
                  <a:lnTo>
                    <a:pt x="684387" y="90296"/>
                  </a:lnTo>
                  <a:lnTo>
                    <a:pt x="684322" y="89407"/>
                  </a:lnTo>
                  <a:lnTo>
                    <a:pt x="684202" y="87756"/>
                  </a:lnTo>
                  <a:lnTo>
                    <a:pt x="684146" y="86994"/>
                  </a:lnTo>
                  <a:lnTo>
                    <a:pt x="684025" y="85343"/>
                  </a:lnTo>
                  <a:lnTo>
                    <a:pt x="683923" y="83946"/>
                  </a:lnTo>
                  <a:lnTo>
                    <a:pt x="683803" y="82295"/>
                  </a:lnTo>
                  <a:lnTo>
                    <a:pt x="683692" y="80771"/>
                  </a:lnTo>
                  <a:lnTo>
                    <a:pt x="683580" y="79247"/>
                  </a:lnTo>
                  <a:lnTo>
                    <a:pt x="683460" y="77596"/>
                  </a:lnTo>
                  <a:lnTo>
                    <a:pt x="683358" y="76199"/>
                  </a:lnTo>
                  <a:lnTo>
                    <a:pt x="683265" y="74929"/>
                  </a:lnTo>
                  <a:lnTo>
                    <a:pt x="683144" y="73275"/>
                  </a:lnTo>
                  <a:lnTo>
                    <a:pt x="683043" y="71881"/>
                  </a:lnTo>
                  <a:lnTo>
                    <a:pt x="682922" y="70230"/>
                  </a:lnTo>
                  <a:lnTo>
                    <a:pt x="682802" y="68579"/>
                  </a:lnTo>
                  <a:lnTo>
                    <a:pt x="690540" y="68579"/>
                  </a:lnTo>
                  <a:lnTo>
                    <a:pt x="690664" y="70484"/>
                  </a:lnTo>
                  <a:lnTo>
                    <a:pt x="690779" y="72262"/>
                  </a:lnTo>
                  <a:lnTo>
                    <a:pt x="690895" y="74040"/>
                  </a:lnTo>
                  <a:lnTo>
                    <a:pt x="690994" y="75564"/>
                  </a:lnTo>
                  <a:lnTo>
                    <a:pt x="691068" y="76707"/>
                  </a:lnTo>
                  <a:lnTo>
                    <a:pt x="691703" y="87756"/>
                  </a:lnTo>
                  <a:lnTo>
                    <a:pt x="691811" y="89788"/>
                  </a:lnTo>
                  <a:lnTo>
                    <a:pt x="691838" y="90296"/>
                  </a:lnTo>
                  <a:close/>
                </a:path>
                <a:path w="781050" h="127000">
                  <a:moveTo>
                    <a:pt x="509346" y="78866"/>
                  </a:moveTo>
                  <a:lnTo>
                    <a:pt x="508411" y="78866"/>
                  </a:lnTo>
                  <a:lnTo>
                    <a:pt x="508311" y="78104"/>
                  </a:lnTo>
                  <a:lnTo>
                    <a:pt x="508243" y="77596"/>
                  </a:lnTo>
                  <a:lnTo>
                    <a:pt x="508126" y="76707"/>
                  </a:lnTo>
                  <a:lnTo>
                    <a:pt x="508059" y="76199"/>
                  </a:lnTo>
                  <a:lnTo>
                    <a:pt x="507974" y="75564"/>
                  </a:lnTo>
                  <a:lnTo>
                    <a:pt x="507890" y="74929"/>
                  </a:lnTo>
                  <a:lnTo>
                    <a:pt x="507773" y="74040"/>
                  </a:lnTo>
                  <a:lnTo>
                    <a:pt x="507671" y="73275"/>
                  </a:lnTo>
                  <a:lnTo>
                    <a:pt x="507571" y="72516"/>
                  </a:lnTo>
                  <a:lnTo>
                    <a:pt x="507453" y="71627"/>
                  </a:lnTo>
                  <a:lnTo>
                    <a:pt x="501474" y="71246"/>
                  </a:lnTo>
                  <a:lnTo>
                    <a:pt x="510806" y="71246"/>
                  </a:lnTo>
                  <a:lnTo>
                    <a:pt x="510929" y="73659"/>
                  </a:lnTo>
                  <a:lnTo>
                    <a:pt x="511026" y="75564"/>
                  </a:lnTo>
                  <a:lnTo>
                    <a:pt x="511129" y="77596"/>
                  </a:lnTo>
                  <a:lnTo>
                    <a:pt x="511181" y="78612"/>
                  </a:lnTo>
                  <a:lnTo>
                    <a:pt x="509346" y="78866"/>
                  </a:lnTo>
                  <a:close/>
                </a:path>
                <a:path w="781050" h="127000">
                  <a:moveTo>
                    <a:pt x="739238" y="72135"/>
                  </a:moveTo>
                  <a:lnTo>
                    <a:pt x="737893" y="72135"/>
                  </a:lnTo>
                  <a:lnTo>
                    <a:pt x="735293" y="71627"/>
                  </a:lnTo>
                  <a:lnTo>
                    <a:pt x="740839" y="71627"/>
                  </a:lnTo>
                  <a:lnTo>
                    <a:pt x="740642" y="71881"/>
                  </a:lnTo>
                  <a:lnTo>
                    <a:pt x="739238" y="72135"/>
                  </a:lnTo>
                  <a:close/>
                </a:path>
                <a:path w="781050" h="127000">
                  <a:moveTo>
                    <a:pt x="136718" y="103250"/>
                  </a:moveTo>
                  <a:lnTo>
                    <a:pt x="111942" y="103250"/>
                  </a:lnTo>
                  <a:lnTo>
                    <a:pt x="112855" y="102615"/>
                  </a:lnTo>
                  <a:lnTo>
                    <a:pt x="112654" y="102615"/>
                  </a:lnTo>
                  <a:lnTo>
                    <a:pt x="112579" y="102107"/>
                  </a:lnTo>
                  <a:lnTo>
                    <a:pt x="112467" y="101345"/>
                  </a:lnTo>
                  <a:lnTo>
                    <a:pt x="112355" y="100583"/>
                  </a:lnTo>
                  <a:lnTo>
                    <a:pt x="112242" y="99821"/>
                  </a:lnTo>
                  <a:lnTo>
                    <a:pt x="112130" y="99059"/>
                  </a:lnTo>
                  <a:lnTo>
                    <a:pt x="112018" y="98297"/>
                  </a:lnTo>
                  <a:lnTo>
                    <a:pt x="111925" y="97662"/>
                  </a:lnTo>
                  <a:lnTo>
                    <a:pt x="116906" y="95884"/>
                  </a:lnTo>
                  <a:lnTo>
                    <a:pt x="116946" y="95122"/>
                  </a:lnTo>
                  <a:lnTo>
                    <a:pt x="117067" y="92836"/>
                  </a:lnTo>
                  <a:lnTo>
                    <a:pt x="117181" y="90931"/>
                  </a:lnTo>
                  <a:lnTo>
                    <a:pt x="117283" y="89407"/>
                  </a:lnTo>
                  <a:lnTo>
                    <a:pt x="117395" y="87756"/>
                  </a:lnTo>
                  <a:lnTo>
                    <a:pt x="117429" y="87248"/>
                  </a:lnTo>
                  <a:lnTo>
                    <a:pt x="117544" y="86232"/>
                  </a:lnTo>
                  <a:lnTo>
                    <a:pt x="117641" y="85724"/>
                  </a:lnTo>
                  <a:lnTo>
                    <a:pt x="117761" y="85089"/>
                  </a:lnTo>
                  <a:lnTo>
                    <a:pt x="117858" y="84581"/>
                  </a:lnTo>
                  <a:lnTo>
                    <a:pt x="117979" y="83946"/>
                  </a:lnTo>
                  <a:lnTo>
                    <a:pt x="116720" y="81533"/>
                  </a:lnTo>
                  <a:lnTo>
                    <a:pt x="116895" y="81533"/>
                  </a:lnTo>
                  <a:lnTo>
                    <a:pt x="119172" y="78866"/>
                  </a:lnTo>
                  <a:lnTo>
                    <a:pt x="118972" y="78866"/>
                  </a:lnTo>
                  <a:lnTo>
                    <a:pt x="120911" y="81533"/>
                  </a:lnTo>
                  <a:lnTo>
                    <a:pt x="120824" y="82549"/>
                  </a:lnTo>
                  <a:lnTo>
                    <a:pt x="120747" y="82930"/>
                  </a:lnTo>
                  <a:lnTo>
                    <a:pt x="120645" y="83438"/>
                  </a:lnTo>
                  <a:lnTo>
                    <a:pt x="120542" y="83946"/>
                  </a:lnTo>
                  <a:lnTo>
                    <a:pt x="120402" y="83946"/>
                  </a:lnTo>
                  <a:lnTo>
                    <a:pt x="121660" y="85343"/>
                  </a:lnTo>
                  <a:lnTo>
                    <a:pt x="151605" y="85343"/>
                  </a:lnTo>
                  <a:lnTo>
                    <a:pt x="152771" y="86994"/>
                  </a:lnTo>
                  <a:lnTo>
                    <a:pt x="155065" y="87756"/>
                  </a:lnTo>
                  <a:lnTo>
                    <a:pt x="161208" y="87756"/>
                  </a:lnTo>
                  <a:lnTo>
                    <a:pt x="160876" y="89407"/>
                  </a:lnTo>
                  <a:lnTo>
                    <a:pt x="160860" y="98297"/>
                  </a:lnTo>
                  <a:lnTo>
                    <a:pt x="149651" y="98297"/>
                  </a:lnTo>
                  <a:lnTo>
                    <a:pt x="145479" y="99059"/>
                  </a:lnTo>
                  <a:lnTo>
                    <a:pt x="147068" y="100583"/>
                  </a:lnTo>
                  <a:lnTo>
                    <a:pt x="141814" y="100583"/>
                  </a:lnTo>
                  <a:lnTo>
                    <a:pt x="138203" y="101345"/>
                  </a:lnTo>
                  <a:lnTo>
                    <a:pt x="136718" y="103250"/>
                  </a:lnTo>
                  <a:close/>
                </a:path>
                <a:path w="781050" h="127000">
                  <a:moveTo>
                    <a:pt x="22555" y="80009"/>
                  </a:moveTo>
                  <a:lnTo>
                    <a:pt x="8144" y="79501"/>
                  </a:lnTo>
                  <a:lnTo>
                    <a:pt x="22539" y="79501"/>
                  </a:lnTo>
                  <a:lnTo>
                    <a:pt x="22555" y="80009"/>
                  </a:lnTo>
                  <a:close/>
                </a:path>
                <a:path w="781050" h="127000">
                  <a:moveTo>
                    <a:pt x="146710" y="83438"/>
                  </a:moveTo>
                  <a:lnTo>
                    <a:pt x="131217" y="83438"/>
                  </a:lnTo>
                  <a:lnTo>
                    <a:pt x="134258" y="83311"/>
                  </a:lnTo>
                  <a:lnTo>
                    <a:pt x="138639" y="79501"/>
                  </a:lnTo>
                  <a:lnTo>
                    <a:pt x="138323" y="79501"/>
                  </a:lnTo>
                  <a:lnTo>
                    <a:pt x="141719" y="82041"/>
                  </a:lnTo>
                  <a:lnTo>
                    <a:pt x="144410" y="82549"/>
                  </a:lnTo>
                  <a:lnTo>
                    <a:pt x="146096" y="82549"/>
                  </a:lnTo>
                  <a:lnTo>
                    <a:pt x="146623" y="83311"/>
                  </a:lnTo>
                  <a:lnTo>
                    <a:pt x="146710" y="83438"/>
                  </a:lnTo>
                  <a:close/>
                </a:path>
                <a:path w="781050" h="127000">
                  <a:moveTo>
                    <a:pt x="40796" y="83946"/>
                  </a:moveTo>
                  <a:lnTo>
                    <a:pt x="11809" y="83946"/>
                  </a:lnTo>
                  <a:lnTo>
                    <a:pt x="14727" y="83692"/>
                  </a:lnTo>
                  <a:lnTo>
                    <a:pt x="17629" y="80771"/>
                  </a:lnTo>
                  <a:lnTo>
                    <a:pt x="17755" y="80644"/>
                  </a:lnTo>
                  <a:lnTo>
                    <a:pt x="20292" y="83311"/>
                  </a:lnTo>
                  <a:lnTo>
                    <a:pt x="20413" y="83438"/>
                  </a:lnTo>
                  <a:lnTo>
                    <a:pt x="40827" y="83438"/>
                  </a:lnTo>
                  <a:lnTo>
                    <a:pt x="40796" y="83946"/>
                  </a:lnTo>
                  <a:close/>
                </a:path>
                <a:path w="781050" h="127000">
                  <a:moveTo>
                    <a:pt x="146096" y="82549"/>
                  </a:moveTo>
                  <a:lnTo>
                    <a:pt x="144410" y="82549"/>
                  </a:lnTo>
                  <a:lnTo>
                    <a:pt x="145219" y="81279"/>
                  </a:lnTo>
                  <a:lnTo>
                    <a:pt x="146096" y="82549"/>
                  </a:lnTo>
                  <a:close/>
                </a:path>
                <a:path w="781050" h="127000">
                  <a:moveTo>
                    <a:pt x="151605" y="85343"/>
                  </a:moveTo>
                  <a:lnTo>
                    <a:pt x="126401" y="85343"/>
                  </a:lnTo>
                  <a:lnTo>
                    <a:pt x="127561" y="84327"/>
                  </a:lnTo>
                  <a:lnTo>
                    <a:pt x="127628" y="83946"/>
                  </a:lnTo>
                  <a:lnTo>
                    <a:pt x="127717" y="83438"/>
                  </a:lnTo>
                  <a:lnTo>
                    <a:pt x="127807" y="82930"/>
                  </a:lnTo>
                  <a:lnTo>
                    <a:pt x="127874" y="82549"/>
                  </a:lnTo>
                  <a:lnTo>
                    <a:pt x="127963" y="82041"/>
                  </a:lnTo>
                  <a:lnTo>
                    <a:pt x="128052" y="81533"/>
                  </a:lnTo>
                  <a:lnTo>
                    <a:pt x="131217" y="83438"/>
                  </a:lnTo>
                  <a:lnTo>
                    <a:pt x="146710" y="83438"/>
                  </a:lnTo>
                  <a:lnTo>
                    <a:pt x="146886" y="83692"/>
                  </a:lnTo>
                  <a:lnTo>
                    <a:pt x="148998" y="84581"/>
                  </a:lnTo>
                  <a:lnTo>
                    <a:pt x="152148" y="84581"/>
                  </a:lnTo>
                  <a:lnTo>
                    <a:pt x="151425" y="85089"/>
                  </a:lnTo>
                  <a:lnTo>
                    <a:pt x="151605" y="85343"/>
                  </a:lnTo>
                  <a:close/>
                </a:path>
                <a:path w="781050" h="127000">
                  <a:moveTo>
                    <a:pt x="152148" y="84581"/>
                  </a:moveTo>
                  <a:lnTo>
                    <a:pt x="149337" y="84581"/>
                  </a:lnTo>
                  <a:lnTo>
                    <a:pt x="149409" y="84327"/>
                  </a:lnTo>
                  <a:lnTo>
                    <a:pt x="149518" y="83946"/>
                  </a:lnTo>
                  <a:lnTo>
                    <a:pt x="149590" y="83692"/>
                  </a:lnTo>
                  <a:lnTo>
                    <a:pt x="149699" y="83311"/>
                  </a:lnTo>
                  <a:lnTo>
                    <a:pt x="149808" y="82930"/>
                  </a:lnTo>
                  <a:lnTo>
                    <a:pt x="149917" y="82549"/>
                  </a:lnTo>
                  <a:lnTo>
                    <a:pt x="149989" y="82295"/>
                  </a:lnTo>
                  <a:lnTo>
                    <a:pt x="153593" y="82930"/>
                  </a:lnTo>
                  <a:lnTo>
                    <a:pt x="154495" y="82930"/>
                  </a:lnTo>
                  <a:lnTo>
                    <a:pt x="152148" y="84581"/>
                  </a:lnTo>
                  <a:close/>
                </a:path>
                <a:path w="781050" h="127000">
                  <a:moveTo>
                    <a:pt x="40827" y="83438"/>
                  </a:moveTo>
                  <a:lnTo>
                    <a:pt x="20413" y="83438"/>
                  </a:lnTo>
                  <a:lnTo>
                    <a:pt x="40882" y="82549"/>
                  </a:lnTo>
                  <a:lnTo>
                    <a:pt x="40827" y="83438"/>
                  </a:lnTo>
                  <a:close/>
                </a:path>
                <a:path w="781050" h="127000">
                  <a:moveTo>
                    <a:pt x="161208" y="87756"/>
                  </a:moveTo>
                  <a:lnTo>
                    <a:pt x="155065" y="87756"/>
                  </a:lnTo>
                  <a:lnTo>
                    <a:pt x="156761" y="85724"/>
                  </a:lnTo>
                  <a:lnTo>
                    <a:pt x="156761" y="83438"/>
                  </a:lnTo>
                  <a:lnTo>
                    <a:pt x="161453" y="82930"/>
                  </a:lnTo>
                  <a:lnTo>
                    <a:pt x="161361" y="86994"/>
                  </a:lnTo>
                  <a:lnTo>
                    <a:pt x="161259" y="87502"/>
                  </a:lnTo>
                  <a:lnTo>
                    <a:pt x="161208" y="87756"/>
                  </a:lnTo>
                  <a:close/>
                </a:path>
                <a:path w="781050" h="127000">
                  <a:moveTo>
                    <a:pt x="516819" y="90931"/>
                  </a:moveTo>
                  <a:lnTo>
                    <a:pt x="491092" y="90931"/>
                  </a:lnTo>
                  <a:lnTo>
                    <a:pt x="496993" y="90550"/>
                  </a:lnTo>
                  <a:lnTo>
                    <a:pt x="499223" y="83946"/>
                  </a:lnTo>
                  <a:lnTo>
                    <a:pt x="499309" y="83692"/>
                  </a:lnTo>
                  <a:lnTo>
                    <a:pt x="499395" y="83438"/>
                  </a:lnTo>
                  <a:lnTo>
                    <a:pt x="500756" y="84581"/>
                  </a:lnTo>
                  <a:lnTo>
                    <a:pt x="500199" y="89407"/>
                  </a:lnTo>
                  <a:lnTo>
                    <a:pt x="500097" y="90296"/>
                  </a:lnTo>
                  <a:lnTo>
                    <a:pt x="500067" y="90550"/>
                  </a:lnTo>
                  <a:lnTo>
                    <a:pt x="516614" y="90550"/>
                  </a:lnTo>
                  <a:lnTo>
                    <a:pt x="516819" y="90931"/>
                  </a:lnTo>
                  <a:close/>
                </a:path>
                <a:path w="781050" h="127000">
                  <a:moveTo>
                    <a:pt x="738319" y="86994"/>
                  </a:moveTo>
                  <a:lnTo>
                    <a:pt x="731868" y="86994"/>
                  </a:lnTo>
                  <a:lnTo>
                    <a:pt x="735353" y="86613"/>
                  </a:lnTo>
                  <a:lnTo>
                    <a:pt x="734456" y="86613"/>
                  </a:lnTo>
                  <a:lnTo>
                    <a:pt x="738690" y="84581"/>
                  </a:lnTo>
                  <a:lnTo>
                    <a:pt x="738426" y="84581"/>
                  </a:lnTo>
                  <a:lnTo>
                    <a:pt x="738319" y="86994"/>
                  </a:lnTo>
                  <a:close/>
                </a:path>
                <a:path w="781050" h="127000">
                  <a:moveTo>
                    <a:pt x="39608" y="103250"/>
                  </a:moveTo>
                  <a:lnTo>
                    <a:pt x="33091" y="103250"/>
                  </a:lnTo>
                  <a:lnTo>
                    <a:pt x="33453" y="102615"/>
                  </a:lnTo>
                  <a:lnTo>
                    <a:pt x="31276" y="96138"/>
                  </a:lnTo>
                  <a:lnTo>
                    <a:pt x="31191" y="95884"/>
                  </a:lnTo>
                  <a:lnTo>
                    <a:pt x="31143" y="94868"/>
                  </a:lnTo>
                  <a:lnTo>
                    <a:pt x="32859" y="90931"/>
                  </a:lnTo>
                  <a:lnTo>
                    <a:pt x="30168" y="89407"/>
                  </a:lnTo>
                  <a:lnTo>
                    <a:pt x="40460" y="89407"/>
                  </a:lnTo>
                  <a:lnTo>
                    <a:pt x="40335" y="91439"/>
                  </a:lnTo>
                  <a:lnTo>
                    <a:pt x="40217" y="93344"/>
                  </a:lnTo>
                  <a:lnTo>
                    <a:pt x="40108" y="95122"/>
                  </a:lnTo>
                  <a:lnTo>
                    <a:pt x="39991" y="97027"/>
                  </a:lnTo>
                  <a:lnTo>
                    <a:pt x="39866" y="99059"/>
                  </a:lnTo>
                  <a:lnTo>
                    <a:pt x="39741" y="101091"/>
                  </a:lnTo>
                  <a:lnTo>
                    <a:pt x="39624" y="102996"/>
                  </a:lnTo>
                  <a:lnTo>
                    <a:pt x="39608" y="103250"/>
                  </a:lnTo>
                  <a:close/>
                </a:path>
                <a:path w="781050" h="127000">
                  <a:moveTo>
                    <a:pt x="516614" y="90550"/>
                  </a:moveTo>
                  <a:lnTo>
                    <a:pt x="500067" y="90550"/>
                  </a:lnTo>
                  <a:lnTo>
                    <a:pt x="513215" y="89407"/>
                  </a:lnTo>
                  <a:lnTo>
                    <a:pt x="515996" y="89407"/>
                  </a:lnTo>
                  <a:lnTo>
                    <a:pt x="516614" y="90550"/>
                  </a:lnTo>
                  <a:close/>
                </a:path>
                <a:path w="781050" h="127000">
                  <a:moveTo>
                    <a:pt x="520232" y="92836"/>
                  </a:moveTo>
                  <a:lnTo>
                    <a:pt x="517848" y="92836"/>
                  </a:lnTo>
                  <a:lnTo>
                    <a:pt x="519161" y="89407"/>
                  </a:lnTo>
                  <a:lnTo>
                    <a:pt x="521423" y="90169"/>
                  </a:lnTo>
                  <a:lnTo>
                    <a:pt x="520352" y="91693"/>
                  </a:lnTo>
                  <a:lnTo>
                    <a:pt x="520232" y="92836"/>
                  </a:lnTo>
                  <a:close/>
                </a:path>
                <a:path w="781050" h="127000">
                  <a:moveTo>
                    <a:pt x="666929" y="101599"/>
                  </a:moveTo>
                  <a:lnTo>
                    <a:pt x="657706" y="101599"/>
                  </a:lnTo>
                  <a:lnTo>
                    <a:pt x="657661" y="99821"/>
                  </a:lnTo>
                  <a:lnTo>
                    <a:pt x="657544" y="95122"/>
                  </a:lnTo>
                  <a:lnTo>
                    <a:pt x="657420" y="90169"/>
                  </a:lnTo>
                  <a:lnTo>
                    <a:pt x="691838" y="90296"/>
                  </a:lnTo>
                  <a:lnTo>
                    <a:pt x="691906" y="96519"/>
                  </a:lnTo>
                  <a:lnTo>
                    <a:pt x="691370" y="96773"/>
                  </a:lnTo>
                  <a:lnTo>
                    <a:pt x="688147" y="96773"/>
                  </a:lnTo>
                  <a:lnTo>
                    <a:pt x="687045" y="98297"/>
                  </a:lnTo>
                  <a:lnTo>
                    <a:pt x="686421" y="99059"/>
                  </a:lnTo>
                  <a:lnTo>
                    <a:pt x="685943" y="99821"/>
                  </a:lnTo>
                  <a:lnTo>
                    <a:pt x="687042" y="101091"/>
                  </a:lnTo>
                  <a:lnTo>
                    <a:pt x="666866" y="101091"/>
                  </a:lnTo>
                  <a:lnTo>
                    <a:pt x="666929" y="101599"/>
                  </a:lnTo>
                  <a:close/>
                </a:path>
                <a:path w="781050" h="127000">
                  <a:moveTo>
                    <a:pt x="742692" y="97027"/>
                  </a:moveTo>
                  <a:lnTo>
                    <a:pt x="738962" y="97027"/>
                  </a:lnTo>
                  <a:lnTo>
                    <a:pt x="740765" y="94106"/>
                  </a:lnTo>
                  <a:lnTo>
                    <a:pt x="742309" y="96138"/>
                  </a:lnTo>
                  <a:lnTo>
                    <a:pt x="742473" y="96519"/>
                  </a:lnTo>
                  <a:lnTo>
                    <a:pt x="742582" y="96773"/>
                  </a:lnTo>
                  <a:lnTo>
                    <a:pt x="742692" y="97027"/>
                  </a:lnTo>
                  <a:close/>
                </a:path>
                <a:path w="781050" h="127000">
                  <a:moveTo>
                    <a:pt x="519834" y="101599"/>
                  </a:moveTo>
                  <a:lnTo>
                    <a:pt x="509332" y="101599"/>
                  </a:lnTo>
                  <a:lnTo>
                    <a:pt x="509956" y="99059"/>
                  </a:lnTo>
                  <a:lnTo>
                    <a:pt x="510018" y="98805"/>
                  </a:lnTo>
                  <a:lnTo>
                    <a:pt x="510143" y="98297"/>
                  </a:lnTo>
                  <a:lnTo>
                    <a:pt x="509870" y="98297"/>
                  </a:lnTo>
                  <a:lnTo>
                    <a:pt x="507453" y="97027"/>
                  </a:lnTo>
                  <a:lnTo>
                    <a:pt x="519541" y="97027"/>
                  </a:lnTo>
                  <a:lnTo>
                    <a:pt x="519646" y="98297"/>
                  </a:lnTo>
                  <a:lnTo>
                    <a:pt x="519771" y="99821"/>
                  </a:lnTo>
                  <a:lnTo>
                    <a:pt x="519834" y="101599"/>
                  </a:lnTo>
                  <a:close/>
                </a:path>
                <a:path w="781050" h="127000">
                  <a:moveTo>
                    <a:pt x="161056" y="103250"/>
                  </a:moveTo>
                  <a:lnTo>
                    <a:pt x="152025" y="103250"/>
                  </a:lnTo>
                  <a:lnTo>
                    <a:pt x="151776" y="102615"/>
                  </a:lnTo>
                  <a:lnTo>
                    <a:pt x="151730" y="102107"/>
                  </a:lnTo>
                  <a:lnTo>
                    <a:pt x="151636" y="101091"/>
                  </a:lnTo>
                  <a:lnTo>
                    <a:pt x="151519" y="99821"/>
                  </a:lnTo>
                  <a:lnTo>
                    <a:pt x="151425" y="98805"/>
                  </a:lnTo>
                  <a:lnTo>
                    <a:pt x="145095" y="98297"/>
                  </a:lnTo>
                  <a:lnTo>
                    <a:pt x="160860" y="98297"/>
                  </a:lnTo>
                  <a:lnTo>
                    <a:pt x="160981" y="101345"/>
                  </a:lnTo>
                  <a:lnTo>
                    <a:pt x="161056" y="103250"/>
                  </a:lnTo>
                  <a:close/>
                </a:path>
                <a:path w="781050" h="127000">
                  <a:moveTo>
                    <a:pt x="746993" y="100583"/>
                  </a:moveTo>
                  <a:lnTo>
                    <a:pt x="744615" y="100583"/>
                  </a:lnTo>
                  <a:lnTo>
                    <a:pt x="746634" y="99821"/>
                  </a:lnTo>
                  <a:lnTo>
                    <a:pt x="746993" y="100583"/>
                  </a:lnTo>
                  <a:close/>
                </a:path>
                <a:path w="781050" h="127000">
                  <a:moveTo>
                    <a:pt x="146600" y="103250"/>
                  </a:moveTo>
                  <a:lnTo>
                    <a:pt x="142157" y="103250"/>
                  </a:lnTo>
                  <a:lnTo>
                    <a:pt x="141165" y="100583"/>
                  </a:lnTo>
                  <a:lnTo>
                    <a:pt x="147068" y="100583"/>
                  </a:lnTo>
                  <a:lnTo>
                    <a:pt x="148128" y="101599"/>
                  </a:lnTo>
                  <a:lnTo>
                    <a:pt x="148399" y="101599"/>
                  </a:lnTo>
                  <a:lnTo>
                    <a:pt x="146600" y="103250"/>
                  </a:lnTo>
                  <a:close/>
                </a:path>
                <a:path w="781050" h="127000">
                  <a:moveTo>
                    <a:pt x="687482" y="101599"/>
                  </a:moveTo>
                  <a:lnTo>
                    <a:pt x="675961" y="101599"/>
                  </a:lnTo>
                  <a:lnTo>
                    <a:pt x="666866" y="101091"/>
                  </a:lnTo>
                  <a:lnTo>
                    <a:pt x="687042" y="101091"/>
                  </a:lnTo>
                  <a:lnTo>
                    <a:pt x="687482" y="101599"/>
                  </a:lnTo>
                  <a:close/>
                </a:path>
                <a:path w="781050" h="127000">
                  <a:moveTo>
                    <a:pt x="519834" y="103250"/>
                  </a:moveTo>
                  <a:lnTo>
                    <a:pt x="507553" y="103250"/>
                  </a:lnTo>
                  <a:lnTo>
                    <a:pt x="507453" y="102996"/>
                  </a:lnTo>
                  <a:lnTo>
                    <a:pt x="509674" y="101599"/>
                  </a:lnTo>
                  <a:lnTo>
                    <a:pt x="509332" y="101599"/>
                  </a:lnTo>
                  <a:lnTo>
                    <a:pt x="509208" y="102107"/>
                  </a:lnTo>
                  <a:lnTo>
                    <a:pt x="519834" y="102107"/>
                  </a:lnTo>
                  <a:lnTo>
                    <a:pt x="519834" y="103250"/>
                  </a:lnTo>
                  <a:close/>
                </a:path>
                <a:path w="781050" h="127000">
                  <a:moveTo>
                    <a:pt x="657718" y="102107"/>
                  </a:moveTo>
                  <a:lnTo>
                    <a:pt x="519834" y="102107"/>
                  </a:lnTo>
                  <a:lnTo>
                    <a:pt x="519834" y="101599"/>
                  </a:lnTo>
                  <a:lnTo>
                    <a:pt x="657706" y="101599"/>
                  </a:lnTo>
                  <a:lnTo>
                    <a:pt x="657718" y="102107"/>
                  </a:lnTo>
                  <a:close/>
                </a:path>
                <a:path w="781050" h="127000">
                  <a:moveTo>
                    <a:pt x="675961" y="102107"/>
                  </a:moveTo>
                  <a:lnTo>
                    <a:pt x="666992" y="102107"/>
                  </a:lnTo>
                  <a:lnTo>
                    <a:pt x="666929" y="101599"/>
                  </a:lnTo>
                  <a:lnTo>
                    <a:pt x="675961" y="101599"/>
                  </a:lnTo>
                  <a:lnTo>
                    <a:pt x="675961" y="102107"/>
                  </a:lnTo>
                  <a:close/>
                </a:path>
                <a:path w="781050" h="127000">
                  <a:moveTo>
                    <a:pt x="692525" y="103250"/>
                  </a:moveTo>
                  <a:lnTo>
                    <a:pt x="675961" y="103250"/>
                  </a:lnTo>
                  <a:lnTo>
                    <a:pt x="675961" y="102107"/>
                  </a:lnTo>
                  <a:lnTo>
                    <a:pt x="687921" y="102107"/>
                  </a:lnTo>
                  <a:lnTo>
                    <a:pt x="687482" y="101599"/>
                  </a:lnTo>
                  <a:lnTo>
                    <a:pt x="686641" y="101599"/>
                  </a:lnTo>
                  <a:lnTo>
                    <a:pt x="692472" y="102996"/>
                  </a:lnTo>
                  <a:lnTo>
                    <a:pt x="692525" y="103250"/>
                  </a:lnTo>
                  <a:close/>
                </a:path>
                <a:path w="781050" h="127000">
                  <a:moveTo>
                    <a:pt x="28558" y="103250"/>
                  </a:moveTo>
                  <a:lnTo>
                    <a:pt x="24368" y="103250"/>
                  </a:lnTo>
                  <a:lnTo>
                    <a:pt x="22113" y="102107"/>
                  </a:lnTo>
                  <a:lnTo>
                    <a:pt x="28538" y="102107"/>
                  </a:lnTo>
                  <a:lnTo>
                    <a:pt x="28558" y="103250"/>
                  </a:lnTo>
                  <a:close/>
                </a:path>
                <a:path w="781050" h="127000">
                  <a:moveTo>
                    <a:pt x="667135" y="103250"/>
                  </a:moveTo>
                  <a:lnTo>
                    <a:pt x="657747" y="103250"/>
                  </a:lnTo>
                  <a:lnTo>
                    <a:pt x="657718" y="102107"/>
                  </a:lnTo>
                  <a:lnTo>
                    <a:pt x="666992" y="102107"/>
                  </a:lnTo>
                  <a:lnTo>
                    <a:pt x="667103" y="102996"/>
                  </a:lnTo>
                  <a:lnTo>
                    <a:pt x="667135" y="103250"/>
                  </a:lnTo>
                  <a:close/>
                </a:path>
                <a:path w="781050" h="127000">
                  <a:moveTo>
                    <a:pt x="25654" y="105409"/>
                  </a:moveTo>
                  <a:lnTo>
                    <a:pt x="25410" y="105409"/>
                  </a:lnTo>
                  <a:lnTo>
                    <a:pt x="24569" y="103250"/>
                  </a:lnTo>
                  <a:lnTo>
                    <a:pt x="28951" y="103250"/>
                  </a:lnTo>
                  <a:lnTo>
                    <a:pt x="25654" y="105409"/>
                  </a:lnTo>
                  <a:close/>
                </a:path>
                <a:path w="781050" h="127000">
                  <a:moveTo>
                    <a:pt x="32800" y="103758"/>
                  </a:moveTo>
                  <a:lnTo>
                    <a:pt x="28568" y="103758"/>
                  </a:lnTo>
                  <a:lnTo>
                    <a:pt x="28558" y="103250"/>
                  </a:lnTo>
                  <a:lnTo>
                    <a:pt x="33091" y="103250"/>
                  </a:lnTo>
                  <a:lnTo>
                    <a:pt x="32800" y="103758"/>
                  </a:lnTo>
                  <a:close/>
                </a:path>
                <a:path w="781050" h="127000">
                  <a:moveTo>
                    <a:pt x="111212" y="103758"/>
                  </a:moveTo>
                  <a:lnTo>
                    <a:pt x="39577" y="103758"/>
                  </a:lnTo>
                  <a:lnTo>
                    <a:pt x="39608" y="103250"/>
                  </a:lnTo>
                  <a:lnTo>
                    <a:pt x="111942" y="103250"/>
                  </a:lnTo>
                  <a:lnTo>
                    <a:pt x="111212" y="103758"/>
                  </a:lnTo>
                  <a:close/>
                </a:path>
                <a:path w="781050" h="127000">
                  <a:moveTo>
                    <a:pt x="142346" y="103758"/>
                  </a:moveTo>
                  <a:lnTo>
                    <a:pt x="136321" y="103758"/>
                  </a:lnTo>
                  <a:lnTo>
                    <a:pt x="136718" y="103250"/>
                  </a:lnTo>
                  <a:lnTo>
                    <a:pt x="142157" y="103250"/>
                  </a:lnTo>
                  <a:lnTo>
                    <a:pt x="142346" y="103758"/>
                  </a:lnTo>
                  <a:close/>
                </a:path>
                <a:path w="781050" h="127000">
                  <a:moveTo>
                    <a:pt x="152224" y="103758"/>
                  </a:moveTo>
                  <a:lnTo>
                    <a:pt x="146047" y="103758"/>
                  </a:lnTo>
                  <a:lnTo>
                    <a:pt x="146600" y="103250"/>
                  </a:lnTo>
                  <a:lnTo>
                    <a:pt x="152025" y="103250"/>
                  </a:lnTo>
                  <a:lnTo>
                    <a:pt x="152224" y="103758"/>
                  </a:lnTo>
                  <a:close/>
                </a:path>
                <a:path w="781050" h="127000">
                  <a:moveTo>
                    <a:pt x="474427" y="103758"/>
                  </a:moveTo>
                  <a:lnTo>
                    <a:pt x="161076" y="103758"/>
                  </a:lnTo>
                  <a:lnTo>
                    <a:pt x="161056" y="103250"/>
                  </a:lnTo>
                  <a:lnTo>
                    <a:pt x="474634" y="103250"/>
                  </a:lnTo>
                  <a:lnTo>
                    <a:pt x="474427" y="103758"/>
                  </a:lnTo>
                  <a:close/>
                </a:path>
                <a:path w="781050" h="127000">
                  <a:moveTo>
                    <a:pt x="507751" y="103758"/>
                  </a:moveTo>
                  <a:lnTo>
                    <a:pt x="504856" y="103758"/>
                  </a:lnTo>
                  <a:lnTo>
                    <a:pt x="504689" y="103250"/>
                  </a:lnTo>
                  <a:lnTo>
                    <a:pt x="507553" y="103250"/>
                  </a:lnTo>
                  <a:lnTo>
                    <a:pt x="507751" y="103758"/>
                  </a:lnTo>
                  <a:close/>
                </a:path>
                <a:path w="781050" h="127000">
                  <a:moveTo>
                    <a:pt x="515441" y="103758"/>
                  </a:moveTo>
                  <a:lnTo>
                    <a:pt x="515089" y="103758"/>
                  </a:lnTo>
                  <a:lnTo>
                    <a:pt x="515093" y="103250"/>
                  </a:lnTo>
                  <a:lnTo>
                    <a:pt x="515441" y="103758"/>
                  </a:lnTo>
                  <a:close/>
                </a:path>
                <a:path w="781050" h="127000">
                  <a:moveTo>
                    <a:pt x="657760" y="103758"/>
                  </a:moveTo>
                  <a:lnTo>
                    <a:pt x="519834" y="103758"/>
                  </a:lnTo>
                  <a:lnTo>
                    <a:pt x="519834" y="103250"/>
                  </a:lnTo>
                  <a:lnTo>
                    <a:pt x="657747" y="103250"/>
                  </a:lnTo>
                  <a:lnTo>
                    <a:pt x="657760" y="103758"/>
                  </a:lnTo>
                  <a:close/>
                </a:path>
                <a:path w="781050" h="127000">
                  <a:moveTo>
                    <a:pt x="675961" y="103758"/>
                  </a:moveTo>
                  <a:lnTo>
                    <a:pt x="667198" y="103758"/>
                  </a:lnTo>
                  <a:lnTo>
                    <a:pt x="667135" y="103250"/>
                  </a:lnTo>
                  <a:lnTo>
                    <a:pt x="675961" y="103250"/>
                  </a:lnTo>
                  <a:lnTo>
                    <a:pt x="675961" y="103758"/>
                  </a:lnTo>
                  <a:close/>
                </a:path>
                <a:path w="781050" h="127000">
                  <a:moveTo>
                    <a:pt x="730608" y="103758"/>
                  </a:moveTo>
                  <a:lnTo>
                    <a:pt x="692632" y="103758"/>
                  </a:lnTo>
                  <a:lnTo>
                    <a:pt x="692525" y="103250"/>
                  </a:lnTo>
                  <a:lnTo>
                    <a:pt x="730389" y="103250"/>
                  </a:lnTo>
                  <a:lnTo>
                    <a:pt x="730608" y="103758"/>
                  </a:lnTo>
                  <a:close/>
                </a:path>
                <a:path w="781050" h="127000">
                  <a:moveTo>
                    <a:pt x="39452" y="105790"/>
                  </a:moveTo>
                  <a:lnTo>
                    <a:pt x="34829" y="105790"/>
                  </a:lnTo>
                  <a:lnTo>
                    <a:pt x="32583" y="104139"/>
                  </a:lnTo>
                  <a:lnTo>
                    <a:pt x="32800" y="103758"/>
                  </a:lnTo>
                  <a:lnTo>
                    <a:pt x="39577" y="103758"/>
                  </a:lnTo>
                  <a:lnTo>
                    <a:pt x="39452" y="105790"/>
                  </a:lnTo>
                  <a:close/>
                </a:path>
                <a:path w="781050" h="127000">
                  <a:moveTo>
                    <a:pt x="114516" y="105790"/>
                  </a:moveTo>
                  <a:lnTo>
                    <a:pt x="110073" y="105790"/>
                  </a:lnTo>
                  <a:lnTo>
                    <a:pt x="109569" y="104901"/>
                  </a:lnTo>
                  <a:lnTo>
                    <a:pt x="111212" y="103758"/>
                  </a:lnTo>
                  <a:lnTo>
                    <a:pt x="136321" y="103758"/>
                  </a:lnTo>
                  <a:lnTo>
                    <a:pt x="135450" y="104901"/>
                  </a:lnTo>
                  <a:lnTo>
                    <a:pt x="117121" y="104901"/>
                  </a:lnTo>
                  <a:lnTo>
                    <a:pt x="114516" y="105790"/>
                  </a:lnTo>
                  <a:close/>
                </a:path>
                <a:path w="781050" h="127000">
                  <a:moveTo>
                    <a:pt x="145632" y="104139"/>
                  </a:moveTo>
                  <a:lnTo>
                    <a:pt x="142346" y="103758"/>
                  </a:lnTo>
                  <a:lnTo>
                    <a:pt x="146047" y="103758"/>
                  </a:lnTo>
                  <a:lnTo>
                    <a:pt x="145632" y="104139"/>
                  </a:lnTo>
                  <a:close/>
                </a:path>
                <a:path w="781050" h="127000">
                  <a:moveTo>
                    <a:pt x="161156" y="105790"/>
                  </a:moveTo>
                  <a:lnTo>
                    <a:pt x="153415" y="105790"/>
                  </a:lnTo>
                  <a:lnTo>
                    <a:pt x="152771" y="105155"/>
                  </a:lnTo>
                  <a:lnTo>
                    <a:pt x="152224" y="103758"/>
                  </a:lnTo>
                  <a:lnTo>
                    <a:pt x="161076" y="103758"/>
                  </a:lnTo>
                  <a:lnTo>
                    <a:pt x="161156" y="105790"/>
                  </a:lnTo>
                  <a:close/>
                </a:path>
                <a:path w="781050" h="127000">
                  <a:moveTo>
                    <a:pt x="473903" y="108584"/>
                  </a:moveTo>
                  <a:lnTo>
                    <a:pt x="468515" y="108584"/>
                  </a:lnTo>
                  <a:lnTo>
                    <a:pt x="472998" y="106298"/>
                  </a:lnTo>
                  <a:lnTo>
                    <a:pt x="473393" y="106298"/>
                  </a:lnTo>
                  <a:lnTo>
                    <a:pt x="474427" y="103758"/>
                  </a:lnTo>
                  <a:lnTo>
                    <a:pt x="504856" y="103758"/>
                  </a:lnTo>
                  <a:lnTo>
                    <a:pt x="504981" y="104139"/>
                  </a:lnTo>
                  <a:lnTo>
                    <a:pt x="505023" y="104266"/>
                  </a:lnTo>
                  <a:lnTo>
                    <a:pt x="499355" y="104266"/>
                  </a:lnTo>
                  <a:lnTo>
                    <a:pt x="495359" y="105155"/>
                  </a:lnTo>
                  <a:lnTo>
                    <a:pt x="494640" y="107314"/>
                  </a:lnTo>
                  <a:lnTo>
                    <a:pt x="479703" y="107314"/>
                  </a:lnTo>
                  <a:lnTo>
                    <a:pt x="476096" y="108330"/>
                  </a:lnTo>
                  <a:lnTo>
                    <a:pt x="473903" y="108584"/>
                  </a:lnTo>
                  <a:close/>
                </a:path>
                <a:path w="781050" h="127000">
                  <a:moveTo>
                    <a:pt x="511165" y="104266"/>
                  </a:moveTo>
                  <a:lnTo>
                    <a:pt x="507949" y="104266"/>
                  </a:lnTo>
                  <a:lnTo>
                    <a:pt x="507751" y="103758"/>
                  </a:lnTo>
                  <a:lnTo>
                    <a:pt x="515089" y="103758"/>
                  </a:lnTo>
                  <a:lnTo>
                    <a:pt x="515085" y="104139"/>
                  </a:lnTo>
                  <a:lnTo>
                    <a:pt x="512175" y="104139"/>
                  </a:lnTo>
                  <a:lnTo>
                    <a:pt x="511165" y="104266"/>
                  </a:lnTo>
                  <a:close/>
                </a:path>
                <a:path w="781050" h="127000">
                  <a:moveTo>
                    <a:pt x="519184" y="109148"/>
                  </a:moveTo>
                  <a:lnTo>
                    <a:pt x="518751" y="108584"/>
                  </a:lnTo>
                  <a:lnTo>
                    <a:pt x="515441" y="103758"/>
                  </a:lnTo>
                  <a:lnTo>
                    <a:pt x="519834" y="103758"/>
                  </a:lnTo>
                  <a:lnTo>
                    <a:pt x="519757" y="106298"/>
                  </a:lnTo>
                  <a:lnTo>
                    <a:pt x="519553" y="107314"/>
                  </a:lnTo>
                  <a:lnTo>
                    <a:pt x="519451" y="107822"/>
                  </a:lnTo>
                  <a:lnTo>
                    <a:pt x="519348" y="108330"/>
                  </a:lnTo>
                  <a:lnTo>
                    <a:pt x="519297" y="108584"/>
                  </a:lnTo>
                  <a:lnTo>
                    <a:pt x="519184" y="109148"/>
                  </a:lnTo>
                  <a:close/>
                </a:path>
                <a:path w="781050" h="127000">
                  <a:moveTo>
                    <a:pt x="657849" y="107314"/>
                  </a:moveTo>
                  <a:lnTo>
                    <a:pt x="657760" y="103758"/>
                  </a:lnTo>
                  <a:lnTo>
                    <a:pt x="667198" y="103758"/>
                  </a:lnTo>
                  <a:lnTo>
                    <a:pt x="667261" y="104266"/>
                  </a:lnTo>
                  <a:lnTo>
                    <a:pt x="667340" y="104901"/>
                  </a:lnTo>
                  <a:lnTo>
                    <a:pt x="668925" y="106298"/>
                  </a:lnTo>
                  <a:lnTo>
                    <a:pt x="669113" y="106298"/>
                  </a:lnTo>
                  <a:lnTo>
                    <a:pt x="668981" y="106679"/>
                  </a:lnTo>
                  <a:lnTo>
                    <a:pt x="667299" y="106679"/>
                  </a:lnTo>
                  <a:lnTo>
                    <a:pt x="657849" y="107314"/>
                  </a:lnTo>
                  <a:close/>
                </a:path>
                <a:path w="781050" h="127000">
                  <a:moveTo>
                    <a:pt x="678957" y="110870"/>
                  </a:moveTo>
                  <a:lnTo>
                    <a:pt x="675498" y="110870"/>
                  </a:lnTo>
                  <a:lnTo>
                    <a:pt x="674756" y="109346"/>
                  </a:lnTo>
                  <a:lnTo>
                    <a:pt x="674659" y="109148"/>
                  </a:lnTo>
                  <a:lnTo>
                    <a:pt x="674622" y="108330"/>
                  </a:lnTo>
                  <a:lnTo>
                    <a:pt x="675961" y="105409"/>
                  </a:lnTo>
                  <a:lnTo>
                    <a:pt x="675961" y="103758"/>
                  </a:lnTo>
                  <a:lnTo>
                    <a:pt x="692632" y="103758"/>
                  </a:lnTo>
                  <a:lnTo>
                    <a:pt x="692739" y="104266"/>
                  </a:lnTo>
                  <a:lnTo>
                    <a:pt x="680351" y="104266"/>
                  </a:lnTo>
                  <a:lnTo>
                    <a:pt x="678775" y="106298"/>
                  </a:lnTo>
                  <a:lnTo>
                    <a:pt x="678896" y="109346"/>
                  </a:lnTo>
                  <a:lnTo>
                    <a:pt x="678957" y="110870"/>
                  </a:lnTo>
                  <a:close/>
                </a:path>
                <a:path w="781050" h="127000">
                  <a:moveTo>
                    <a:pt x="738372" y="110362"/>
                  </a:moveTo>
                  <a:lnTo>
                    <a:pt x="734496" y="110362"/>
                  </a:lnTo>
                  <a:lnTo>
                    <a:pt x="731868" y="106679"/>
                  </a:lnTo>
                  <a:lnTo>
                    <a:pt x="730608" y="103758"/>
                  </a:lnTo>
                  <a:lnTo>
                    <a:pt x="747653" y="103758"/>
                  </a:lnTo>
                  <a:lnTo>
                    <a:pt x="747519" y="104139"/>
                  </a:lnTo>
                  <a:lnTo>
                    <a:pt x="743501" y="104139"/>
                  </a:lnTo>
                  <a:lnTo>
                    <a:pt x="742366" y="106679"/>
                  </a:lnTo>
                  <a:lnTo>
                    <a:pt x="748893" y="106679"/>
                  </a:lnTo>
                  <a:lnTo>
                    <a:pt x="749818" y="107314"/>
                  </a:lnTo>
                  <a:lnTo>
                    <a:pt x="749541" y="107314"/>
                  </a:lnTo>
                  <a:lnTo>
                    <a:pt x="750216" y="109148"/>
                  </a:lnTo>
                  <a:lnTo>
                    <a:pt x="750289" y="109346"/>
                  </a:lnTo>
                  <a:lnTo>
                    <a:pt x="738372" y="110362"/>
                  </a:lnTo>
                  <a:close/>
                </a:path>
                <a:path w="781050" h="127000">
                  <a:moveTo>
                    <a:pt x="512881" y="114553"/>
                  </a:moveTo>
                  <a:lnTo>
                    <a:pt x="512155" y="114553"/>
                  </a:lnTo>
                  <a:lnTo>
                    <a:pt x="512029" y="113750"/>
                  </a:lnTo>
                  <a:lnTo>
                    <a:pt x="511976" y="113410"/>
                  </a:lnTo>
                  <a:lnTo>
                    <a:pt x="511876" y="112775"/>
                  </a:lnTo>
                  <a:lnTo>
                    <a:pt x="511783" y="110362"/>
                  </a:lnTo>
                  <a:lnTo>
                    <a:pt x="512839" y="108330"/>
                  </a:lnTo>
                  <a:lnTo>
                    <a:pt x="513321" y="108330"/>
                  </a:lnTo>
                  <a:lnTo>
                    <a:pt x="511045" y="106679"/>
                  </a:lnTo>
                  <a:lnTo>
                    <a:pt x="511466" y="106679"/>
                  </a:lnTo>
                  <a:lnTo>
                    <a:pt x="512139" y="104266"/>
                  </a:lnTo>
                  <a:lnTo>
                    <a:pt x="512175" y="104139"/>
                  </a:lnTo>
                  <a:lnTo>
                    <a:pt x="515085" y="104139"/>
                  </a:lnTo>
                  <a:lnTo>
                    <a:pt x="515032" y="110362"/>
                  </a:lnTo>
                  <a:lnTo>
                    <a:pt x="515625" y="110362"/>
                  </a:lnTo>
                  <a:lnTo>
                    <a:pt x="516806" y="110870"/>
                  </a:lnTo>
                  <a:lnTo>
                    <a:pt x="517420" y="110870"/>
                  </a:lnTo>
                  <a:lnTo>
                    <a:pt x="519236" y="113410"/>
                  </a:lnTo>
                  <a:lnTo>
                    <a:pt x="512881" y="114553"/>
                  </a:lnTo>
                  <a:close/>
                </a:path>
                <a:path w="781050" h="127000">
                  <a:moveTo>
                    <a:pt x="746757" y="106298"/>
                  </a:moveTo>
                  <a:lnTo>
                    <a:pt x="743501" y="104139"/>
                  </a:lnTo>
                  <a:lnTo>
                    <a:pt x="747519" y="104139"/>
                  </a:lnTo>
                  <a:lnTo>
                    <a:pt x="746757" y="106298"/>
                  </a:lnTo>
                  <a:close/>
                </a:path>
                <a:path w="781050" h="127000">
                  <a:moveTo>
                    <a:pt x="502201" y="113029"/>
                  </a:moveTo>
                  <a:lnTo>
                    <a:pt x="501929" y="113029"/>
                  </a:lnTo>
                  <a:lnTo>
                    <a:pt x="500292" y="112140"/>
                  </a:lnTo>
                  <a:lnTo>
                    <a:pt x="500513" y="112140"/>
                  </a:lnTo>
                  <a:lnTo>
                    <a:pt x="500474" y="111759"/>
                  </a:lnTo>
                  <a:lnTo>
                    <a:pt x="500383" y="110870"/>
                  </a:lnTo>
                  <a:lnTo>
                    <a:pt x="500331" y="110362"/>
                  </a:lnTo>
                  <a:lnTo>
                    <a:pt x="500244" y="109148"/>
                  </a:lnTo>
                  <a:lnTo>
                    <a:pt x="498745" y="104266"/>
                  </a:lnTo>
                  <a:lnTo>
                    <a:pt x="505023" y="104266"/>
                  </a:lnTo>
                  <a:lnTo>
                    <a:pt x="505692" y="106298"/>
                  </a:lnTo>
                  <a:lnTo>
                    <a:pt x="503405" y="108330"/>
                  </a:lnTo>
                  <a:lnTo>
                    <a:pt x="503614" y="108330"/>
                  </a:lnTo>
                  <a:lnTo>
                    <a:pt x="502621" y="111632"/>
                  </a:lnTo>
                  <a:lnTo>
                    <a:pt x="502583" y="111759"/>
                  </a:lnTo>
                  <a:lnTo>
                    <a:pt x="502469" y="112140"/>
                  </a:lnTo>
                  <a:lnTo>
                    <a:pt x="502387" y="112414"/>
                  </a:lnTo>
                  <a:lnTo>
                    <a:pt x="502278" y="112775"/>
                  </a:lnTo>
                  <a:lnTo>
                    <a:pt x="502201" y="113029"/>
                  </a:lnTo>
                  <a:close/>
                </a:path>
                <a:path w="781050" h="127000">
                  <a:moveTo>
                    <a:pt x="697424" y="110870"/>
                  </a:moveTo>
                  <a:lnTo>
                    <a:pt x="690509" y="110870"/>
                  </a:lnTo>
                  <a:lnTo>
                    <a:pt x="689978" y="108584"/>
                  </a:lnTo>
                  <a:lnTo>
                    <a:pt x="689918" y="108330"/>
                  </a:lnTo>
                  <a:lnTo>
                    <a:pt x="689800" y="107822"/>
                  </a:lnTo>
                  <a:lnTo>
                    <a:pt x="688503" y="107822"/>
                  </a:lnTo>
                  <a:lnTo>
                    <a:pt x="683194" y="107314"/>
                  </a:lnTo>
                  <a:lnTo>
                    <a:pt x="680351" y="104266"/>
                  </a:lnTo>
                  <a:lnTo>
                    <a:pt x="692739" y="104266"/>
                  </a:lnTo>
                  <a:lnTo>
                    <a:pt x="693379" y="107314"/>
                  </a:lnTo>
                  <a:lnTo>
                    <a:pt x="693486" y="107822"/>
                  </a:lnTo>
                  <a:lnTo>
                    <a:pt x="693593" y="108330"/>
                  </a:lnTo>
                  <a:lnTo>
                    <a:pt x="693646" y="108584"/>
                  </a:lnTo>
                  <a:lnTo>
                    <a:pt x="693764" y="109148"/>
                  </a:lnTo>
                  <a:lnTo>
                    <a:pt x="694080" y="109148"/>
                  </a:lnTo>
                  <a:lnTo>
                    <a:pt x="697424" y="110870"/>
                  </a:lnTo>
                  <a:close/>
                </a:path>
                <a:path w="781050" h="127000">
                  <a:moveTo>
                    <a:pt x="129179" y="105790"/>
                  </a:moveTo>
                  <a:lnTo>
                    <a:pt x="117838" y="105790"/>
                  </a:lnTo>
                  <a:lnTo>
                    <a:pt x="117121" y="104901"/>
                  </a:lnTo>
                  <a:lnTo>
                    <a:pt x="135450" y="104901"/>
                  </a:lnTo>
                  <a:lnTo>
                    <a:pt x="135265" y="105155"/>
                  </a:lnTo>
                  <a:lnTo>
                    <a:pt x="129810" y="105155"/>
                  </a:lnTo>
                  <a:lnTo>
                    <a:pt x="129179" y="105790"/>
                  </a:lnTo>
                  <a:close/>
                </a:path>
                <a:path w="781050" h="127000">
                  <a:moveTo>
                    <a:pt x="134803" y="105790"/>
                  </a:moveTo>
                  <a:lnTo>
                    <a:pt x="130863" y="105790"/>
                  </a:lnTo>
                  <a:lnTo>
                    <a:pt x="129810" y="105155"/>
                  </a:lnTo>
                  <a:lnTo>
                    <a:pt x="135265" y="105155"/>
                  </a:lnTo>
                  <a:lnTo>
                    <a:pt x="134803" y="105790"/>
                  </a:lnTo>
                  <a:close/>
                </a:path>
                <a:path w="781050" h="127000">
                  <a:moveTo>
                    <a:pt x="10234" y="106298"/>
                  </a:moveTo>
                  <a:lnTo>
                    <a:pt x="9554" y="106298"/>
                  </a:lnTo>
                  <a:lnTo>
                    <a:pt x="11828" y="105409"/>
                  </a:lnTo>
                  <a:lnTo>
                    <a:pt x="10815" y="105409"/>
                  </a:lnTo>
                  <a:lnTo>
                    <a:pt x="12879" y="105790"/>
                  </a:lnTo>
                  <a:lnTo>
                    <a:pt x="10173" y="105790"/>
                  </a:lnTo>
                  <a:lnTo>
                    <a:pt x="10234" y="106298"/>
                  </a:lnTo>
                  <a:close/>
                </a:path>
                <a:path w="781050" h="127000">
                  <a:moveTo>
                    <a:pt x="35520" y="106298"/>
                  </a:moveTo>
                  <a:lnTo>
                    <a:pt x="19552" y="106298"/>
                  </a:lnTo>
                  <a:lnTo>
                    <a:pt x="19603" y="105790"/>
                  </a:lnTo>
                  <a:lnTo>
                    <a:pt x="34829" y="105790"/>
                  </a:lnTo>
                  <a:lnTo>
                    <a:pt x="35520" y="106298"/>
                  </a:lnTo>
                  <a:close/>
                </a:path>
                <a:path w="781050" h="127000">
                  <a:moveTo>
                    <a:pt x="110362" y="106298"/>
                  </a:moveTo>
                  <a:lnTo>
                    <a:pt x="39420" y="106298"/>
                  </a:lnTo>
                  <a:lnTo>
                    <a:pt x="39452" y="105790"/>
                  </a:lnTo>
                  <a:lnTo>
                    <a:pt x="110073" y="105790"/>
                  </a:lnTo>
                  <a:lnTo>
                    <a:pt x="110362" y="106298"/>
                  </a:lnTo>
                  <a:close/>
                </a:path>
                <a:path w="781050" h="127000">
                  <a:moveTo>
                    <a:pt x="118248" y="106298"/>
                  </a:moveTo>
                  <a:lnTo>
                    <a:pt x="113027" y="106298"/>
                  </a:lnTo>
                  <a:lnTo>
                    <a:pt x="114516" y="105790"/>
                  </a:lnTo>
                  <a:lnTo>
                    <a:pt x="117838" y="105790"/>
                  </a:lnTo>
                  <a:lnTo>
                    <a:pt x="118248" y="106298"/>
                  </a:lnTo>
                  <a:close/>
                </a:path>
                <a:path w="781050" h="127000">
                  <a:moveTo>
                    <a:pt x="131706" y="106298"/>
                  </a:moveTo>
                  <a:lnTo>
                    <a:pt x="128674" y="106298"/>
                  </a:lnTo>
                  <a:lnTo>
                    <a:pt x="129179" y="105790"/>
                  </a:lnTo>
                  <a:lnTo>
                    <a:pt x="130863" y="105790"/>
                  </a:lnTo>
                  <a:lnTo>
                    <a:pt x="131706" y="106298"/>
                  </a:lnTo>
                  <a:close/>
                </a:path>
                <a:path w="781050" h="127000">
                  <a:moveTo>
                    <a:pt x="153931" y="106298"/>
                  </a:moveTo>
                  <a:lnTo>
                    <a:pt x="134434" y="106298"/>
                  </a:lnTo>
                  <a:lnTo>
                    <a:pt x="134803" y="105790"/>
                  </a:lnTo>
                  <a:lnTo>
                    <a:pt x="153415" y="105790"/>
                  </a:lnTo>
                  <a:lnTo>
                    <a:pt x="153931" y="106298"/>
                  </a:lnTo>
                  <a:close/>
                </a:path>
                <a:path w="781050" h="127000">
                  <a:moveTo>
                    <a:pt x="472998" y="106298"/>
                  </a:moveTo>
                  <a:lnTo>
                    <a:pt x="161176" y="106298"/>
                  </a:lnTo>
                  <a:lnTo>
                    <a:pt x="161156" y="105790"/>
                  </a:lnTo>
                  <a:lnTo>
                    <a:pt x="473995" y="105790"/>
                  </a:lnTo>
                  <a:lnTo>
                    <a:pt x="472998" y="106298"/>
                  </a:lnTo>
                  <a:close/>
                </a:path>
                <a:path w="781050" h="127000">
                  <a:moveTo>
                    <a:pt x="748893" y="106679"/>
                  </a:moveTo>
                  <a:lnTo>
                    <a:pt x="746136" y="106679"/>
                  </a:lnTo>
                  <a:lnTo>
                    <a:pt x="747599" y="105790"/>
                  </a:lnTo>
                  <a:lnTo>
                    <a:pt x="748893" y="106679"/>
                  </a:lnTo>
                  <a:close/>
                </a:path>
                <a:path w="781050" h="127000">
                  <a:moveTo>
                    <a:pt x="10018" y="120776"/>
                  </a:moveTo>
                  <a:lnTo>
                    <a:pt x="3788" y="120776"/>
                  </a:lnTo>
                  <a:lnTo>
                    <a:pt x="388" y="120141"/>
                  </a:lnTo>
                  <a:lnTo>
                    <a:pt x="1775" y="120141"/>
                  </a:lnTo>
                  <a:lnTo>
                    <a:pt x="1828" y="119633"/>
                  </a:lnTo>
                  <a:lnTo>
                    <a:pt x="1947" y="118490"/>
                  </a:lnTo>
                  <a:lnTo>
                    <a:pt x="2039" y="117601"/>
                  </a:lnTo>
                  <a:lnTo>
                    <a:pt x="2158" y="116458"/>
                  </a:lnTo>
                  <a:lnTo>
                    <a:pt x="1881" y="116458"/>
                  </a:lnTo>
                  <a:lnTo>
                    <a:pt x="0" y="114553"/>
                  </a:lnTo>
                  <a:lnTo>
                    <a:pt x="356" y="114553"/>
                  </a:lnTo>
                  <a:lnTo>
                    <a:pt x="1246" y="112414"/>
                  </a:lnTo>
                  <a:lnTo>
                    <a:pt x="1466" y="112140"/>
                  </a:lnTo>
                  <a:lnTo>
                    <a:pt x="3058" y="110870"/>
                  </a:lnTo>
                  <a:lnTo>
                    <a:pt x="3752" y="110362"/>
                  </a:lnTo>
                  <a:lnTo>
                    <a:pt x="5824" y="109148"/>
                  </a:lnTo>
                  <a:lnTo>
                    <a:pt x="10576" y="109148"/>
                  </a:lnTo>
                  <a:lnTo>
                    <a:pt x="10478" y="108330"/>
                  </a:lnTo>
                  <a:lnTo>
                    <a:pt x="10356" y="107314"/>
                  </a:lnTo>
                  <a:lnTo>
                    <a:pt x="10234" y="106298"/>
                  </a:lnTo>
                  <a:lnTo>
                    <a:pt x="19552" y="106298"/>
                  </a:lnTo>
                  <a:lnTo>
                    <a:pt x="19440" y="107441"/>
                  </a:lnTo>
                  <a:lnTo>
                    <a:pt x="19402" y="107822"/>
                  </a:lnTo>
                  <a:lnTo>
                    <a:pt x="19612" y="107822"/>
                  </a:lnTo>
                  <a:lnTo>
                    <a:pt x="18722" y="108330"/>
                  </a:lnTo>
                  <a:lnTo>
                    <a:pt x="14288" y="108330"/>
                  </a:lnTo>
                  <a:lnTo>
                    <a:pt x="14194" y="111632"/>
                  </a:lnTo>
                  <a:lnTo>
                    <a:pt x="12062" y="113410"/>
                  </a:lnTo>
                  <a:lnTo>
                    <a:pt x="11186" y="113750"/>
                  </a:lnTo>
                  <a:lnTo>
                    <a:pt x="4637" y="113750"/>
                  </a:lnTo>
                  <a:lnTo>
                    <a:pt x="4497" y="114553"/>
                  </a:lnTo>
                  <a:lnTo>
                    <a:pt x="4385" y="115188"/>
                  </a:lnTo>
                  <a:lnTo>
                    <a:pt x="4296" y="115696"/>
                  </a:lnTo>
                  <a:lnTo>
                    <a:pt x="4207" y="116204"/>
                  </a:lnTo>
                  <a:lnTo>
                    <a:pt x="4163" y="116458"/>
                  </a:lnTo>
                  <a:lnTo>
                    <a:pt x="4971" y="118998"/>
                  </a:lnTo>
                  <a:lnTo>
                    <a:pt x="5080" y="119341"/>
                  </a:lnTo>
                  <a:lnTo>
                    <a:pt x="5173" y="119633"/>
                  </a:lnTo>
                  <a:lnTo>
                    <a:pt x="11395" y="119633"/>
                  </a:lnTo>
                  <a:lnTo>
                    <a:pt x="10018" y="120776"/>
                  </a:lnTo>
                  <a:close/>
                </a:path>
                <a:path w="781050" h="127000">
                  <a:moveTo>
                    <a:pt x="74546" y="109346"/>
                  </a:moveTo>
                  <a:lnTo>
                    <a:pt x="36235" y="109346"/>
                  </a:lnTo>
                  <a:lnTo>
                    <a:pt x="36342" y="108584"/>
                  </a:lnTo>
                  <a:lnTo>
                    <a:pt x="36449" y="107822"/>
                  </a:lnTo>
                  <a:lnTo>
                    <a:pt x="36521" y="107314"/>
                  </a:lnTo>
                  <a:lnTo>
                    <a:pt x="36902" y="107314"/>
                  </a:lnTo>
                  <a:lnTo>
                    <a:pt x="35520" y="106298"/>
                  </a:lnTo>
                  <a:lnTo>
                    <a:pt x="39420" y="106298"/>
                  </a:lnTo>
                  <a:lnTo>
                    <a:pt x="39295" y="108330"/>
                  </a:lnTo>
                  <a:lnTo>
                    <a:pt x="39280" y="108584"/>
                  </a:lnTo>
                  <a:lnTo>
                    <a:pt x="49459" y="108584"/>
                  </a:lnTo>
                  <a:lnTo>
                    <a:pt x="74546" y="109346"/>
                  </a:lnTo>
                  <a:close/>
                </a:path>
                <a:path w="781050" h="127000">
                  <a:moveTo>
                    <a:pt x="111911" y="106679"/>
                  </a:moveTo>
                  <a:lnTo>
                    <a:pt x="110578" y="106679"/>
                  </a:lnTo>
                  <a:lnTo>
                    <a:pt x="110362" y="106298"/>
                  </a:lnTo>
                  <a:lnTo>
                    <a:pt x="113027" y="106298"/>
                  </a:lnTo>
                  <a:lnTo>
                    <a:pt x="111911" y="106679"/>
                  </a:lnTo>
                  <a:close/>
                </a:path>
                <a:path w="781050" h="127000">
                  <a:moveTo>
                    <a:pt x="126401" y="108584"/>
                  </a:moveTo>
                  <a:lnTo>
                    <a:pt x="124763" y="107314"/>
                  </a:lnTo>
                  <a:lnTo>
                    <a:pt x="119069" y="107314"/>
                  </a:lnTo>
                  <a:lnTo>
                    <a:pt x="118248" y="106298"/>
                  </a:lnTo>
                  <a:lnTo>
                    <a:pt x="128674" y="106298"/>
                  </a:lnTo>
                  <a:lnTo>
                    <a:pt x="127664" y="107314"/>
                  </a:lnTo>
                  <a:lnTo>
                    <a:pt x="124763" y="107314"/>
                  </a:lnTo>
                  <a:lnTo>
                    <a:pt x="119171" y="107441"/>
                  </a:lnTo>
                  <a:lnTo>
                    <a:pt x="127537" y="107441"/>
                  </a:lnTo>
                  <a:lnTo>
                    <a:pt x="126401" y="108584"/>
                  </a:lnTo>
                  <a:close/>
                </a:path>
                <a:path w="781050" h="127000">
                  <a:moveTo>
                    <a:pt x="133602" y="107441"/>
                  </a:moveTo>
                  <a:lnTo>
                    <a:pt x="131706" y="106298"/>
                  </a:lnTo>
                  <a:lnTo>
                    <a:pt x="134434" y="106298"/>
                  </a:lnTo>
                  <a:lnTo>
                    <a:pt x="133694" y="107314"/>
                  </a:lnTo>
                  <a:lnTo>
                    <a:pt x="133602" y="107441"/>
                  </a:lnTo>
                  <a:close/>
                </a:path>
                <a:path w="781050" h="127000">
                  <a:moveTo>
                    <a:pt x="161623" y="117601"/>
                  </a:moveTo>
                  <a:lnTo>
                    <a:pt x="121387" y="117601"/>
                  </a:lnTo>
                  <a:lnTo>
                    <a:pt x="130621" y="116458"/>
                  </a:lnTo>
                  <a:lnTo>
                    <a:pt x="141719" y="116458"/>
                  </a:lnTo>
                  <a:lnTo>
                    <a:pt x="158880" y="114553"/>
                  </a:lnTo>
                  <a:lnTo>
                    <a:pt x="156567" y="114553"/>
                  </a:lnTo>
                  <a:lnTo>
                    <a:pt x="156487" y="113750"/>
                  </a:lnTo>
                  <a:lnTo>
                    <a:pt x="156401" y="112775"/>
                  </a:lnTo>
                  <a:lnTo>
                    <a:pt x="156046" y="110870"/>
                  </a:lnTo>
                  <a:lnTo>
                    <a:pt x="155951" y="110362"/>
                  </a:lnTo>
                  <a:lnTo>
                    <a:pt x="155833" y="109727"/>
                  </a:lnTo>
                  <a:lnTo>
                    <a:pt x="155725" y="109148"/>
                  </a:lnTo>
                  <a:lnTo>
                    <a:pt x="155620" y="108584"/>
                  </a:lnTo>
                  <a:lnTo>
                    <a:pt x="155572" y="108330"/>
                  </a:lnTo>
                  <a:lnTo>
                    <a:pt x="155477" y="107822"/>
                  </a:lnTo>
                  <a:lnTo>
                    <a:pt x="153931" y="106298"/>
                  </a:lnTo>
                  <a:lnTo>
                    <a:pt x="161176" y="106298"/>
                  </a:lnTo>
                  <a:lnTo>
                    <a:pt x="161297" y="109346"/>
                  </a:lnTo>
                  <a:lnTo>
                    <a:pt x="161418" y="112414"/>
                  </a:lnTo>
                  <a:lnTo>
                    <a:pt x="161527" y="115188"/>
                  </a:lnTo>
                  <a:lnTo>
                    <a:pt x="161623" y="117601"/>
                  </a:lnTo>
                  <a:close/>
                </a:path>
                <a:path w="781050" h="127000">
                  <a:moveTo>
                    <a:pt x="110938" y="107314"/>
                  </a:moveTo>
                  <a:lnTo>
                    <a:pt x="110050" y="107314"/>
                  </a:lnTo>
                  <a:lnTo>
                    <a:pt x="111911" y="106679"/>
                  </a:lnTo>
                  <a:lnTo>
                    <a:pt x="110578" y="106679"/>
                  </a:lnTo>
                  <a:lnTo>
                    <a:pt x="110938" y="107314"/>
                  </a:lnTo>
                  <a:close/>
                </a:path>
                <a:path w="781050" h="127000">
                  <a:moveTo>
                    <a:pt x="468515" y="108584"/>
                  </a:moveTo>
                  <a:lnTo>
                    <a:pt x="463809" y="108584"/>
                  </a:lnTo>
                  <a:lnTo>
                    <a:pt x="465658" y="106679"/>
                  </a:lnTo>
                  <a:lnTo>
                    <a:pt x="464934" y="106679"/>
                  </a:lnTo>
                  <a:lnTo>
                    <a:pt x="468515" y="108584"/>
                  </a:lnTo>
                  <a:close/>
                </a:path>
                <a:path w="781050" h="127000">
                  <a:moveTo>
                    <a:pt x="667266" y="110870"/>
                  </a:moveTo>
                  <a:lnTo>
                    <a:pt x="663174" y="110870"/>
                  </a:lnTo>
                  <a:lnTo>
                    <a:pt x="662492" y="109727"/>
                  </a:lnTo>
                  <a:lnTo>
                    <a:pt x="663612" y="106679"/>
                  </a:lnTo>
                  <a:lnTo>
                    <a:pt x="668981" y="106679"/>
                  </a:lnTo>
                  <a:lnTo>
                    <a:pt x="668127" y="109148"/>
                  </a:lnTo>
                  <a:lnTo>
                    <a:pt x="668058" y="109346"/>
                  </a:lnTo>
                  <a:lnTo>
                    <a:pt x="667266" y="110870"/>
                  </a:lnTo>
                  <a:close/>
                </a:path>
                <a:path w="781050" h="127000">
                  <a:moveTo>
                    <a:pt x="486749" y="113750"/>
                  </a:moveTo>
                  <a:lnTo>
                    <a:pt x="486513" y="113750"/>
                  </a:lnTo>
                  <a:lnTo>
                    <a:pt x="487569" y="111759"/>
                  </a:lnTo>
                  <a:lnTo>
                    <a:pt x="487958" y="110870"/>
                  </a:lnTo>
                  <a:lnTo>
                    <a:pt x="487897" y="110362"/>
                  </a:lnTo>
                  <a:lnTo>
                    <a:pt x="487776" y="109346"/>
                  </a:lnTo>
                  <a:lnTo>
                    <a:pt x="487655" y="108330"/>
                  </a:lnTo>
                  <a:lnTo>
                    <a:pt x="487534" y="107314"/>
                  </a:lnTo>
                  <a:lnTo>
                    <a:pt x="494640" y="107314"/>
                  </a:lnTo>
                  <a:lnTo>
                    <a:pt x="493202" y="111632"/>
                  </a:lnTo>
                  <a:lnTo>
                    <a:pt x="493159" y="111759"/>
                  </a:lnTo>
                  <a:lnTo>
                    <a:pt x="493033" y="112140"/>
                  </a:lnTo>
                  <a:lnTo>
                    <a:pt x="492941" y="112414"/>
                  </a:lnTo>
                  <a:lnTo>
                    <a:pt x="492821" y="112775"/>
                  </a:lnTo>
                  <a:lnTo>
                    <a:pt x="486749" y="113750"/>
                  </a:lnTo>
                  <a:close/>
                </a:path>
                <a:path w="781050" h="127000">
                  <a:moveTo>
                    <a:pt x="98134" y="110870"/>
                  </a:moveTo>
                  <a:lnTo>
                    <a:pt x="19867" y="110870"/>
                  </a:lnTo>
                  <a:lnTo>
                    <a:pt x="24114" y="109346"/>
                  </a:lnTo>
                  <a:lnTo>
                    <a:pt x="74546" y="109346"/>
                  </a:lnTo>
                  <a:lnTo>
                    <a:pt x="84104" y="107822"/>
                  </a:lnTo>
                  <a:lnTo>
                    <a:pt x="82134" y="107822"/>
                  </a:lnTo>
                  <a:lnTo>
                    <a:pt x="84392" y="109346"/>
                  </a:lnTo>
                  <a:lnTo>
                    <a:pt x="98134" y="110870"/>
                  </a:lnTo>
                  <a:close/>
                </a:path>
                <a:path w="781050" h="127000">
                  <a:moveTo>
                    <a:pt x="512839" y="108330"/>
                  </a:moveTo>
                  <a:lnTo>
                    <a:pt x="503614" y="108330"/>
                  </a:lnTo>
                  <a:lnTo>
                    <a:pt x="503767" y="107822"/>
                  </a:lnTo>
                  <a:lnTo>
                    <a:pt x="513103" y="107822"/>
                  </a:lnTo>
                  <a:lnTo>
                    <a:pt x="512839" y="108330"/>
                  </a:lnTo>
                  <a:close/>
                </a:path>
                <a:path w="781050" h="127000">
                  <a:moveTo>
                    <a:pt x="16943" y="109346"/>
                  </a:moveTo>
                  <a:lnTo>
                    <a:pt x="13905" y="108330"/>
                  </a:lnTo>
                  <a:lnTo>
                    <a:pt x="18722" y="108330"/>
                  </a:lnTo>
                  <a:lnTo>
                    <a:pt x="16943" y="109346"/>
                  </a:lnTo>
                  <a:close/>
                </a:path>
                <a:path w="781050" h="127000">
                  <a:moveTo>
                    <a:pt x="145952" y="111632"/>
                  </a:moveTo>
                  <a:lnTo>
                    <a:pt x="132533" y="111632"/>
                  </a:lnTo>
                  <a:lnTo>
                    <a:pt x="98134" y="110870"/>
                  </a:lnTo>
                  <a:lnTo>
                    <a:pt x="123512" y="110870"/>
                  </a:lnTo>
                  <a:lnTo>
                    <a:pt x="133037" y="110362"/>
                  </a:lnTo>
                  <a:lnTo>
                    <a:pt x="149186" y="109727"/>
                  </a:lnTo>
                  <a:lnTo>
                    <a:pt x="144707" y="109727"/>
                  </a:lnTo>
                  <a:lnTo>
                    <a:pt x="153621" y="108584"/>
                  </a:lnTo>
                  <a:lnTo>
                    <a:pt x="154576" y="108584"/>
                  </a:lnTo>
                  <a:lnTo>
                    <a:pt x="156056" y="110362"/>
                  </a:lnTo>
                  <a:lnTo>
                    <a:pt x="154196" y="110362"/>
                  </a:lnTo>
                  <a:lnTo>
                    <a:pt x="145952" y="111632"/>
                  </a:lnTo>
                  <a:close/>
                </a:path>
                <a:path w="781050" h="127000">
                  <a:moveTo>
                    <a:pt x="468312" y="109727"/>
                  </a:moveTo>
                  <a:lnTo>
                    <a:pt x="467293" y="109727"/>
                  </a:lnTo>
                  <a:lnTo>
                    <a:pt x="462497" y="108584"/>
                  </a:lnTo>
                  <a:lnTo>
                    <a:pt x="472680" y="108584"/>
                  </a:lnTo>
                  <a:lnTo>
                    <a:pt x="468312" y="109727"/>
                  </a:lnTo>
                  <a:close/>
                </a:path>
                <a:path w="781050" h="127000">
                  <a:moveTo>
                    <a:pt x="736802" y="110870"/>
                  </a:moveTo>
                  <a:lnTo>
                    <a:pt x="730824" y="110870"/>
                  </a:lnTo>
                  <a:lnTo>
                    <a:pt x="732563" y="110362"/>
                  </a:lnTo>
                  <a:lnTo>
                    <a:pt x="736909" y="110362"/>
                  </a:lnTo>
                  <a:lnTo>
                    <a:pt x="736802" y="110870"/>
                  </a:lnTo>
                  <a:close/>
                </a:path>
                <a:path w="781050" h="127000">
                  <a:moveTo>
                    <a:pt x="26873" y="113029"/>
                  </a:moveTo>
                  <a:lnTo>
                    <a:pt x="25255" y="113029"/>
                  </a:lnTo>
                  <a:lnTo>
                    <a:pt x="24114" y="111759"/>
                  </a:lnTo>
                  <a:lnTo>
                    <a:pt x="18746" y="110870"/>
                  </a:lnTo>
                  <a:lnTo>
                    <a:pt x="39494" y="110870"/>
                  </a:lnTo>
                  <a:lnTo>
                    <a:pt x="38805" y="112140"/>
                  </a:lnTo>
                  <a:lnTo>
                    <a:pt x="37405" y="112140"/>
                  </a:lnTo>
                  <a:lnTo>
                    <a:pt x="26873" y="113029"/>
                  </a:lnTo>
                  <a:close/>
                </a:path>
                <a:path w="781050" h="127000">
                  <a:moveTo>
                    <a:pt x="161633" y="117855"/>
                  </a:moveTo>
                  <a:lnTo>
                    <a:pt x="109982" y="117855"/>
                  </a:lnTo>
                  <a:lnTo>
                    <a:pt x="106588" y="115696"/>
                  </a:lnTo>
                  <a:lnTo>
                    <a:pt x="102966" y="115696"/>
                  </a:lnTo>
                  <a:lnTo>
                    <a:pt x="101436" y="113750"/>
                  </a:lnTo>
                  <a:lnTo>
                    <a:pt x="100597" y="113750"/>
                  </a:lnTo>
                  <a:lnTo>
                    <a:pt x="93442" y="113410"/>
                  </a:lnTo>
                  <a:lnTo>
                    <a:pt x="83856" y="112140"/>
                  </a:lnTo>
                  <a:lnTo>
                    <a:pt x="39494" y="110870"/>
                  </a:lnTo>
                  <a:lnTo>
                    <a:pt x="123512" y="110870"/>
                  </a:lnTo>
                  <a:lnTo>
                    <a:pt x="107155" y="111632"/>
                  </a:lnTo>
                  <a:lnTo>
                    <a:pt x="145952" y="111632"/>
                  </a:lnTo>
                  <a:lnTo>
                    <a:pt x="145128" y="111759"/>
                  </a:lnTo>
                  <a:lnTo>
                    <a:pt x="139438" y="111759"/>
                  </a:lnTo>
                  <a:lnTo>
                    <a:pt x="124000" y="113029"/>
                  </a:lnTo>
                  <a:lnTo>
                    <a:pt x="122487" y="113029"/>
                  </a:lnTo>
                  <a:lnTo>
                    <a:pt x="121387" y="117601"/>
                  </a:lnTo>
                  <a:lnTo>
                    <a:pt x="161623" y="117601"/>
                  </a:lnTo>
                  <a:lnTo>
                    <a:pt x="161633" y="117855"/>
                  </a:lnTo>
                  <a:close/>
                </a:path>
                <a:path w="781050" h="127000">
                  <a:moveTo>
                    <a:pt x="518672" y="111632"/>
                  </a:moveTo>
                  <a:lnTo>
                    <a:pt x="516806" y="110870"/>
                  </a:lnTo>
                  <a:lnTo>
                    <a:pt x="518814" y="110870"/>
                  </a:lnTo>
                  <a:lnTo>
                    <a:pt x="518672" y="111632"/>
                  </a:lnTo>
                  <a:close/>
                </a:path>
                <a:path w="781050" h="127000">
                  <a:moveTo>
                    <a:pt x="663629" y="111632"/>
                  </a:moveTo>
                  <a:lnTo>
                    <a:pt x="518684" y="111632"/>
                  </a:lnTo>
                  <a:lnTo>
                    <a:pt x="518837" y="110870"/>
                  </a:lnTo>
                  <a:lnTo>
                    <a:pt x="663174" y="110870"/>
                  </a:lnTo>
                  <a:lnTo>
                    <a:pt x="663629" y="111632"/>
                  </a:lnTo>
                  <a:close/>
                </a:path>
                <a:path w="781050" h="127000">
                  <a:moveTo>
                    <a:pt x="675870" y="111632"/>
                  </a:moveTo>
                  <a:lnTo>
                    <a:pt x="666870" y="111632"/>
                  </a:lnTo>
                  <a:lnTo>
                    <a:pt x="667266" y="110870"/>
                  </a:lnTo>
                  <a:lnTo>
                    <a:pt x="675498" y="110870"/>
                  </a:lnTo>
                  <a:lnTo>
                    <a:pt x="675870" y="111632"/>
                  </a:lnTo>
                  <a:close/>
                </a:path>
                <a:path w="781050" h="127000">
                  <a:moveTo>
                    <a:pt x="690687" y="111632"/>
                  </a:moveTo>
                  <a:lnTo>
                    <a:pt x="677253" y="111632"/>
                  </a:lnTo>
                  <a:lnTo>
                    <a:pt x="678957" y="110870"/>
                  </a:lnTo>
                  <a:lnTo>
                    <a:pt x="690509" y="110870"/>
                  </a:lnTo>
                  <a:lnTo>
                    <a:pt x="690687" y="111632"/>
                  </a:lnTo>
                  <a:close/>
                </a:path>
                <a:path w="781050" h="127000">
                  <a:moveTo>
                    <a:pt x="728402" y="111632"/>
                  </a:moveTo>
                  <a:lnTo>
                    <a:pt x="697827" y="111632"/>
                  </a:lnTo>
                  <a:lnTo>
                    <a:pt x="697640" y="110870"/>
                  </a:lnTo>
                  <a:lnTo>
                    <a:pt x="730730" y="110870"/>
                  </a:lnTo>
                  <a:lnTo>
                    <a:pt x="728402" y="111632"/>
                  </a:lnTo>
                  <a:close/>
                </a:path>
                <a:path w="781050" h="127000">
                  <a:moveTo>
                    <a:pt x="666145" y="113029"/>
                  </a:moveTo>
                  <a:lnTo>
                    <a:pt x="663932" y="112140"/>
                  </a:lnTo>
                  <a:lnTo>
                    <a:pt x="663704" y="111759"/>
                  </a:lnTo>
                  <a:lnTo>
                    <a:pt x="663629" y="111632"/>
                  </a:lnTo>
                  <a:lnTo>
                    <a:pt x="666870" y="111632"/>
                  </a:lnTo>
                  <a:lnTo>
                    <a:pt x="666145" y="113029"/>
                  </a:lnTo>
                  <a:close/>
                </a:path>
                <a:path w="781050" h="127000">
                  <a:moveTo>
                    <a:pt x="676117" y="112140"/>
                  </a:moveTo>
                  <a:lnTo>
                    <a:pt x="675932" y="111759"/>
                  </a:lnTo>
                  <a:lnTo>
                    <a:pt x="675870" y="111632"/>
                  </a:lnTo>
                  <a:lnTo>
                    <a:pt x="677253" y="111632"/>
                  </a:lnTo>
                  <a:lnTo>
                    <a:pt x="676117" y="112140"/>
                  </a:lnTo>
                  <a:close/>
                </a:path>
                <a:path w="781050" h="127000">
                  <a:moveTo>
                    <a:pt x="727876" y="117855"/>
                  </a:moveTo>
                  <a:lnTo>
                    <a:pt x="692472" y="117855"/>
                  </a:lnTo>
                  <a:lnTo>
                    <a:pt x="692472" y="114553"/>
                  </a:lnTo>
                  <a:lnTo>
                    <a:pt x="692784" y="114553"/>
                  </a:lnTo>
                  <a:lnTo>
                    <a:pt x="690805" y="112140"/>
                  </a:lnTo>
                  <a:lnTo>
                    <a:pt x="690687" y="111632"/>
                  </a:lnTo>
                  <a:lnTo>
                    <a:pt x="697827" y="111632"/>
                  </a:lnTo>
                  <a:lnTo>
                    <a:pt x="697951" y="112140"/>
                  </a:lnTo>
                  <a:lnTo>
                    <a:pt x="698018" y="112414"/>
                  </a:lnTo>
                  <a:lnTo>
                    <a:pt x="698107" y="112775"/>
                  </a:lnTo>
                  <a:lnTo>
                    <a:pt x="698169" y="113029"/>
                  </a:lnTo>
                  <a:lnTo>
                    <a:pt x="698262" y="113410"/>
                  </a:lnTo>
                  <a:lnTo>
                    <a:pt x="698346" y="113750"/>
                  </a:lnTo>
                  <a:lnTo>
                    <a:pt x="698134" y="113750"/>
                  </a:lnTo>
                  <a:lnTo>
                    <a:pt x="700007" y="115696"/>
                  </a:lnTo>
                  <a:lnTo>
                    <a:pt x="705223" y="115950"/>
                  </a:lnTo>
                  <a:lnTo>
                    <a:pt x="731030" y="115950"/>
                  </a:lnTo>
                  <a:lnTo>
                    <a:pt x="730276" y="116458"/>
                  </a:lnTo>
                  <a:lnTo>
                    <a:pt x="727876" y="117855"/>
                  </a:lnTo>
                  <a:close/>
                </a:path>
                <a:path w="781050" h="127000">
                  <a:moveTo>
                    <a:pt x="746261" y="113750"/>
                  </a:moveTo>
                  <a:lnTo>
                    <a:pt x="726747" y="113750"/>
                  </a:lnTo>
                  <a:lnTo>
                    <a:pt x="728014" y="111759"/>
                  </a:lnTo>
                  <a:lnTo>
                    <a:pt x="728402" y="111632"/>
                  </a:lnTo>
                  <a:lnTo>
                    <a:pt x="736641" y="111632"/>
                  </a:lnTo>
                  <a:lnTo>
                    <a:pt x="736534" y="112140"/>
                  </a:lnTo>
                  <a:lnTo>
                    <a:pt x="736476" y="112414"/>
                  </a:lnTo>
                  <a:lnTo>
                    <a:pt x="736400" y="112775"/>
                  </a:lnTo>
                  <a:lnTo>
                    <a:pt x="736346" y="113029"/>
                  </a:lnTo>
                  <a:lnTo>
                    <a:pt x="746261" y="113750"/>
                  </a:lnTo>
                  <a:close/>
                </a:path>
                <a:path w="781050" h="127000">
                  <a:moveTo>
                    <a:pt x="38605" y="118490"/>
                  </a:moveTo>
                  <a:lnTo>
                    <a:pt x="35640" y="118490"/>
                  </a:lnTo>
                  <a:lnTo>
                    <a:pt x="35725" y="116458"/>
                  </a:lnTo>
                  <a:lnTo>
                    <a:pt x="35805" y="114553"/>
                  </a:lnTo>
                  <a:lnTo>
                    <a:pt x="35906" y="112140"/>
                  </a:lnTo>
                  <a:lnTo>
                    <a:pt x="38805" y="112140"/>
                  </a:lnTo>
                  <a:lnTo>
                    <a:pt x="38685" y="115950"/>
                  </a:lnTo>
                  <a:lnTo>
                    <a:pt x="38605" y="118490"/>
                  </a:lnTo>
                  <a:close/>
                </a:path>
                <a:path w="781050" h="127000">
                  <a:moveTo>
                    <a:pt x="12771" y="118490"/>
                  </a:moveTo>
                  <a:lnTo>
                    <a:pt x="7657" y="118490"/>
                  </a:lnTo>
                  <a:lnTo>
                    <a:pt x="8483" y="114553"/>
                  </a:lnTo>
                  <a:lnTo>
                    <a:pt x="9161" y="114553"/>
                  </a:lnTo>
                  <a:lnTo>
                    <a:pt x="13549" y="113029"/>
                  </a:lnTo>
                  <a:lnTo>
                    <a:pt x="14590" y="113029"/>
                  </a:lnTo>
                  <a:lnTo>
                    <a:pt x="13963" y="115188"/>
                  </a:lnTo>
                  <a:lnTo>
                    <a:pt x="12771" y="118490"/>
                  </a:lnTo>
                  <a:close/>
                </a:path>
                <a:path w="781050" h="127000">
                  <a:moveTo>
                    <a:pt x="717912" y="114553"/>
                  </a:moveTo>
                  <a:lnTo>
                    <a:pt x="710975" y="114553"/>
                  </a:lnTo>
                  <a:lnTo>
                    <a:pt x="713604" y="113029"/>
                  </a:lnTo>
                  <a:lnTo>
                    <a:pt x="712974" y="113029"/>
                  </a:lnTo>
                  <a:lnTo>
                    <a:pt x="717912" y="114553"/>
                  </a:lnTo>
                  <a:close/>
                </a:path>
                <a:path w="781050" h="127000">
                  <a:moveTo>
                    <a:pt x="7389" y="115188"/>
                  </a:moveTo>
                  <a:lnTo>
                    <a:pt x="4239" y="113750"/>
                  </a:lnTo>
                  <a:lnTo>
                    <a:pt x="11186" y="113750"/>
                  </a:lnTo>
                  <a:lnTo>
                    <a:pt x="7389" y="115188"/>
                  </a:lnTo>
                  <a:close/>
                </a:path>
                <a:path w="781050" h="127000">
                  <a:moveTo>
                    <a:pt x="731030" y="115950"/>
                  </a:moveTo>
                  <a:lnTo>
                    <a:pt x="705223" y="115950"/>
                  </a:lnTo>
                  <a:lnTo>
                    <a:pt x="710461" y="114553"/>
                  </a:lnTo>
                  <a:lnTo>
                    <a:pt x="717912" y="114553"/>
                  </a:lnTo>
                  <a:lnTo>
                    <a:pt x="728954" y="113750"/>
                  </a:lnTo>
                  <a:lnTo>
                    <a:pt x="748619" y="113750"/>
                  </a:lnTo>
                  <a:lnTo>
                    <a:pt x="748263" y="115188"/>
                  </a:lnTo>
                  <a:lnTo>
                    <a:pt x="748137" y="115696"/>
                  </a:lnTo>
                  <a:lnTo>
                    <a:pt x="731407" y="115696"/>
                  </a:lnTo>
                  <a:lnTo>
                    <a:pt x="731030" y="115950"/>
                  </a:lnTo>
                  <a:close/>
                </a:path>
                <a:path w="781050" h="127000">
                  <a:moveTo>
                    <a:pt x="141719" y="116458"/>
                  </a:moveTo>
                  <a:lnTo>
                    <a:pt x="129705" y="116458"/>
                  </a:lnTo>
                  <a:lnTo>
                    <a:pt x="131349" y="114553"/>
                  </a:lnTo>
                  <a:lnTo>
                    <a:pt x="131876" y="114553"/>
                  </a:lnTo>
                  <a:lnTo>
                    <a:pt x="133263" y="115696"/>
                  </a:lnTo>
                  <a:lnTo>
                    <a:pt x="131756" y="115696"/>
                  </a:lnTo>
                  <a:lnTo>
                    <a:pt x="141719" y="116458"/>
                  </a:lnTo>
                  <a:close/>
                </a:path>
                <a:path w="781050" h="127000">
                  <a:moveTo>
                    <a:pt x="747508" y="116458"/>
                  </a:moveTo>
                  <a:lnTo>
                    <a:pt x="741742" y="116458"/>
                  </a:lnTo>
                  <a:lnTo>
                    <a:pt x="731407" y="115696"/>
                  </a:lnTo>
                  <a:lnTo>
                    <a:pt x="748137" y="115696"/>
                  </a:lnTo>
                  <a:lnTo>
                    <a:pt x="748012" y="116204"/>
                  </a:lnTo>
                  <a:lnTo>
                    <a:pt x="747508" y="116458"/>
                  </a:lnTo>
                  <a:close/>
                </a:path>
                <a:path w="781050" h="127000">
                  <a:moveTo>
                    <a:pt x="35640" y="118490"/>
                  </a:moveTo>
                  <a:lnTo>
                    <a:pt x="17822" y="118490"/>
                  </a:lnTo>
                  <a:lnTo>
                    <a:pt x="22967" y="116458"/>
                  </a:lnTo>
                  <a:lnTo>
                    <a:pt x="26561" y="118109"/>
                  </a:lnTo>
                  <a:lnTo>
                    <a:pt x="35640" y="118490"/>
                  </a:lnTo>
                  <a:close/>
                </a:path>
                <a:path w="781050" h="127000">
                  <a:moveTo>
                    <a:pt x="87177" y="118490"/>
                  </a:moveTo>
                  <a:lnTo>
                    <a:pt x="67531" y="118490"/>
                  </a:lnTo>
                  <a:lnTo>
                    <a:pt x="67531" y="116458"/>
                  </a:lnTo>
                  <a:lnTo>
                    <a:pt x="61610" y="116458"/>
                  </a:lnTo>
                  <a:lnTo>
                    <a:pt x="83319" y="117855"/>
                  </a:lnTo>
                  <a:lnTo>
                    <a:pt x="84821" y="117855"/>
                  </a:lnTo>
                  <a:lnTo>
                    <a:pt x="87177" y="118490"/>
                  </a:lnTo>
                  <a:close/>
                </a:path>
                <a:path w="781050" h="127000">
                  <a:moveTo>
                    <a:pt x="105234" y="118109"/>
                  </a:moveTo>
                  <a:lnTo>
                    <a:pt x="87266" y="118109"/>
                  </a:lnTo>
                  <a:lnTo>
                    <a:pt x="83319" y="117855"/>
                  </a:lnTo>
                  <a:lnTo>
                    <a:pt x="105289" y="117855"/>
                  </a:lnTo>
                  <a:lnTo>
                    <a:pt x="105234" y="118109"/>
                  </a:lnTo>
                  <a:close/>
                </a:path>
                <a:path w="781050" h="127000">
                  <a:moveTo>
                    <a:pt x="692472" y="118109"/>
                  </a:moveTo>
                  <a:lnTo>
                    <a:pt x="161643" y="118109"/>
                  </a:lnTo>
                  <a:lnTo>
                    <a:pt x="161633" y="117855"/>
                  </a:lnTo>
                  <a:lnTo>
                    <a:pt x="692472" y="117855"/>
                  </a:lnTo>
                  <a:lnTo>
                    <a:pt x="692472" y="118109"/>
                  </a:lnTo>
                  <a:close/>
                </a:path>
                <a:path w="781050" h="127000">
                  <a:moveTo>
                    <a:pt x="110960" y="125983"/>
                  </a:moveTo>
                  <a:lnTo>
                    <a:pt x="104373" y="123316"/>
                  </a:lnTo>
                  <a:lnTo>
                    <a:pt x="94846" y="123062"/>
                  </a:lnTo>
                  <a:lnTo>
                    <a:pt x="94151" y="120776"/>
                  </a:lnTo>
                  <a:lnTo>
                    <a:pt x="93788" y="120776"/>
                  </a:lnTo>
                  <a:lnTo>
                    <a:pt x="90186" y="119633"/>
                  </a:lnTo>
                  <a:lnTo>
                    <a:pt x="92150" y="118490"/>
                  </a:lnTo>
                  <a:lnTo>
                    <a:pt x="92578" y="118490"/>
                  </a:lnTo>
                  <a:lnTo>
                    <a:pt x="93874" y="118109"/>
                  </a:lnTo>
                  <a:lnTo>
                    <a:pt x="93000" y="118109"/>
                  </a:lnTo>
                  <a:lnTo>
                    <a:pt x="98303" y="119633"/>
                  </a:lnTo>
                  <a:lnTo>
                    <a:pt x="100880" y="121919"/>
                  </a:lnTo>
                  <a:lnTo>
                    <a:pt x="110651" y="121919"/>
                  </a:lnTo>
                  <a:lnTo>
                    <a:pt x="110902" y="125221"/>
                  </a:lnTo>
                  <a:lnTo>
                    <a:pt x="110960" y="125983"/>
                  </a:lnTo>
                  <a:close/>
                </a:path>
                <a:path w="781050" h="127000">
                  <a:moveTo>
                    <a:pt x="116906" y="125221"/>
                  </a:moveTo>
                  <a:lnTo>
                    <a:pt x="110151" y="121919"/>
                  </a:lnTo>
                  <a:lnTo>
                    <a:pt x="104401" y="121919"/>
                  </a:lnTo>
                  <a:lnTo>
                    <a:pt x="104790" y="120141"/>
                  </a:lnTo>
                  <a:lnTo>
                    <a:pt x="104845" y="119887"/>
                  </a:lnTo>
                  <a:lnTo>
                    <a:pt x="104965" y="119341"/>
                  </a:lnTo>
                  <a:lnTo>
                    <a:pt x="105040" y="118998"/>
                  </a:lnTo>
                  <a:lnTo>
                    <a:pt x="105151" y="118490"/>
                  </a:lnTo>
                  <a:lnTo>
                    <a:pt x="105234" y="118109"/>
                  </a:lnTo>
                  <a:lnTo>
                    <a:pt x="161643" y="118109"/>
                  </a:lnTo>
                  <a:lnTo>
                    <a:pt x="161658" y="118490"/>
                  </a:lnTo>
                  <a:lnTo>
                    <a:pt x="162483" y="118490"/>
                  </a:lnTo>
                  <a:lnTo>
                    <a:pt x="160852" y="118998"/>
                  </a:lnTo>
                  <a:lnTo>
                    <a:pt x="132731" y="118998"/>
                  </a:lnTo>
                  <a:lnTo>
                    <a:pt x="125241" y="121284"/>
                  </a:lnTo>
                  <a:lnTo>
                    <a:pt x="125433" y="121284"/>
                  </a:lnTo>
                  <a:lnTo>
                    <a:pt x="119353" y="122554"/>
                  </a:lnTo>
                  <a:lnTo>
                    <a:pt x="116906" y="125221"/>
                  </a:lnTo>
                  <a:close/>
                </a:path>
                <a:path w="781050" h="127000">
                  <a:moveTo>
                    <a:pt x="726730" y="118490"/>
                  </a:moveTo>
                  <a:lnTo>
                    <a:pt x="692472" y="118490"/>
                  </a:lnTo>
                  <a:lnTo>
                    <a:pt x="692472" y="118109"/>
                  </a:lnTo>
                  <a:lnTo>
                    <a:pt x="727418" y="118109"/>
                  </a:lnTo>
                  <a:lnTo>
                    <a:pt x="726730" y="118490"/>
                  </a:lnTo>
                  <a:close/>
                </a:path>
                <a:path w="781050" h="127000">
                  <a:moveTo>
                    <a:pt x="11395" y="119633"/>
                  </a:moveTo>
                  <a:lnTo>
                    <a:pt x="5173" y="119633"/>
                  </a:lnTo>
                  <a:lnTo>
                    <a:pt x="8298" y="118490"/>
                  </a:lnTo>
                  <a:lnTo>
                    <a:pt x="7657" y="118490"/>
                  </a:lnTo>
                  <a:lnTo>
                    <a:pt x="7551" y="118998"/>
                  </a:lnTo>
                  <a:lnTo>
                    <a:pt x="12159" y="118998"/>
                  </a:lnTo>
                  <a:lnTo>
                    <a:pt x="11395" y="119633"/>
                  </a:lnTo>
                  <a:close/>
                </a:path>
                <a:path w="781050" h="127000">
                  <a:moveTo>
                    <a:pt x="16536" y="118998"/>
                  </a:moveTo>
                  <a:lnTo>
                    <a:pt x="12159" y="118998"/>
                  </a:lnTo>
                  <a:lnTo>
                    <a:pt x="12771" y="118490"/>
                  </a:lnTo>
                  <a:lnTo>
                    <a:pt x="17822" y="118490"/>
                  </a:lnTo>
                  <a:lnTo>
                    <a:pt x="16536" y="118998"/>
                  </a:lnTo>
                  <a:close/>
                </a:path>
                <a:path w="781050" h="127000">
                  <a:moveTo>
                    <a:pt x="67531" y="118998"/>
                  </a:moveTo>
                  <a:lnTo>
                    <a:pt x="38589" y="118998"/>
                  </a:lnTo>
                  <a:lnTo>
                    <a:pt x="38605" y="118490"/>
                  </a:lnTo>
                  <a:lnTo>
                    <a:pt x="67531" y="118490"/>
                  </a:lnTo>
                  <a:lnTo>
                    <a:pt x="67531" y="118998"/>
                  </a:lnTo>
                  <a:close/>
                </a:path>
                <a:path w="781050" h="127000">
                  <a:moveTo>
                    <a:pt x="90849" y="118998"/>
                  </a:moveTo>
                  <a:lnTo>
                    <a:pt x="88600" y="118998"/>
                  </a:lnTo>
                  <a:lnTo>
                    <a:pt x="87331" y="118490"/>
                  </a:lnTo>
                  <a:lnTo>
                    <a:pt x="92578" y="118490"/>
                  </a:lnTo>
                  <a:lnTo>
                    <a:pt x="90849" y="118998"/>
                  </a:lnTo>
                  <a:close/>
                </a:path>
                <a:path w="781050" h="127000">
                  <a:moveTo>
                    <a:pt x="692472" y="118998"/>
                  </a:moveTo>
                  <a:lnTo>
                    <a:pt x="161678" y="118998"/>
                  </a:lnTo>
                  <a:lnTo>
                    <a:pt x="161658" y="118490"/>
                  </a:lnTo>
                  <a:lnTo>
                    <a:pt x="692472" y="118490"/>
                  </a:lnTo>
                  <a:lnTo>
                    <a:pt x="692472" y="118998"/>
                  </a:lnTo>
                  <a:close/>
                </a:path>
                <a:path w="781050" h="127000">
                  <a:moveTo>
                    <a:pt x="722388" y="118998"/>
                  </a:moveTo>
                  <a:lnTo>
                    <a:pt x="716008" y="118998"/>
                  </a:lnTo>
                  <a:lnTo>
                    <a:pt x="715988" y="118490"/>
                  </a:lnTo>
                  <a:lnTo>
                    <a:pt x="709607" y="118490"/>
                  </a:lnTo>
                  <a:lnTo>
                    <a:pt x="722388" y="118998"/>
                  </a:lnTo>
                  <a:close/>
                </a:path>
                <a:path w="781050" h="127000">
                  <a:moveTo>
                    <a:pt x="38533" y="120776"/>
                  </a:moveTo>
                  <a:lnTo>
                    <a:pt x="36211" y="120776"/>
                  </a:lnTo>
                  <a:lnTo>
                    <a:pt x="24618" y="120141"/>
                  </a:lnTo>
                  <a:lnTo>
                    <a:pt x="16327" y="120141"/>
                  </a:lnTo>
                  <a:lnTo>
                    <a:pt x="14285" y="119887"/>
                  </a:lnTo>
                  <a:lnTo>
                    <a:pt x="16536" y="118998"/>
                  </a:lnTo>
                  <a:lnTo>
                    <a:pt x="38589" y="118998"/>
                  </a:lnTo>
                  <a:lnTo>
                    <a:pt x="38533" y="120776"/>
                  </a:lnTo>
                  <a:close/>
                </a:path>
                <a:path w="781050" h="127000">
                  <a:moveTo>
                    <a:pt x="81074" y="121284"/>
                  </a:moveTo>
                  <a:lnTo>
                    <a:pt x="67531" y="120776"/>
                  </a:lnTo>
                  <a:lnTo>
                    <a:pt x="67531" y="118998"/>
                  </a:lnTo>
                  <a:lnTo>
                    <a:pt x="88600" y="118998"/>
                  </a:lnTo>
                  <a:lnTo>
                    <a:pt x="89454" y="119341"/>
                  </a:lnTo>
                  <a:lnTo>
                    <a:pt x="87789" y="120141"/>
                  </a:lnTo>
                  <a:lnTo>
                    <a:pt x="86144" y="120776"/>
                  </a:lnTo>
                  <a:lnTo>
                    <a:pt x="87374" y="120776"/>
                  </a:lnTo>
                  <a:lnTo>
                    <a:pt x="81074" y="121284"/>
                  </a:lnTo>
                  <a:close/>
                </a:path>
                <a:path w="781050" h="127000">
                  <a:moveTo>
                    <a:pt x="147695" y="120776"/>
                  </a:moveTo>
                  <a:lnTo>
                    <a:pt x="137117" y="120776"/>
                  </a:lnTo>
                  <a:lnTo>
                    <a:pt x="132731" y="118998"/>
                  </a:lnTo>
                  <a:lnTo>
                    <a:pt x="160852" y="118998"/>
                  </a:lnTo>
                  <a:lnTo>
                    <a:pt x="157999" y="119887"/>
                  </a:lnTo>
                  <a:lnTo>
                    <a:pt x="147695" y="120776"/>
                  </a:lnTo>
                  <a:close/>
                </a:path>
                <a:path w="781050" h="127000">
                  <a:moveTo>
                    <a:pt x="695942" y="126745"/>
                  </a:moveTo>
                  <a:lnTo>
                    <a:pt x="663932" y="125475"/>
                  </a:lnTo>
                  <a:lnTo>
                    <a:pt x="663765" y="123316"/>
                  </a:lnTo>
                  <a:lnTo>
                    <a:pt x="663706" y="122554"/>
                  </a:lnTo>
                  <a:lnTo>
                    <a:pt x="663607" y="121284"/>
                  </a:lnTo>
                  <a:lnTo>
                    <a:pt x="663519" y="120141"/>
                  </a:lnTo>
                  <a:lnTo>
                    <a:pt x="692472" y="120141"/>
                  </a:lnTo>
                  <a:lnTo>
                    <a:pt x="692472" y="118998"/>
                  </a:lnTo>
                  <a:lnTo>
                    <a:pt x="716008" y="118998"/>
                  </a:lnTo>
                  <a:lnTo>
                    <a:pt x="716032" y="119633"/>
                  </a:lnTo>
                  <a:lnTo>
                    <a:pt x="712927" y="119633"/>
                  </a:lnTo>
                  <a:lnTo>
                    <a:pt x="710775" y="120776"/>
                  </a:lnTo>
                  <a:lnTo>
                    <a:pt x="702243" y="120776"/>
                  </a:lnTo>
                  <a:lnTo>
                    <a:pt x="696891" y="121919"/>
                  </a:lnTo>
                  <a:lnTo>
                    <a:pt x="695942" y="126745"/>
                  </a:lnTo>
                  <a:close/>
                </a:path>
                <a:path w="781050" h="127000">
                  <a:moveTo>
                    <a:pt x="725584" y="119125"/>
                  </a:moveTo>
                  <a:lnTo>
                    <a:pt x="722388" y="118998"/>
                  </a:lnTo>
                  <a:lnTo>
                    <a:pt x="725813" y="118998"/>
                  </a:lnTo>
                  <a:lnTo>
                    <a:pt x="725584" y="119125"/>
                  </a:lnTo>
                  <a:close/>
                </a:path>
                <a:path w="781050" h="127000">
                  <a:moveTo>
                    <a:pt x="90186" y="119633"/>
                  </a:moveTo>
                  <a:lnTo>
                    <a:pt x="89251" y="119341"/>
                  </a:lnTo>
                  <a:lnTo>
                    <a:pt x="89454" y="119341"/>
                  </a:lnTo>
                  <a:lnTo>
                    <a:pt x="90186" y="119633"/>
                  </a:lnTo>
                  <a:close/>
                </a:path>
                <a:path w="781050" h="127000">
                  <a:moveTo>
                    <a:pt x="716121" y="121919"/>
                  </a:moveTo>
                  <a:lnTo>
                    <a:pt x="712927" y="119633"/>
                  </a:lnTo>
                  <a:lnTo>
                    <a:pt x="716032" y="119633"/>
                  </a:lnTo>
                  <a:lnTo>
                    <a:pt x="716121" y="121919"/>
                  </a:lnTo>
                  <a:close/>
                </a:path>
                <a:path w="781050" h="127000">
                  <a:moveTo>
                    <a:pt x="21432" y="120776"/>
                  </a:moveTo>
                  <a:lnTo>
                    <a:pt x="15904" y="120776"/>
                  </a:lnTo>
                  <a:lnTo>
                    <a:pt x="24618" y="120141"/>
                  </a:lnTo>
                  <a:lnTo>
                    <a:pt x="16327" y="120141"/>
                  </a:lnTo>
                  <a:lnTo>
                    <a:pt x="21432" y="120776"/>
                  </a:lnTo>
                  <a:close/>
                </a:path>
                <a:path w="781050" h="127000">
                  <a:moveTo>
                    <a:pt x="708623" y="121919"/>
                  </a:moveTo>
                  <a:lnTo>
                    <a:pt x="707972" y="121919"/>
                  </a:lnTo>
                  <a:lnTo>
                    <a:pt x="704257" y="120776"/>
                  </a:lnTo>
                  <a:lnTo>
                    <a:pt x="710775" y="120776"/>
                  </a:lnTo>
                  <a:lnTo>
                    <a:pt x="708623" y="12191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4703" y="1211789"/>
              <a:ext cx="118870" cy="9497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901204" y="1347037"/>
              <a:ext cx="204470" cy="201930"/>
            </a:xfrm>
            <a:custGeom>
              <a:avLst/>
              <a:gdLst/>
              <a:ahLst/>
              <a:cxnLst/>
              <a:rect l="l" t="t" r="r" b="b"/>
              <a:pathLst>
                <a:path w="204469" h="201930">
                  <a:moveTo>
                    <a:pt x="18516" y="19913"/>
                  </a:moveTo>
                  <a:lnTo>
                    <a:pt x="17551" y="17843"/>
                  </a:lnTo>
                  <a:lnTo>
                    <a:pt x="17449" y="17653"/>
                  </a:lnTo>
                  <a:lnTo>
                    <a:pt x="12966" y="17843"/>
                  </a:lnTo>
                  <a:lnTo>
                    <a:pt x="10972" y="16891"/>
                  </a:lnTo>
                  <a:lnTo>
                    <a:pt x="10909" y="16332"/>
                  </a:lnTo>
                  <a:lnTo>
                    <a:pt x="10845" y="15709"/>
                  </a:lnTo>
                  <a:lnTo>
                    <a:pt x="10769" y="14986"/>
                  </a:lnTo>
                  <a:lnTo>
                    <a:pt x="10439" y="14986"/>
                  </a:lnTo>
                  <a:lnTo>
                    <a:pt x="10007" y="14795"/>
                  </a:lnTo>
                  <a:lnTo>
                    <a:pt x="8851" y="14084"/>
                  </a:lnTo>
                  <a:lnTo>
                    <a:pt x="8255" y="13716"/>
                  </a:lnTo>
                  <a:lnTo>
                    <a:pt x="6400" y="14084"/>
                  </a:lnTo>
                  <a:lnTo>
                    <a:pt x="4521" y="12877"/>
                  </a:lnTo>
                  <a:lnTo>
                    <a:pt x="3619" y="14503"/>
                  </a:lnTo>
                  <a:lnTo>
                    <a:pt x="3048" y="15709"/>
                  </a:lnTo>
                  <a:lnTo>
                    <a:pt x="2070" y="15494"/>
                  </a:lnTo>
                  <a:lnTo>
                    <a:pt x="0" y="14846"/>
                  </a:lnTo>
                  <a:lnTo>
                    <a:pt x="127" y="16332"/>
                  </a:lnTo>
                  <a:lnTo>
                    <a:pt x="1041" y="16891"/>
                  </a:lnTo>
                  <a:lnTo>
                    <a:pt x="2222" y="17526"/>
                  </a:lnTo>
                  <a:lnTo>
                    <a:pt x="6273" y="16332"/>
                  </a:lnTo>
                  <a:lnTo>
                    <a:pt x="9880" y="18338"/>
                  </a:lnTo>
                  <a:lnTo>
                    <a:pt x="10160" y="19913"/>
                  </a:lnTo>
                  <a:lnTo>
                    <a:pt x="18516" y="19913"/>
                  </a:lnTo>
                  <a:close/>
                </a:path>
                <a:path w="204469" h="201930">
                  <a:moveTo>
                    <a:pt x="20434" y="0"/>
                  </a:moveTo>
                  <a:lnTo>
                    <a:pt x="15989" y="127"/>
                  </a:lnTo>
                  <a:lnTo>
                    <a:pt x="15989" y="1333"/>
                  </a:lnTo>
                  <a:lnTo>
                    <a:pt x="20307" y="1816"/>
                  </a:lnTo>
                  <a:lnTo>
                    <a:pt x="20434" y="0"/>
                  </a:lnTo>
                  <a:close/>
                </a:path>
                <a:path w="204469" h="201930">
                  <a:moveTo>
                    <a:pt x="46253" y="163639"/>
                  </a:moveTo>
                  <a:lnTo>
                    <a:pt x="45847" y="162255"/>
                  </a:lnTo>
                  <a:lnTo>
                    <a:pt x="43065" y="176669"/>
                  </a:lnTo>
                  <a:lnTo>
                    <a:pt x="37477" y="185966"/>
                  </a:lnTo>
                  <a:lnTo>
                    <a:pt x="37477" y="195554"/>
                  </a:lnTo>
                  <a:lnTo>
                    <a:pt x="34683" y="200088"/>
                  </a:lnTo>
                  <a:lnTo>
                    <a:pt x="35902" y="201663"/>
                  </a:lnTo>
                  <a:lnTo>
                    <a:pt x="39128" y="197523"/>
                  </a:lnTo>
                  <a:lnTo>
                    <a:pt x="41389" y="192455"/>
                  </a:lnTo>
                  <a:lnTo>
                    <a:pt x="41046" y="185610"/>
                  </a:lnTo>
                  <a:lnTo>
                    <a:pt x="43243" y="179514"/>
                  </a:lnTo>
                  <a:lnTo>
                    <a:pt x="45694" y="172313"/>
                  </a:lnTo>
                  <a:lnTo>
                    <a:pt x="46253" y="163639"/>
                  </a:lnTo>
                  <a:close/>
                </a:path>
                <a:path w="204469" h="201930">
                  <a:moveTo>
                    <a:pt x="63601" y="15697"/>
                  </a:moveTo>
                  <a:lnTo>
                    <a:pt x="63334" y="14706"/>
                  </a:lnTo>
                  <a:lnTo>
                    <a:pt x="62915" y="13881"/>
                  </a:lnTo>
                  <a:lnTo>
                    <a:pt x="61429" y="13881"/>
                  </a:lnTo>
                  <a:lnTo>
                    <a:pt x="60883" y="14325"/>
                  </a:lnTo>
                  <a:lnTo>
                    <a:pt x="60883" y="15697"/>
                  </a:lnTo>
                  <a:lnTo>
                    <a:pt x="62915" y="16878"/>
                  </a:lnTo>
                  <a:lnTo>
                    <a:pt x="63601" y="15697"/>
                  </a:lnTo>
                  <a:close/>
                </a:path>
                <a:path w="204469" h="201930">
                  <a:moveTo>
                    <a:pt x="63792" y="19278"/>
                  </a:moveTo>
                  <a:lnTo>
                    <a:pt x="62230" y="18580"/>
                  </a:lnTo>
                  <a:lnTo>
                    <a:pt x="58559" y="17995"/>
                  </a:lnTo>
                  <a:lnTo>
                    <a:pt x="61633" y="19900"/>
                  </a:lnTo>
                  <a:lnTo>
                    <a:pt x="61569" y="24345"/>
                  </a:lnTo>
                  <a:lnTo>
                    <a:pt x="62915" y="24853"/>
                  </a:lnTo>
                  <a:lnTo>
                    <a:pt x="62623" y="20231"/>
                  </a:lnTo>
                  <a:lnTo>
                    <a:pt x="63792" y="19278"/>
                  </a:lnTo>
                  <a:close/>
                </a:path>
                <a:path w="204469" h="201930">
                  <a:moveTo>
                    <a:pt x="74218" y="19481"/>
                  </a:moveTo>
                  <a:lnTo>
                    <a:pt x="72377" y="18694"/>
                  </a:lnTo>
                  <a:lnTo>
                    <a:pt x="72123" y="20154"/>
                  </a:lnTo>
                  <a:lnTo>
                    <a:pt x="68656" y="19126"/>
                  </a:lnTo>
                  <a:lnTo>
                    <a:pt x="67208" y="19126"/>
                  </a:lnTo>
                  <a:lnTo>
                    <a:pt x="66890" y="19900"/>
                  </a:lnTo>
                  <a:lnTo>
                    <a:pt x="66890" y="25298"/>
                  </a:lnTo>
                  <a:lnTo>
                    <a:pt x="67792" y="25196"/>
                  </a:lnTo>
                  <a:lnTo>
                    <a:pt x="67792" y="22745"/>
                  </a:lnTo>
                  <a:lnTo>
                    <a:pt x="68300" y="21399"/>
                  </a:lnTo>
                  <a:lnTo>
                    <a:pt x="70751" y="21844"/>
                  </a:lnTo>
                  <a:lnTo>
                    <a:pt x="72377" y="22593"/>
                  </a:lnTo>
                  <a:lnTo>
                    <a:pt x="71996" y="25107"/>
                  </a:lnTo>
                  <a:lnTo>
                    <a:pt x="71996" y="28968"/>
                  </a:lnTo>
                  <a:lnTo>
                    <a:pt x="73126" y="29400"/>
                  </a:lnTo>
                  <a:lnTo>
                    <a:pt x="74218" y="19481"/>
                  </a:lnTo>
                  <a:close/>
                </a:path>
                <a:path w="204469" h="201930">
                  <a:moveTo>
                    <a:pt x="81737" y="25908"/>
                  </a:moveTo>
                  <a:lnTo>
                    <a:pt x="80264" y="25654"/>
                  </a:lnTo>
                  <a:lnTo>
                    <a:pt x="80111" y="26962"/>
                  </a:lnTo>
                  <a:lnTo>
                    <a:pt x="79324" y="28752"/>
                  </a:lnTo>
                  <a:lnTo>
                    <a:pt x="80645" y="29400"/>
                  </a:lnTo>
                  <a:lnTo>
                    <a:pt x="81521" y="27711"/>
                  </a:lnTo>
                  <a:lnTo>
                    <a:pt x="81737" y="25908"/>
                  </a:lnTo>
                  <a:close/>
                </a:path>
                <a:path w="204469" h="201930">
                  <a:moveTo>
                    <a:pt x="86537" y="22250"/>
                  </a:moveTo>
                  <a:lnTo>
                    <a:pt x="85369" y="21412"/>
                  </a:lnTo>
                  <a:lnTo>
                    <a:pt x="84683" y="19900"/>
                  </a:lnTo>
                  <a:lnTo>
                    <a:pt x="82080" y="19113"/>
                  </a:lnTo>
                  <a:lnTo>
                    <a:pt x="80479" y="18707"/>
                  </a:lnTo>
                  <a:lnTo>
                    <a:pt x="78511" y="18923"/>
                  </a:lnTo>
                  <a:lnTo>
                    <a:pt x="77254" y="19900"/>
                  </a:lnTo>
                  <a:lnTo>
                    <a:pt x="77254" y="20789"/>
                  </a:lnTo>
                  <a:lnTo>
                    <a:pt x="80010" y="20510"/>
                  </a:lnTo>
                  <a:lnTo>
                    <a:pt x="81724" y="20434"/>
                  </a:lnTo>
                  <a:lnTo>
                    <a:pt x="82600" y="22250"/>
                  </a:lnTo>
                  <a:lnTo>
                    <a:pt x="82956" y="23456"/>
                  </a:lnTo>
                  <a:lnTo>
                    <a:pt x="86055" y="23456"/>
                  </a:lnTo>
                  <a:lnTo>
                    <a:pt x="86537" y="22250"/>
                  </a:lnTo>
                  <a:close/>
                </a:path>
                <a:path w="204469" h="201930">
                  <a:moveTo>
                    <a:pt x="91782" y="30391"/>
                  </a:moveTo>
                  <a:lnTo>
                    <a:pt x="90030" y="27711"/>
                  </a:lnTo>
                  <a:lnTo>
                    <a:pt x="90957" y="26174"/>
                  </a:lnTo>
                  <a:lnTo>
                    <a:pt x="89560" y="25107"/>
                  </a:lnTo>
                  <a:lnTo>
                    <a:pt x="88150" y="26682"/>
                  </a:lnTo>
                  <a:lnTo>
                    <a:pt x="89166" y="28689"/>
                  </a:lnTo>
                  <a:lnTo>
                    <a:pt x="90589" y="30848"/>
                  </a:lnTo>
                  <a:lnTo>
                    <a:pt x="91782" y="30391"/>
                  </a:lnTo>
                  <a:close/>
                </a:path>
                <a:path w="204469" h="201930">
                  <a:moveTo>
                    <a:pt x="99796" y="19532"/>
                  </a:moveTo>
                  <a:lnTo>
                    <a:pt x="98602" y="18122"/>
                  </a:lnTo>
                  <a:lnTo>
                    <a:pt x="96685" y="19469"/>
                  </a:lnTo>
                  <a:lnTo>
                    <a:pt x="90728" y="19113"/>
                  </a:lnTo>
                  <a:lnTo>
                    <a:pt x="90474" y="20066"/>
                  </a:lnTo>
                  <a:lnTo>
                    <a:pt x="90601" y="21018"/>
                  </a:lnTo>
                  <a:lnTo>
                    <a:pt x="92151" y="21475"/>
                  </a:lnTo>
                  <a:lnTo>
                    <a:pt x="95110" y="22059"/>
                  </a:lnTo>
                  <a:lnTo>
                    <a:pt x="95110" y="24942"/>
                  </a:lnTo>
                  <a:lnTo>
                    <a:pt x="95834" y="25476"/>
                  </a:lnTo>
                  <a:lnTo>
                    <a:pt x="97053" y="25641"/>
                  </a:lnTo>
                  <a:lnTo>
                    <a:pt x="96812" y="22885"/>
                  </a:lnTo>
                  <a:lnTo>
                    <a:pt x="98602" y="20586"/>
                  </a:lnTo>
                  <a:lnTo>
                    <a:pt x="99796" y="19532"/>
                  </a:lnTo>
                  <a:close/>
                </a:path>
                <a:path w="204469" h="201930">
                  <a:moveTo>
                    <a:pt x="103492" y="25641"/>
                  </a:moveTo>
                  <a:lnTo>
                    <a:pt x="101079" y="25095"/>
                  </a:lnTo>
                  <a:lnTo>
                    <a:pt x="100774" y="26162"/>
                  </a:lnTo>
                  <a:lnTo>
                    <a:pt x="101739" y="26784"/>
                  </a:lnTo>
                  <a:lnTo>
                    <a:pt x="102933" y="26962"/>
                  </a:lnTo>
                  <a:lnTo>
                    <a:pt x="103492" y="25641"/>
                  </a:lnTo>
                  <a:close/>
                </a:path>
                <a:path w="204469" h="201930">
                  <a:moveTo>
                    <a:pt x="104838" y="4622"/>
                  </a:moveTo>
                  <a:lnTo>
                    <a:pt x="103149" y="3924"/>
                  </a:lnTo>
                  <a:lnTo>
                    <a:pt x="97574" y="3924"/>
                  </a:lnTo>
                  <a:lnTo>
                    <a:pt x="97574" y="5118"/>
                  </a:lnTo>
                  <a:lnTo>
                    <a:pt x="96951" y="5892"/>
                  </a:lnTo>
                  <a:lnTo>
                    <a:pt x="97231" y="7416"/>
                  </a:lnTo>
                  <a:lnTo>
                    <a:pt x="98209" y="8559"/>
                  </a:lnTo>
                  <a:lnTo>
                    <a:pt x="98831" y="7416"/>
                  </a:lnTo>
                  <a:lnTo>
                    <a:pt x="98958" y="5664"/>
                  </a:lnTo>
                  <a:lnTo>
                    <a:pt x="100304" y="5664"/>
                  </a:lnTo>
                  <a:lnTo>
                    <a:pt x="101765" y="6769"/>
                  </a:lnTo>
                  <a:lnTo>
                    <a:pt x="102489" y="6769"/>
                  </a:lnTo>
                  <a:lnTo>
                    <a:pt x="103378" y="8102"/>
                  </a:lnTo>
                  <a:lnTo>
                    <a:pt x="103378" y="10515"/>
                  </a:lnTo>
                  <a:lnTo>
                    <a:pt x="104838" y="10947"/>
                  </a:lnTo>
                  <a:lnTo>
                    <a:pt x="104775" y="7416"/>
                  </a:lnTo>
                  <a:lnTo>
                    <a:pt x="104000" y="5664"/>
                  </a:lnTo>
                  <a:lnTo>
                    <a:pt x="104838" y="4622"/>
                  </a:lnTo>
                  <a:close/>
                </a:path>
                <a:path w="204469" h="201930">
                  <a:moveTo>
                    <a:pt x="109702" y="22872"/>
                  </a:moveTo>
                  <a:lnTo>
                    <a:pt x="109651" y="22072"/>
                  </a:lnTo>
                  <a:lnTo>
                    <a:pt x="109601" y="21412"/>
                  </a:lnTo>
                  <a:lnTo>
                    <a:pt x="109550" y="20777"/>
                  </a:lnTo>
                  <a:lnTo>
                    <a:pt x="108102" y="20434"/>
                  </a:lnTo>
                  <a:lnTo>
                    <a:pt x="106959" y="21412"/>
                  </a:lnTo>
                  <a:lnTo>
                    <a:pt x="102120" y="20510"/>
                  </a:lnTo>
                  <a:lnTo>
                    <a:pt x="103505" y="22072"/>
                  </a:lnTo>
                  <a:lnTo>
                    <a:pt x="104216" y="23342"/>
                  </a:lnTo>
                  <a:lnTo>
                    <a:pt x="105879" y="23774"/>
                  </a:lnTo>
                  <a:lnTo>
                    <a:pt x="107162" y="22174"/>
                  </a:lnTo>
                  <a:lnTo>
                    <a:pt x="109702" y="22872"/>
                  </a:lnTo>
                  <a:close/>
                </a:path>
                <a:path w="204469" h="201930">
                  <a:moveTo>
                    <a:pt x="109829" y="25095"/>
                  </a:moveTo>
                  <a:lnTo>
                    <a:pt x="108013" y="25095"/>
                  </a:lnTo>
                  <a:lnTo>
                    <a:pt x="107442" y="26289"/>
                  </a:lnTo>
                  <a:lnTo>
                    <a:pt x="109829" y="26289"/>
                  </a:lnTo>
                  <a:lnTo>
                    <a:pt x="109829" y="25095"/>
                  </a:lnTo>
                  <a:close/>
                </a:path>
                <a:path w="204469" h="201930">
                  <a:moveTo>
                    <a:pt x="116039" y="19900"/>
                  </a:moveTo>
                  <a:lnTo>
                    <a:pt x="111239" y="20777"/>
                  </a:lnTo>
                  <a:lnTo>
                    <a:pt x="110667" y="20777"/>
                  </a:lnTo>
                  <a:lnTo>
                    <a:pt x="113677" y="23063"/>
                  </a:lnTo>
                  <a:lnTo>
                    <a:pt x="113576" y="23774"/>
                  </a:lnTo>
                  <a:lnTo>
                    <a:pt x="112903" y="28105"/>
                  </a:lnTo>
                  <a:lnTo>
                    <a:pt x="114935" y="29019"/>
                  </a:lnTo>
                  <a:lnTo>
                    <a:pt x="114960" y="22606"/>
                  </a:lnTo>
                  <a:lnTo>
                    <a:pt x="116039" y="19900"/>
                  </a:lnTo>
                  <a:close/>
                </a:path>
                <a:path w="204469" h="201930">
                  <a:moveTo>
                    <a:pt x="124218" y="21640"/>
                  </a:moveTo>
                  <a:lnTo>
                    <a:pt x="122199" y="21018"/>
                  </a:lnTo>
                  <a:lnTo>
                    <a:pt x="122313" y="20777"/>
                  </a:lnTo>
                  <a:lnTo>
                    <a:pt x="121653" y="20777"/>
                  </a:lnTo>
                  <a:lnTo>
                    <a:pt x="121881" y="20916"/>
                  </a:lnTo>
                  <a:lnTo>
                    <a:pt x="121475" y="20777"/>
                  </a:lnTo>
                  <a:lnTo>
                    <a:pt x="121653" y="20777"/>
                  </a:lnTo>
                  <a:lnTo>
                    <a:pt x="121297" y="20586"/>
                  </a:lnTo>
                  <a:lnTo>
                    <a:pt x="118452" y="20777"/>
                  </a:lnTo>
                  <a:lnTo>
                    <a:pt x="116789" y="20777"/>
                  </a:lnTo>
                  <a:lnTo>
                    <a:pt x="116039" y="19900"/>
                  </a:lnTo>
                  <a:lnTo>
                    <a:pt x="116357" y="20434"/>
                  </a:lnTo>
                  <a:lnTo>
                    <a:pt x="116433" y="20777"/>
                  </a:lnTo>
                  <a:lnTo>
                    <a:pt x="116535" y="21640"/>
                  </a:lnTo>
                  <a:lnTo>
                    <a:pt x="116586" y="22072"/>
                  </a:lnTo>
                  <a:lnTo>
                    <a:pt x="116103" y="22072"/>
                  </a:lnTo>
                  <a:lnTo>
                    <a:pt x="119570" y="23342"/>
                  </a:lnTo>
                  <a:lnTo>
                    <a:pt x="121475" y="26860"/>
                  </a:lnTo>
                  <a:lnTo>
                    <a:pt x="121475" y="22606"/>
                  </a:lnTo>
                  <a:lnTo>
                    <a:pt x="122174" y="21082"/>
                  </a:lnTo>
                  <a:lnTo>
                    <a:pt x="123202" y="21640"/>
                  </a:lnTo>
                  <a:lnTo>
                    <a:pt x="124218" y="21640"/>
                  </a:lnTo>
                  <a:close/>
                </a:path>
                <a:path w="204469" h="201930">
                  <a:moveTo>
                    <a:pt x="129679" y="22072"/>
                  </a:moveTo>
                  <a:lnTo>
                    <a:pt x="129400" y="22072"/>
                  </a:lnTo>
                  <a:lnTo>
                    <a:pt x="128524" y="21272"/>
                  </a:lnTo>
                  <a:lnTo>
                    <a:pt x="125209" y="21640"/>
                  </a:lnTo>
                  <a:lnTo>
                    <a:pt x="124218" y="21640"/>
                  </a:lnTo>
                  <a:lnTo>
                    <a:pt x="127266" y="23342"/>
                  </a:lnTo>
                  <a:lnTo>
                    <a:pt x="129679" y="22072"/>
                  </a:lnTo>
                  <a:close/>
                </a:path>
                <a:path w="204469" h="201930">
                  <a:moveTo>
                    <a:pt x="137718" y="21272"/>
                  </a:moveTo>
                  <a:lnTo>
                    <a:pt x="135839" y="21272"/>
                  </a:lnTo>
                  <a:lnTo>
                    <a:pt x="134099" y="21107"/>
                  </a:lnTo>
                  <a:lnTo>
                    <a:pt x="132994" y="20510"/>
                  </a:lnTo>
                  <a:lnTo>
                    <a:pt x="131838" y="19900"/>
                  </a:lnTo>
                  <a:lnTo>
                    <a:pt x="131838" y="21107"/>
                  </a:lnTo>
                  <a:lnTo>
                    <a:pt x="133934" y="21945"/>
                  </a:lnTo>
                  <a:lnTo>
                    <a:pt x="134747" y="23977"/>
                  </a:lnTo>
                  <a:lnTo>
                    <a:pt x="134937" y="26365"/>
                  </a:lnTo>
                  <a:lnTo>
                    <a:pt x="136664" y="26517"/>
                  </a:lnTo>
                  <a:lnTo>
                    <a:pt x="136499" y="22885"/>
                  </a:lnTo>
                  <a:lnTo>
                    <a:pt x="137718" y="21272"/>
                  </a:lnTo>
                  <a:close/>
                </a:path>
                <a:path w="204469" h="201930">
                  <a:moveTo>
                    <a:pt x="146456" y="20510"/>
                  </a:moveTo>
                  <a:lnTo>
                    <a:pt x="139128" y="20154"/>
                  </a:lnTo>
                  <a:lnTo>
                    <a:pt x="139446" y="21005"/>
                  </a:lnTo>
                  <a:lnTo>
                    <a:pt x="140550" y="21005"/>
                  </a:lnTo>
                  <a:lnTo>
                    <a:pt x="142582" y="21653"/>
                  </a:lnTo>
                  <a:lnTo>
                    <a:pt x="143421" y="22758"/>
                  </a:lnTo>
                  <a:lnTo>
                    <a:pt x="144462" y="23545"/>
                  </a:lnTo>
                  <a:lnTo>
                    <a:pt x="144462" y="26670"/>
                  </a:lnTo>
                  <a:lnTo>
                    <a:pt x="145961" y="27571"/>
                  </a:lnTo>
                  <a:lnTo>
                    <a:pt x="146456" y="20510"/>
                  </a:lnTo>
                  <a:close/>
                </a:path>
                <a:path w="204469" h="201930">
                  <a:moveTo>
                    <a:pt x="164058" y="29908"/>
                  </a:moveTo>
                  <a:lnTo>
                    <a:pt x="163753" y="29908"/>
                  </a:lnTo>
                  <a:lnTo>
                    <a:pt x="163423" y="29743"/>
                  </a:lnTo>
                  <a:lnTo>
                    <a:pt x="163182" y="29743"/>
                  </a:lnTo>
                  <a:lnTo>
                    <a:pt x="162763" y="28625"/>
                  </a:lnTo>
                  <a:lnTo>
                    <a:pt x="162661" y="28448"/>
                  </a:lnTo>
                  <a:lnTo>
                    <a:pt x="162560" y="28270"/>
                  </a:lnTo>
                  <a:lnTo>
                    <a:pt x="162229" y="27724"/>
                  </a:lnTo>
                  <a:lnTo>
                    <a:pt x="161747" y="26670"/>
                  </a:lnTo>
                  <a:lnTo>
                    <a:pt x="162077" y="26276"/>
                  </a:lnTo>
                  <a:lnTo>
                    <a:pt x="162318" y="25654"/>
                  </a:lnTo>
                  <a:lnTo>
                    <a:pt x="162382" y="25514"/>
                  </a:lnTo>
                  <a:lnTo>
                    <a:pt x="162458" y="25298"/>
                  </a:lnTo>
                  <a:lnTo>
                    <a:pt x="161747" y="24726"/>
                  </a:lnTo>
                  <a:lnTo>
                    <a:pt x="161747" y="23990"/>
                  </a:lnTo>
                  <a:lnTo>
                    <a:pt x="161366" y="22402"/>
                  </a:lnTo>
                  <a:lnTo>
                    <a:pt x="160667" y="20713"/>
                  </a:lnTo>
                  <a:lnTo>
                    <a:pt x="158407" y="20510"/>
                  </a:lnTo>
                  <a:lnTo>
                    <a:pt x="154127" y="20510"/>
                  </a:lnTo>
                  <a:lnTo>
                    <a:pt x="150787" y="18580"/>
                  </a:lnTo>
                  <a:lnTo>
                    <a:pt x="151003" y="18580"/>
                  </a:lnTo>
                  <a:lnTo>
                    <a:pt x="151003" y="16878"/>
                  </a:lnTo>
                  <a:lnTo>
                    <a:pt x="149961" y="18580"/>
                  </a:lnTo>
                  <a:lnTo>
                    <a:pt x="150266" y="19177"/>
                  </a:lnTo>
                  <a:lnTo>
                    <a:pt x="153720" y="23190"/>
                  </a:lnTo>
                  <a:lnTo>
                    <a:pt x="155625" y="25514"/>
                  </a:lnTo>
                  <a:lnTo>
                    <a:pt x="154089" y="25654"/>
                  </a:lnTo>
                  <a:lnTo>
                    <a:pt x="152488" y="25349"/>
                  </a:lnTo>
                  <a:lnTo>
                    <a:pt x="152565" y="25654"/>
                  </a:lnTo>
                  <a:lnTo>
                    <a:pt x="153504" y="29743"/>
                  </a:lnTo>
                  <a:lnTo>
                    <a:pt x="155930" y="30708"/>
                  </a:lnTo>
                  <a:lnTo>
                    <a:pt x="156464" y="28448"/>
                  </a:lnTo>
                  <a:lnTo>
                    <a:pt x="160464" y="32054"/>
                  </a:lnTo>
                  <a:lnTo>
                    <a:pt x="163055" y="33197"/>
                  </a:lnTo>
                  <a:lnTo>
                    <a:pt x="164058" y="29908"/>
                  </a:lnTo>
                  <a:close/>
                </a:path>
                <a:path w="204469" h="201930">
                  <a:moveTo>
                    <a:pt x="175069" y="22606"/>
                  </a:moveTo>
                  <a:lnTo>
                    <a:pt x="174434" y="22872"/>
                  </a:lnTo>
                  <a:lnTo>
                    <a:pt x="174345" y="22606"/>
                  </a:lnTo>
                  <a:lnTo>
                    <a:pt x="169837" y="22161"/>
                  </a:lnTo>
                  <a:lnTo>
                    <a:pt x="168325" y="21856"/>
                  </a:lnTo>
                  <a:lnTo>
                    <a:pt x="167525" y="21272"/>
                  </a:lnTo>
                  <a:lnTo>
                    <a:pt x="167424" y="21856"/>
                  </a:lnTo>
                  <a:lnTo>
                    <a:pt x="167322" y="22402"/>
                  </a:lnTo>
                  <a:lnTo>
                    <a:pt x="167208" y="23672"/>
                  </a:lnTo>
                  <a:lnTo>
                    <a:pt x="167538" y="24561"/>
                  </a:lnTo>
                  <a:lnTo>
                    <a:pt x="170141" y="23672"/>
                  </a:lnTo>
                  <a:lnTo>
                    <a:pt x="170078" y="24561"/>
                  </a:lnTo>
                  <a:lnTo>
                    <a:pt x="169837" y="27724"/>
                  </a:lnTo>
                  <a:lnTo>
                    <a:pt x="168325" y="29210"/>
                  </a:lnTo>
                  <a:lnTo>
                    <a:pt x="168262" y="29540"/>
                  </a:lnTo>
                  <a:lnTo>
                    <a:pt x="167843" y="31864"/>
                  </a:lnTo>
                  <a:lnTo>
                    <a:pt x="165747" y="33045"/>
                  </a:lnTo>
                  <a:lnTo>
                    <a:pt x="167843" y="33731"/>
                  </a:lnTo>
                  <a:lnTo>
                    <a:pt x="170053" y="32664"/>
                  </a:lnTo>
                  <a:lnTo>
                    <a:pt x="170802" y="30721"/>
                  </a:lnTo>
                  <a:lnTo>
                    <a:pt x="172326" y="28968"/>
                  </a:lnTo>
                  <a:lnTo>
                    <a:pt x="173723" y="29540"/>
                  </a:lnTo>
                  <a:lnTo>
                    <a:pt x="173812" y="29210"/>
                  </a:lnTo>
                  <a:lnTo>
                    <a:pt x="173888" y="28968"/>
                  </a:lnTo>
                  <a:lnTo>
                    <a:pt x="173964" y="28714"/>
                  </a:lnTo>
                  <a:lnTo>
                    <a:pt x="174561" y="24561"/>
                  </a:lnTo>
                  <a:lnTo>
                    <a:pt x="174015" y="23672"/>
                  </a:lnTo>
                  <a:lnTo>
                    <a:pt x="174167" y="23672"/>
                  </a:lnTo>
                  <a:lnTo>
                    <a:pt x="174752" y="22872"/>
                  </a:lnTo>
                  <a:lnTo>
                    <a:pt x="175069" y="22606"/>
                  </a:lnTo>
                  <a:close/>
                </a:path>
                <a:path w="204469" h="201930">
                  <a:moveTo>
                    <a:pt x="175539" y="22402"/>
                  </a:moveTo>
                  <a:lnTo>
                    <a:pt x="175425" y="19913"/>
                  </a:lnTo>
                  <a:lnTo>
                    <a:pt x="175387" y="19037"/>
                  </a:lnTo>
                  <a:lnTo>
                    <a:pt x="175361" y="18491"/>
                  </a:lnTo>
                  <a:lnTo>
                    <a:pt x="173456" y="19037"/>
                  </a:lnTo>
                  <a:lnTo>
                    <a:pt x="166941" y="18707"/>
                  </a:lnTo>
                  <a:lnTo>
                    <a:pt x="167728" y="20154"/>
                  </a:lnTo>
                  <a:lnTo>
                    <a:pt x="167614" y="20789"/>
                  </a:lnTo>
                  <a:lnTo>
                    <a:pt x="167538" y="21272"/>
                  </a:lnTo>
                  <a:lnTo>
                    <a:pt x="170522" y="20586"/>
                  </a:lnTo>
                  <a:lnTo>
                    <a:pt x="171894" y="19913"/>
                  </a:lnTo>
                  <a:lnTo>
                    <a:pt x="173723" y="20789"/>
                  </a:lnTo>
                  <a:lnTo>
                    <a:pt x="174345" y="22606"/>
                  </a:lnTo>
                  <a:lnTo>
                    <a:pt x="175069" y="22606"/>
                  </a:lnTo>
                  <a:lnTo>
                    <a:pt x="175539" y="22402"/>
                  </a:lnTo>
                  <a:close/>
                </a:path>
                <a:path w="204469" h="201930">
                  <a:moveTo>
                    <a:pt x="185928" y="23787"/>
                  </a:moveTo>
                  <a:lnTo>
                    <a:pt x="184531" y="23139"/>
                  </a:lnTo>
                  <a:lnTo>
                    <a:pt x="183210" y="22059"/>
                  </a:lnTo>
                  <a:lnTo>
                    <a:pt x="182105" y="21844"/>
                  </a:lnTo>
                  <a:lnTo>
                    <a:pt x="180365" y="22593"/>
                  </a:lnTo>
                  <a:lnTo>
                    <a:pt x="181876" y="23342"/>
                  </a:lnTo>
                  <a:lnTo>
                    <a:pt x="182740" y="25095"/>
                  </a:lnTo>
                  <a:lnTo>
                    <a:pt x="182562" y="27381"/>
                  </a:lnTo>
                  <a:lnTo>
                    <a:pt x="182168" y="29197"/>
                  </a:lnTo>
                  <a:lnTo>
                    <a:pt x="184264" y="29019"/>
                  </a:lnTo>
                  <a:lnTo>
                    <a:pt x="184264" y="26276"/>
                  </a:lnTo>
                  <a:lnTo>
                    <a:pt x="185928" y="23787"/>
                  </a:lnTo>
                  <a:close/>
                </a:path>
                <a:path w="204469" h="201930">
                  <a:moveTo>
                    <a:pt x="188150" y="20497"/>
                  </a:moveTo>
                  <a:lnTo>
                    <a:pt x="186474" y="19164"/>
                  </a:lnTo>
                  <a:lnTo>
                    <a:pt x="185648" y="20701"/>
                  </a:lnTo>
                  <a:lnTo>
                    <a:pt x="183426" y="19748"/>
                  </a:lnTo>
                  <a:lnTo>
                    <a:pt x="184861" y="22263"/>
                  </a:lnTo>
                  <a:lnTo>
                    <a:pt x="186778" y="22263"/>
                  </a:lnTo>
                  <a:lnTo>
                    <a:pt x="187007" y="21399"/>
                  </a:lnTo>
                  <a:lnTo>
                    <a:pt x="188150" y="20497"/>
                  </a:lnTo>
                  <a:close/>
                </a:path>
                <a:path w="204469" h="201930">
                  <a:moveTo>
                    <a:pt x="194271" y="30708"/>
                  </a:moveTo>
                  <a:lnTo>
                    <a:pt x="192798" y="29743"/>
                  </a:lnTo>
                  <a:lnTo>
                    <a:pt x="191490" y="30365"/>
                  </a:lnTo>
                  <a:lnTo>
                    <a:pt x="192862" y="31457"/>
                  </a:lnTo>
                  <a:lnTo>
                    <a:pt x="194271" y="30708"/>
                  </a:lnTo>
                  <a:close/>
                </a:path>
                <a:path w="204469" h="201930">
                  <a:moveTo>
                    <a:pt x="195707" y="27800"/>
                  </a:moveTo>
                  <a:lnTo>
                    <a:pt x="193840" y="27292"/>
                  </a:lnTo>
                  <a:lnTo>
                    <a:pt x="193484" y="25908"/>
                  </a:lnTo>
                  <a:lnTo>
                    <a:pt x="192328" y="26517"/>
                  </a:lnTo>
                  <a:lnTo>
                    <a:pt x="192138" y="27800"/>
                  </a:lnTo>
                  <a:lnTo>
                    <a:pt x="193243" y="28460"/>
                  </a:lnTo>
                  <a:lnTo>
                    <a:pt x="195084" y="28714"/>
                  </a:lnTo>
                  <a:lnTo>
                    <a:pt x="195707" y="27800"/>
                  </a:lnTo>
                  <a:close/>
                </a:path>
                <a:path w="204469" h="201930">
                  <a:moveTo>
                    <a:pt x="197142" y="21005"/>
                  </a:moveTo>
                  <a:lnTo>
                    <a:pt x="196024" y="20574"/>
                  </a:lnTo>
                  <a:lnTo>
                    <a:pt x="194360" y="21005"/>
                  </a:lnTo>
                  <a:lnTo>
                    <a:pt x="192379" y="20891"/>
                  </a:lnTo>
                  <a:lnTo>
                    <a:pt x="192036" y="21767"/>
                  </a:lnTo>
                  <a:lnTo>
                    <a:pt x="193014" y="22885"/>
                  </a:lnTo>
                  <a:lnTo>
                    <a:pt x="195072" y="23050"/>
                  </a:lnTo>
                  <a:lnTo>
                    <a:pt x="196837" y="21844"/>
                  </a:lnTo>
                  <a:lnTo>
                    <a:pt x="197142" y="21005"/>
                  </a:lnTo>
                  <a:close/>
                </a:path>
                <a:path w="204469" h="201930">
                  <a:moveTo>
                    <a:pt x="204216" y="22669"/>
                  </a:moveTo>
                  <a:lnTo>
                    <a:pt x="202920" y="21996"/>
                  </a:lnTo>
                  <a:lnTo>
                    <a:pt x="200926" y="22402"/>
                  </a:lnTo>
                  <a:lnTo>
                    <a:pt x="200926" y="23190"/>
                  </a:lnTo>
                  <a:lnTo>
                    <a:pt x="202615" y="23774"/>
                  </a:lnTo>
                  <a:lnTo>
                    <a:pt x="204025" y="23774"/>
                  </a:lnTo>
                  <a:lnTo>
                    <a:pt x="204216" y="2266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7969" y="1263596"/>
              <a:ext cx="198380" cy="21576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16139" y="1216964"/>
              <a:ext cx="605155" cy="450850"/>
            </a:xfrm>
            <a:custGeom>
              <a:avLst/>
              <a:gdLst/>
              <a:ahLst/>
              <a:cxnLst/>
              <a:rect l="l" t="t" r="r" b="b"/>
              <a:pathLst>
                <a:path w="605155" h="450850">
                  <a:moveTo>
                    <a:pt x="4140" y="54356"/>
                  </a:moveTo>
                  <a:lnTo>
                    <a:pt x="2108" y="54356"/>
                  </a:lnTo>
                  <a:lnTo>
                    <a:pt x="2832" y="54698"/>
                  </a:lnTo>
                  <a:lnTo>
                    <a:pt x="4140" y="54356"/>
                  </a:lnTo>
                  <a:close/>
                </a:path>
                <a:path w="605155" h="450850">
                  <a:moveTo>
                    <a:pt x="5029" y="44500"/>
                  </a:moveTo>
                  <a:lnTo>
                    <a:pt x="1879" y="44500"/>
                  </a:lnTo>
                  <a:lnTo>
                    <a:pt x="1346" y="45135"/>
                  </a:lnTo>
                  <a:lnTo>
                    <a:pt x="685" y="45707"/>
                  </a:lnTo>
                  <a:lnTo>
                    <a:pt x="254" y="45910"/>
                  </a:lnTo>
                  <a:lnTo>
                    <a:pt x="0" y="45910"/>
                  </a:lnTo>
                  <a:lnTo>
                    <a:pt x="0" y="51587"/>
                  </a:lnTo>
                  <a:lnTo>
                    <a:pt x="1511" y="54102"/>
                  </a:lnTo>
                  <a:lnTo>
                    <a:pt x="4076" y="54102"/>
                  </a:lnTo>
                  <a:lnTo>
                    <a:pt x="3632" y="52514"/>
                  </a:lnTo>
                  <a:lnTo>
                    <a:pt x="2286" y="50380"/>
                  </a:lnTo>
                  <a:lnTo>
                    <a:pt x="1600" y="48158"/>
                  </a:lnTo>
                  <a:lnTo>
                    <a:pt x="2921" y="47180"/>
                  </a:lnTo>
                  <a:lnTo>
                    <a:pt x="4864" y="45910"/>
                  </a:lnTo>
                  <a:lnTo>
                    <a:pt x="4953" y="45135"/>
                  </a:lnTo>
                  <a:lnTo>
                    <a:pt x="5029" y="44500"/>
                  </a:lnTo>
                  <a:close/>
                </a:path>
                <a:path w="605155" h="450850">
                  <a:moveTo>
                    <a:pt x="7061" y="71640"/>
                  </a:moveTo>
                  <a:lnTo>
                    <a:pt x="1600" y="66827"/>
                  </a:lnTo>
                  <a:lnTo>
                    <a:pt x="1333" y="68668"/>
                  </a:lnTo>
                  <a:lnTo>
                    <a:pt x="2590" y="71805"/>
                  </a:lnTo>
                  <a:lnTo>
                    <a:pt x="1879" y="72847"/>
                  </a:lnTo>
                  <a:lnTo>
                    <a:pt x="1333" y="74244"/>
                  </a:lnTo>
                  <a:lnTo>
                    <a:pt x="3632" y="76415"/>
                  </a:lnTo>
                  <a:lnTo>
                    <a:pt x="4140" y="73012"/>
                  </a:lnTo>
                  <a:lnTo>
                    <a:pt x="7061" y="71640"/>
                  </a:lnTo>
                  <a:close/>
                </a:path>
                <a:path w="605155" h="450850">
                  <a:moveTo>
                    <a:pt x="8343" y="35293"/>
                  </a:moveTo>
                  <a:lnTo>
                    <a:pt x="6502" y="33147"/>
                  </a:lnTo>
                  <a:lnTo>
                    <a:pt x="5308" y="31267"/>
                  </a:lnTo>
                  <a:lnTo>
                    <a:pt x="4622" y="33248"/>
                  </a:lnTo>
                  <a:lnTo>
                    <a:pt x="8343" y="35293"/>
                  </a:lnTo>
                  <a:close/>
                </a:path>
                <a:path w="605155" h="450850">
                  <a:moveTo>
                    <a:pt x="9029" y="46037"/>
                  </a:moveTo>
                  <a:lnTo>
                    <a:pt x="6680" y="43649"/>
                  </a:lnTo>
                  <a:lnTo>
                    <a:pt x="6680" y="49263"/>
                  </a:lnTo>
                  <a:lnTo>
                    <a:pt x="8026" y="47523"/>
                  </a:lnTo>
                  <a:lnTo>
                    <a:pt x="9029" y="46037"/>
                  </a:lnTo>
                  <a:close/>
                </a:path>
                <a:path w="605155" h="450850">
                  <a:moveTo>
                    <a:pt x="9575" y="78257"/>
                  </a:moveTo>
                  <a:lnTo>
                    <a:pt x="8496" y="76111"/>
                  </a:lnTo>
                  <a:lnTo>
                    <a:pt x="5930" y="77076"/>
                  </a:lnTo>
                  <a:lnTo>
                    <a:pt x="5842" y="79489"/>
                  </a:lnTo>
                  <a:lnTo>
                    <a:pt x="9575" y="78257"/>
                  </a:lnTo>
                  <a:close/>
                </a:path>
                <a:path w="605155" h="450850">
                  <a:moveTo>
                    <a:pt x="9575" y="40170"/>
                  </a:moveTo>
                  <a:lnTo>
                    <a:pt x="6680" y="37782"/>
                  </a:lnTo>
                  <a:lnTo>
                    <a:pt x="5308" y="38887"/>
                  </a:lnTo>
                  <a:lnTo>
                    <a:pt x="8343" y="42087"/>
                  </a:lnTo>
                  <a:lnTo>
                    <a:pt x="9575" y="40170"/>
                  </a:lnTo>
                  <a:close/>
                </a:path>
                <a:path w="605155" h="450850">
                  <a:moveTo>
                    <a:pt x="10261" y="55880"/>
                  </a:moveTo>
                  <a:lnTo>
                    <a:pt x="8026" y="54114"/>
                  </a:lnTo>
                  <a:lnTo>
                    <a:pt x="8496" y="56464"/>
                  </a:lnTo>
                  <a:lnTo>
                    <a:pt x="8026" y="57721"/>
                  </a:lnTo>
                  <a:lnTo>
                    <a:pt x="5041" y="58077"/>
                  </a:lnTo>
                  <a:lnTo>
                    <a:pt x="4622" y="61061"/>
                  </a:lnTo>
                  <a:lnTo>
                    <a:pt x="8115" y="63207"/>
                  </a:lnTo>
                  <a:lnTo>
                    <a:pt x="7454" y="60083"/>
                  </a:lnTo>
                  <a:lnTo>
                    <a:pt x="10261" y="58166"/>
                  </a:lnTo>
                  <a:lnTo>
                    <a:pt x="10261" y="55880"/>
                  </a:lnTo>
                  <a:close/>
                </a:path>
                <a:path w="605155" h="450850">
                  <a:moveTo>
                    <a:pt x="11633" y="71208"/>
                  </a:moveTo>
                  <a:lnTo>
                    <a:pt x="8775" y="68110"/>
                  </a:lnTo>
                  <a:lnTo>
                    <a:pt x="8775" y="69253"/>
                  </a:lnTo>
                  <a:lnTo>
                    <a:pt x="11633" y="71208"/>
                  </a:lnTo>
                  <a:close/>
                </a:path>
                <a:path w="605155" h="450850">
                  <a:moveTo>
                    <a:pt x="13792" y="88239"/>
                  </a:moveTo>
                  <a:lnTo>
                    <a:pt x="12077" y="88239"/>
                  </a:lnTo>
                  <a:lnTo>
                    <a:pt x="10020" y="88036"/>
                  </a:lnTo>
                  <a:lnTo>
                    <a:pt x="9918" y="89001"/>
                  </a:lnTo>
                  <a:lnTo>
                    <a:pt x="9817" y="89966"/>
                  </a:lnTo>
                  <a:lnTo>
                    <a:pt x="9791" y="90246"/>
                  </a:lnTo>
                  <a:lnTo>
                    <a:pt x="6413" y="90246"/>
                  </a:lnTo>
                  <a:lnTo>
                    <a:pt x="139" y="83197"/>
                  </a:lnTo>
                  <a:lnTo>
                    <a:pt x="254" y="83629"/>
                  </a:lnTo>
                  <a:lnTo>
                    <a:pt x="10566" y="92849"/>
                  </a:lnTo>
                  <a:lnTo>
                    <a:pt x="11887" y="90843"/>
                  </a:lnTo>
                  <a:lnTo>
                    <a:pt x="12319" y="90246"/>
                  </a:lnTo>
                  <a:lnTo>
                    <a:pt x="13792" y="88239"/>
                  </a:lnTo>
                  <a:close/>
                </a:path>
                <a:path w="605155" h="450850">
                  <a:moveTo>
                    <a:pt x="13957" y="88239"/>
                  </a:moveTo>
                  <a:lnTo>
                    <a:pt x="13944" y="88036"/>
                  </a:lnTo>
                  <a:lnTo>
                    <a:pt x="13792" y="88239"/>
                  </a:lnTo>
                  <a:lnTo>
                    <a:pt x="13957" y="88239"/>
                  </a:lnTo>
                  <a:close/>
                </a:path>
                <a:path w="605155" h="450850">
                  <a:moveTo>
                    <a:pt x="15748" y="85585"/>
                  </a:moveTo>
                  <a:lnTo>
                    <a:pt x="13512" y="83629"/>
                  </a:lnTo>
                  <a:lnTo>
                    <a:pt x="13944" y="88036"/>
                  </a:lnTo>
                  <a:lnTo>
                    <a:pt x="15748" y="85585"/>
                  </a:lnTo>
                  <a:close/>
                </a:path>
                <a:path w="605155" h="450850">
                  <a:moveTo>
                    <a:pt x="20332" y="4127"/>
                  </a:moveTo>
                  <a:lnTo>
                    <a:pt x="18948" y="1282"/>
                  </a:lnTo>
                  <a:lnTo>
                    <a:pt x="16256" y="1358"/>
                  </a:lnTo>
                  <a:lnTo>
                    <a:pt x="14058" y="0"/>
                  </a:lnTo>
                  <a:lnTo>
                    <a:pt x="8826" y="88"/>
                  </a:lnTo>
                  <a:lnTo>
                    <a:pt x="9423" y="1892"/>
                  </a:lnTo>
                  <a:lnTo>
                    <a:pt x="13373" y="1892"/>
                  </a:lnTo>
                  <a:lnTo>
                    <a:pt x="15341" y="3619"/>
                  </a:lnTo>
                  <a:lnTo>
                    <a:pt x="20332" y="4127"/>
                  </a:lnTo>
                  <a:close/>
                </a:path>
                <a:path w="605155" h="450850">
                  <a:moveTo>
                    <a:pt x="30632" y="51257"/>
                  </a:moveTo>
                  <a:lnTo>
                    <a:pt x="28155" y="51257"/>
                  </a:lnTo>
                  <a:lnTo>
                    <a:pt x="28981" y="58572"/>
                  </a:lnTo>
                  <a:lnTo>
                    <a:pt x="30632" y="58229"/>
                  </a:lnTo>
                  <a:lnTo>
                    <a:pt x="30632" y="51257"/>
                  </a:lnTo>
                  <a:close/>
                </a:path>
                <a:path w="605155" h="450850">
                  <a:moveTo>
                    <a:pt x="35788" y="8216"/>
                  </a:moveTo>
                  <a:lnTo>
                    <a:pt x="28663" y="10147"/>
                  </a:lnTo>
                  <a:lnTo>
                    <a:pt x="27317" y="7620"/>
                  </a:lnTo>
                  <a:lnTo>
                    <a:pt x="14897" y="7835"/>
                  </a:lnTo>
                  <a:lnTo>
                    <a:pt x="9575" y="6870"/>
                  </a:lnTo>
                  <a:lnTo>
                    <a:pt x="11645" y="12903"/>
                  </a:lnTo>
                  <a:lnTo>
                    <a:pt x="19164" y="11468"/>
                  </a:lnTo>
                  <a:lnTo>
                    <a:pt x="35788" y="13627"/>
                  </a:lnTo>
                  <a:lnTo>
                    <a:pt x="35788" y="8216"/>
                  </a:lnTo>
                  <a:close/>
                </a:path>
                <a:path w="605155" h="450850">
                  <a:moveTo>
                    <a:pt x="36372" y="85801"/>
                  </a:moveTo>
                  <a:lnTo>
                    <a:pt x="35394" y="84442"/>
                  </a:lnTo>
                  <a:lnTo>
                    <a:pt x="33045" y="86855"/>
                  </a:lnTo>
                  <a:lnTo>
                    <a:pt x="32169" y="83667"/>
                  </a:lnTo>
                  <a:lnTo>
                    <a:pt x="31991" y="82918"/>
                  </a:lnTo>
                  <a:lnTo>
                    <a:pt x="29019" y="81648"/>
                  </a:lnTo>
                  <a:lnTo>
                    <a:pt x="32334" y="88925"/>
                  </a:lnTo>
                  <a:lnTo>
                    <a:pt x="32893" y="93014"/>
                  </a:lnTo>
                  <a:lnTo>
                    <a:pt x="34404" y="87337"/>
                  </a:lnTo>
                  <a:lnTo>
                    <a:pt x="34582" y="87020"/>
                  </a:lnTo>
                  <a:lnTo>
                    <a:pt x="34823" y="86855"/>
                  </a:lnTo>
                  <a:lnTo>
                    <a:pt x="36372" y="85801"/>
                  </a:lnTo>
                  <a:close/>
                </a:path>
                <a:path w="605155" h="450850">
                  <a:moveTo>
                    <a:pt x="36372" y="82118"/>
                  </a:moveTo>
                  <a:lnTo>
                    <a:pt x="34340" y="82918"/>
                  </a:lnTo>
                  <a:lnTo>
                    <a:pt x="35382" y="84442"/>
                  </a:lnTo>
                  <a:lnTo>
                    <a:pt x="36372" y="82118"/>
                  </a:lnTo>
                  <a:close/>
                </a:path>
                <a:path w="605155" h="450850">
                  <a:moveTo>
                    <a:pt x="39700" y="22123"/>
                  </a:moveTo>
                  <a:lnTo>
                    <a:pt x="37223" y="20777"/>
                  </a:lnTo>
                  <a:lnTo>
                    <a:pt x="35166" y="18288"/>
                  </a:lnTo>
                  <a:lnTo>
                    <a:pt x="27825" y="18503"/>
                  </a:lnTo>
                  <a:lnTo>
                    <a:pt x="9791" y="17005"/>
                  </a:lnTo>
                  <a:lnTo>
                    <a:pt x="10566" y="23596"/>
                  </a:lnTo>
                  <a:lnTo>
                    <a:pt x="20002" y="23876"/>
                  </a:lnTo>
                  <a:lnTo>
                    <a:pt x="24142" y="23876"/>
                  </a:lnTo>
                  <a:lnTo>
                    <a:pt x="26771" y="25260"/>
                  </a:lnTo>
                  <a:lnTo>
                    <a:pt x="29019" y="26555"/>
                  </a:lnTo>
                  <a:lnTo>
                    <a:pt x="35560" y="26403"/>
                  </a:lnTo>
                  <a:lnTo>
                    <a:pt x="36258" y="22580"/>
                  </a:lnTo>
                  <a:lnTo>
                    <a:pt x="39700" y="22123"/>
                  </a:lnTo>
                  <a:close/>
                </a:path>
                <a:path w="605155" h="450850">
                  <a:moveTo>
                    <a:pt x="42468" y="39928"/>
                  </a:moveTo>
                  <a:lnTo>
                    <a:pt x="41681" y="38176"/>
                  </a:lnTo>
                  <a:lnTo>
                    <a:pt x="40398" y="35687"/>
                  </a:lnTo>
                  <a:lnTo>
                    <a:pt x="39090" y="33896"/>
                  </a:lnTo>
                  <a:lnTo>
                    <a:pt x="38417" y="32994"/>
                  </a:lnTo>
                  <a:lnTo>
                    <a:pt x="31165" y="33896"/>
                  </a:lnTo>
                  <a:lnTo>
                    <a:pt x="11493" y="32105"/>
                  </a:lnTo>
                  <a:lnTo>
                    <a:pt x="11557" y="33896"/>
                  </a:lnTo>
                  <a:lnTo>
                    <a:pt x="11620" y="35687"/>
                  </a:lnTo>
                  <a:lnTo>
                    <a:pt x="11722" y="38176"/>
                  </a:lnTo>
                  <a:lnTo>
                    <a:pt x="11785" y="39928"/>
                  </a:lnTo>
                  <a:lnTo>
                    <a:pt x="11899" y="43027"/>
                  </a:lnTo>
                  <a:lnTo>
                    <a:pt x="12026" y="46291"/>
                  </a:lnTo>
                  <a:lnTo>
                    <a:pt x="12090" y="47713"/>
                  </a:lnTo>
                  <a:lnTo>
                    <a:pt x="14998" y="46647"/>
                  </a:lnTo>
                  <a:lnTo>
                    <a:pt x="16979" y="49403"/>
                  </a:lnTo>
                  <a:lnTo>
                    <a:pt x="16941" y="49936"/>
                  </a:lnTo>
                  <a:lnTo>
                    <a:pt x="16383" y="51257"/>
                  </a:lnTo>
                  <a:lnTo>
                    <a:pt x="15760" y="53162"/>
                  </a:lnTo>
                  <a:lnTo>
                    <a:pt x="19037" y="56134"/>
                  </a:lnTo>
                  <a:lnTo>
                    <a:pt x="19786" y="54102"/>
                  </a:lnTo>
                  <a:lnTo>
                    <a:pt x="18173" y="47866"/>
                  </a:lnTo>
                  <a:lnTo>
                    <a:pt x="20497" y="47193"/>
                  </a:lnTo>
                  <a:lnTo>
                    <a:pt x="20205" y="47193"/>
                  </a:lnTo>
                  <a:lnTo>
                    <a:pt x="20116" y="46647"/>
                  </a:lnTo>
                  <a:lnTo>
                    <a:pt x="20053" y="46291"/>
                  </a:lnTo>
                  <a:lnTo>
                    <a:pt x="18592" y="44653"/>
                  </a:lnTo>
                  <a:lnTo>
                    <a:pt x="20574" y="43027"/>
                  </a:lnTo>
                  <a:lnTo>
                    <a:pt x="23799" y="42811"/>
                  </a:lnTo>
                  <a:lnTo>
                    <a:pt x="26301" y="44043"/>
                  </a:lnTo>
                  <a:lnTo>
                    <a:pt x="26301" y="47713"/>
                  </a:lnTo>
                  <a:lnTo>
                    <a:pt x="28270" y="49403"/>
                  </a:lnTo>
                  <a:lnTo>
                    <a:pt x="29159" y="49936"/>
                  </a:lnTo>
                  <a:lnTo>
                    <a:pt x="30632" y="51257"/>
                  </a:lnTo>
                  <a:lnTo>
                    <a:pt x="30657" y="49403"/>
                  </a:lnTo>
                  <a:lnTo>
                    <a:pt x="30772" y="48171"/>
                  </a:lnTo>
                  <a:lnTo>
                    <a:pt x="30873" y="47193"/>
                  </a:lnTo>
                  <a:lnTo>
                    <a:pt x="29527" y="44996"/>
                  </a:lnTo>
                  <a:lnTo>
                    <a:pt x="29603" y="43497"/>
                  </a:lnTo>
                  <a:lnTo>
                    <a:pt x="31445" y="43497"/>
                  </a:lnTo>
                  <a:lnTo>
                    <a:pt x="33045" y="45694"/>
                  </a:lnTo>
                  <a:lnTo>
                    <a:pt x="33731" y="44335"/>
                  </a:lnTo>
                  <a:lnTo>
                    <a:pt x="35661" y="43497"/>
                  </a:lnTo>
                  <a:lnTo>
                    <a:pt x="37236" y="42811"/>
                  </a:lnTo>
                  <a:lnTo>
                    <a:pt x="39370" y="44043"/>
                  </a:lnTo>
                  <a:lnTo>
                    <a:pt x="42303" y="44335"/>
                  </a:lnTo>
                  <a:lnTo>
                    <a:pt x="42214" y="44043"/>
                  </a:lnTo>
                  <a:lnTo>
                    <a:pt x="41846" y="42811"/>
                  </a:lnTo>
                  <a:lnTo>
                    <a:pt x="40982" y="39928"/>
                  </a:lnTo>
                  <a:lnTo>
                    <a:pt x="42468" y="39928"/>
                  </a:lnTo>
                  <a:close/>
                </a:path>
                <a:path w="605155" h="450850">
                  <a:moveTo>
                    <a:pt x="42799" y="51320"/>
                  </a:moveTo>
                  <a:lnTo>
                    <a:pt x="42760" y="51104"/>
                  </a:lnTo>
                  <a:lnTo>
                    <a:pt x="42633" y="50012"/>
                  </a:lnTo>
                  <a:lnTo>
                    <a:pt x="41617" y="51104"/>
                  </a:lnTo>
                  <a:lnTo>
                    <a:pt x="42799" y="51320"/>
                  </a:lnTo>
                  <a:close/>
                </a:path>
                <a:path w="605155" h="450850">
                  <a:moveTo>
                    <a:pt x="43700" y="49263"/>
                  </a:moveTo>
                  <a:lnTo>
                    <a:pt x="42354" y="48641"/>
                  </a:lnTo>
                  <a:lnTo>
                    <a:pt x="42456" y="49263"/>
                  </a:lnTo>
                  <a:lnTo>
                    <a:pt x="42633" y="50012"/>
                  </a:lnTo>
                  <a:lnTo>
                    <a:pt x="43700" y="49263"/>
                  </a:lnTo>
                  <a:close/>
                </a:path>
                <a:path w="605155" h="450850">
                  <a:moveTo>
                    <a:pt x="49911" y="54356"/>
                  </a:moveTo>
                  <a:lnTo>
                    <a:pt x="48768" y="53708"/>
                  </a:lnTo>
                  <a:lnTo>
                    <a:pt x="45377" y="51803"/>
                  </a:lnTo>
                  <a:lnTo>
                    <a:pt x="42799" y="51320"/>
                  </a:lnTo>
                  <a:lnTo>
                    <a:pt x="42837" y="51574"/>
                  </a:lnTo>
                  <a:lnTo>
                    <a:pt x="40982" y="53162"/>
                  </a:lnTo>
                  <a:lnTo>
                    <a:pt x="42633" y="54813"/>
                  </a:lnTo>
                  <a:lnTo>
                    <a:pt x="45275" y="53708"/>
                  </a:lnTo>
                  <a:lnTo>
                    <a:pt x="49911" y="54356"/>
                  </a:lnTo>
                  <a:close/>
                </a:path>
                <a:path w="605155" h="450850">
                  <a:moveTo>
                    <a:pt x="50279" y="73317"/>
                  </a:moveTo>
                  <a:lnTo>
                    <a:pt x="50228" y="73190"/>
                  </a:lnTo>
                  <a:lnTo>
                    <a:pt x="49364" y="71094"/>
                  </a:lnTo>
                  <a:lnTo>
                    <a:pt x="45427" y="71094"/>
                  </a:lnTo>
                  <a:lnTo>
                    <a:pt x="44577" y="69608"/>
                  </a:lnTo>
                  <a:lnTo>
                    <a:pt x="44577" y="67284"/>
                  </a:lnTo>
                  <a:lnTo>
                    <a:pt x="16268" y="66090"/>
                  </a:lnTo>
                  <a:lnTo>
                    <a:pt x="16383" y="69608"/>
                  </a:lnTo>
                  <a:lnTo>
                    <a:pt x="16497" y="73317"/>
                  </a:lnTo>
                  <a:lnTo>
                    <a:pt x="16598" y="76428"/>
                  </a:lnTo>
                  <a:lnTo>
                    <a:pt x="16725" y="80264"/>
                  </a:lnTo>
                  <a:lnTo>
                    <a:pt x="16840" y="83667"/>
                  </a:lnTo>
                  <a:lnTo>
                    <a:pt x="16954" y="87020"/>
                  </a:lnTo>
                  <a:lnTo>
                    <a:pt x="19164" y="84645"/>
                  </a:lnTo>
                  <a:lnTo>
                    <a:pt x="21551" y="89966"/>
                  </a:lnTo>
                  <a:lnTo>
                    <a:pt x="21551" y="91478"/>
                  </a:lnTo>
                  <a:lnTo>
                    <a:pt x="22898" y="88239"/>
                  </a:lnTo>
                  <a:lnTo>
                    <a:pt x="22339" y="85217"/>
                  </a:lnTo>
                  <a:lnTo>
                    <a:pt x="22783" y="84607"/>
                  </a:lnTo>
                  <a:lnTo>
                    <a:pt x="22898" y="84442"/>
                  </a:lnTo>
                  <a:lnTo>
                    <a:pt x="23469" y="83667"/>
                  </a:lnTo>
                  <a:lnTo>
                    <a:pt x="24536" y="85217"/>
                  </a:lnTo>
                  <a:lnTo>
                    <a:pt x="25908" y="84607"/>
                  </a:lnTo>
                  <a:lnTo>
                    <a:pt x="25819" y="84442"/>
                  </a:lnTo>
                  <a:lnTo>
                    <a:pt x="25412" y="83667"/>
                  </a:lnTo>
                  <a:lnTo>
                    <a:pt x="24892" y="82727"/>
                  </a:lnTo>
                  <a:lnTo>
                    <a:pt x="23469" y="80264"/>
                  </a:lnTo>
                  <a:lnTo>
                    <a:pt x="25006" y="77965"/>
                  </a:lnTo>
                  <a:lnTo>
                    <a:pt x="28663" y="77965"/>
                  </a:lnTo>
                  <a:lnTo>
                    <a:pt x="30632" y="79883"/>
                  </a:lnTo>
                  <a:lnTo>
                    <a:pt x="31991" y="82918"/>
                  </a:lnTo>
                  <a:lnTo>
                    <a:pt x="32334" y="83667"/>
                  </a:lnTo>
                  <a:lnTo>
                    <a:pt x="34302" y="82918"/>
                  </a:lnTo>
                  <a:lnTo>
                    <a:pt x="34302" y="80568"/>
                  </a:lnTo>
                  <a:lnTo>
                    <a:pt x="35775" y="78066"/>
                  </a:lnTo>
                  <a:lnTo>
                    <a:pt x="37795" y="78244"/>
                  </a:lnTo>
                  <a:lnTo>
                    <a:pt x="38036" y="77965"/>
                  </a:lnTo>
                  <a:lnTo>
                    <a:pt x="39433" y="76428"/>
                  </a:lnTo>
                  <a:lnTo>
                    <a:pt x="41376" y="79133"/>
                  </a:lnTo>
                  <a:lnTo>
                    <a:pt x="44323" y="77965"/>
                  </a:lnTo>
                  <a:lnTo>
                    <a:pt x="44018" y="77965"/>
                  </a:lnTo>
                  <a:lnTo>
                    <a:pt x="42824" y="76428"/>
                  </a:lnTo>
                  <a:lnTo>
                    <a:pt x="41795" y="75095"/>
                  </a:lnTo>
                  <a:lnTo>
                    <a:pt x="43586" y="73190"/>
                  </a:lnTo>
                  <a:lnTo>
                    <a:pt x="44780" y="74295"/>
                  </a:lnTo>
                  <a:lnTo>
                    <a:pt x="49403" y="74295"/>
                  </a:lnTo>
                  <a:lnTo>
                    <a:pt x="50279" y="73317"/>
                  </a:lnTo>
                  <a:close/>
                </a:path>
                <a:path w="605155" h="450850">
                  <a:moveTo>
                    <a:pt x="50330" y="36385"/>
                  </a:moveTo>
                  <a:lnTo>
                    <a:pt x="50317" y="33375"/>
                  </a:lnTo>
                  <a:lnTo>
                    <a:pt x="50203" y="32854"/>
                  </a:lnTo>
                  <a:lnTo>
                    <a:pt x="49771" y="30784"/>
                  </a:lnTo>
                  <a:lnTo>
                    <a:pt x="47739" y="29819"/>
                  </a:lnTo>
                  <a:lnTo>
                    <a:pt x="47015" y="29527"/>
                  </a:lnTo>
                  <a:lnTo>
                    <a:pt x="45859" y="29260"/>
                  </a:lnTo>
                  <a:lnTo>
                    <a:pt x="45440" y="27724"/>
                  </a:lnTo>
                  <a:lnTo>
                    <a:pt x="43764" y="24485"/>
                  </a:lnTo>
                  <a:lnTo>
                    <a:pt x="43065" y="20193"/>
                  </a:lnTo>
                  <a:lnTo>
                    <a:pt x="41376" y="19177"/>
                  </a:lnTo>
                  <a:lnTo>
                    <a:pt x="41440" y="20193"/>
                  </a:lnTo>
                  <a:lnTo>
                    <a:pt x="41617" y="22834"/>
                  </a:lnTo>
                  <a:lnTo>
                    <a:pt x="43408" y="27355"/>
                  </a:lnTo>
                  <a:lnTo>
                    <a:pt x="41884" y="29819"/>
                  </a:lnTo>
                  <a:lnTo>
                    <a:pt x="44094" y="32854"/>
                  </a:lnTo>
                  <a:lnTo>
                    <a:pt x="46761" y="34925"/>
                  </a:lnTo>
                  <a:lnTo>
                    <a:pt x="50025" y="37731"/>
                  </a:lnTo>
                  <a:lnTo>
                    <a:pt x="47015" y="39928"/>
                  </a:lnTo>
                  <a:lnTo>
                    <a:pt x="45440" y="42291"/>
                  </a:lnTo>
                  <a:lnTo>
                    <a:pt x="49771" y="42138"/>
                  </a:lnTo>
                  <a:lnTo>
                    <a:pt x="49923" y="39712"/>
                  </a:lnTo>
                  <a:lnTo>
                    <a:pt x="50330" y="36385"/>
                  </a:lnTo>
                  <a:close/>
                </a:path>
                <a:path w="605155" h="450850">
                  <a:moveTo>
                    <a:pt x="52451" y="3619"/>
                  </a:moveTo>
                  <a:lnTo>
                    <a:pt x="49403" y="2844"/>
                  </a:lnTo>
                  <a:lnTo>
                    <a:pt x="49911" y="4660"/>
                  </a:lnTo>
                  <a:lnTo>
                    <a:pt x="52070" y="6057"/>
                  </a:lnTo>
                  <a:lnTo>
                    <a:pt x="52451" y="3619"/>
                  </a:lnTo>
                  <a:close/>
                </a:path>
                <a:path w="605155" h="450850">
                  <a:moveTo>
                    <a:pt x="53886" y="33375"/>
                  </a:moveTo>
                  <a:lnTo>
                    <a:pt x="49771" y="30784"/>
                  </a:lnTo>
                  <a:lnTo>
                    <a:pt x="52057" y="32854"/>
                  </a:lnTo>
                  <a:lnTo>
                    <a:pt x="53886" y="33375"/>
                  </a:lnTo>
                  <a:close/>
                </a:path>
                <a:path w="605155" h="450850">
                  <a:moveTo>
                    <a:pt x="54902" y="7378"/>
                  </a:moveTo>
                  <a:lnTo>
                    <a:pt x="50419" y="7848"/>
                  </a:lnTo>
                  <a:lnTo>
                    <a:pt x="51396" y="10160"/>
                  </a:lnTo>
                  <a:lnTo>
                    <a:pt x="54902" y="9182"/>
                  </a:lnTo>
                  <a:lnTo>
                    <a:pt x="54902" y="7378"/>
                  </a:lnTo>
                  <a:close/>
                </a:path>
                <a:path w="605155" h="450850">
                  <a:moveTo>
                    <a:pt x="59232" y="45262"/>
                  </a:moveTo>
                  <a:lnTo>
                    <a:pt x="58293" y="42799"/>
                  </a:lnTo>
                  <a:lnTo>
                    <a:pt x="58293" y="36385"/>
                  </a:lnTo>
                  <a:lnTo>
                    <a:pt x="55626" y="33896"/>
                  </a:lnTo>
                  <a:lnTo>
                    <a:pt x="53886" y="33375"/>
                  </a:lnTo>
                  <a:lnTo>
                    <a:pt x="56908" y="39712"/>
                  </a:lnTo>
                  <a:lnTo>
                    <a:pt x="56883" y="39928"/>
                  </a:lnTo>
                  <a:lnTo>
                    <a:pt x="56540" y="42291"/>
                  </a:lnTo>
                  <a:lnTo>
                    <a:pt x="54432" y="43662"/>
                  </a:lnTo>
                  <a:lnTo>
                    <a:pt x="52425" y="45262"/>
                  </a:lnTo>
                  <a:lnTo>
                    <a:pt x="52463" y="45580"/>
                  </a:lnTo>
                  <a:lnTo>
                    <a:pt x="52844" y="49022"/>
                  </a:lnTo>
                  <a:lnTo>
                    <a:pt x="54432" y="52146"/>
                  </a:lnTo>
                  <a:lnTo>
                    <a:pt x="58166" y="49022"/>
                  </a:lnTo>
                  <a:lnTo>
                    <a:pt x="57353" y="45580"/>
                  </a:lnTo>
                  <a:lnTo>
                    <a:pt x="59232" y="45262"/>
                  </a:lnTo>
                  <a:close/>
                </a:path>
                <a:path w="605155" h="450850">
                  <a:moveTo>
                    <a:pt x="61709" y="8407"/>
                  </a:moveTo>
                  <a:lnTo>
                    <a:pt x="57581" y="10985"/>
                  </a:lnTo>
                  <a:lnTo>
                    <a:pt x="57264" y="19634"/>
                  </a:lnTo>
                  <a:lnTo>
                    <a:pt x="53403" y="15722"/>
                  </a:lnTo>
                  <a:lnTo>
                    <a:pt x="52844" y="20193"/>
                  </a:lnTo>
                  <a:lnTo>
                    <a:pt x="57823" y="24193"/>
                  </a:lnTo>
                  <a:lnTo>
                    <a:pt x="58508" y="27800"/>
                  </a:lnTo>
                  <a:lnTo>
                    <a:pt x="61531" y="30784"/>
                  </a:lnTo>
                  <a:lnTo>
                    <a:pt x="61175" y="26047"/>
                  </a:lnTo>
                  <a:lnTo>
                    <a:pt x="58839" y="22593"/>
                  </a:lnTo>
                  <a:lnTo>
                    <a:pt x="60871" y="22161"/>
                  </a:lnTo>
                  <a:lnTo>
                    <a:pt x="59702" y="13068"/>
                  </a:lnTo>
                  <a:lnTo>
                    <a:pt x="61709" y="8407"/>
                  </a:lnTo>
                  <a:close/>
                </a:path>
                <a:path w="605155" h="450850">
                  <a:moveTo>
                    <a:pt x="65354" y="34747"/>
                  </a:moveTo>
                  <a:lnTo>
                    <a:pt x="63169" y="32512"/>
                  </a:lnTo>
                  <a:lnTo>
                    <a:pt x="62865" y="36144"/>
                  </a:lnTo>
                  <a:lnTo>
                    <a:pt x="63258" y="40411"/>
                  </a:lnTo>
                  <a:lnTo>
                    <a:pt x="64897" y="39370"/>
                  </a:lnTo>
                  <a:lnTo>
                    <a:pt x="63957" y="36588"/>
                  </a:lnTo>
                  <a:lnTo>
                    <a:pt x="65354" y="34747"/>
                  </a:lnTo>
                  <a:close/>
                </a:path>
                <a:path w="605155" h="450850">
                  <a:moveTo>
                    <a:pt x="66535" y="91655"/>
                  </a:moveTo>
                  <a:lnTo>
                    <a:pt x="66319" y="91287"/>
                  </a:lnTo>
                  <a:lnTo>
                    <a:pt x="66230" y="91147"/>
                  </a:lnTo>
                  <a:lnTo>
                    <a:pt x="65265" y="89547"/>
                  </a:lnTo>
                  <a:lnTo>
                    <a:pt x="64935" y="89001"/>
                  </a:lnTo>
                  <a:lnTo>
                    <a:pt x="62395" y="89547"/>
                  </a:lnTo>
                  <a:lnTo>
                    <a:pt x="58991" y="89001"/>
                  </a:lnTo>
                  <a:lnTo>
                    <a:pt x="59016" y="88849"/>
                  </a:lnTo>
                  <a:lnTo>
                    <a:pt x="59283" y="87337"/>
                  </a:lnTo>
                  <a:lnTo>
                    <a:pt x="59397" y="86563"/>
                  </a:lnTo>
                  <a:lnTo>
                    <a:pt x="59550" y="84175"/>
                  </a:lnTo>
                  <a:lnTo>
                    <a:pt x="59385" y="81546"/>
                  </a:lnTo>
                  <a:lnTo>
                    <a:pt x="55791" y="78536"/>
                  </a:lnTo>
                  <a:lnTo>
                    <a:pt x="55702" y="77216"/>
                  </a:lnTo>
                  <a:lnTo>
                    <a:pt x="55587" y="75755"/>
                  </a:lnTo>
                  <a:lnTo>
                    <a:pt x="53822" y="77216"/>
                  </a:lnTo>
                  <a:lnTo>
                    <a:pt x="53822" y="80264"/>
                  </a:lnTo>
                  <a:lnTo>
                    <a:pt x="50165" y="82105"/>
                  </a:lnTo>
                  <a:lnTo>
                    <a:pt x="45605" y="82105"/>
                  </a:lnTo>
                  <a:lnTo>
                    <a:pt x="45504" y="89547"/>
                  </a:lnTo>
                  <a:lnTo>
                    <a:pt x="45440" y="90843"/>
                  </a:lnTo>
                  <a:lnTo>
                    <a:pt x="43408" y="90843"/>
                  </a:lnTo>
                  <a:lnTo>
                    <a:pt x="45110" y="93192"/>
                  </a:lnTo>
                  <a:lnTo>
                    <a:pt x="48577" y="91655"/>
                  </a:lnTo>
                  <a:lnTo>
                    <a:pt x="53403" y="91147"/>
                  </a:lnTo>
                  <a:lnTo>
                    <a:pt x="53454" y="90843"/>
                  </a:lnTo>
                  <a:lnTo>
                    <a:pt x="53848" y="87909"/>
                  </a:lnTo>
                  <a:lnTo>
                    <a:pt x="55130" y="86563"/>
                  </a:lnTo>
                  <a:lnTo>
                    <a:pt x="55194" y="86741"/>
                  </a:lnTo>
                  <a:lnTo>
                    <a:pt x="55791" y="88849"/>
                  </a:lnTo>
                  <a:lnTo>
                    <a:pt x="55880" y="89001"/>
                  </a:lnTo>
                  <a:lnTo>
                    <a:pt x="57594" y="92087"/>
                  </a:lnTo>
                  <a:lnTo>
                    <a:pt x="60807" y="91287"/>
                  </a:lnTo>
                  <a:lnTo>
                    <a:pt x="63055" y="91287"/>
                  </a:lnTo>
                  <a:lnTo>
                    <a:pt x="65341" y="93192"/>
                  </a:lnTo>
                  <a:lnTo>
                    <a:pt x="66535" y="91655"/>
                  </a:lnTo>
                  <a:close/>
                </a:path>
                <a:path w="605155" h="450850">
                  <a:moveTo>
                    <a:pt x="71831" y="42964"/>
                  </a:moveTo>
                  <a:lnTo>
                    <a:pt x="71437" y="42151"/>
                  </a:lnTo>
                  <a:lnTo>
                    <a:pt x="70434" y="42151"/>
                  </a:lnTo>
                  <a:lnTo>
                    <a:pt x="69900" y="42964"/>
                  </a:lnTo>
                  <a:lnTo>
                    <a:pt x="69900" y="44653"/>
                  </a:lnTo>
                  <a:lnTo>
                    <a:pt x="70434" y="45593"/>
                  </a:lnTo>
                  <a:lnTo>
                    <a:pt x="70929" y="45593"/>
                  </a:lnTo>
                  <a:lnTo>
                    <a:pt x="71437" y="45593"/>
                  </a:lnTo>
                  <a:lnTo>
                    <a:pt x="71831" y="44653"/>
                  </a:lnTo>
                  <a:lnTo>
                    <a:pt x="71831" y="42964"/>
                  </a:lnTo>
                  <a:close/>
                </a:path>
                <a:path w="605155" h="450850">
                  <a:moveTo>
                    <a:pt x="80606" y="81546"/>
                  </a:moveTo>
                  <a:lnTo>
                    <a:pt x="79590" y="78854"/>
                  </a:lnTo>
                  <a:lnTo>
                    <a:pt x="79133" y="78447"/>
                  </a:lnTo>
                  <a:lnTo>
                    <a:pt x="77381" y="76847"/>
                  </a:lnTo>
                  <a:lnTo>
                    <a:pt x="74930" y="78447"/>
                  </a:lnTo>
                  <a:lnTo>
                    <a:pt x="70815" y="78447"/>
                  </a:lnTo>
                  <a:lnTo>
                    <a:pt x="69164" y="76428"/>
                  </a:lnTo>
                  <a:lnTo>
                    <a:pt x="70421" y="75831"/>
                  </a:lnTo>
                  <a:lnTo>
                    <a:pt x="71640" y="74866"/>
                  </a:lnTo>
                  <a:lnTo>
                    <a:pt x="72669" y="73914"/>
                  </a:lnTo>
                  <a:lnTo>
                    <a:pt x="71043" y="71043"/>
                  </a:lnTo>
                  <a:lnTo>
                    <a:pt x="70612" y="66090"/>
                  </a:lnTo>
                  <a:lnTo>
                    <a:pt x="68910" y="69557"/>
                  </a:lnTo>
                  <a:lnTo>
                    <a:pt x="69913" y="71437"/>
                  </a:lnTo>
                  <a:lnTo>
                    <a:pt x="67652" y="73545"/>
                  </a:lnTo>
                  <a:lnTo>
                    <a:pt x="66065" y="73914"/>
                  </a:lnTo>
                  <a:lnTo>
                    <a:pt x="65836" y="75272"/>
                  </a:lnTo>
                  <a:lnTo>
                    <a:pt x="64935" y="77800"/>
                  </a:lnTo>
                  <a:lnTo>
                    <a:pt x="66065" y="80340"/>
                  </a:lnTo>
                  <a:lnTo>
                    <a:pt x="72872" y="80340"/>
                  </a:lnTo>
                  <a:lnTo>
                    <a:pt x="77381" y="81876"/>
                  </a:lnTo>
                  <a:lnTo>
                    <a:pt x="80606" y="81546"/>
                  </a:lnTo>
                  <a:close/>
                </a:path>
                <a:path w="605155" h="450850">
                  <a:moveTo>
                    <a:pt x="84582" y="9359"/>
                  </a:moveTo>
                  <a:lnTo>
                    <a:pt x="82918" y="6121"/>
                  </a:lnTo>
                  <a:lnTo>
                    <a:pt x="82194" y="5918"/>
                  </a:lnTo>
                  <a:lnTo>
                    <a:pt x="79870" y="5283"/>
                  </a:lnTo>
                  <a:lnTo>
                    <a:pt x="78244" y="3784"/>
                  </a:lnTo>
                  <a:lnTo>
                    <a:pt x="73520" y="3784"/>
                  </a:lnTo>
                  <a:lnTo>
                    <a:pt x="71043" y="4648"/>
                  </a:lnTo>
                  <a:lnTo>
                    <a:pt x="66192" y="8470"/>
                  </a:lnTo>
                  <a:lnTo>
                    <a:pt x="68008" y="10160"/>
                  </a:lnTo>
                  <a:lnTo>
                    <a:pt x="67945" y="7632"/>
                  </a:lnTo>
                  <a:lnTo>
                    <a:pt x="70104" y="6743"/>
                  </a:lnTo>
                  <a:lnTo>
                    <a:pt x="72478" y="5918"/>
                  </a:lnTo>
                  <a:lnTo>
                    <a:pt x="77711" y="5918"/>
                  </a:lnTo>
                  <a:lnTo>
                    <a:pt x="81673" y="8724"/>
                  </a:lnTo>
                  <a:lnTo>
                    <a:pt x="81267" y="8724"/>
                  </a:lnTo>
                  <a:lnTo>
                    <a:pt x="82105" y="9029"/>
                  </a:lnTo>
                  <a:lnTo>
                    <a:pt x="81851" y="8864"/>
                  </a:lnTo>
                  <a:lnTo>
                    <a:pt x="84582" y="9359"/>
                  </a:lnTo>
                  <a:close/>
                </a:path>
                <a:path w="605155" h="450850">
                  <a:moveTo>
                    <a:pt x="93091" y="41097"/>
                  </a:moveTo>
                  <a:lnTo>
                    <a:pt x="92519" y="40767"/>
                  </a:lnTo>
                  <a:lnTo>
                    <a:pt x="91300" y="40767"/>
                  </a:lnTo>
                  <a:lnTo>
                    <a:pt x="90982" y="41097"/>
                  </a:lnTo>
                  <a:lnTo>
                    <a:pt x="90982" y="41973"/>
                  </a:lnTo>
                  <a:lnTo>
                    <a:pt x="91300" y="42303"/>
                  </a:lnTo>
                  <a:lnTo>
                    <a:pt x="91922" y="42303"/>
                  </a:lnTo>
                  <a:lnTo>
                    <a:pt x="92519" y="42303"/>
                  </a:lnTo>
                  <a:lnTo>
                    <a:pt x="93091" y="41973"/>
                  </a:lnTo>
                  <a:lnTo>
                    <a:pt x="93091" y="41097"/>
                  </a:lnTo>
                  <a:close/>
                </a:path>
                <a:path w="605155" h="450850">
                  <a:moveTo>
                    <a:pt x="104279" y="16522"/>
                  </a:moveTo>
                  <a:lnTo>
                    <a:pt x="104190" y="15481"/>
                  </a:lnTo>
                  <a:lnTo>
                    <a:pt x="104178" y="15265"/>
                  </a:lnTo>
                  <a:lnTo>
                    <a:pt x="104000" y="13169"/>
                  </a:lnTo>
                  <a:lnTo>
                    <a:pt x="100939" y="15481"/>
                  </a:lnTo>
                  <a:lnTo>
                    <a:pt x="100965" y="15265"/>
                  </a:lnTo>
                  <a:lnTo>
                    <a:pt x="101625" y="10820"/>
                  </a:lnTo>
                  <a:lnTo>
                    <a:pt x="99898" y="9537"/>
                  </a:lnTo>
                  <a:lnTo>
                    <a:pt x="99822" y="10820"/>
                  </a:lnTo>
                  <a:lnTo>
                    <a:pt x="99695" y="13169"/>
                  </a:lnTo>
                  <a:lnTo>
                    <a:pt x="99745" y="15481"/>
                  </a:lnTo>
                  <a:lnTo>
                    <a:pt x="100558" y="16522"/>
                  </a:lnTo>
                  <a:lnTo>
                    <a:pt x="101003" y="18288"/>
                  </a:lnTo>
                  <a:lnTo>
                    <a:pt x="98856" y="21132"/>
                  </a:lnTo>
                  <a:lnTo>
                    <a:pt x="99580" y="22491"/>
                  </a:lnTo>
                  <a:lnTo>
                    <a:pt x="99542" y="23088"/>
                  </a:lnTo>
                  <a:lnTo>
                    <a:pt x="99275" y="25476"/>
                  </a:lnTo>
                  <a:lnTo>
                    <a:pt x="100711" y="27127"/>
                  </a:lnTo>
                  <a:lnTo>
                    <a:pt x="101244" y="30568"/>
                  </a:lnTo>
                  <a:lnTo>
                    <a:pt x="101625" y="36372"/>
                  </a:lnTo>
                  <a:lnTo>
                    <a:pt x="101612" y="36144"/>
                  </a:lnTo>
                  <a:lnTo>
                    <a:pt x="102743" y="36144"/>
                  </a:lnTo>
                  <a:lnTo>
                    <a:pt x="103276" y="17741"/>
                  </a:lnTo>
                  <a:lnTo>
                    <a:pt x="104279" y="16522"/>
                  </a:lnTo>
                  <a:close/>
                </a:path>
                <a:path w="605155" h="450850">
                  <a:moveTo>
                    <a:pt x="108788" y="78613"/>
                  </a:moveTo>
                  <a:lnTo>
                    <a:pt x="107124" y="80264"/>
                  </a:lnTo>
                  <a:lnTo>
                    <a:pt x="108229" y="81673"/>
                  </a:lnTo>
                  <a:lnTo>
                    <a:pt x="108788" y="78613"/>
                  </a:lnTo>
                  <a:close/>
                </a:path>
                <a:path w="605155" h="450850">
                  <a:moveTo>
                    <a:pt x="120357" y="42684"/>
                  </a:moveTo>
                  <a:lnTo>
                    <a:pt x="119011" y="35902"/>
                  </a:lnTo>
                  <a:lnTo>
                    <a:pt x="117538" y="36398"/>
                  </a:lnTo>
                  <a:lnTo>
                    <a:pt x="119011" y="43484"/>
                  </a:lnTo>
                  <a:lnTo>
                    <a:pt x="120357" y="42684"/>
                  </a:lnTo>
                  <a:close/>
                </a:path>
                <a:path w="605155" h="450850">
                  <a:moveTo>
                    <a:pt x="121945" y="32359"/>
                  </a:moveTo>
                  <a:lnTo>
                    <a:pt x="120650" y="31267"/>
                  </a:lnTo>
                  <a:lnTo>
                    <a:pt x="120446" y="30784"/>
                  </a:lnTo>
                  <a:lnTo>
                    <a:pt x="119519" y="28562"/>
                  </a:lnTo>
                  <a:lnTo>
                    <a:pt x="118287" y="27635"/>
                  </a:lnTo>
                  <a:lnTo>
                    <a:pt x="113601" y="29197"/>
                  </a:lnTo>
                  <a:lnTo>
                    <a:pt x="115074" y="31724"/>
                  </a:lnTo>
                  <a:lnTo>
                    <a:pt x="116141" y="32512"/>
                  </a:lnTo>
                  <a:lnTo>
                    <a:pt x="118795" y="30784"/>
                  </a:lnTo>
                  <a:lnTo>
                    <a:pt x="121945" y="32359"/>
                  </a:lnTo>
                  <a:close/>
                </a:path>
                <a:path w="605155" h="450850">
                  <a:moveTo>
                    <a:pt x="151828" y="11823"/>
                  </a:moveTo>
                  <a:lnTo>
                    <a:pt x="151523" y="9969"/>
                  </a:lnTo>
                  <a:lnTo>
                    <a:pt x="147281" y="13741"/>
                  </a:lnTo>
                  <a:lnTo>
                    <a:pt x="144919" y="16852"/>
                  </a:lnTo>
                  <a:lnTo>
                    <a:pt x="144919" y="27139"/>
                  </a:lnTo>
                  <a:lnTo>
                    <a:pt x="144716" y="38417"/>
                  </a:lnTo>
                  <a:lnTo>
                    <a:pt x="146443" y="38417"/>
                  </a:lnTo>
                  <a:lnTo>
                    <a:pt x="146977" y="24917"/>
                  </a:lnTo>
                  <a:lnTo>
                    <a:pt x="147637" y="18288"/>
                  </a:lnTo>
                  <a:lnTo>
                    <a:pt x="150990" y="13525"/>
                  </a:lnTo>
                  <a:lnTo>
                    <a:pt x="151828" y="11823"/>
                  </a:lnTo>
                  <a:close/>
                </a:path>
                <a:path w="605155" h="450850">
                  <a:moveTo>
                    <a:pt x="159054" y="37973"/>
                  </a:moveTo>
                  <a:lnTo>
                    <a:pt x="158597" y="37223"/>
                  </a:lnTo>
                  <a:lnTo>
                    <a:pt x="158927" y="38188"/>
                  </a:lnTo>
                  <a:lnTo>
                    <a:pt x="159054" y="37973"/>
                  </a:lnTo>
                  <a:close/>
                </a:path>
                <a:path w="605155" h="450850">
                  <a:moveTo>
                    <a:pt x="159702" y="43992"/>
                  </a:moveTo>
                  <a:lnTo>
                    <a:pt x="158927" y="43167"/>
                  </a:lnTo>
                  <a:lnTo>
                    <a:pt x="157365" y="43167"/>
                  </a:lnTo>
                  <a:lnTo>
                    <a:pt x="156768" y="43992"/>
                  </a:lnTo>
                  <a:lnTo>
                    <a:pt x="156768" y="45974"/>
                  </a:lnTo>
                  <a:lnTo>
                    <a:pt x="157365" y="46647"/>
                  </a:lnTo>
                  <a:lnTo>
                    <a:pt x="158216" y="46647"/>
                  </a:lnTo>
                  <a:lnTo>
                    <a:pt x="158927" y="46647"/>
                  </a:lnTo>
                  <a:lnTo>
                    <a:pt x="159702" y="45974"/>
                  </a:lnTo>
                  <a:lnTo>
                    <a:pt x="159702" y="43992"/>
                  </a:lnTo>
                  <a:close/>
                </a:path>
                <a:path w="605155" h="450850">
                  <a:moveTo>
                    <a:pt x="162471" y="79679"/>
                  </a:moveTo>
                  <a:lnTo>
                    <a:pt x="161328" y="79679"/>
                  </a:lnTo>
                  <a:lnTo>
                    <a:pt x="161785" y="80187"/>
                  </a:lnTo>
                  <a:lnTo>
                    <a:pt x="162471" y="79679"/>
                  </a:lnTo>
                  <a:close/>
                </a:path>
                <a:path w="605155" h="450850">
                  <a:moveTo>
                    <a:pt x="164249" y="75831"/>
                  </a:moveTo>
                  <a:lnTo>
                    <a:pt x="163156" y="75450"/>
                  </a:lnTo>
                  <a:lnTo>
                    <a:pt x="160362" y="76682"/>
                  </a:lnTo>
                  <a:lnTo>
                    <a:pt x="159931" y="79006"/>
                  </a:lnTo>
                  <a:lnTo>
                    <a:pt x="160743" y="79006"/>
                  </a:lnTo>
                  <a:lnTo>
                    <a:pt x="163385" y="79006"/>
                  </a:lnTo>
                  <a:lnTo>
                    <a:pt x="164160" y="78447"/>
                  </a:lnTo>
                  <a:lnTo>
                    <a:pt x="164249" y="75831"/>
                  </a:lnTo>
                  <a:close/>
                </a:path>
                <a:path w="605155" h="450850">
                  <a:moveTo>
                    <a:pt x="174536" y="23368"/>
                  </a:moveTo>
                  <a:lnTo>
                    <a:pt x="174498" y="20777"/>
                  </a:lnTo>
                  <a:lnTo>
                    <a:pt x="173418" y="16256"/>
                  </a:lnTo>
                  <a:lnTo>
                    <a:pt x="173380" y="16090"/>
                  </a:lnTo>
                  <a:lnTo>
                    <a:pt x="173177" y="15227"/>
                  </a:lnTo>
                  <a:lnTo>
                    <a:pt x="173037" y="14668"/>
                  </a:lnTo>
                  <a:lnTo>
                    <a:pt x="171843" y="13169"/>
                  </a:lnTo>
                  <a:lnTo>
                    <a:pt x="169164" y="9829"/>
                  </a:lnTo>
                  <a:lnTo>
                    <a:pt x="169494" y="8001"/>
                  </a:lnTo>
                  <a:lnTo>
                    <a:pt x="166954" y="7315"/>
                  </a:lnTo>
                  <a:lnTo>
                    <a:pt x="164147" y="6477"/>
                  </a:lnTo>
                  <a:lnTo>
                    <a:pt x="162890" y="5448"/>
                  </a:lnTo>
                  <a:lnTo>
                    <a:pt x="160350" y="6477"/>
                  </a:lnTo>
                  <a:lnTo>
                    <a:pt x="157721" y="7632"/>
                  </a:lnTo>
                  <a:lnTo>
                    <a:pt x="157251" y="8432"/>
                  </a:lnTo>
                  <a:lnTo>
                    <a:pt x="152920" y="10845"/>
                  </a:lnTo>
                  <a:lnTo>
                    <a:pt x="152603" y="13970"/>
                  </a:lnTo>
                  <a:lnTo>
                    <a:pt x="152488" y="14338"/>
                  </a:lnTo>
                  <a:lnTo>
                    <a:pt x="152387" y="14668"/>
                  </a:lnTo>
                  <a:lnTo>
                    <a:pt x="152146" y="15481"/>
                  </a:lnTo>
                  <a:lnTo>
                    <a:pt x="153365" y="15481"/>
                  </a:lnTo>
                  <a:lnTo>
                    <a:pt x="157683" y="13169"/>
                  </a:lnTo>
                  <a:lnTo>
                    <a:pt x="157683" y="14338"/>
                  </a:lnTo>
                  <a:lnTo>
                    <a:pt x="155016" y="19735"/>
                  </a:lnTo>
                  <a:lnTo>
                    <a:pt x="158089" y="20777"/>
                  </a:lnTo>
                  <a:lnTo>
                    <a:pt x="158191" y="19735"/>
                  </a:lnTo>
                  <a:lnTo>
                    <a:pt x="158407" y="17411"/>
                  </a:lnTo>
                  <a:lnTo>
                    <a:pt x="160121" y="16865"/>
                  </a:lnTo>
                  <a:lnTo>
                    <a:pt x="161823" y="16090"/>
                  </a:lnTo>
                  <a:lnTo>
                    <a:pt x="162204" y="15227"/>
                  </a:lnTo>
                  <a:lnTo>
                    <a:pt x="166420" y="17005"/>
                  </a:lnTo>
                  <a:lnTo>
                    <a:pt x="166522" y="16865"/>
                  </a:lnTo>
                  <a:lnTo>
                    <a:pt x="166954" y="16256"/>
                  </a:lnTo>
                  <a:lnTo>
                    <a:pt x="167551" y="18161"/>
                  </a:lnTo>
                  <a:lnTo>
                    <a:pt x="168402" y="20193"/>
                  </a:lnTo>
                  <a:lnTo>
                    <a:pt x="168503" y="21082"/>
                  </a:lnTo>
                  <a:lnTo>
                    <a:pt x="168656" y="22402"/>
                  </a:lnTo>
                  <a:lnTo>
                    <a:pt x="158153" y="22402"/>
                  </a:lnTo>
                  <a:lnTo>
                    <a:pt x="157048" y="23558"/>
                  </a:lnTo>
                  <a:lnTo>
                    <a:pt x="157721" y="24498"/>
                  </a:lnTo>
                  <a:lnTo>
                    <a:pt x="160807" y="23368"/>
                  </a:lnTo>
                  <a:lnTo>
                    <a:pt x="160934" y="23558"/>
                  </a:lnTo>
                  <a:lnTo>
                    <a:pt x="161798" y="24917"/>
                  </a:lnTo>
                  <a:lnTo>
                    <a:pt x="162890" y="26403"/>
                  </a:lnTo>
                  <a:lnTo>
                    <a:pt x="162890" y="28829"/>
                  </a:lnTo>
                  <a:lnTo>
                    <a:pt x="157683" y="29387"/>
                  </a:lnTo>
                  <a:lnTo>
                    <a:pt x="158064" y="31115"/>
                  </a:lnTo>
                  <a:lnTo>
                    <a:pt x="161823" y="31115"/>
                  </a:lnTo>
                  <a:lnTo>
                    <a:pt x="174396" y="31115"/>
                  </a:lnTo>
                  <a:lnTo>
                    <a:pt x="174434" y="29387"/>
                  </a:lnTo>
                  <a:lnTo>
                    <a:pt x="174536" y="23368"/>
                  </a:lnTo>
                  <a:close/>
                </a:path>
                <a:path w="605155" h="450850">
                  <a:moveTo>
                    <a:pt x="195199" y="49250"/>
                  </a:moveTo>
                  <a:lnTo>
                    <a:pt x="193319" y="46837"/>
                  </a:lnTo>
                  <a:lnTo>
                    <a:pt x="191312" y="45250"/>
                  </a:lnTo>
                  <a:lnTo>
                    <a:pt x="186423" y="45694"/>
                  </a:lnTo>
                  <a:lnTo>
                    <a:pt x="186423" y="47510"/>
                  </a:lnTo>
                  <a:lnTo>
                    <a:pt x="190309" y="47713"/>
                  </a:lnTo>
                  <a:lnTo>
                    <a:pt x="189522" y="49555"/>
                  </a:lnTo>
                  <a:lnTo>
                    <a:pt x="189522" y="51104"/>
                  </a:lnTo>
                  <a:lnTo>
                    <a:pt x="192316" y="51854"/>
                  </a:lnTo>
                  <a:lnTo>
                    <a:pt x="195199" y="49250"/>
                  </a:lnTo>
                  <a:close/>
                </a:path>
                <a:path w="605155" h="450850">
                  <a:moveTo>
                    <a:pt x="200647" y="69621"/>
                  </a:moveTo>
                  <a:lnTo>
                    <a:pt x="194970" y="67894"/>
                  </a:lnTo>
                  <a:lnTo>
                    <a:pt x="192633" y="66890"/>
                  </a:lnTo>
                  <a:lnTo>
                    <a:pt x="190995" y="66306"/>
                  </a:lnTo>
                  <a:lnTo>
                    <a:pt x="175590" y="66713"/>
                  </a:lnTo>
                  <a:lnTo>
                    <a:pt x="175590" y="83197"/>
                  </a:lnTo>
                  <a:lnTo>
                    <a:pt x="175018" y="85204"/>
                  </a:lnTo>
                  <a:lnTo>
                    <a:pt x="171894" y="85204"/>
                  </a:lnTo>
                  <a:lnTo>
                    <a:pt x="169202" y="82105"/>
                  </a:lnTo>
                  <a:lnTo>
                    <a:pt x="167309" y="82105"/>
                  </a:lnTo>
                  <a:lnTo>
                    <a:pt x="169341" y="79222"/>
                  </a:lnTo>
                  <a:lnTo>
                    <a:pt x="171945" y="80276"/>
                  </a:lnTo>
                  <a:lnTo>
                    <a:pt x="173647" y="79121"/>
                  </a:lnTo>
                  <a:lnTo>
                    <a:pt x="175590" y="83197"/>
                  </a:lnTo>
                  <a:lnTo>
                    <a:pt x="175590" y="66713"/>
                  </a:lnTo>
                  <a:lnTo>
                    <a:pt x="175310" y="66725"/>
                  </a:lnTo>
                  <a:lnTo>
                    <a:pt x="175310" y="71208"/>
                  </a:lnTo>
                  <a:lnTo>
                    <a:pt x="174358" y="71208"/>
                  </a:lnTo>
                  <a:lnTo>
                    <a:pt x="174028" y="72783"/>
                  </a:lnTo>
                  <a:lnTo>
                    <a:pt x="173101" y="74841"/>
                  </a:lnTo>
                  <a:lnTo>
                    <a:pt x="172758" y="75374"/>
                  </a:lnTo>
                  <a:lnTo>
                    <a:pt x="171945" y="76517"/>
                  </a:lnTo>
                  <a:lnTo>
                    <a:pt x="168529" y="76022"/>
                  </a:lnTo>
                  <a:lnTo>
                    <a:pt x="169024" y="75387"/>
                  </a:lnTo>
                  <a:lnTo>
                    <a:pt x="167055" y="73977"/>
                  </a:lnTo>
                  <a:lnTo>
                    <a:pt x="166687" y="73456"/>
                  </a:lnTo>
                  <a:lnTo>
                    <a:pt x="166243" y="72961"/>
                  </a:lnTo>
                  <a:lnTo>
                    <a:pt x="166141" y="72148"/>
                  </a:lnTo>
                  <a:lnTo>
                    <a:pt x="166027" y="71107"/>
                  </a:lnTo>
                  <a:lnTo>
                    <a:pt x="165989" y="70815"/>
                  </a:lnTo>
                  <a:lnTo>
                    <a:pt x="166471" y="69113"/>
                  </a:lnTo>
                  <a:lnTo>
                    <a:pt x="167970" y="69113"/>
                  </a:lnTo>
                  <a:lnTo>
                    <a:pt x="169494" y="71107"/>
                  </a:lnTo>
                  <a:lnTo>
                    <a:pt x="172605" y="70815"/>
                  </a:lnTo>
                  <a:lnTo>
                    <a:pt x="173875" y="71107"/>
                  </a:lnTo>
                  <a:lnTo>
                    <a:pt x="175285" y="71107"/>
                  </a:lnTo>
                  <a:lnTo>
                    <a:pt x="175310" y="66725"/>
                  </a:lnTo>
                  <a:lnTo>
                    <a:pt x="174574" y="66738"/>
                  </a:lnTo>
                  <a:lnTo>
                    <a:pt x="172808" y="62890"/>
                  </a:lnTo>
                  <a:lnTo>
                    <a:pt x="172313" y="61810"/>
                  </a:lnTo>
                  <a:lnTo>
                    <a:pt x="175577" y="61442"/>
                  </a:lnTo>
                  <a:lnTo>
                    <a:pt x="177863" y="62255"/>
                  </a:lnTo>
                  <a:lnTo>
                    <a:pt x="179235" y="61976"/>
                  </a:lnTo>
                  <a:lnTo>
                    <a:pt x="179895" y="61442"/>
                  </a:lnTo>
                  <a:lnTo>
                    <a:pt x="180771" y="60718"/>
                  </a:lnTo>
                  <a:lnTo>
                    <a:pt x="181317" y="61810"/>
                  </a:lnTo>
                  <a:lnTo>
                    <a:pt x="183769" y="62255"/>
                  </a:lnTo>
                  <a:lnTo>
                    <a:pt x="184581" y="62255"/>
                  </a:lnTo>
                  <a:lnTo>
                    <a:pt x="186423" y="61290"/>
                  </a:lnTo>
                  <a:lnTo>
                    <a:pt x="188696" y="61074"/>
                  </a:lnTo>
                  <a:lnTo>
                    <a:pt x="195707" y="62572"/>
                  </a:lnTo>
                  <a:lnTo>
                    <a:pt x="196811" y="64757"/>
                  </a:lnTo>
                  <a:lnTo>
                    <a:pt x="196697" y="61442"/>
                  </a:lnTo>
                  <a:lnTo>
                    <a:pt x="196367" y="61074"/>
                  </a:lnTo>
                  <a:lnTo>
                    <a:pt x="196049" y="60718"/>
                  </a:lnTo>
                  <a:lnTo>
                    <a:pt x="195313" y="59918"/>
                  </a:lnTo>
                  <a:lnTo>
                    <a:pt x="195338" y="59321"/>
                  </a:lnTo>
                  <a:lnTo>
                    <a:pt x="195351" y="58889"/>
                  </a:lnTo>
                  <a:lnTo>
                    <a:pt x="195402" y="57645"/>
                  </a:lnTo>
                  <a:lnTo>
                    <a:pt x="195516" y="57315"/>
                  </a:lnTo>
                  <a:lnTo>
                    <a:pt x="193560" y="58889"/>
                  </a:lnTo>
                  <a:lnTo>
                    <a:pt x="191617" y="58343"/>
                  </a:lnTo>
                  <a:lnTo>
                    <a:pt x="188544" y="58508"/>
                  </a:lnTo>
                  <a:lnTo>
                    <a:pt x="188429" y="58343"/>
                  </a:lnTo>
                  <a:lnTo>
                    <a:pt x="187972" y="57645"/>
                  </a:lnTo>
                  <a:lnTo>
                    <a:pt x="185851" y="54457"/>
                  </a:lnTo>
                  <a:lnTo>
                    <a:pt x="185737" y="54597"/>
                  </a:lnTo>
                  <a:lnTo>
                    <a:pt x="185000" y="55511"/>
                  </a:lnTo>
                  <a:lnTo>
                    <a:pt x="186309" y="57645"/>
                  </a:lnTo>
                  <a:lnTo>
                    <a:pt x="180276" y="57645"/>
                  </a:lnTo>
                  <a:lnTo>
                    <a:pt x="177863" y="53708"/>
                  </a:lnTo>
                  <a:lnTo>
                    <a:pt x="175666" y="53390"/>
                  </a:lnTo>
                  <a:lnTo>
                    <a:pt x="175577" y="53708"/>
                  </a:lnTo>
                  <a:lnTo>
                    <a:pt x="175196" y="54965"/>
                  </a:lnTo>
                  <a:lnTo>
                    <a:pt x="175120" y="55892"/>
                  </a:lnTo>
                  <a:lnTo>
                    <a:pt x="175666" y="57645"/>
                  </a:lnTo>
                  <a:lnTo>
                    <a:pt x="176593" y="58508"/>
                  </a:lnTo>
                  <a:lnTo>
                    <a:pt x="176936" y="58508"/>
                  </a:lnTo>
                  <a:lnTo>
                    <a:pt x="173380" y="59321"/>
                  </a:lnTo>
                  <a:lnTo>
                    <a:pt x="172275" y="58889"/>
                  </a:lnTo>
                  <a:lnTo>
                    <a:pt x="171107" y="58508"/>
                  </a:lnTo>
                  <a:lnTo>
                    <a:pt x="171018" y="55511"/>
                  </a:lnTo>
                  <a:lnTo>
                    <a:pt x="170903" y="51269"/>
                  </a:lnTo>
                  <a:lnTo>
                    <a:pt x="177076" y="50685"/>
                  </a:lnTo>
                  <a:lnTo>
                    <a:pt x="179679" y="52527"/>
                  </a:lnTo>
                  <a:lnTo>
                    <a:pt x="180149" y="51269"/>
                  </a:lnTo>
                  <a:lnTo>
                    <a:pt x="180098" y="50685"/>
                  </a:lnTo>
                  <a:lnTo>
                    <a:pt x="178968" y="48907"/>
                  </a:lnTo>
                  <a:lnTo>
                    <a:pt x="178803" y="48641"/>
                  </a:lnTo>
                  <a:lnTo>
                    <a:pt x="178739" y="47713"/>
                  </a:lnTo>
                  <a:lnTo>
                    <a:pt x="178676" y="46850"/>
                  </a:lnTo>
                  <a:lnTo>
                    <a:pt x="178574" y="45504"/>
                  </a:lnTo>
                  <a:lnTo>
                    <a:pt x="174040" y="45694"/>
                  </a:lnTo>
                  <a:lnTo>
                    <a:pt x="172897" y="47713"/>
                  </a:lnTo>
                  <a:lnTo>
                    <a:pt x="171856" y="47282"/>
                  </a:lnTo>
                  <a:lnTo>
                    <a:pt x="171653" y="47282"/>
                  </a:lnTo>
                  <a:lnTo>
                    <a:pt x="171411" y="47117"/>
                  </a:lnTo>
                  <a:lnTo>
                    <a:pt x="171856" y="47282"/>
                  </a:lnTo>
                  <a:lnTo>
                    <a:pt x="173037" y="47282"/>
                  </a:lnTo>
                  <a:lnTo>
                    <a:pt x="173113" y="46850"/>
                  </a:lnTo>
                  <a:lnTo>
                    <a:pt x="173647" y="43319"/>
                  </a:lnTo>
                  <a:lnTo>
                    <a:pt x="173672" y="42964"/>
                  </a:lnTo>
                  <a:lnTo>
                    <a:pt x="174231" y="35306"/>
                  </a:lnTo>
                  <a:lnTo>
                    <a:pt x="174269" y="34734"/>
                  </a:lnTo>
                  <a:lnTo>
                    <a:pt x="174371" y="33147"/>
                  </a:lnTo>
                  <a:lnTo>
                    <a:pt x="174396" y="31546"/>
                  </a:lnTo>
                  <a:lnTo>
                    <a:pt x="171500" y="31546"/>
                  </a:lnTo>
                  <a:lnTo>
                    <a:pt x="171500" y="44043"/>
                  </a:lnTo>
                  <a:lnTo>
                    <a:pt x="171069" y="44475"/>
                  </a:lnTo>
                  <a:lnTo>
                    <a:pt x="171069" y="46850"/>
                  </a:lnTo>
                  <a:lnTo>
                    <a:pt x="170776" y="46850"/>
                  </a:lnTo>
                  <a:lnTo>
                    <a:pt x="170116" y="46126"/>
                  </a:lnTo>
                  <a:lnTo>
                    <a:pt x="171069" y="46850"/>
                  </a:lnTo>
                  <a:lnTo>
                    <a:pt x="171069" y="44475"/>
                  </a:lnTo>
                  <a:lnTo>
                    <a:pt x="169824" y="45694"/>
                  </a:lnTo>
                  <a:lnTo>
                    <a:pt x="169341" y="45250"/>
                  </a:lnTo>
                  <a:lnTo>
                    <a:pt x="169252" y="41097"/>
                  </a:lnTo>
                  <a:lnTo>
                    <a:pt x="169164" y="36474"/>
                  </a:lnTo>
                  <a:lnTo>
                    <a:pt x="171259" y="35306"/>
                  </a:lnTo>
                  <a:lnTo>
                    <a:pt x="171361" y="39230"/>
                  </a:lnTo>
                  <a:lnTo>
                    <a:pt x="171475" y="43319"/>
                  </a:lnTo>
                  <a:lnTo>
                    <a:pt x="171500" y="44043"/>
                  </a:lnTo>
                  <a:lnTo>
                    <a:pt x="171500" y="31546"/>
                  </a:lnTo>
                  <a:lnTo>
                    <a:pt x="162217" y="31546"/>
                  </a:lnTo>
                  <a:lnTo>
                    <a:pt x="163982" y="33477"/>
                  </a:lnTo>
                  <a:lnTo>
                    <a:pt x="165557" y="33147"/>
                  </a:lnTo>
                  <a:lnTo>
                    <a:pt x="165442" y="34734"/>
                  </a:lnTo>
                  <a:lnTo>
                    <a:pt x="165315" y="36474"/>
                  </a:lnTo>
                  <a:lnTo>
                    <a:pt x="165188" y="38188"/>
                  </a:lnTo>
                  <a:lnTo>
                    <a:pt x="165112" y="39230"/>
                  </a:lnTo>
                  <a:lnTo>
                    <a:pt x="165049" y="40093"/>
                  </a:lnTo>
                  <a:lnTo>
                    <a:pt x="164985" y="41097"/>
                  </a:lnTo>
                  <a:lnTo>
                    <a:pt x="162890" y="39230"/>
                  </a:lnTo>
                  <a:lnTo>
                    <a:pt x="161404" y="38938"/>
                  </a:lnTo>
                  <a:lnTo>
                    <a:pt x="161505" y="36144"/>
                  </a:lnTo>
                  <a:lnTo>
                    <a:pt x="162356" y="34734"/>
                  </a:lnTo>
                  <a:lnTo>
                    <a:pt x="161404" y="34061"/>
                  </a:lnTo>
                  <a:lnTo>
                    <a:pt x="160350" y="35306"/>
                  </a:lnTo>
                  <a:lnTo>
                    <a:pt x="159702" y="36741"/>
                  </a:lnTo>
                  <a:lnTo>
                    <a:pt x="159054" y="37973"/>
                  </a:lnTo>
                  <a:lnTo>
                    <a:pt x="162725" y="45694"/>
                  </a:lnTo>
                  <a:lnTo>
                    <a:pt x="163169" y="47282"/>
                  </a:lnTo>
                  <a:lnTo>
                    <a:pt x="158407" y="50203"/>
                  </a:lnTo>
                  <a:lnTo>
                    <a:pt x="156273" y="50025"/>
                  </a:lnTo>
                  <a:lnTo>
                    <a:pt x="156387" y="51269"/>
                  </a:lnTo>
                  <a:lnTo>
                    <a:pt x="156476" y="52146"/>
                  </a:lnTo>
                  <a:lnTo>
                    <a:pt x="158546" y="52146"/>
                  </a:lnTo>
                  <a:lnTo>
                    <a:pt x="161582" y="50203"/>
                  </a:lnTo>
                  <a:lnTo>
                    <a:pt x="163614" y="48907"/>
                  </a:lnTo>
                  <a:lnTo>
                    <a:pt x="163728" y="52146"/>
                  </a:lnTo>
                  <a:lnTo>
                    <a:pt x="163830" y="54965"/>
                  </a:lnTo>
                  <a:lnTo>
                    <a:pt x="167817" y="55511"/>
                  </a:lnTo>
                  <a:lnTo>
                    <a:pt x="168262" y="55511"/>
                  </a:lnTo>
                  <a:lnTo>
                    <a:pt x="168376" y="56476"/>
                  </a:lnTo>
                  <a:lnTo>
                    <a:pt x="168465" y="57315"/>
                  </a:lnTo>
                  <a:lnTo>
                    <a:pt x="168579" y="58343"/>
                  </a:lnTo>
                  <a:lnTo>
                    <a:pt x="168694" y="59321"/>
                  </a:lnTo>
                  <a:lnTo>
                    <a:pt x="168821" y="60439"/>
                  </a:lnTo>
                  <a:lnTo>
                    <a:pt x="168935" y="61442"/>
                  </a:lnTo>
                  <a:lnTo>
                    <a:pt x="169024" y="62255"/>
                  </a:lnTo>
                  <a:lnTo>
                    <a:pt x="166243" y="62890"/>
                  </a:lnTo>
                  <a:lnTo>
                    <a:pt x="165061" y="62255"/>
                  </a:lnTo>
                  <a:lnTo>
                    <a:pt x="165265" y="62255"/>
                  </a:lnTo>
                  <a:lnTo>
                    <a:pt x="165265" y="59918"/>
                  </a:lnTo>
                  <a:lnTo>
                    <a:pt x="165265" y="59321"/>
                  </a:lnTo>
                  <a:lnTo>
                    <a:pt x="165125" y="59321"/>
                  </a:lnTo>
                  <a:lnTo>
                    <a:pt x="163207" y="58051"/>
                  </a:lnTo>
                  <a:lnTo>
                    <a:pt x="163207" y="64985"/>
                  </a:lnTo>
                  <a:lnTo>
                    <a:pt x="163017" y="65887"/>
                  </a:lnTo>
                  <a:lnTo>
                    <a:pt x="160858" y="68110"/>
                  </a:lnTo>
                  <a:lnTo>
                    <a:pt x="161175" y="68110"/>
                  </a:lnTo>
                  <a:lnTo>
                    <a:pt x="159346" y="68326"/>
                  </a:lnTo>
                  <a:lnTo>
                    <a:pt x="158927" y="67894"/>
                  </a:lnTo>
                  <a:lnTo>
                    <a:pt x="157378" y="66306"/>
                  </a:lnTo>
                  <a:lnTo>
                    <a:pt x="155371" y="67081"/>
                  </a:lnTo>
                  <a:lnTo>
                    <a:pt x="153517" y="67894"/>
                  </a:lnTo>
                  <a:lnTo>
                    <a:pt x="153200" y="67284"/>
                  </a:lnTo>
                  <a:lnTo>
                    <a:pt x="153098" y="67081"/>
                  </a:lnTo>
                  <a:lnTo>
                    <a:pt x="151993" y="64985"/>
                  </a:lnTo>
                  <a:lnTo>
                    <a:pt x="149580" y="64274"/>
                  </a:lnTo>
                  <a:lnTo>
                    <a:pt x="136182" y="64274"/>
                  </a:lnTo>
                  <a:lnTo>
                    <a:pt x="134467" y="64122"/>
                  </a:lnTo>
                  <a:lnTo>
                    <a:pt x="134467" y="61810"/>
                  </a:lnTo>
                  <a:lnTo>
                    <a:pt x="138087" y="61810"/>
                  </a:lnTo>
                  <a:lnTo>
                    <a:pt x="150418" y="61442"/>
                  </a:lnTo>
                  <a:lnTo>
                    <a:pt x="151828" y="62255"/>
                  </a:lnTo>
                  <a:lnTo>
                    <a:pt x="151904" y="61976"/>
                  </a:lnTo>
                  <a:lnTo>
                    <a:pt x="151968" y="61810"/>
                  </a:lnTo>
                  <a:lnTo>
                    <a:pt x="152082" y="61442"/>
                  </a:lnTo>
                  <a:lnTo>
                    <a:pt x="152196" y="61074"/>
                  </a:lnTo>
                  <a:lnTo>
                    <a:pt x="152311" y="60718"/>
                  </a:lnTo>
                  <a:lnTo>
                    <a:pt x="152361" y="60236"/>
                  </a:lnTo>
                  <a:lnTo>
                    <a:pt x="153733" y="58889"/>
                  </a:lnTo>
                  <a:lnTo>
                    <a:pt x="155765" y="59321"/>
                  </a:lnTo>
                  <a:lnTo>
                    <a:pt x="157251" y="60439"/>
                  </a:lnTo>
                  <a:lnTo>
                    <a:pt x="157137" y="61976"/>
                  </a:lnTo>
                  <a:lnTo>
                    <a:pt x="157048" y="64452"/>
                  </a:lnTo>
                  <a:lnTo>
                    <a:pt x="158623" y="64757"/>
                  </a:lnTo>
                  <a:lnTo>
                    <a:pt x="158940" y="64757"/>
                  </a:lnTo>
                  <a:lnTo>
                    <a:pt x="159042" y="63195"/>
                  </a:lnTo>
                  <a:lnTo>
                    <a:pt x="159131" y="61976"/>
                  </a:lnTo>
                  <a:lnTo>
                    <a:pt x="160756" y="61290"/>
                  </a:lnTo>
                  <a:lnTo>
                    <a:pt x="160858" y="61074"/>
                  </a:lnTo>
                  <a:lnTo>
                    <a:pt x="161163" y="60439"/>
                  </a:lnTo>
                  <a:lnTo>
                    <a:pt x="161251" y="60236"/>
                  </a:lnTo>
                  <a:lnTo>
                    <a:pt x="161404" y="59918"/>
                  </a:lnTo>
                  <a:lnTo>
                    <a:pt x="163195" y="59918"/>
                  </a:lnTo>
                  <a:lnTo>
                    <a:pt x="163207" y="64985"/>
                  </a:lnTo>
                  <a:lnTo>
                    <a:pt x="163207" y="58051"/>
                  </a:lnTo>
                  <a:lnTo>
                    <a:pt x="163017" y="57924"/>
                  </a:lnTo>
                  <a:lnTo>
                    <a:pt x="161099" y="57645"/>
                  </a:lnTo>
                  <a:lnTo>
                    <a:pt x="159639" y="58508"/>
                  </a:lnTo>
                  <a:lnTo>
                    <a:pt x="159423" y="58508"/>
                  </a:lnTo>
                  <a:lnTo>
                    <a:pt x="158597" y="60439"/>
                  </a:lnTo>
                  <a:lnTo>
                    <a:pt x="158483" y="60236"/>
                  </a:lnTo>
                  <a:lnTo>
                    <a:pt x="157467" y="58343"/>
                  </a:lnTo>
                  <a:lnTo>
                    <a:pt x="155994" y="57137"/>
                  </a:lnTo>
                  <a:lnTo>
                    <a:pt x="154419" y="57137"/>
                  </a:lnTo>
                  <a:lnTo>
                    <a:pt x="151993" y="56959"/>
                  </a:lnTo>
                  <a:lnTo>
                    <a:pt x="151841" y="57086"/>
                  </a:lnTo>
                  <a:lnTo>
                    <a:pt x="151841" y="58889"/>
                  </a:lnTo>
                  <a:lnTo>
                    <a:pt x="151295" y="58889"/>
                  </a:lnTo>
                  <a:lnTo>
                    <a:pt x="151295" y="58750"/>
                  </a:lnTo>
                  <a:lnTo>
                    <a:pt x="151841" y="58889"/>
                  </a:lnTo>
                  <a:lnTo>
                    <a:pt x="151841" y="57086"/>
                  </a:lnTo>
                  <a:lnTo>
                    <a:pt x="151117" y="57645"/>
                  </a:lnTo>
                  <a:lnTo>
                    <a:pt x="151295" y="57645"/>
                  </a:lnTo>
                  <a:lnTo>
                    <a:pt x="151295" y="58508"/>
                  </a:lnTo>
                  <a:lnTo>
                    <a:pt x="150456" y="58508"/>
                  </a:lnTo>
                  <a:lnTo>
                    <a:pt x="149834" y="58343"/>
                  </a:lnTo>
                  <a:lnTo>
                    <a:pt x="148894" y="58077"/>
                  </a:lnTo>
                  <a:lnTo>
                    <a:pt x="147434" y="56959"/>
                  </a:lnTo>
                  <a:lnTo>
                    <a:pt x="146240" y="55321"/>
                  </a:lnTo>
                  <a:lnTo>
                    <a:pt x="144932" y="55892"/>
                  </a:lnTo>
                  <a:lnTo>
                    <a:pt x="144805" y="57315"/>
                  </a:lnTo>
                  <a:lnTo>
                    <a:pt x="144716" y="58343"/>
                  </a:lnTo>
                  <a:lnTo>
                    <a:pt x="141808" y="57315"/>
                  </a:lnTo>
                  <a:lnTo>
                    <a:pt x="140487" y="57315"/>
                  </a:lnTo>
                  <a:lnTo>
                    <a:pt x="140423" y="56959"/>
                  </a:lnTo>
                  <a:lnTo>
                    <a:pt x="140322" y="56476"/>
                  </a:lnTo>
                  <a:lnTo>
                    <a:pt x="140195" y="55892"/>
                  </a:lnTo>
                  <a:lnTo>
                    <a:pt x="140119" y="55511"/>
                  </a:lnTo>
                  <a:lnTo>
                    <a:pt x="140004" y="54965"/>
                  </a:lnTo>
                  <a:lnTo>
                    <a:pt x="139928" y="54597"/>
                  </a:lnTo>
                  <a:lnTo>
                    <a:pt x="138087" y="54457"/>
                  </a:lnTo>
                  <a:lnTo>
                    <a:pt x="137960" y="56959"/>
                  </a:lnTo>
                  <a:lnTo>
                    <a:pt x="135597" y="56476"/>
                  </a:lnTo>
                  <a:lnTo>
                    <a:pt x="133413" y="56476"/>
                  </a:lnTo>
                  <a:lnTo>
                    <a:pt x="133413" y="61810"/>
                  </a:lnTo>
                  <a:lnTo>
                    <a:pt x="133108" y="61823"/>
                  </a:lnTo>
                  <a:lnTo>
                    <a:pt x="133299" y="61798"/>
                  </a:lnTo>
                  <a:lnTo>
                    <a:pt x="133413" y="56476"/>
                  </a:lnTo>
                  <a:lnTo>
                    <a:pt x="132918" y="56476"/>
                  </a:lnTo>
                  <a:lnTo>
                    <a:pt x="132918" y="61861"/>
                  </a:lnTo>
                  <a:lnTo>
                    <a:pt x="132816" y="62890"/>
                  </a:lnTo>
                  <a:lnTo>
                    <a:pt x="132715" y="63703"/>
                  </a:lnTo>
                  <a:lnTo>
                    <a:pt x="132651" y="64262"/>
                  </a:lnTo>
                  <a:lnTo>
                    <a:pt x="132588" y="64833"/>
                  </a:lnTo>
                  <a:lnTo>
                    <a:pt x="130416" y="63703"/>
                  </a:lnTo>
                  <a:lnTo>
                    <a:pt x="130670" y="63703"/>
                  </a:lnTo>
                  <a:lnTo>
                    <a:pt x="131013" y="62141"/>
                  </a:lnTo>
                  <a:lnTo>
                    <a:pt x="132918" y="61861"/>
                  </a:lnTo>
                  <a:lnTo>
                    <a:pt x="132918" y="56476"/>
                  </a:lnTo>
                  <a:lnTo>
                    <a:pt x="132346" y="56476"/>
                  </a:lnTo>
                  <a:lnTo>
                    <a:pt x="132461" y="57137"/>
                  </a:lnTo>
                  <a:lnTo>
                    <a:pt x="132537" y="57645"/>
                  </a:lnTo>
                  <a:lnTo>
                    <a:pt x="132651" y="58343"/>
                  </a:lnTo>
                  <a:lnTo>
                    <a:pt x="132689" y="58585"/>
                  </a:lnTo>
                  <a:lnTo>
                    <a:pt x="132118" y="59309"/>
                  </a:lnTo>
                  <a:lnTo>
                    <a:pt x="130644" y="60083"/>
                  </a:lnTo>
                  <a:lnTo>
                    <a:pt x="130644" y="58242"/>
                  </a:lnTo>
                  <a:lnTo>
                    <a:pt x="129921" y="53708"/>
                  </a:lnTo>
                  <a:lnTo>
                    <a:pt x="129895" y="53543"/>
                  </a:lnTo>
                  <a:lnTo>
                    <a:pt x="129768" y="51866"/>
                  </a:lnTo>
                  <a:lnTo>
                    <a:pt x="130708" y="50380"/>
                  </a:lnTo>
                  <a:lnTo>
                    <a:pt x="136182" y="50215"/>
                  </a:lnTo>
                  <a:lnTo>
                    <a:pt x="137515" y="51104"/>
                  </a:lnTo>
                  <a:lnTo>
                    <a:pt x="145249" y="51866"/>
                  </a:lnTo>
                  <a:lnTo>
                    <a:pt x="147129" y="50215"/>
                  </a:lnTo>
                  <a:lnTo>
                    <a:pt x="151282" y="50736"/>
                  </a:lnTo>
                  <a:lnTo>
                    <a:pt x="152349" y="48158"/>
                  </a:lnTo>
                  <a:lnTo>
                    <a:pt x="150025" y="48920"/>
                  </a:lnTo>
                  <a:lnTo>
                    <a:pt x="151396" y="48920"/>
                  </a:lnTo>
                  <a:lnTo>
                    <a:pt x="145846" y="49263"/>
                  </a:lnTo>
                  <a:lnTo>
                    <a:pt x="142417" y="50215"/>
                  </a:lnTo>
                  <a:lnTo>
                    <a:pt x="140843" y="48920"/>
                  </a:lnTo>
                  <a:lnTo>
                    <a:pt x="140512" y="48641"/>
                  </a:lnTo>
                  <a:lnTo>
                    <a:pt x="138379" y="46443"/>
                  </a:lnTo>
                  <a:lnTo>
                    <a:pt x="134747" y="46913"/>
                  </a:lnTo>
                  <a:lnTo>
                    <a:pt x="133604" y="48158"/>
                  </a:lnTo>
                  <a:lnTo>
                    <a:pt x="133667" y="48501"/>
                  </a:lnTo>
                  <a:lnTo>
                    <a:pt x="133311" y="48641"/>
                  </a:lnTo>
                  <a:lnTo>
                    <a:pt x="132930" y="48920"/>
                  </a:lnTo>
                  <a:lnTo>
                    <a:pt x="133299" y="48501"/>
                  </a:lnTo>
                  <a:lnTo>
                    <a:pt x="133502" y="48158"/>
                  </a:lnTo>
                  <a:lnTo>
                    <a:pt x="132854" y="46913"/>
                  </a:lnTo>
                  <a:lnTo>
                    <a:pt x="131546" y="44348"/>
                  </a:lnTo>
                  <a:lnTo>
                    <a:pt x="131470" y="43307"/>
                  </a:lnTo>
                  <a:lnTo>
                    <a:pt x="131356" y="41744"/>
                  </a:lnTo>
                  <a:lnTo>
                    <a:pt x="131279" y="40538"/>
                  </a:lnTo>
                  <a:lnTo>
                    <a:pt x="132359" y="38481"/>
                  </a:lnTo>
                  <a:lnTo>
                    <a:pt x="134239" y="39941"/>
                  </a:lnTo>
                  <a:lnTo>
                    <a:pt x="134658" y="38481"/>
                  </a:lnTo>
                  <a:lnTo>
                    <a:pt x="135839" y="34417"/>
                  </a:lnTo>
                  <a:lnTo>
                    <a:pt x="135877" y="32816"/>
                  </a:lnTo>
                  <a:lnTo>
                    <a:pt x="135890" y="32359"/>
                  </a:lnTo>
                  <a:lnTo>
                    <a:pt x="136017" y="28562"/>
                  </a:lnTo>
                  <a:lnTo>
                    <a:pt x="136118" y="27635"/>
                  </a:lnTo>
                  <a:lnTo>
                    <a:pt x="136144" y="27457"/>
                  </a:lnTo>
                  <a:lnTo>
                    <a:pt x="136232" y="26720"/>
                  </a:lnTo>
                  <a:lnTo>
                    <a:pt x="136347" y="25666"/>
                  </a:lnTo>
                  <a:lnTo>
                    <a:pt x="136474" y="24625"/>
                  </a:lnTo>
                  <a:lnTo>
                    <a:pt x="136588" y="23545"/>
                  </a:lnTo>
                  <a:lnTo>
                    <a:pt x="136690" y="22720"/>
                  </a:lnTo>
                  <a:lnTo>
                    <a:pt x="136728" y="22402"/>
                  </a:lnTo>
                  <a:lnTo>
                    <a:pt x="136842" y="21348"/>
                  </a:lnTo>
                  <a:lnTo>
                    <a:pt x="137071" y="19392"/>
                  </a:lnTo>
                  <a:lnTo>
                    <a:pt x="133565" y="13296"/>
                  </a:lnTo>
                  <a:lnTo>
                    <a:pt x="132118" y="11277"/>
                  </a:lnTo>
                  <a:lnTo>
                    <a:pt x="131597" y="10820"/>
                  </a:lnTo>
                  <a:lnTo>
                    <a:pt x="129235" y="8724"/>
                  </a:lnTo>
                  <a:lnTo>
                    <a:pt x="125882" y="6680"/>
                  </a:lnTo>
                  <a:lnTo>
                    <a:pt x="123786" y="6121"/>
                  </a:lnTo>
                  <a:lnTo>
                    <a:pt x="121602" y="5715"/>
                  </a:lnTo>
                  <a:lnTo>
                    <a:pt x="119964" y="5283"/>
                  </a:lnTo>
                  <a:lnTo>
                    <a:pt x="116166" y="5575"/>
                  </a:lnTo>
                  <a:lnTo>
                    <a:pt x="114223" y="6985"/>
                  </a:lnTo>
                  <a:lnTo>
                    <a:pt x="111340" y="9359"/>
                  </a:lnTo>
                  <a:lnTo>
                    <a:pt x="109156" y="11455"/>
                  </a:lnTo>
                  <a:lnTo>
                    <a:pt x="110998" y="14376"/>
                  </a:lnTo>
                  <a:lnTo>
                    <a:pt x="111506" y="14376"/>
                  </a:lnTo>
                  <a:lnTo>
                    <a:pt x="112382" y="13893"/>
                  </a:lnTo>
                  <a:lnTo>
                    <a:pt x="115303" y="10820"/>
                  </a:lnTo>
                  <a:lnTo>
                    <a:pt x="115798" y="11455"/>
                  </a:lnTo>
                  <a:lnTo>
                    <a:pt x="114350" y="13436"/>
                  </a:lnTo>
                  <a:lnTo>
                    <a:pt x="113601" y="14376"/>
                  </a:lnTo>
                  <a:lnTo>
                    <a:pt x="112014" y="17526"/>
                  </a:lnTo>
                  <a:lnTo>
                    <a:pt x="113131" y="20205"/>
                  </a:lnTo>
                  <a:lnTo>
                    <a:pt x="115862" y="15633"/>
                  </a:lnTo>
                  <a:lnTo>
                    <a:pt x="117703" y="14376"/>
                  </a:lnTo>
                  <a:lnTo>
                    <a:pt x="119113" y="13296"/>
                  </a:lnTo>
                  <a:lnTo>
                    <a:pt x="122174" y="13614"/>
                  </a:lnTo>
                  <a:lnTo>
                    <a:pt x="123558" y="13614"/>
                  </a:lnTo>
                  <a:lnTo>
                    <a:pt x="125387" y="13436"/>
                  </a:lnTo>
                  <a:lnTo>
                    <a:pt x="125501" y="13614"/>
                  </a:lnTo>
                  <a:lnTo>
                    <a:pt x="126796" y="15633"/>
                  </a:lnTo>
                  <a:lnTo>
                    <a:pt x="128231" y="17983"/>
                  </a:lnTo>
                  <a:lnTo>
                    <a:pt x="129006" y="16852"/>
                  </a:lnTo>
                  <a:lnTo>
                    <a:pt x="129095" y="17526"/>
                  </a:lnTo>
                  <a:lnTo>
                    <a:pt x="129146" y="17983"/>
                  </a:lnTo>
                  <a:lnTo>
                    <a:pt x="129705" y="22237"/>
                  </a:lnTo>
                  <a:lnTo>
                    <a:pt x="129781" y="23545"/>
                  </a:lnTo>
                  <a:lnTo>
                    <a:pt x="129832" y="26720"/>
                  </a:lnTo>
                  <a:lnTo>
                    <a:pt x="129514" y="27457"/>
                  </a:lnTo>
                  <a:lnTo>
                    <a:pt x="127952" y="27457"/>
                  </a:lnTo>
                  <a:lnTo>
                    <a:pt x="127914" y="27127"/>
                  </a:lnTo>
                  <a:lnTo>
                    <a:pt x="127812" y="26416"/>
                  </a:lnTo>
                  <a:lnTo>
                    <a:pt x="127711" y="25666"/>
                  </a:lnTo>
                  <a:lnTo>
                    <a:pt x="127596" y="24866"/>
                  </a:lnTo>
                  <a:lnTo>
                    <a:pt x="127546" y="24485"/>
                  </a:lnTo>
                  <a:lnTo>
                    <a:pt x="125882" y="23545"/>
                  </a:lnTo>
                  <a:lnTo>
                    <a:pt x="124345" y="22720"/>
                  </a:lnTo>
                  <a:lnTo>
                    <a:pt x="123063" y="21348"/>
                  </a:lnTo>
                  <a:lnTo>
                    <a:pt x="120929" y="21348"/>
                  </a:lnTo>
                  <a:lnTo>
                    <a:pt x="118287" y="21590"/>
                  </a:lnTo>
                  <a:lnTo>
                    <a:pt x="114007" y="22402"/>
                  </a:lnTo>
                  <a:lnTo>
                    <a:pt x="112483" y="24485"/>
                  </a:lnTo>
                  <a:lnTo>
                    <a:pt x="112471" y="24866"/>
                  </a:lnTo>
                  <a:lnTo>
                    <a:pt x="113131" y="26720"/>
                  </a:lnTo>
                  <a:lnTo>
                    <a:pt x="115697" y="26212"/>
                  </a:lnTo>
                  <a:lnTo>
                    <a:pt x="117551" y="24866"/>
                  </a:lnTo>
                  <a:lnTo>
                    <a:pt x="120307" y="24866"/>
                  </a:lnTo>
                  <a:lnTo>
                    <a:pt x="120967" y="25666"/>
                  </a:lnTo>
                  <a:lnTo>
                    <a:pt x="122377" y="27127"/>
                  </a:lnTo>
                  <a:lnTo>
                    <a:pt x="122453" y="27457"/>
                  </a:lnTo>
                  <a:lnTo>
                    <a:pt x="122504" y="27635"/>
                  </a:lnTo>
                  <a:lnTo>
                    <a:pt x="123063" y="29806"/>
                  </a:lnTo>
                  <a:lnTo>
                    <a:pt x="122504" y="32816"/>
                  </a:lnTo>
                  <a:lnTo>
                    <a:pt x="122250" y="32512"/>
                  </a:lnTo>
                  <a:lnTo>
                    <a:pt x="122275" y="32816"/>
                  </a:lnTo>
                  <a:lnTo>
                    <a:pt x="122402" y="34417"/>
                  </a:lnTo>
                  <a:lnTo>
                    <a:pt x="122504" y="35648"/>
                  </a:lnTo>
                  <a:lnTo>
                    <a:pt x="124091" y="36931"/>
                  </a:lnTo>
                  <a:lnTo>
                    <a:pt x="124409" y="37388"/>
                  </a:lnTo>
                  <a:lnTo>
                    <a:pt x="124879" y="37782"/>
                  </a:lnTo>
                  <a:lnTo>
                    <a:pt x="125539" y="39052"/>
                  </a:lnTo>
                  <a:lnTo>
                    <a:pt x="125476" y="40538"/>
                  </a:lnTo>
                  <a:lnTo>
                    <a:pt x="122377" y="46913"/>
                  </a:lnTo>
                  <a:lnTo>
                    <a:pt x="118795" y="46443"/>
                  </a:lnTo>
                  <a:lnTo>
                    <a:pt x="117729" y="45923"/>
                  </a:lnTo>
                  <a:lnTo>
                    <a:pt x="117627" y="45707"/>
                  </a:lnTo>
                  <a:lnTo>
                    <a:pt x="116801" y="43891"/>
                  </a:lnTo>
                  <a:lnTo>
                    <a:pt x="116268" y="41744"/>
                  </a:lnTo>
                  <a:lnTo>
                    <a:pt x="114795" y="41744"/>
                  </a:lnTo>
                  <a:lnTo>
                    <a:pt x="115023" y="43891"/>
                  </a:lnTo>
                  <a:lnTo>
                    <a:pt x="115074" y="45262"/>
                  </a:lnTo>
                  <a:lnTo>
                    <a:pt x="114769" y="45707"/>
                  </a:lnTo>
                  <a:lnTo>
                    <a:pt x="114769" y="47104"/>
                  </a:lnTo>
                  <a:lnTo>
                    <a:pt x="115760" y="48158"/>
                  </a:lnTo>
                  <a:lnTo>
                    <a:pt x="117779" y="48158"/>
                  </a:lnTo>
                  <a:lnTo>
                    <a:pt x="120345" y="49555"/>
                  </a:lnTo>
                  <a:lnTo>
                    <a:pt x="122974" y="53543"/>
                  </a:lnTo>
                  <a:lnTo>
                    <a:pt x="124764" y="54000"/>
                  </a:lnTo>
                  <a:lnTo>
                    <a:pt x="125552" y="54000"/>
                  </a:lnTo>
                  <a:lnTo>
                    <a:pt x="126568" y="53708"/>
                  </a:lnTo>
                  <a:lnTo>
                    <a:pt x="126682" y="54000"/>
                  </a:lnTo>
                  <a:lnTo>
                    <a:pt x="127952" y="56972"/>
                  </a:lnTo>
                  <a:lnTo>
                    <a:pt x="126072" y="58686"/>
                  </a:lnTo>
                  <a:lnTo>
                    <a:pt x="126072" y="61087"/>
                  </a:lnTo>
                  <a:lnTo>
                    <a:pt x="123063" y="59626"/>
                  </a:lnTo>
                  <a:lnTo>
                    <a:pt x="118084" y="59626"/>
                  </a:lnTo>
                  <a:lnTo>
                    <a:pt x="115697" y="60718"/>
                  </a:lnTo>
                  <a:lnTo>
                    <a:pt x="115760" y="61087"/>
                  </a:lnTo>
                  <a:lnTo>
                    <a:pt x="115862" y="61620"/>
                  </a:lnTo>
                  <a:lnTo>
                    <a:pt x="115951" y="62141"/>
                  </a:lnTo>
                  <a:lnTo>
                    <a:pt x="116446" y="64833"/>
                  </a:lnTo>
                  <a:lnTo>
                    <a:pt x="118287" y="61823"/>
                  </a:lnTo>
                  <a:lnTo>
                    <a:pt x="122885" y="61823"/>
                  </a:lnTo>
                  <a:lnTo>
                    <a:pt x="124091" y="62890"/>
                  </a:lnTo>
                  <a:lnTo>
                    <a:pt x="121602" y="63703"/>
                  </a:lnTo>
                  <a:lnTo>
                    <a:pt x="120967" y="65151"/>
                  </a:lnTo>
                  <a:lnTo>
                    <a:pt x="123304" y="66827"/>
                  </a:lnTo>
                  <a:lnTo>
                    <a:pt x="122504" y="68313"/>
                  </a:lnTo>
                  <a:lnTo>
                    <a:pt x="120967" y="68313"/>
                  </a:lnTo>
                  <a:lnTo>
                    <a:pt x="121907" y="70205"/>
                  </a:lnTo>
                  <a:lnTo>
                    <a:pt x="121831" y="70700"/>
                  </a:lnTo>
                  <a:lnTo>
                    <a:pt x="121602" y="72415"/>
                  </a:lnTo>
                  <a:lnTo>
                    <a:pt x="122174" y="73190"/>
                  </a:lnTo>
                  <a:lnTo>
                    <a:pt x="122618" y="73190"/>
                  </a:lnTo>
                  <a:lnTo>
                    <a:pt x="125387" y="74980"/>
                  </a:lnTo>
                  <a:lnTo>
                    <a:pt x="125387" y="76428"/>
                  </a:lnTo>
                  <a:lnTo>
                    <a:pt x="124091" y="78244"/>
                  </a:lnTo>
                  <a:lnTo>
                    <a:pt x="121716" y="77025"/>
                  </a:lnTo>
                  <a:lnTo>
                    <a:pt x="119126" y="77635"/>
                  </a:lnTo>
                  <a:lnTo>
                    <a:pt x="119176" y="77419"/>
                  </a:lnTo>
                  <a:lnTo>
                    <a:pt x="119849" y="74129"/>
                  </a:lnTo>
                  <a:lnTo>
                    <a:pt x="117373" y="71259"/>
                  </a:lnTo>
                  <a:lnTo>
                    <a:pt x="114668" y="68656"/>
                  </a:lnTo>
                  <a:lnTo>
                    <a:pt x="113411" y="67437"/>
                  </a:lnTo>
                  <a:lnTo>
                    <a:pt x="111810" y="65887"/>
                  </a:lnTo>
                  <a:lnTo>
                    <a:pt x="103276" y="64998"/>
                  </a:lnTo>
                  <a:lnTo>
                    <a:pt x="93179" y="65887"/>
                  </a:lnTo>
                  <a:lnTo>
                    <a:pt x="93154" y="66090"/>
                  </a:lnTo>
                  <a:lnTo>
                    <a:pt x="93040" y="66903"/>
                  </a:lnTo>
                  <a:lnTo>
                    <a:pt x="92925" y="67741"/>
                  </a:lnTo>
                  <a:lnTo>
                    <a:pt x="92862" y="68249"/>
                  </a:lnTo>
                  <a:lnTo>
                    <a:pt x="92798" y="68656"/>
                  </a:lnTo>
                  <a:lnTo>
                    <a:pt x="92722" y="69202"/>
                  </a:lnTo>
                  <a:lnTo>
                    <a:pt x="91567" y="65493"/>
                  </a:lnTo>
                  <a:lnTo>
                    <a:pt x="91173" y="65163"/>
                  </a:lnTo>
                  <a:lnTo>
                    <a:pt x="90779" y="64820"/>
                  </a:lnTo>
                  <a:lnTo>
                    <a:pt x="89903" y="64122"/>
                  </a:lnTo>
                  <a:lnTo>
                    <a:pt x="90970" y="62572"/>
                  </a:lnTo>
                  <a:lnTo>
                    <a:pt x="89801" y="60718"/>
                  </a:lnTo>
                  <a:lnTo>
                    <a:pt x="88557" y="58889"/>
                  </a:lnTo>
                  <a:lnTo>
                    <a:pt x="88468" y="58445"/>
                  </a:lnTo>
                  <a:lnTo>
                    <a:pt x="88734" y="58445"/>
                  </a:lnTo>
                  <a:lnTo>
                    <a:pt x="90119" y="57734"/>
                  </a:lnTo>
                  <a:lnTo>
                    <a:pt x="91503" y="58229"/>
                  </a:lnTo>
                  <a:lnTo>
                    <a:pt x="93586" y="58889"/>
                  </a:lnTo>
                  <a:lnTo>
                    <a:pt x="92900" y="58889"/>
                  </a:lnTo>
                  <a:lnTo>
                    <a:pt x="92773" y="60718"/>
                  </a:lnTo>
                  <a:lnTo>
                    <a:pt x="92722" y="61531"/>
                  </a:lnTo>
                  <a:lnTo>
                    <a:pt x="113118" y="59918"/>
                  </a:lnTo>
                  <a:lnTo>
                    <a:pt x="111112" y="58445"/>
                  </a:lnTo>
                  <a:lnTo>
                    <a:pt x="109156" y="55321"/>
                  </a:lnTo>
                  <a:lnTo>
                    <a:pt x="108000" y="57607"/>
                  </a:lnTo>
                  <a:lnTo>
                    <a:pt x="108000" y="58889"/>
                  </a:lnTo>
                  <a:lnTo>
                    <a:pt x="107340" y="58889"/>
                  </a:lnTo>
                  <a:lnTo>
                    <a:pt x="107442" y="58686"/>
                  </a:lnTo>
                  <a:lnTo>
                    <a:pt x="108000" y="58889"/>
                  </a:lnTo>
                  <a:lnTo>
                    <a:pt x="108000" y="57607"/>
                  </a:lnTo>
                  <a:lnTo>
                    <a:pt x="107569" y="58445"/>
                  </a:lnTo>
                  <a:lnTo>
                    <a:pt x="106857" y="58445"/>
                  </a:lnTo>
                  <a:lnTo>
                    <a:pt x="105905" y="58077"/>
                  </a:lnTo>
                  <a:lnTo>
                    <a:pt x="103809" y="54013"/>
                  </a:lnTo>
                  <a:lnTo>
                    <a:pt x="103149" y="57632"/>
                  </a:lnTo>
                  <a:lnTo>
                    <a:pt x="101625" y="58229"/>
                  </a:lnTo>
                  <a:lnTo>
                    <a:pt x="100304" y="58445"/>
                  </a:lnTo>
                  <a:lnTo>
                    <a:pt x="99212" y="58445"/>
                  </a:lnTo>
                  <a:lnTo>
                    <a:pt x="99098" y="58229"/>
                  </a:lnTo>
                  <a:lnTo>
                    <a:pt x="99021" y="58077"/>
                  </a:lnTo>
                  <a:lnTo>
                    <a:pt x="96989" y="54013"/>
                  </a:lnTo>
                  <a:lnTo>
                    <a:pt x="96672" y="53276"/>
                  </a:lnTo>
                  <a:lnTo>
                    <a:pt x="96672" y="57404"/>
                  </a:lnTo>
                  <a:lnTo>
                    <a:pt x="94068" y="58889"/>
                  </a:lnTo>
                  <a:lnTo>
                    <a:pt x="90131" y="55321"/>
                  </a:lnTo>
                  <a:lnTo>
                    <a:pt x="88734" y="53276"/>
                  </a:lnTo>
                  <a:lnTo>
                    <a:pt x="105410" y="52146"/>
                  </a:lnTo>
                  <a:lnTo>
                    <a:pt x="105041" y="50685"/>
                  </a:lnTo>
                  <a:lnTo>
                    <a:pt x="104965" y="50393"/>
                  </a:lnTo>
                  <a:lnTo>
                    <a:pt x="104876" y="50025"/>
                  </a:lnTo>
                  <a:lnTo>
                    <a:pt x="104711" y="49364"/>
                  </a:lnTo>
                  <a:lnTo>
                    <a:pt x="90817" y="50139"/>
                  </a:lnTo>
                  <a:lnTo>
                    <a:pt x="91147" y="49364"/>
                  </a:lnTo>
                  <a:lnTo>
                    <a:pt x="91147" y="47802"/>
                  </a:lnTo>
                  <a:lnTo>
                    <a:pt x="90792" y="46926"/>
                  </a:lnTo>
                  <a:lnTo>
                    <a:pt x="89471" y="46926"/>
                  </a:lnTo>
                  <a:lnTo>
                    <a:pt x="88912" y="47802"/>
                  </a:lnTo>
                  <a:lnTo>
                    <a:pt x="88912" y="49364"/>
                  </a:lnTo>
                  <a:lnTo>
                    <a:pt x="89471" y="50203"/>
                  </a:lnTo>
                  <a:lnTo>
                    <a:pt x="89662" y="50203"/>
                  </a:lnTo>
                  <a:lnTo>
                    <a:pt x="86245" y="50393"/>
                  </a:lnTo>
                  <a:lnTo>
                    <a:pt x="86220" y="50025"/>
                  </a:lnTo>
                  <a:lnTo>
                    <a:pt x="86106" y="47866"/>
                  </a:lnTo>
                  <a:lnTo>
                    <a:pt x="85051" y="27800"/>
                  </a:lnTo>
                  <a:lnTo>
                    <a:pt x="86918" y="27241"/>
                  </a:lnTo>
                  <a:lnTo>
                    <a:pt x="86969" y="27800"/>
                  </a:lnTo>
                  <a:lnTo>
                    <a:pt x="87769" y="37211"/>
                  </a:lnTo>
                  <a:lnTo>
                    <a:pt x="89903" y="36741"/>
                  </a:lnTo>
                  <a:lnTo>
                    <a:pt x="89827" y="36144"/>
                  </a:lnTo>
                  <a:lnTo>
                    <a:pt x="89725" y="35293"/>
                  </a:lnTo>
                  <a:lnTo>
                    <a:pt x="89623" y="34429"/>
                  </a:lnTo>
                  <a:lnTo>
                    <a:pt x="87325" y="15570"/>
                  </a:lnTo>
                  <a:lnTo>
                    <a:pt x="87058" y="15227"/>
                  </a:lnTo>
                  <a:lnTo>
                    <a:pt x="87058" y="27190"/>
                  </a:lnTo>
                  <a:lnTo>
                    <a:pt x="86918" y="27190"/>
                  </a:lnTo>
                  <a:lnTo>
                    <a:pt x="86817" y="26149"/>
                  </a:lnTo>
                  <a:lnTo>
                    <a:pt x="86245" y="23545"/>
                  </a:lnTo>
                  <a:lnTo>
                    <a:pt x="83540" y="21691"/>
                  </a:lnTo>
                  <a:lnTo>
                    <a:pt x="81381" y="19888"/>
                  </a:lnTo>
                  <a:lnTo>
                    <a:pt x="79286" y="19888"/>
                  </a:lnTo>
                  <a:lnTo>
                    <a:pt x="72009" y="18148"/>
                  </a:lnTo>
                  <a:lnTo>
                    <a:pt x="75171" y="15367"/>
                  </a:lnTo>
                  <a:lnTo>
                    <a:pt x="77711" y="14922"/>
                  </a:lnTo>
                  <a:lnTo>
                    <a:pt x="80162" y="14439"/>
                  </a:lnTo>
                  <a:lnTo>
                    <a:pt x="80848" y="12534"/>
                  </a:lnTo>
                  <a:lnTo>
                    <a:pt x="82727" y="14439"/>
                  </a:lnTo>
                  <a:lnTo>
                    <a:pt x="84582" y="16256"/>
                  </a:lnTo>
                  <a:lnTo>
                    <a:pt x="86245" y="19392"/>
                  </a:lnTo>
                  <a:lnTo>
                    <a:pt x="86283" y="19888"/>
                  </a:lnTo>
                  <a:lnTo>
                    <a:pt x="86398" y="21132"/>
                  </a:lnTo>
                  <a:lnTo>
                    <a:pt x="86436" y="21691"/>
                  </a:lnTo>
                  <a:lnTo>
                    <a:pt x="86817" y="26149"/>
                  </a:lnTo>
                  <a:lnTo>
                    <a:pt x="87058" y="27190"/>
                  </a:lnTo>
                  <a:lnTo>
                    <a:pt x="87058" y="15227"/>
                  </a:lnTo>
                  <a:lnTo>
                    <a:pt x="85686" y="13398"/>
                  </a:lnTo>
                  <a:lnTo>
                    <a:pt x="84924" y="12534"/>
                  </a:lnTo>
                  <a:lnTo>
                    <a:pt x="84582" y="12141"/>
                  </a:lnTo>
                  <a:lnTo>
                    <a:pt x="83515" y="10820"/>
                  </a:lnTo>
                  <a:lnTo>
                    <a:pt x="79121" y="8343"/>
                  </a:lnTo>
                  <a:lnTo>
                    <a:pt x="81267" y="8724"/>
                  </a:lnTo>
                  <a:lnTo>
                    <a:pt x="80238" y="8343"/>
                  </a:lnTo>
                  <a:lnTo>
                    <a:pt x="78905" y="7848"/>
                  </a:lnTo>
                  <a:lnTo>
                    <a:pt x="76149" y="8724"/>
                  </a:lnTo>
                  <a:lnTo>
                    <a:pt x="73520" y="9601"/>
                  </a:lnTo>
                  <a:lnTo>
                    <a:pt x="71450" y="10160"/>
                  </a:lnTo>
                  <a:lnTo>
                    <a:pt x="70104" y="11607"/>
                  </a:lnTo>
                  <a:lnTo>
                    <a:pt x="68910" y="13068"/>
                  </a:lnTo>
                  <a:lnTo>
                    <a:pt x="67652" y="16256"/>
                  </a:lnTo>
                  <a:lnTo>
                    <a:pt x="69418" y="21132"/>
                  </a:lnTo>
                  <a:lnTo>
                    <a:pt x="72669" y="19888"/>
                  </a:lnTo>
                  <a:lnTo>
                    <a:pt x="72783" y="21132"/>
                  </a:lnTo>
                  <a:lnTo>
                    <a:pt x="72847" y="21691"/>
                  </a:lnTo>
                  <a:lnTo>
                    <a:pt x="73418" y="27800"/>
                  </a:lnTo>
                  <a:lnTo>
                    <a:pt x="71196" y="31457"/>
                  </a:lnTo>
                  <a:lnTo>
                    <a:pt x="69164" y="34429"/>
                  </a:lnTo>
                  <a:lnTo>
                    <a:pt x="69291" y="35293"/>
                  </a:lnTo>
                  <a:lnTo>
                    <a:pt x="69405" y="36144"/>
                  </a:lnTo>
                  <a:lnTo>
                    <a:pt x="69481" y="36741"/>
                  </a:lnTo>
                  <a:lnTo>
                    <a:pt x="69545" y="37211"/>
                  </a:lnTo>
                  <a:lnTo>
                    <a:pt x="70015" y="40525"/>
                  </a:lnTo>
                  <a:lnTo>
                    <a:pt x="74129" y="36144"/>
                  </a:lnTo>
                  <a:lnTo>
                    <a:pt x="73418" y="32512"/>
                  </a:lnTo>
                  <a:lnTo>
                    <a:pt x="79286" y="27800"/>
                  </a:lnTo>
                  <a:lnTo>
                    <a:pt x="80314" y="35293"/>
                  </a:lnTo>
                  <a:lnTo>
                    <a:pt x="78689" y="39941"/>
                  </a:lnTo>
                  <a:lnTo>
                    <a:pt x="82448" y="40779"/>
                  </a:lnTo>
                  <a:lnTo>
                    <a:pt x="82918" y="44335"/>
                  </a:lnTo>
                  <a:lnTo>
                    <a:pt x="81534" y="45250"/>
                  </a:lnTo>
                  <a:lnTo>
                    <a:pt x="81851" y="50025"/>
                  </a:lnTo>
                  <a:lnTo>
                    <a:pt x="77711" y="50685"/>
                  </a:lnTo>
                  <a:lnTo>
                    <a:pt x="77647" y="50393"/>
                  </a:lnTo>
                  <a:lnTo>
                    <a:pt x="77571" y="50025"/>
                  </a:lnTo>
                  <a:lnTo>
                    <a:pt x="76555" y="45250"/>
                  </a:lnTo>
                  <a:lnTo>
                    <a:pt x="76962" y="47866"/>
                  </a:lnTo>
                  <a:lnTo>
                    <a:pt x="74764" y="48501"/>
                  </a:lnTo>
                  <a:lnTo>
                    <a:pt x="76276" y="52362"/>
                  </a:lnTo>
                  <a:lnTo>
                    <a:pt x="82727" y="52514"/>
                  </a:lnTo>
                  <a:lnTo>
                    <a:pt x="84124" y="53276"/>
                  </a:lnTo>
                  <a:lnTo>
                    <a:pt x="85153" y="54013"/>
                  </a:lnTo>
                  <a:lnTo>
                    <a:pt x="87452" y="55727"/>
                  </a:lnTo>
                  <a:lnTo>
                    <a:pt x="85953" y="57632"/>
                  </a:lnTo>
                  <a:lnTo>
                    <a:pt x="82943" y="55321"/>
                  </a:lnTo>
                  <a:lnTo>
                    <a:pt x="80848" y="58445"/>
                  </a:lnTo>
                  <a:lnTo>
                    <a:pt x="68097" y="58889"/>
                  </a:lnTo>
                  <a:lnTo>
                    <a:pt x="74244" y="58889"/>
                  </a:lnTo>
                  <a:lnTo>
                    <a:pt x="74244" y="60718"/>
                  </a:lnTo>
                  <a:lnTo>
                    <a:pt x="77711" y="62903"/>
                  </a:lnTo>
                  <a:lnTo>
                    <a:pt x="76695" y="64998"/>
                  </a:lnTo>
                  <a:lnTo>
                    <a:pt x="76631" y="65493"/>
                  </a:lnTo>
                  <a:lnTo>
                    <a:pt x="78244" y="67741"/>
                  </a:lnTo>
                  <a:lnTo>
                    <a:pt x="75806" y="69621"/>
                  </a:lnTo>
                  <a:lnTo>
                    <a:pt x="76695" y="71996"/>
                  </a:lnTo>
                  <a:lnTo>
                    <a:pt x="79590" y="68656"/>
                  </a:lnTo>
                  <a:lnTo>
                    <a:pt x="82791" y="68249"/>
                  </a:lnTo>
                  <a:lnTo>
                    <a:pt x="86080" y="67741"/>
                  </a:lnTo>
                  <a:lnTo>
                    <a:pt x="87325" y="65163"/>
                  </a:lnTo>
                  <a:lnTo>
                    <a:pt x="88734" y="66090"/>
                  </a:lnTo>
                  <a:lnTo>
                    <a:pt x="90182" y="66903"/>
                  </a:lnTo>
                  <a:lnTo>
                    <a:pt x="90970" y="69202"/>
                  </a:lnTo>
                  <a:lnTo>
                    <a:pt x="91084" y="70167"/>
                  </a:lnTo>
                  <a:lnTo>
                    <a:pt x="91198" y="71043"/>
                  </a:lnTo>
                  <a:lnTo>
                    <a:pt x="91313" y="71996"/>
                  </a:lnTo>
                  <a:lnTo>
                    <a:pt x="91401" y="72682"/>
                  </a:lnTo>
                  <a:lnTo>
                    <a:pt x="91503" y="73558"/>
                  </a:lnTo>
                  <a:lnTo>
                    <a:pt x="87566" y="72682"/>
                  </a:lnTo>
                  <a:lnTo>
                    <a:pt x="87947" y="72682"/>
                  </a:lnTo>
                  <a:lnTo>
                    <a:pt x="86639" y="71259"/>
                  </a:lnTo>
                  <a:lnTo>
                    <a:pt x="84315" y="71107"/>
                  </a:lnTo>
                  <a:lnTo>
                    <a:pt x="82727" y="72517"/>
                  </a:lnTo>
                  <a:lnTo>
                    <a:pt x="82765" y="72682"/>
                  </a:lnTo>
                  <a:lnTo>
                    <a:pt x="83197" y="74853"/>
                  </a:lnTo>
                  <a:lnTo>
                    <a:pt x="82169" y="74853"/>
                  </a:lnTo>
                  <a:lnTo>
                    <a:pt x="85953" y="75615"/>
                  </a:lnTo>
                  <a:lnTo>
                    <a:pt x="85864" y="76288"/>
                  </a:lnTo>
                  <a:lnTo>
                    <a:pt x="85445" y="79502"/>
                  </a:lnTo>
                  <a:lnTo>
                    <a:pt x="86918" y="80264"/>
                  </a:lnTo>
                  <a:lnTo>
                    <a:pt x="87122" y="80264"/>
                  </a:lnTo>
                  <a:lnTo>
                    <a:pt x="89204" y="77736"/>
                  </a:lnTo>
                  <a:lnTo>
                    <a:pt x="91503" y="79133"/>
                  </a:lnTo>
                  <a:lnTo>
                    <a:pt x="91554" y="79502"/>
                  </a:lnTo>
                  <a:lnTo>
                    <a:pt x="91655" y="80264"/>
                  </a:lnTo>
                  <a:lnTo>
                    <a:pt x="92125" y="83781"/>
                  </a:lnTo>
                  <a:lnTo>
                    <a:pt x="92722" y="86220"/>
                  </a:lnTo>
                  <a:lnTo>
                    <a:pt x="91567" y="85813"/>
                  </a:lnTo>
                  <a:lnTo>
                    <a:pt x="90551" y="85509"/>
                  </a:lnTo>
                  <a:lnTo>
                    <a:pt x="88049" y="84391"/>
                  </a:lnTo>
                  <a:lnTo>
                    <a:pt x="85686" y="84937"/>
                  </a:lnTo>
                  <a:lnTo>
                    <a:pt x="88188" y="90246"/>
                  </a:lnTo>
                  <a:lnTo>
                    <a:pt x="96443" y="90601"/>
                  </a:lnTo>
                  <a:lnTo>
                    <a:pt x="96469" y="90246"/>
                  </a:lnTo>
                  <a:lnTo>
                    <a:pt x="96786" y="86220"/>
                  </a:lnTo>
                  <a:lnTo>
                    <a:pt x="96875" y="84937"/>
                  </a:lnTo>
                  <a:lnTo>
                    <a:pt x="96964" y="83781"/>
                  </a:lnTo>
                  <a:lnTo>
                    <a:pt x="97116" y="81940"/>
                  </a:lnTo>
                  <a:lnTo>
                    <a:pt x="95084" y="77635"/>
                  </a:lnTo>
                  <a:lnTo>
                    <a:pt x="94983" y="77419"/>
                  </a:lnTo>
                  <a:lnTo>
                    <a:pt x="94310" y="75996"/>
                  </a:lnTo>
                  <a:lnTo>
                    <a:pt x="92227" y="74510"/>
                  </a:lnTo>
                  <a:lnTo>
                    <a:pt x="92710" y="73558"/>
                  </a:lnTo>
                  <a:lnTo>
                    <a:pt x="92798" y="73367"/>
                  </a:lnTo>
                  <a:lnTo>
                    <a:pt x="94919" y="69202"/>
                  </a:lnTo>
                  <a:lnTo>
                    <a:pt x="95478" y="68110"/>
                  </a:lnTo>
                  <a:lnTo>
                    <a:pt x="104279" y="67437"/>
                  </a:lnTo>
                  <a:lnTo>
                    <a:pt x="107124" y="70167"/>
                  </a:lnTo>
                  <a:lnTo>
                    <a:pt x="107238" y="71259"/>
                  </a:lnTo>
                  <a:lnTo>
                    <a:pt x="107365" y="72517"/>
                  </a:lnTo>
                  <a:lnTo>
                    <a:pt x="107454" y="73367"/>
                  </a:lnTo>
                  <a:lnTo>
                    <a:pt x="109601" y="73367"/>
                  </a:lnTo>
                  <a:lnTo>
                    <a:pt x="109601" y="68656"/>
                  </a:lnTo>
                  <a:lnTo>
                    <a:pt x="112610" y="71043"/>
                  </a:lnTo>
                  <a:lnTo>
                    <a:pt x="115684" y="72682"/>
                  </a:lnTo>
                  <a:lnTo>
                    <a:pt x="114109" y="74853"/>
                  </a:lnTo>
                  <a:lnTo>
                    <a:pt x="114719" y="74853"/>
                  </a:lnTo>
                  <a:lnTo>
                    <a:pt x="109156" y="75831"/>
                  </a:lnTo>
                  <a:lnTo>
                    <a:pt x="107124" y="76288"/>
                  </a:lnTo>
                  <a:lnTo>
                    <a:pt x="108788" y="78613"/>
                  </a:lnTo>
                  <a:lnTo>
                    <a:pt x="111112" y="77927"/>
                  </a:lnTo>
                  <a:lnTo>
                    <a:pt x="113715" y="77419"/>
                  </a:lnTo>
                  <a:lnTo>
                    <a:pt x="113779" y="77635"/>
                  </a:lnTo>
                  <a:lnTo>
                    <a:pt x="113868" y="77927"/>
                  </a:lnTo>
                  <a:lnTo>
                    <a:pt x="114592" y="80264"/>
                  </a:lnTo>
                  <a:lnTo>
                    <a:pt x="114858" y="80264"/>
                  </a:lnTo>
                  <a:lnTo>
                    <a:pt x="116586" y="78613"/>
                  </a:lnTo>
                  <a:lnTo>
                    <a:pt x="119100" y="77647"/>
                  </a:lnTo>
                  <a:lnTo>
                    <a:pt x="118999" y="78244"/>
                  </a:lnTo>
                  <a:lnTo>
                    <a:pt x="118960" y="78435"/>
                  </a:lnTo>
                  <a:lnTo>
                    <a:pt x="118821" y="79133"/>
                  </a:lnTo>
                  <a:lnTo>
                    <a:pt x="117729" y="80467"/>
                  </a:lnTo>
                  <a:lnTo>
                    <a:pt x="116801" y="82219"/>
                  </a:lnTo>
                  <a:lnTo>
                    <a:pt x="116725" y="83680"/>
                  </a:lnTo>
                  <a:lnTo>
                    <a:pt x="116649" y="83883"/>
                  </a:lnTo>
                  <a:lnTo>
                    <a:pt x="116166" y="85039"/>
                  </a:lnTo>
                  <a:lnTo>
                    <a:pt x="114935" y="85445"/>
                  </a:lnTo>
                  <a:lnTo>
                    <a:pt x="114731" y="85445"/>
                  </a:lnTo>
                  <a:lnTo>
                    <a:pt x="114223" y="85039"/>
                  </a:lnTo>
                  <a:lnTo>
                    <a:pt x="114134" y="84823"/>
                  </a:lnTo>
                  <a:lnTo>
                    <a:pt x="114033" y="84607"/>
                  </a:lnTo>
                  <a:lnTo>
                    <a:pt x="113601" y="83680"/>
                  </a:lnTo>
                  <a:lnTo>
                    <a:pt x="110655" y="84607"/>
                  </a:lnTo>
                  <a:lnTo>
                    <a:pt x="110617" y="86233"/>
                  </a:lnTo>
                  <a:lnTo>
                    <a:pt x="113322" y="85585"/>
                  </a:lnTo>
                  <a:lnTo>
                    <a:pt x="114795" y="87718"/>
                  </a:lnTo>
                  <a:lnTo>
                    <a:pt x="117551" y="87960"/>
                  </a:lnTo>
                  <a:lnTo>
                    <a:pt x="117551" y="85267"/>
                  </a:lnTo>
                  <a:lnTo>
                    <a:pt x="119113" y="83108"/>
                  </a:lnTo>
                  <a:lnTo>
                    <a:pt x="120929" y="84823"/>
                  </a:lnTo>
                  <a:lnTo>
                    <a:pt x="122707" y="83883"/>
                  </a:lnTo>
                  <a:lnTo>
                    <a:pt x="122682" y="83108"/>
                  </a:lnTo>
                  <a:lnTo>
                    <a:pt x="122631" y="82219"/>
                  </a:lnTo>
                  <a:lnTo>
                    <a:pt x="122618" y="81889"/>
                  </a:lnTo>
                  <a:lnTo>
                    <a:pt x="120967" y="82219"/>
                  </a:lnTo>
                  <a:lnTo>
                    <a:pt x="119240" y="81889"/>
                  </a:lnTo>
                  <a:lnTo>
                    <a:pt x="119659" y="81203"/>
                  </a:lnTo>
                  <a:lnTo>
                    <a:pt x="119913" y="80467"/>
                  </a:lnTo>
                  <a:lnTo>
                    <a:pt x="120065" y="80251"/>
                  </a:lnTo>
                  <a:lnTo>
                    <a:pt x="121640" y="79133"/>
                  </a:lnTo>
                  <a:lnTo>
                    <a:pt x="124091" y="79133"/>
                  </a:lnTo>
                  <a:lnTo>
                    <a:pt x="124091" y="82219"/>
                  </a:lnTo>
                  <a:lnTo>
                    <a:pt x="124383" y="82664"/>
                  </a:lnTo>
                  <a:lnTo>
                    <a:pt x="124866" y="83299"/>
                  </a:lnTo>
                  <a:lnTo>
                    <a:pt x="124764" y="83883"/>
                  </a:lnTo>
                  <a:lnTo>
                    <a:pt x="124599" y="84607"/>
                  </a:lnTo>
                  <a:lnTo>
                    <a:pt x="124587" y="85801"/>
                  </a:lnTo>
                  <a:lnTo>
                    <a:pt x="125882" y="88252"/>
                  </a:lnTo>
                  <a:lnTo>
                    <a:pt x="125984" y="89979"/>
                  </a:lnTo>
                  <a:lnTo>
                    <a:pt x="126072" y="91287"/>
                  </a:lnTo>
                  <a:lnTo>
                    <a:pt x="128892" y="89979"/>
                  </a:lnTo>
                  <a:lnTo>
                    <a:pt x="133870" y="89750"/>
                  </a:lnTo>
                  <a:lnTo>
                    <a:pt x="138912" y="90436"/>
                  </a:lnTo>
                  <a:lnTo>
                    <a:pt x="139115" y="89750"/>
                  </a:lnTo>
                  <a:lnTo>
                    <a:pt x="139674" y="87718"/>
                  </a:lnTo>
                  <a:lnTo>
                    <a:pt x="139750" y="85801"/>
                  </a:lnTo>
                  <a:lnTo>
                    <a:pt x="139674" y="83299"/>
                  </a:lnTo>
                  <a:lnTo>
                    <a:pt x="139598" y="83108"/>
                  </a:lnTo>
                  <a:lnTo>
                    <a:pt x="139103" y="81889"/>
                  </a:lnTo>
                  <a:lnTo>
                    <a:pt x="135597" y="78244"/>
                  </a:lnTo>
                  <a:lnTo>
                    <a:pt x="135521" y="77635"/>
                  </a:lnTo>
                  <a:lnTo>
                    <a:pt x="135432" y="77025"/>
                  </a:lnTo>
                  <a:lnTo>
                    <a:pt x="135356" y="76428"/>
                  </a:lnTo>
                  <a:lnTo>
                    <a:pt x="135216" y="75374"/>
                  </a:lnTo>
                  <a:lnTo>
                    <a:pt x="134493" y="74815"/>
                  </a:lnTo>
                  <a:lnTo>
                    <a:pt x="134493" y="84607"/>
                  </a:lnTo>
                  <a:lnTo>
                    <a:pt x="130848" y="85445"/>
                  </a:lnTo>
                  <a:lnTo>
                    <a:pt x="131051" y="85445"/>
                  </a:lnTo>
                  <a:lnTo>
                    <a:pt x="127952" y="85801"/>
                  </a:lnTo>
                  <a:lnTo>
                    <a:pt x="127914" y="85267"/>
                  </a:lnTo>
                  <a:lnTo>
                    <a:pt x="127787" y="83680"/>
                  </a:lnTo>
                  <a:lnTo>
                    <a:pt x="127190" y="83299"/>
                  </a:lnTo>
                  <a:lnTo>
                    <a:pt x="127076" y="83108"/>
                  </a:lnTo>
                  <a:lnTo>
                    <a:pt x="126796" y="82664"/>
                  </a:lnTo>
                  <a:lnTo>
                    <a:pt x="126453" y="82219"/>
                  </a:lnTo>
                  <a:lnTo>
                    <a:pt x="126225" y="81889"/>
                  </a:lnTo>
                  <a:lnTo>
                    <a:pt x="126161" y="81203"/>
                  </a:lnTo>
                  <a:lnTo>
                    <a:pt x="126072" y="80251"/>
                  </a:lnTo>
                  <a:lnTo>
                    <a:pt x="126923" y="79133"/>
                  </a:lnTo>
                  <a:lnTo>
                    <a:pt x="128511" y="78435"/>
                  </a:lnTo>
                  <a:lnTo>
                    <a:pt x="132803" y="78435"/>
                  </a:lnTo>
                  <a:lnTo>
                    <a:pt x="134429" y="83108"/>
                  </a:lnTo>
                  <a:lnTo>
                    <a:pt x="134493" y="84607"/>
                  </a:lnTo>
                  <a:lnTo>
                    <a:pt x="134493" y="74815"/>
                  </a:lnTo>
                  <a:lnTo>
                    <a:pt x="134200" y="74587"/>
                  </a:lnTo>
                  <a:lnTo>
                    <a:pt x="132270" y="74244"/>
                  </a:lnTo>
                  <a:lnTo>
                    <a:pt x="132295" y="74104"/>
                  </a:lnTo>
                  <a:lnTo>
                    <a:pt x="130987" y="74244"/>
                  </a:lnTo>
                  <a:lnTo>
                    <a:pt x="127431" y="75374"/>
                  </a:lnTo>
                  <a:lnTo>
                    <a:pt x="127152" y="75374"/>
                  </a:lnTo>
                  <a:lnTo>
                    <a:pt x="128409" y="78244"/>
                  </a:lnTo>
                  <a:lnTo>
                    <a:pt x="126250" y="74244"/>
                  </a:lnTo>
                  <a:lnTo>
                    <a:pt x="126161" y="73964"/>
                  </a:lnTo>
                  <a:lnTo>
                    <a:pt x="125882" y="73558"/>
                  </a:lnTo>
                  <a:lnTo>
                    <a:pt x="125844" y="70700"/>
                  </a:lnTo>
                  <a:lnTo>
                    <a:pt x="126314" y="70700"/>
                  </a:lnTo>
                  <a:lnTo>
                    <a:pt x="132270" y="69380"/>
                  </a:lnTo>
                  <a:lnTo>
                    <a:pt x="132981" y="70700"/>
                  </a:lnTo>
                  <a:lnTo>
                    <a:pt x="132295" y="74104"/>
                  </a:lnTo>
                  <a:lnTo>
                    <a:pt x="133426" y="73964"/>
                  </a:lnTo>
                  <a:lnTo>
                    <a:pt x="134200" y="74587"/>
                  </a:lnTo>
                  <a:lnTo>
                    <a:pt x="134391" y="74726"/>
                  </a:lnTo>
                  <a:lnTo>
                    <a:pt x="134454" y="74587"/>
                  </a:lnTo>
                  <a:lnTo>
                    <a:pt x="134708" y="73964"/>
                  </a:lnTo>
                  <a:lnTo>
                    <a:pt x="135597" y="71818"/>
                  </a:lnTo>
                  <a:lnTo>
                    <a:pt x="137795" y="69380"/>
                  </a:lnTo>
                  <a:lnTo>
                    <a:pt x="138760" y="68313"/>
                  </a:lnTo>
                  <a:lnTo>
                    <a:pt x="138569" y="68033"/>
                  </a:lnTo>
                  <a:lnTo>
                    <a:pt x="148755" y="67284"/>
                  </a:lnTo>
                  <a:lnTo>
                    <a:pt x="150418" y="67449"/>
                  </a:lnTo>
                  <a:lnTo>
                    <a:pt x="151917" y="69113"/>
                  </a:lnTo>
                  <a:lnTo>
                    <a:pt x="152374" y="69811"/>
                  </a:lnTo>
                  <a:lnTo>
                    <a:pt x="152590" y="70167"/>
                  </a:lnTo>
                  <a:lnTo>
                    <a:pt x="153733" y="78435"/>
                  </a:lnTo>
                  <a:lnTo>
                    <a:pt x="152590" y="80975"/>
                  </a:lnTo>
                  <a:lnTo>
                    <a:pt x="149339" y="83883"/>
                  </a:lnTo>
                  <a:lnTo>
                    <a:pt x="147828" y="88938"/>
                  </a:lnTo>
                  <a:lnTo>
                    <a:pt x="152146" y="89395"/>
                  </a:lnTo>
                  <a:lnTo>
                    <a:pt x="151993" y="85686"/>
                  </a:lnTo>
                  <a:lnTo>
                    <a:pt x="153530" y="84480"/>
                  </a:lnTo>
                  <a:lnTo>
                    <a:pt x="155879" y="82765"/>
                  </a:lnTo>
                  <a:lnTo>
                    <a:pt x="157848" y="79349"/>
                  </a:lnTo>
                  <a:lnTo>
                    <a:pt x="159791" y="83324"/>
                  </a:lnTo>
                  <a:lnTo>
                    <a:pt x="161201" y="82423"/>
                  </a:lnTo>
                  <a:lnTo>
                    <a:pt x="156210" y="72796"/>
                  </a:lnTo>
                  <a:lnTo>
                    <a:pt x="156464" y="72428"/>
                  </a:lnTo>
                  <a:lnTo>
                    <a:pt x="157683" y="70815"/>
                  </a:lnTo>
                  <a:lnTo>
                    <a:pt x="160807" y="70954"/>
                  </a:lnTo>
                  <a:lnTo>
                    <a:pt x="160807" y="70815"/>
                  </a:lnTo>
                  <a:lnTo>
                    <a:pt x="160807" y="69811"/>
                  </a:lnTo>
                  <a:lnTo>
                    <a:pt x="162509" y="69303"/>
                  </a:lnTo>
                  <a:lnTo>
                    <a:pt x="164668" y="72402"/>
                  </a:lnTo>
                  <a:lnTo>
                    <a:pt x="166662" y="75742"/>
                  </a:lnTo>
                  <a:lnTo>
                    <a:pt x="168414" y="78168"/>
                  </a:lnTo>
                  <a:lnTo>
                    <a:pt x="164998" y="82105"/>
                  </a:lnTo>
                  <a:lnTo>
                    <a:pt x="163461" y="84378"/>
                  </a:lnTo>
                  <a:lnTo>
                    <a:pt x="164947" y="84937"/>
                  </a:lnTo>
                  <a:lnTo>
                    <a:pt x="165328" y="84937"/>
                  </a:lnTo>
                  <a:lnTo>
                    <a:pt x="167259" y="82194"/>
                  </a:lnTo>
                  <a:lnTo>
                    <a:pt x="167220" y="82473"/>
                  </a:lnTo>
                  <a:lnTo>
                    <a:pt x="167132" y="83197"/>
                  </a:lnTo>
                  <a:lnTo>
                    <a:pt x="167017" y="84175"/>
                  </a:lnTo>
                  <a:lnTo>
                    <a:pt x="166966" y="84594"/>
                  </a:lnTo>
                  <a:lnTo>
                    <a:pt x="169887" y="88150"/>
                  </a:lnTo>
                  <a:lnTo>
                    <a:pt x="169964" y="89115"/>
                  </a:lnTo>
                  <a:lnTo>
                    <a:pt x="170078" y="90589"/>
                  </a:lnTo>
                  <a:lnTo>
                    <a:pt x="170103" y="90792"/>
                  </a:lnTo>
                  <a:lnTo>
                    <a:pt x="170865" y="90589"/>
                  </a:lnTo>
                  <a:lnTo>
                    <a:pt x="171831" y="90424"/>
                  </a:lnTo>
                  <a:lnTo>
                    <a:pt x="175056" y="89115"/>
                  </a:lnTo>
                  <a:lnTo>
                    <a:pt x="180060" y="90424"/>
                  </a:lnTo>
                  <a:lnTo>
                    <a:pt x="181673" y="89801"/>
                  </a:lnTo>
                  <a:lnTo>
                    <a:pt x="181559" y="89115"/>
                  </a:lnTo>
                  <a:lnTo>
                    <a:pt x="181533" y="88925"/>
                  </a:lnTo>
                  <a:lnTo>
                    <a:pt x="181406" y="88150"/>
                  </a:lnTo>
                  <a:lnTo>
                    <a:pt x="180949" y="85204"/>
                  </a:lnTo>
                  <a:lnTo>
                    <a:pt x="180898" y="84937"/>
                  </a:lnTo>
                  <a:lnTo>
                    <a:pt x="180784" y="84175"/>
                  </a:lnTo>
                  <a:lnTo>
                    <a:pt x="179844" y="82473"/>
                  </a:lnTo>
                  <a:lnTo>
                    <a:pt x="179578" y="82105"/>
                  </a:lnTo>
                  <a:lnTo>
                    <a:pt x="179222" y="81711"/>
                  </a:lnTo>
                  <a:lnTo>
                    <a:pt x="178663" y="80962"/>
                  </a:lnTo>
                  <a:lnTo>
                    <a:pt x="178536" y="80746"/>
                  </a:lnTo>
                  <a:lnTo>
                    <a:pt x="177596" y="79121"/>
                  </a:lnTo>
                  <a:lnTo>
                    <a:pt x="176085" y="76517"/>
                  </a:lnTo>
                  <a:lnTo>
                    <a:pt x="175729" y="75742"/>
                  </a:lnTo>
                  <a:lnTo>
                    <a:pt x="178625" y="71107"/>
                  </a:lnTo>
                  <a:lnTo>
                    <a:pt x="179374" y="71107"/>
                  </a:lnTo>
                  <a:lnTo>
                    <a:pt x="191681" y="70840"/>
                  </a:lnTo>
                  <a:lnTo>
                    <a:pt x="192849" y="73317"/>
                  </a:lnTo>
                  <a:lnTo>
                    <a:pt x="193814" y="76517"/>
                  </a:lnTo>
                  <a:lnTo>
                    <a:pt x="193916" y="77216"/>
                  </a:lnTo>
                  <a:lnTo>
                    <a:pt x="193992" y="78168"/>
                  </a:lnTo>
                  <a:lnTo>
                    <a:pt x="194068" y="79121"/>
                  </a:lnTo>
                  <a:lnTo>
                    <a:pt x="194132" y="79997"/>
                  </a:lnTo>
                  <a:lnTo>
                    <a:pt x="191312" y="81203"/>
                  </a:lnTo>
                  <a:lnTo>
                    <a:pt x="188302" y="84175"/>
                  </a:lnTo>
                  <a:lnTo>
                    <a:pt x="185420" y="88925"/>
                  </a:lnTo>
                  <a:lnTo>
                    <a:pt x="187718" y="90246"/>
                  </a:lnTo>
                  <a:lnTo>
                    <a:pt x="189242" y="86499"/>
                  </a:lnTo>
                  <a:lnTo>
                    <a:pt x="191109" y="84455"/>
                  </a:lnTo>
                  <a:lnTo>
                    <a:pt x="192163" y="85902"/>
                  </a:lnTo>
                  <a:lnTo>
                    <a:pt x="194386" y="84937"/>
                  </a:lnTo>
                  <a:lnTo>
                    <a:pt x="194208" y="84937"/>
                  </a:lnTo>
                  <a:lnTo>
                    <a:pt x="194602" y="84378"/>
                  </a:lnTo>
                  <a:lnTo>
                    <a:pt x="194970" y="83870"/>
                  </a:lnTo>
                  <a:lnTo>
                    <a:pt x="195922" y="84937"/>
                  </a:lnTo>
                  <a:lnTo>
                    <a:pt x="199402" y="84378"/>
                  </a:lnTo>
                  <a:lnTo>
                    <a:pt x="198945" y="84378"/>
                  </a:lnTo>
                  <a:lnTo>
                    <a:pt x="199009" y="84175"/>
                  </a:lnTo>
                  <a:lnTo>
                    <a:pt x="199085" y="83870"/>
                  </a:lnTo>
                  <a:lnTo>
                    <a:pt x="199466" y="82473"/>
                  </a:lnTo>
                  <a:lnTo>
                    <a:pt x="199580" y="82105"/>
                  </a:lnTo>
                  <a:lnTo>
                    <a:pt x="199707" y="81711"/>
                  </a:lnTo>
                  <a:lnTo>
                    <a:pt x="200304" y="79832"/>
                  </a:lnTo>
                  <a:lnTo>
                    <a:pt x="197980" y="79222"/>
                  </a:lnTo>
                  <a:lnTo>
                    <a:pt x="196926" y="80746"/>
                  </a:lnTo>
                  <a:lnTo>
                    <a:pt x="195846" y="82105"/>
                  </a:lnTo>
                  <a:lnTo>
                    <a:pt x="195694" y="82105"/>
                  </a:lnTo>
                  <a:lnTo>
                    <a:pt x="195630" y="81203"/>
                  </a:lnTo>
                  <a:lnTo>
                    <a:pt x="195529" y="79121"/>
                  </a:lnTo>
                  <a:lnTo>
                    <a:pt x="196824" y="74841"/>
                  </a:lnTo>
                  <a:lnTo>
                    <a:pt x="196583" y="73977"/>
                  </a:lnTo>
                  <a:lnTo>
                    <a:pt x="196456" y="73317"/>
                  </a:lnTo>
                  <a:lnTo>
                    <a:pt x="196430" y="73113"/>
                  </a:lnTo>
                  <a:lnTo>
                    <a:pt x="198932" y="71208"/>
                  </a:lnTo>
                  <a:lnTo>
                    <a:pt x="200050" y="70167"/>
                  </a:lnTo>
                  <a:lnTo>
                    <a:pt x="200647" y="69621"/>
                  </a:lnTo>
                  <a:close/>
                </a:path>
                <a:path w="605155" h="450850">
                  <a:moveTo>
                    <a:pt x="202971" y="77635"/>
                  </a:moveTo>
                  <a:lnTo>
                    <a:pt x="202857" y="77216"/>
                  </a:lnTo>
                  <a:lnTo>
                    <a:pt x="202755" y="76771"/>
                  </a:lnTo>
                  <a:lnTo>
                    <a:pt x="202679" y="76517"/>
                  </a:lnTo>
                  <a:lnTo>
                    <a:pt x="202399" y="75374"/>
                  </a:lnTo>
                  <a:lnTo>
                    <a:pt x="201028" y="77216"/>
                  </a:lnTo>
                  <a:lnTo>
                    <a:pt x="200914" y="77635"/>
                  </a:lnTo>
                  <a:lnTo>
                    <a:pt x="200304" y="79832"/>
                  </a:lnTo>
                  <a:lnTo>
                    <a:pt x="202971" y="77635"/>
                  </a:lnTo>
                  <a:close/>
                </a:path>
                <a:path w="605155" h="450850">
                  <a:moveTo>
                    <a:pt x="223329" y="49364"/>
                  </a:moveTo>
                  <a:lnTo>
                    <a:pt x="222656" y="43307"/>
                  </a:lnTo>
                  <a:lnTo>
                    <a:pt x="219811" y="43497"/>
                  </a:lnTo>
                  <a:lnTo>
                    <a:pt x="220218" y="49923"/>
                  </a:lnTo>
                  <a:lnTo>
                    <a:pt x="223329" y="49364"/>
                  </a:lnTo>
                  <a:close/>
                </a:path>
                <a:path w="605155" h="450850">
                  <a:moveTo>
                    <a:pt x="229247" y="41033"/>
                  </a:moveTo>
                  <a:lnTo>
                    <a:pt x="225209" y="41033"/>
                  </a:lnTo>
                  <a:lnTo>
                    <a:pt x="225742" y="43497"/>
                  </a:lnTo>
                  <a:lnTo>
                    <a:pt x="228498" y="43014"/>
                  </a:lnTo>
                  <a:lnTo>
                    <a:pt x="229247" y="41033"/>
                  </a:lnTo>
                  <a:close/>
                </a:path>
                <a:path w="605155" h="450850">
                  <a:moveTo>
                    <a:pt x="233540" y="49022"/>
                  </a:moveTo>
                  <a:lnTo>
                    <a:pt x="232854" y="47510"/>
                  </a:lnTo>
                  <a:lnTo>
                    <a:pt x="230428" y="50025"/>
                  </a:lnTo>
                  <a:lnTo>
                    <a:pt x="232041" y="50952"/>
                  </a:lnTo>
                  <a:lnTo>
                    <a:pt x="233540" y="49022"/>
                  </a:lnTo>
                  <a:close/>
                </a:path>
                <a:path w="605155" h="450850">
                  <a:moveTo>
                    <a:pt x="235102" y="42557"/>
                  </a:moveTo>
                  <a:lnTo>
                    <a:pt x="234734" y="40525"/>
                  </a:lnTo>
                  <a:lnTo>
                    <a:pt x="231838" y="40767"/>
                  </a:lnTo>
                  <a:lnTo>
                    <a:pt x="232143" y="43497"/>
                  </a:lnTo>
                  <a:lnTo>
                    <a:pt x="234442" y="46050"/>
                  </a:lnTo>
                  <a:lnTo>
                    <a:pt x="235102" y="42557"/>
                  </a:lnTo>
                  <a:close/>
                </a:path>
                <a:path w="605155" h="450850">
                  <a:moveTo>
                    <a:pt x="236651" y="47434"/>
                  </a:moveTo>
                  <a:lnTo>
                    <a:pt x="234556" y="47434"/>
                  </a:lnTo>
                  <a:lnTo>
                    <a:pt x="234429" y="52870"/>
                  </a:lnTo>
                  <a:lnTo>
                    <a:pt x="236169" y="52158"/>
                  </a:lnTo>
                  <a:lnTo>
                    <a:pt x="236651" y="47434"/>
                  </a:lnTo>
                  <a:close/>
                </a:path>
                <a:path w="605155" h="450850">
                  <a:moveTo>
                    <a:pt x="247307" y="42951"/>
                  </a:moveTo>
                  <a:lnTo>
                    <a:pt x="247230" y="41986"/>
                  </a:lnTo>
                  <a:lnTo>
                    <a:pt x="246583" y="33502"/>
                  </a:lnTo>
                  <a:lnTo>
                    <a:pt x="245935" y="31267"/>
                  </a:lnTo>
                  <a:lnTo>
                    <a:pt x="242976" y="31267"/>
                  </a:lnTo>
                  <a:lnTo>
                    <a:pt x="242023" y="34048"/>
                  </a:lnTo>
                  <a:lnTo>
                    <a:pt x="244386" y="34925"/>
                  </a:lnTo>
                  <a:lnTo>
                    <a:pt x="245427" y="35979"/>
                  </a:lnTo>
                  <a:lnTo>
                    <a:pt x="245427" y="37388"/>
                  </a:lnTo>
                  <a:lnTo>
                    <a:pt x="244233" y="41986"/>
                  </a:lnTo>
                  <a:lnTo>
                    <a:pt x="245237" y="45694"/>
                  </a:lnTo>
                  <a:lnTo>
                    <a:pt x="246976" y="48196"/>
                  </a:lnTo>
                  <a:lnTo>
                    <a:pt x="247307" y="42951"/>
                  </a:lnTo>
                  <a:close/>
                </a:path>
                <a:path w="605155" h="450850">
                  <a:moveTo>
                    <a:pt x="247815" y="61633"/>
                  </a:moveTo>
                  <a:lnTo>
                    <a:pt x="247777" y="61379"/>
                  </a:lnTo>
                  <a:lnTo>
                    <a:pt x="247561" y="60236"/>
                  </a:lnTo>
                  <a:lnTo>
                    <a:pt x="247497" y="59918"/>
                  </a:lnTo>
                  <a:lnTo>
                    <a:pt x="247383" y="59321"/>
                  </a:lnTo>
                  <a:lnTo>
                    <a:pt x="245186" y="58508"/>
                  </a:lnTo>
                  <a:lnTo>
                    <a:pt x="242862" y="60528"/>
                  </a:lnTo>
                  <a:lnTo>
                    <a:pt x="243814" y="64262"/>
                  </a:lnTo>
                  <a:lnTo>
                    <a:pt x="244652" y="61379"/>
                  </a:lnTo>
                  <a:lnTo>
                    <a:pt x="246253" y="60236"/>
                  </a:lnTo>
                  <a:lnTo>
                    <a:pt x="247815" y="61633"/>
                  </a:lnTo>
                  <a:close/>
                </a:path>
                <a:path w="605155" h="450850">
                  <a:moveTo>
                    <a:pt x="253022" y="76161"/>
                  </a:moveTo>
                  <a:lnTo>
                    <a:pt x="252895" y="75831"/>
                  </a:lnTo>
                  <a:lnTo>
                    <a:pt x="252818" y="75615"/>
                  </a:lnTo>
                  <a:lnTo>
                    <a:pt x="252272" y="74091"/>
                  </a:lnTo>
                  <a:lnTo>
                    <a:pt x="251523" y="71996"/>
                  </a:lnTo>
                  <a:lnTo>
                    <a:pt x="250913" y="71361"/>
                  </a:lnTo>
                  <a:lnTo>
                    <a:pt x="250253" y="70688"/>
                  </a:lnTo>
                  <a:lnTo>
                    <a:pt x="249491" y="69900"/>
                  </a:lnTo>
                  <a:lnTo>
                    <a:pt x="236410" y="69456"/>
                  </a:lnTo>
                  <a:lnTo>
                    <a:pt x="236410" y="69126"/>
                  </a:lnTo>
                  <a:lnTo>
                    <a:pt x="236410" y="66408"/>
                  </a:lnTo>
                  <a:lnTo>
                    <a:pt x="214909" y="64820"/>
                  </a:lnTo>
                  <a:lnTo>
                    <a:pt x="214909" y="62255"/>
                  </a:lnTo>
                  <a:lnTo>
                    <a:pt x="216433" y="61633"/>
                  </a:lnTo>
                  <a:lnTo>
                    <a:pt x="219468" y="62255"/>
                  </a:lnTo>
                  <a:lnTo>
                    <a:pt x="238201" y="62255"/>
                  </a:lnTo>
                  <a:lnTo>
                    <a:pt x="238340" y="61633"/>
                  </a:lnTo>
                  <a:lnTo>
                    <a:pt x="238391" y="61379"/>
                  </a:lnTo>
                  <a:lnTo>
                    <a:pt x="238671" y="60083"/>
                  </a:lnTo>
                  <a:lnTo>
                    <a:pt x="242862" y="60528"/>
                  </a:lnTo>
                  <a:lnTo>
                    <a:pt x="242887" y="60083"/>
                  </a:lnTo>
                  <a:lnTo>
                    <a:pt x="242900" y="59918"/>
                  </a:lnTo>
                  <a:lnTo>
                    <a:pt x="242976" y="58508"/>
                  </a:lnTo>
                  <a:lnTo>
                    <a:pt x="237388" y="58229"/>
                  </a:lnTo>
                  <a:lnTo>
                    <a:pt x="236169" y="56705"/>
                  </a:lnTo>
                  <a:lnTo>
                    <a:pt x="234632" y="57734"/>
                  </a:lnTo>
                  <a:lnTo>
                    <a:pt x="233540" y="59918"/>
                  </a:lnTo>
                  <a:lnTo>
                    <a:pt x="232829" y="59321"/>
                  </a:lnTo>
                  <a:lnTo>
                    <a:pt x="231279" y="58026"/>
                  </a:lnTo>
                  <a:lnTo>
                    <a:pt x="230771" y="57594"/>
                  </a:lnTo>
                  <a:lnTo>
                    <a:pt x="230632" y="57315"/>
                  </a:lnTo>
                  <a:lnTo>
                    <a:pt x="230543" y="57137"/>
                  </a:lnTo>
                  <a:lnTo>
                    <a:pt x="229870" y="55816"/>
                  </a:lnTo>
                  <a:lnTo>
                    <a:pt x="228117" y="57315"/>
                  </a:lnTo>
                  <a:lnTo>
                    <a:pt x="227990" y="55575"/>
                  </a:lnTo>
                  <a:lnTo>
                    <a:pt x="225209" y="57137"/>
                  </a:lnTo>
                  <a:lnTo>
                    <a:pt x="222415" y="58026"/>
                  </a:lnTo>
                  <a:lnTo>
                    <a:pt x="220675" y="55575"/>
                  </a:lnTo>
                  <a:lnTo>
                    <a:pt x="218998" y="56476"/>
                  </a:lnTo>
                  <a:lnTo>
                    <a:pt x="218922" y="56705"/>
                  </a:lnTo>
                  <a:lnTo>
                    <a:pt x="218071" y="59321"/>
                  </a:lnTo>
                  <a:lnTo>
                    <a:pt x="215557" y="58889"/>
                  </a:lnTo>
                  <a:lnTo>
                    <a:pt x="215519" y="55575"/>
                  </a:lnTo>
                  <a:lnTo>
                    <a:pt x="215328" y="40182"/>
                  </a:lnTo>
                  <a:lnTo>
                    <a:pt x="218719" y="34429"/>
                  </a:lnTo>
                  <a:lnTo>
                    <a:pt x="218617" y="31102"/>
                  </a:lnTo>
                  <a:lnTo>
                    <a:pt x="218528" y="28816"/>
                  </a:lnTo>
                  <a:lnTo>
                    <a:pt x="218414" y="25234"/>
                  </a:lnTo>
                  <a:lnTo>
                    <a:pt x="218351" y="23253"/>
                  </a:lnTo>
                  <a:lnTo>
                    <a:pt x="220383" y="22580"/>
                  </a:lnTo>
                  <a:lnTo>
                    <a:pt x="218998" y="12738"/>
                  </a:lnTo>
                  <a:lnTo>
                    <a:pt x="215290" y="8724"/>
                  </a:lnTo>
                  <a:lnTo>
                    <a:pt x="215201" y="8001"/>
                  </a:lnTo>
                  <a:lnTo>
                    <a:pt x="214858" y="5956"/>
                  </a:lnTo>
                  <a:lnTo>
                    <a:pt x="209308" y="5702"/>
                  </a:lnTo>
                  <a:lnTo>
                    <a:pt x="207467" y="5702"/>
                  </a:lnTo>
                  <a:lnTo>
                    <a:pt x="203390" y="4724"/>
                  </a:lnTo>
                  <a:lnTo>
                    <a:pt x="199110" y="8001"/>
                  </a:lnTo>
                  <a:lnTo>
                    <a:pt x="197624" y="9182"/>
                  </a:lnTo>
                  <a:lnTo>
                    <a:pt x="197548" y="9525"/>
                  </a:lnTo>
                  <a:lnTo>
                    <a:pt x="197142" y="11315"/>
                  </a:lnTo>
                  <a:lnTo>
                    <a:pt x="197015" y="14592"/>
                  </a:lnTo>
                  <a:lnTo>
                    <a:pt x="197015" y="14770"/>
                  </a:lnTo>
                  <a:lnTo>
                    <a:pt x="196418" y="30772"/>
                  </a:lnTo>
                  <a:lnTo>
                    <a:pt x="198577" y="31102"/>
                  </a:lnTo>
                  <a:lnTo>
                    <a:pt x="198551" y="21234"/>
                  </a:lnTo>
                  <a:lnTo>
                    <a:pt x="198297" y="14592"/>
                  </a:lnTo>
                  <a:lnTo>
                    <a:pt x="199707" y="12585"/>
                  </a:lnTo>
                  <a:lnTo>
                    <a:pt x="200304" y="10160"/>
                  </a:lnTo>
                  <a:lnTo>
                    <a:pt x="204101" y="9525"/>
                  </a:lnTo>
                  <a:lnTo>
                    <a:pt x="203390" y="8724"/>
                  </a:lnTo>
                  <a:lnTo>
                    <a:pt x="206095" y="10160"/>
                  </a:lnTo>
                  <a:lnTo>
                    <a:pt x="208940" y="11544"/>
                  </a:lnTo>
                  <a:lnTo>
                    <a:pt x="210667" y="14770"/>
                  </a:lnTo>
                  <a:lnTo>
                    <a:pt x="212166" y="21234"/>
                  </a:lnTo>
                  <a:lnTo>
                    <a:pt x="212737" y="25234"/>
                  </a:lnTo>
                  <a:lnTo>
                    <a:pt x="198704" y="25234"/>
                  </a:lnTo>
                  <a:lnTo>
                    <a:pt x="198704" y="28117"/>
                  </a:lnTo>
                  <a:lnTo>
                    <a:pt x="208546" y="28816"/>
                  </a:lnTo>
                  <a:lnTo>
                    <a:pt x="208635" y="32664"/>
                  </a:lnTo>
                  <a:lnTo>
                    <a:pt x="211353" y="33121"/>
                  </a:lnTo>
                  <a:lnTo>
                    <a:pt x="209600" y="38595"/>
                  </a:lnTo>
                  <a:lnTo>
                    <a:pt x="209613" y="40182"/>
                  </a:lnTo>
                  <a:lnTo>
                    <a:pt x="209918" y="68326"/>
                  </a:lnTo>
                  <a:lnTo>
                    <a:pt x="206375" y="69900"/>
                  </a:lnTo>
                  <a:lnTo>
                    <a:pt x="206057" y="69900"/>
                  </a:lnTo>
                  <a:lnTo>
                    <a:pt x="206146" y="70180"/>
                  </a:lnTo>
                  <a:lnTo>
                    <a:pt x="206235" y="70408"/>
                  </a:lnTo>
                  <a:lnTo>
                    <a:pt x="206336" y="70688"/>
                  </a:lnTo>
                  <a:lnTo>
                    <a:pt x="207543" y="74091"/>
                  </a:lnTo>
                  <a:lnTo>
                    <a:pt x="207429" y="78168"/>
                  </a:lnTo>
                  <a:lnTo>
                    <a:pt x="206095" y="80568"/>
                  </a:lnTo>
                  <a:lnTo>
                    <a:pt x="208318" y="84734"/>
                  </a:lnTo>
                  <a:lnTo>
                    <a:pt x="210756" y="82118"/>
                  </a:lnTo>
                  <a:lnTo>
                    <a:pt x="210667" y="81889"/>
                  </a:lnTo>
                  <a:lnTo>
                    <a:pt x="209600" y="79362"/>
                  </a:lnTo>
                  <a:lnTo>
                    <a:pt x="211264" y="78524"/>
                  </a:lnTo>
                  <a:lnTo>
                    <a:pt x="211035" y="78524"/>
                  </a:lnTo>
                  <a:lnTo>
                    <a:pt x="209918" y="75831"/>
                  </a:lnTo>
                  <a:lnTo>
                    <a:pt x="210045" y="75069"/>
                  </a:lnTo>
                  <a:lnTo>
                    <a:pt x="210096" y="74764"/>
                  </a:lnTo>
                  <a:lnTo>
                    <a:pt x="210185" y="74256"/>
                  </a:lnTo>
                  <a:lnTo>
                    <a:pt x="210286" y="73634"/>
                  </a:lnTo>
                  <a:lnTo>
                    <a:pt x="210400" y="72961"/>
                  </a:lnTo>
                  <a:lnTo>
                    <a:pt x="210489" y="72402"/>
                  </a:lnTo>
                  <a:lnTo>
                    <a:pt x="210604" y="71996"/>
                  </a:lnTo>
                  <a:lnTo>
                    <a:pt x="210705" y="71653"/>
                  </a:lnTo>
                  <a:lnTo>
                    <a:pt x="210794" y="71361"/>
                  </a:lnTo>
                  <a:lnTo>
                    <a:pt x="210870" y="71107"/>
                  </a:lnTo>
                  <a:lnTo>
                    <a:pt x="210997" y="70688"/>
                  </a:lnTo>
                  <a:lnTo>
                    <a:pt x="211074" y="70408"/>
                  </a:lnTo>
                  <a:lnTo>
                    <a:pt x="215557" y="70231"/>
                  </a:lnTo>
                  <a:lnTo>
                    <a:pt x="217932" y="71107"/>
                  </a:lnTo>
                  <a:lnTo>
                    <a:pt x="217855" y="71361"/>
                  </a:lnTo>
                  <a:lnTo>
                    <a:pt x="217754" y="71653"/>
                  </a:lnTo>
                  <a:lnTo>
                    <a:pt x="217652" y="71996"/>
                  </a:lnTo>
                  <a:lnTo>
                    <a:pt x="217601" y="72148"/>
                  </a:lnTo>
                  <a:lnTo>
                    <a:pt x="217512" y="72402"/>
                  </a:lnTo>
                  <a:lnTo>
                    <a:pt x="217208" y="73367"/>
                  </a:lnTo>
                  <a:lnTo>
                    <a:pt x="216115" y="75615"/>
                  </a:lnTo>
                  <a:lnTo>
                    <a:pt x="213448" y="74764"/>
                  </a:lnTo>
                  <a:lnTo>
                    <a:pt x="213334" y="75069"/>
                  </a:lnTo>
                  <a:lnTo>
                    <a:pt x="212737" y="76669"/>
                  </a:lnTo>
                  <a:lnTo>
                    <a:pt x="215214" y="79832"/>
                  </a:lnTo>
                  <a:lnTo>
                    <a:pt x="210756" y="82118"/>
                  </a:lnTo>
                  <a:lnTo>
                    <a:pt x="213055" y="84734"/>
                  </a:lnTo>
                  <a:lnTo>
                    <a:pt x="215150" y="84035"/>
                  </a:lnTo>
                  <a:lnTo>
                    <a:pt x="220218" y="84467"/>
                  </a:lnTo>
                  <a:lnTo>
                    <a:pt x="220154" y="84734"/>
                  </a:lnTo>
                  <a:lnTo>
                    <a:pt x="220040" y="85217"/>
                  </a:lnTo>
                  <a:lnTo>
                    <a:pt x="219722" y="86499"/>
                  </a:lnTo>
                  <a:lnTo>
                    <a:pt x="217360" y="88582"/>
                  </a:lnTo>
                  <a:lnTo>
                    <a:pt x="214490" y="88785"/>
                  </a:lnTo>
                  <a:lnTo>
                    <a:pt x="212483" y="87579"/>
                  </a:lnTo>
                  <a:lnTo>
                    <a:pt x="208318" y="88239"/>
                  </a:lnTo>
                  <a:lnTo>
                    <a:pt x="208203" y="88582"/>
                  </a:lnTo>
                  <a:lnTo>
                    <a:pt x="208140" y="88785"/>
                  </a:lnTo>
                  <a:lnTo>
                    <a:pt x="206781" y="92722"/>
                  </a:lnTo>
                  <a:lnTo>
                    <a:pt x="202120" y="93446"/>
                  </a:lnTo>
                  <a:lnTo>
                    <a:pt x="199948" y="92875"/>
                  </a:lnTo>
                  <a:lnTo>
                    <a:pt x="201409" y="91859"/>
                  </a:lnTo>
                  <a:lnTo>
                    <a:pt x="201739" y="89179"/>
                  </a:lnTo>
                  <a:lnTo>
                    <a:pt x="202399" y="87096"/>
                  </a:lnTo>
                  <a:lnTo>
                    <a:pt x="201180" y="83312"/>
                  </a:lnTo>
                  <a:lnTo>
                    <a:pt x="200647" y="87591"/>
                  </a:lnTo>
                  <a:lnTo>
                    <a:pt x="197142" y="87096"/>
                  </a:lnTo>
                  <a:lnTo>
                    <a:pt x="199593" y="90246"/>
                  </a:lnTo>
                  <a:lnTo>
                    <a:pt x="198577" y="93814"/>
                  </a:lnTo>
                  <a:lnTo>
                    <a:pt x="199885" y="92913"/>
                  </a:lnTo>
                  <a:lnTo>
                    <a:pt x="199974" y="93446"/>
                  </a:lnTo>
                  <a:lnTo>
                    <a:pt x="200304" y="95643"/>
                  </a:lnTo>
                  <a:lnTo>
                    <a:pt x="210972" y="94424"/>
                  </a:lnTo>
                  <a:lnTo>
                    <a:pt x="211061" y="93446"/>
                  </a:lnTo>
                  <a:lnTo>
                    <a:pt x="211124" y="92722"/>
                  </a:lnTo>
                  <a:lnTo>
                    <a:pt x="211201" y="91909"/>
                  </a:lnTo>
                  <a:lnTo>
                    <a:pt x="211264" y="91287"/>
                  </a:lnTo>
                  <a:lnTo>
                    <a:pt x="211353" y="90246"/>
                  </a:lnTo>
                  <a:lnTo>
                    <a:pt x="213804" y="89966"/>
                  </a:lnTo>
                  <a:lnTo>
                    <a:pt x="213880" y="90246"/>
                  </a:lnTo>
                  <a:lnTo>
                    <a:pt x="213944" y="90436"/>
                  </a:lnTo>
                  <a:lnTo>
                    <a:pt x="214337" y="91744"/>
                  </a:lnTo>
                  <a:lnTo>
                    <a:pt x="225247" y="89966"/>
                  </a:lnTo>
                  <a:lnTo>
                    <a:pt x="226263" y="89801"/>
                  </a:lnTo>
                  <a:lnTo>
                    <a:pt x="225386" y="88785"/>
                  </a:lnTo>
                  <a:lnTo>
                    <a:pt x="221335" y="84035"/>
                  </a:lnTo>
                  <a:lnTo>
                    <a:pt x="220065" y="82562"/>
                  </a:lnTo>
                  <a:lnTo>
                    <a:pt x="220040" y="75615"/>
                  </a:lnTo>
                  <a:lnTo>
                    <a:pt x="219938" y="74091"/>
                  </a:lnTo>
                  <a:lnTo>
                    <a:pt x="219811" y="72148"/>
                  </a:lnTo>
                  <a:lnTo>
                    <a:pt x="222186" y="70180"/>
                  </a:lnTo>
                  <a:lnTo>
                    <a:pt x="223456" y="69126"/>
                  </a:lnTo>
                  <a:lnTo>
                    <a:pt x="229565" y="69303"/>
                  </a:lnTo>
                  <a:lnTo>
                    <a:pt x="231635" y="70180"/>
                  </a:lnTo>
                  <a:lnTo>
                    <a:pt x="231736" y="71107"/>
                  </a:lnTo>
                  <a:lnTo>
                    <a:pt x="231838" y="72148"/>
                  </a:lnTo>
                  <a:lnTo>
                    <a:pt x="231914" y="72402"/>
                  </a:lnTo>
                  <a:lnTo>
                    <a:pt x="232219" y="73634"/>
                  </a:lnTo>
                  <a:lnTo>
                    <a:pt x="235699" y="70688"/>
                  </a:lnTo>
                  <a:lnTo>
                    <a:pt x="235699" y="74256"/>
                  </a:lnTo>
                  <a:lnTo>
                    <a:pt x="237578" y="73761"/>
                  </a:lnTo>
                  <a:lnTo>
                    <a:pt x="235788" y="77330"/>
                  </a:lnTo>
                  <a:lnTo>
                    <a:pt x="234226" y="80975"/>
                  </a:lnTo>
                  <a:lnTo>
                    <a:pt x="233248" y="82867"/>
                  </a:lnTo>
                  <a:lnTo>
                    <a:pt x="232346" y="84734"/>
                  </a:lnTo>
                  <a:lnTo>
                    <a:pt x="231559" y="86499"/>
                  </a:lnTo>
                  <a:lnTo>
                    <a:pt x="231635" y="87020"/>
                  </a:lnTo>
                  <a:lnTo>
                    <a:pt x="230936" y="88785"/>
                  </a:lnTo>
                  <a:lnTo>
                    <a:pt x="230822" y="89179"/>
                  </a:lnTo>
                  <a:lnTo>
                    <a:pt x="230632" y="89801"/>
                  </a:lnTo>
                  <a:lnTo>
                    <a:pt x="230530" y="91909"/>
                  </a:lnTo>
                  <a:lnTo>
                    <a:pt x="232498" y="91287"/>
                  </a:lnTo>
                  <a:lnTo>
                    <a:pt x="231838" y="89179"/>
                  </a:lnTo>
                  <a:lnTo>
                    <a:pt x="233248" y="86741"/>
                  </a:lnTo>
                  <a:lnTo>
                    <a:pt x="233375" y="86499"/>
                  </a:lnTo>
                  <a:lnTo>
                    <a:pt x="234442" y="84264"/>
                  </a:lnTo>
                  <a:lnTo>
                    <a:pt x="236829" y="81546"/>
                  </a:lnTo>
                  <a:lnTo>
                    <a:pt x="236905" y="80975"/>
                  </a:lnTo>
                  <a:lnTo>
                    <a:pt x="236994" y="80276"/>
                  </a:lnTo>
                  <a:lnTo>
                    <a:pt x="237109" y="79362"/>
                  </a:lnTo>
                  <a:lnTo>
                    <a:pt x="237197" y="78778"/>
                  </a:lnTo>
                  <a:lnTo>
                    <a:pt x="237286" y="78168"/>
                  </a:lnTo>
                  <a:lnTo>
                    <a:pt x="237413" y="77330"/>
                  </a:lnTo>
                  <a:lnTo>
                    <a:pt x="237528" y="76669"/>
                  </a:lnTo>
                  <a:lnTo>
                    <a:pt x="237629" y="76161"/>
                  </a:lnTo>
                  <a:lnTo>
                    <a:pt x="237731" y="75615"/>
                  </a:lnTo>
                  <a:lnTo>
                    <a:pt x="237832" y="75069"/>
                  </a:lnTo>
                  <a:lnTo>
                    <a:pt x="237883" y="74764"/>
                  </a:lnTo>
                  <a:lnTo>
                    <a:pt x="237985" y="74256"/>
                  </a:lnTo>
                  <a:lnTo>
                    <a:pt x="238099" y="73634"/>
                  </a:lnTo>
                  <a:lnTo>
                    <a:pt x="237921" y="73367"/>
                  </a:lnTo>
                  <a:lnTo>
                    <a:pt x="237134" y="71361"/>
                  </a:lnTo>
                  <a:lnTo>
                    <a:pt x="248475" y="71653"/>
                  </a:lnTo>
                  <a:lnTo>
                    <a:pt x="243928" y="72961"/>
                  </a:lnTo>
                  <a:lnTo>
                    <a:pt x="242862" y="74764"/>
                  </a:lnTo>
                  <a:lnTo>
                    <a:pt x="241833" y="76669"/>
                  </a:lnTo>
                  <a:lnTo>
                    <a:pt x="241731" y="77089"/>
                  </a:lnTo>
                  <a:lnTo>
                    <a:pt x="241681" y="77330"/>
                  </a:lnTo>
                  <a:lnTo>
                    <a:pt x="241528" y="77965"/>
                  </a:lnTo>
                  <a:lnTo>
                    <a:pt x="241617" y="83286"/>
                  </a:lnTo>
                  <a:lnTo>
                    <a:pt x="242316" y="85217"/>
                  </a:lnTo>
                  <a:lnTo>
                    <a:pt x="245427" y="85953"/>
                  </a:lnTo>
                  <a:lnTo>
                    <a:pt x="245999" y="83870"/>
                  </a:lnTo>
                  <a:lnTo>
                    <a:pt x="243751" y="82562"/>
                  </a:lnTo>
                  <a:lnTo>
                    <a:pt x="243890" y="82562"/>
                  </a:lnTo>
                  <a:lnTo>
                    <a:pt x="243090" y="80568"/>
                  </a:lnTo>
                  <a:lnTo>
                    <a:pt x="243205" y="79362"/>
                  </a:lnTo>
                  <a:lnTo>
                    <a:pt x="243243" y="79222"/>
                  </a:lnTo>
                  <a:lnTo>
                    <a:pt x="243357" y="78778"/>
                  </a:lnTo>
                  <a:lnTo>
                    <a:pt x="243433" y="78524"/>
                  </a:lnTo>
                  <a:lnTo>
                    <a:pt x="243547" y="77965"/>
                  </a:lnTo>
                  <a:lnTo>
                    <a:pt x="243814" y="76669"/>
                  </a:lnTo>
                  <a:lnTo>
                    <a:pt x="245186" y="75069"/>
                  </a:lnTo>
                  <a:lnTo>
                    <a:pt x="246253" y="74764"/>
                  </a:lnTo>
                  <a:lnTo>
                    <a:pt x="247319" y="74510"/>
                  </a:lnTo>
                  <a:lnTo>
                    <a:pt x="249491" y="74091"/>
                  </a:lnTo>
                  <a:lnTo>
                    <a:pt x="249593" y="74510"/>
                  </a:lnTo>
                  <a:lnTo>
                    <a:pt x="249643" y="74764"/>
                  </a:lnTo>
                  <a:lnTo>
                    <a:pt x="249720" y="75069"/>
                  </a:lnTo>
                  <a:lnTo>
                    <a:pt x="249859" y="75615"/>
                  </a:lnTo>
                  <a:lnTo>
                    <a:pt x="249847" y="78168"/>
                  </a:lnTo>
                  <a:lnTo>
                    <a:pt x="246722" y="78778"/>
                  </a:lnTo>
                  <a:lnTo>
                    <a:pt x="245872" y="80975"/>
                  </a:lnTo>
                  <a:lnTo>
                    <a:pt x="249847" y="81381"/>
                  </a:lnTo>
                  <a:lnTo>
                    <a:pt x="253022" y="76161"/>
                  </a:lnTo>
                  <a:close/>
                </a:path>
                <a:path w="605155" h="450850">
                  <a:moveTo>
                    <a:pt x="257644" y="81216"/>
                  </a:moveTo>
                  <a:lnTo>
                    <a:pt x="253492" y="81216"/>
                  </a:lnTo>
                  <a:lnTo>
                    <a:pt x="253479" y="81381"/>
                  </a:lnTo>
                  <a:lnTo>
                    <a:pt x="252857" y="81381"/>
                  </a:lnTo>
                  <a:lnTo>
                    <a:pt x="252895" y="81216"/>
                  </a:lnTo>
                  <a:lnTo>
                    <a:pt x="252730" y="81381"/>
                  </a:lnTo>
                  <a:lnTo>
                    <a:pt x="252222" y="81876"/>
                  </a:lnTo>
                  <a:lnTo>
                    <a:pt x="249186" y="84391"/>
                  </a:lnTo>
                  <a:lnTo>
                    <a:pt x="250596" y="86220"/>
                  </a:lnTo>
                  <a:lnTo>
                    <a:pt x="252222" y="85051"/>
                  </a:lnTo>
                  <a:lnTo>
                    <a:pt x="257048" y="83515"/>
                  </a:lnTo>
                  <a:lnTo>
                    <a:pt x="257124" y="83197"/>
                  </a:lnTo>
                  <a:lnTo>
                    <a:pt x="257200" y="82931"/>
                  </a:lnTo>
                  <a:lnTo>
                    <a:pt x="257543" y="81876"/>
                  </a:lnTo>
                  <a:lnTo>
                    <a:pt x="253339" y="83197"/>
                  </a:lnTo>
                  <a:lnTo>
                    <a:pt x="253365" y="82931"/>
                  </a:lnTo>
                  <a:lnTo>
                    <a:pt x="253466" y="81470"/>
                  </a:lnTo>
                  <a:lnTo>
                    <a:pt x="257467" y="81876"/>
                  </a:lnTo>
                  <a:lnTo>
                    <a:pt x="257530" y="81661"/>
                  </a:lnTo>
                  <a:lnTo>
                    <a:pt x="257606" y="81381"/>
                  </a:lnTo>
                  <a:lnTo>
                    <a:pt x="257644" y="81216"/>
                  </a:lnTo>
                  <a:close/>
                </a:path>
                <a:path w="605155" h="450850">
                  <a:moveTo>
                    <a:pt x="261734" y="32512"/>
                  </a:moveTo>
                  <a:lnTo>
                    <a:pt x="260261" y="24561"/>
                  </a:lnTo>
                  <a:lnTo>
                    <a:pt x="261607" y="19646"/>
                  </a:lnTo>
                  <a:lnTo>
                    <a:pt x="261594" y="18161"/>
                  </a:lnTo>
                  <a:lnTo>
                    <a:pt x="261467" y="16078"/>
                  </a:lnTo>
                  <a:lnTo>
                    <a:pt x="261366" y="14376"/>
                  </a:lnTo>
                  <a:lnTo>
                    <a:pt x="258953" y="11214"/>
                  </a:lnTo>
                  <a:lnTo>
                    <a:pt x="257683" y="9613"/>
                  </a:lnTo>
                  <a:lnTo>
                    <a:pt x="256857" y="8559"/>
                  </a:lnTo>
                  <a:lnTo>
                    <a:pt x="254850" y="6756"/>
                  </a:lnTo>
                  <a:lnTo>
                    <a:pt x="254241" y="6121"/>
                  </a:lnTo>
                  <a:lnTo>
                    <a:pt x="252869" y="4724"/>
                  </a:lnTo>
                  <a:lnTo>
                    <a:pt x="251523" y="6121"/>
                  </a:lnTo>
                  <a:lnTo>
                    <a:pt x="249389" y="5029"/>
                  </a:lnTo>
                  <a:lnTo>
                    <a:pt x="236943" y="16078"/>
                  </a:lnTo>
                  <a:lnTo>
                    <a:pt x="236905" y="16560"/>
                  </a:lnTo>
                  <a:lnTo>
                    <a:pt x="236804" y="18161"/>
                  </a:lnTo>
                  <a:lnTo>
                    <a:pt x="236702" y="19646"/>
                  </a:lnTo>
                  <a:lnTo>
                    <a:pt x="240830" y="18161"/>
                  </a:lnTo>
                  <a:lnTo>
                    <a:pt x="240118" y="16078"/>
                  </a:lnTo>
                  <a:lnTo>
                    <a:pt x="242570" y="13169"/>
                  </a:lnTo>
                  <a:lnTo>
                    <a:pt x="244652" y="10223"/>
                  </a:lnTo>
                  <a:lnTo>
                    <a:pt x="247827" y="9613"/>
                  </a:lnTo>
                  <a:lnTo>
                    <a:pt x="250888" y="11468"/>
                  </a:lnTo>
                  <a:lnTo>
                    <a:pt x="253250" y="13169"/>
                  </a:lnTo>
                  <a:lnTo>
                    <a:pt x="253352" y="14376"/>
                  </a:lnTo>
                  <a:lnTo>
                    <a:pt x="253555" y="16560"/>
                  </a:lnTo>
                  <a:lnTo>
                    <a:pt x="253644" y="18161"/>
                  </a:lnTo>
                  <a:lnTo>
                    <a:pt x="253733" y="19646"/>
                  </a:lnTo>
                  <a:lnTo>
                    <a:pt x="253936" y="23101"/>
                  </a:lnTo>
                  <a:lnTo>
                    <a:pt x="238429" y="23101"/>
                  </a:lnTo>
                  <a:lnTo>
                    <a:pt x="238429" y="25450"/>
                  </a:lnTo>
                  <a:lnTo>
                    <a:pt x="244386" y="25666"/>
                  </a:lnTo>
                  <a:lnTo>
                    <a:pt x="246418" y="27127"/>
                  </a:lnTo>
                  <a:lnTo>
                    <a:pt x="250520" y="27127"/>
                  </a:lnTo>
                  <a:lnTo>
                    <a:pt x="251523" y="28829"/>
                  </a:lnTo>
                  <a:lnTo>
                    <a:pt x="251599" y="36156"/>
                  </a:lnTo>
                  <a:lnTo>
                    <a:pt x="252463" y="38188"/>
                  </a:lnTo>
                  <a:lnTo>
                    <a:pt x="251523" y="40894"/>
                  </a:lnTo>
                  <a:lnTo>
                    <a:pt x="251523" y="48399"/>
                  </a:lnTo>
                  <a:lnTo>
                    <a:pt x="248424" y="50952"/>
                  </a:lnTo>
                  <a:lnTo>
                    <a:pt x="257035" y="50952"/>
                  </a:lnTo>
                  <a:lnTo>
                    <a:pt x="261467" y="50952"/>
                  </a:lnTo>
                  <a:lnTo>
                    <a:pt x="260210" y="48399"/>
                  </a:lnTo>
                  <a:lnTo>
                    <a:pt x="259956" y="48399"/>
                  </a:lnTo>
                  <a:lnTo>
                    <a:pt x="257416" y="47523"/>
                  </a:lnTo>
                  <a:lnTo>
                    <a:pt x="257733" y="41516"/>
                  </a:lnTo>
                  <a:lnTo>
                    <a:pt x="257644" y="40894"/>
                  </a:lnTo>
                  <a:lnTo>
                    <a:pt x="257213" y="37477"/>
                  </a:lnTo>
                  <a:lnTo>
                    <a:pt x="261670" y="36156"/>
                  </a:lnTo>
                  <a:lnTo>
                    <a:pt x="261734" y="32512"/>
                  </a:lnTo>
                  <a:close/>
                </a:path>
                <a:path w="605155" h="450850">
                  <a:moveTo>
                    <a:pt x="262242" y="52527"/>
                  </a:moveTo>
                  <a:lnTo>
                    <a:pt x="261835" y="51714"/>
                  </a:lnTo>
                  <a:lnTo>
                    <a:pt x="257327" y="51714"/>
                  </a:lnTo>
                  <a:lnTo>
                    <a:pt x="257886" y="53098"/>
                  </a:lnTo>
                  <a:lnTo>
                    <a:pt x="259854" y="53098"/>
                  </a:lnTo>
                  <a:lnTo>
                    <a:pt x="262242" y="52527"/>
                  </a:lnTo>
                  <a:close/>
                </a:path>
                <a:path w="605155" h="450850">
                  <a:moveTo>
                    <a:pt x="267817" y="42570"/>
                  </a:moveTo>
                  <a:lnTo>
                    <a:pt x="267487" y="42087"/>
                  </a:lnTo>
                  <a:lnTo>
                    <a:pt x="266725" y="42087"/>
                  </a:lnTo>
                  <a:lnTo>
                    <a:pt x="266420" y="42570"/>
                  </a:lnTo>
                  <a:lnTo>
                    <a:pt x="266420" y="43840"/>
                  </a:lnTo>
                  <a:lnTo>
                    <a:pt x="266725" y="44183"/>
                  </a:lnTo>
                  <a:lnTo>
                    <a:pt x="267068" y="44183"/>
                  </a:lnTo>
                  <a:lnTo>
                    <a:pt x="267487" y="44183"/>
                  </a:lnTo>
                  <a:lnTo>
                    <a:pt x="267817" y="43840"/>
                  </a:lnTo>
                  <a:lnTo>
                    <a:pt x="267817" y="42570"/>
                  </a:lnTo>
                  <a:close/>
                </a:path>
                <a:path w="605155" h="450850">
                  <a:moveTo>
                    <a:pt x="274777" y="39725"/>
                  </a:moveTo>
                  <a:lnTo>
                    <a:pt x="270713" y="42570"/>
                  </a:lnTo>
                  <a:lnTo>
                    <a:pt x="272427" y="43319"/>
                  </a:lnTo>
                  <a:lnTo>
                    <a:pt x="272262" y="45694"/>
                  </a:lnTo>
                  <a:lnTo>
                    <a:pt x="274777" y="42811"/>
                  </a:lnTo>
                  <a:lnTo>
                    <a:pt x="274777" y="39725"/>
                  </a:lnTo>
                  <a:close/>
                </a:path>
                <a:path w="605155" h="450850">
                  <a:moveTo>
                    <a:pt x="275526" y="46037"/>
                  </a:moveTo>
                  <a:lnTo>
                    <a:pt x="275132" y="45694"/>
                  </a:lnTo>
                  <a:lnTo>
                    <a:pt x="274091" y="45694"/>
                  </a:lnTo>
                  <a:lnTo>
                    <a:pt x="273697" y="46037"/>
                  </a:lnTo>
                  <a:lnTo>
                    <a:pt x="273697" y="46837"/>
                  </a:lnTo>
                  <a:lnTo>
                    <a:pt x="274091" y="47193"/>
                  </a:lnTo>
                  <a:lnTo>
                    <a:pt x="274624" y="47193"/>
                  </a:lnTo>
                  <a:lnTo>
                    <a:pt x="275132" y="47193"/>
                  </a:lnTo>
                  <a:lnTo>
                    <a:pt x="275526" y="46837"/>
                  </a:lnTo>
                  <a:lnTo>
                    <a:pt x="275526" y="46037"/>
                  </a:lnTo>
                  <a:close/>
                </a:path>
                <a:path w="605155" h="450850">
                  <a:moveTo>
                    <a:pt x="277037" y="13284"/>
                  </a:moveTo>
                  <a:lnTo>
                    <a:pt x="274777" y="12966"/>
                  </a:lnTo>
                  <a:lnTo>
                    <a:pt x="271272" y="14084"/>
                  </a:lnTo>
                  <a:lnTo>
                    <a:pt x="268833" y="21590"/>
                  </a:lnTo>
                  <a:lnTo>
                    <a:pt x="266750" y="29197"/>
                  </a:lnTo>
                  <a:lnTo>
                    <a:pt x="269036" y="33705"/>
                  </a:lnTo>
                  <a:lnTo>
                    <a:pt x="268325" y="38938"/>
                  </a:lnTo>
                  <a:lnTo>
                    <a:pt x="270205" y="38938"/>
                  </a:lnTo>
                  <a:lnTo>
                    <a:pt x="272084" y="31445"/>
                  </a:lnTo>
                  <a:lnTo>
                    <a:pt x="272745" y="23368"/>
                  </a:lnTo>
                  <a:lnTo>
                    <a:pt x="273710" y="18148"/>
                  </a:lnTo>
                  <a:lnTo>
                    <a:pt x="270713" y="20777"/>
                  </a:lnTo>
                  <a:lnTo>
                    <a:pt x="270916" y="16852"/>
                  </a:lnTo>
                  <a:lnTo>
                    <a:pt x="277037" y="13284"/>
                  </a:lnTo>
                  <a:close/>
                </a:path>
                <a:path w="605155" h="450850">
                  <a:moveTo>
                    <a:pt x="283197" y="51955"/>
                  </a:moveTo>
                  <a:lnTo>
                    <a:pt x="282714" y="51574"/>
                  </a:lnTo>
                  <a:lnTo>
                    <a:pt x="281673" y="51574"/>
                  </a:lnTo>
                  <a:lnTo>
                    <a:pt x="281381" y="51955"/>
                  </a:lnTo>
                  <a:lnTo>
                    <a:pt x="281381" y="53162"/>
                  </a:lnTo>
                  <a:lnTo>
                    <a:pt x="281673" y="53555"/>
                  </a:lnTo>
                  <a:lnTo>
                    <a:pt x="282333" y="53555"/>
                  </a:lnTo>
                  <a:lnTo>
                    <a:pt x="282714" y="53555"/>
                  </a:lnTo>
                  <a:lnTo>
                    <a:pt x="283197" y="53162"/>
                  </a:lnTo>
                  <a:lnTo>
                    <a:pt x="283197" y="51955"/>
                  </a:lnTo>
                  <a:close/>
                </a:path>
                <a:path w="605155" h="450850">
                  <a:moveTo>
                    <a:pt x="285280" y="48399"/>
                  </a:moveTo>
                  <a:lnTo>
                    <a:pt x="284772" y="48171"/>
                  </a:lnTo>
                  <a:lnTo>
                    <a:pt x="283489" y="48171"/>
                  </a:lnTo>
                  <a:lnTo>
                    <a:pt x="282829" y="48399"/>
                  </a:lnTo>
                  <a:lnTo>
                    <a:pt x="282829" y="48920"/>
                  </a:lnTo>
                  <a:lnTo>
                    <a:pt x="283489" y="49022"/>
                  </a:lnTo>
                  <a:lnTo>
                    <a:pt x="284124" y="49022"/>
                  </a:lnTo>
                  <a:lnTo>
                    <a:pt x="284772" y="49022"/>
                  </a:lnTo>
                  <a:lnTo>
                    <a:pt x="285280" y="48920"/>
                  </a:lnTo>
                  <a:lnTo>
                    <a:pt x="285280" y="48399"/>
                  </a:lnTo>
                  <a:close/>
                </a:path>
                <a:path w="605155" h="450850">
                  <a:moveTo>
                    <a:pt x="286562" y="58508"/>
                  </a:moveTo>
                  <a:lnTo>
                    <a:pt x="284543" y="58508"/>
                  </a:lnTo>
                  <a:lnTo>
                    <a:pt x="283197" y="58915"/>
                  </a:lnTo>
                  <a:lnTo>
                    <a:pt x="283324" y="60083"/>
                  </a:lnTo>
                  <a:lnTo>
                    <a:pt x="283425" y="61048"/>
                  </a:lnTo>
                  <a:lnTo>
                    <a:pt x="286245" y="60083"/>
                  </a:lnTo>
                  <a:lnTo>
                    <a:pt x="286372" y="59474"/>
                  </a:lnTo>
                  <a:lnTo>
                    <a:pt x="286473" y="58915"/>
                  </a:lnTo>
                  <a:lnTo>
                    <a:pt x="286562" y="58508"/>
                  </a:lnTo>
                  <a:close/>
                </a:path>
                <a:path w="605155" h="450850">
                  <a:moveTo>
                    <a:pt x="286880" y="65138"/>
                  </a:moveTo>
                  <a:lnTo>
                    <a:pt x="283832" y="61620"/>
                  </a:lnTo>
                  <a:lnTo>
                    <a:pt x="283425" y="61048"/>
                  </a:lnTo>
                  <a:lnTo>
                    <a:pt x="283489" y="61620"/>
                  </a:lnTo>
                  <a:lnTo>
                    <a:pt x="283591" y="62572"/>
                  </a:lnTo>
                  <a:lnTo>
                    <a:pt x="283679" y="63373"/>
                  </a:lnTo>
                  <a:lnTo>
                    <a:pt x="286880" y="65138"/>
                  </a:lnTo>
                  <a:close/>
                </a:path>
                <a:path w="605155" h="450850">
                  <a:moveTo>
                    <a:pt x="288747" y="53111"/>
                  </a:moveTo>
                  <a:lnTo>
                    <a:pt x="285292" y="52590"/>
                  </a:lnTo>
                  <a:lnTo>
                    <a:pt x="283349" y="54597"/>
                  </a:lnTo>
                  <a:lnTo>
                    <a:pt x="283248" y="54952"/>
                  </a:lnTo>
                  <a:lnTo>
                    <a:pt x="283159" y="55321"/>
                  </a:lnTo>
                  <a:lnTo>
                    <a:pt x="283044" y="55740"/>
                  </a:lnTo>
                  <a:lnTo>
                    <a:pt x="282943" y="56134"/>
                  </a:lnTo>
                  <a:lnTo>
                    <a:pt x="282854" y="56476"/>
                  </a:lnTo>
                  <a:lnTo>
                    <a:pt x="282790" y="56705"/>
                  </a:lnTo>
                  <a:lnTo>
                    <a:pt x="282727" y="56959"/>
                  </a:lnTo>
                  <a:lnTo>
                    <a:pt x="284543" y="56134"/>
                  </a:lnTo>
                  <a:lnTo>
                    <a:pt x="285508" y="55740"/>
                  </a:lnTo>
                  <a:lnTo>
                    <a:pt x="287274" y="55118"/>
                  </a:lnTo>
                  <a:lnTo>
                    <a:pt x="287388" y="54952"/>
                  </a:lnTo>
                  <a:lnTo>
                    <a:pt x="288747" y="53111"/>
                  </a:lnTo>
                  <a:close/>
                </a:path>
                <a:path w="605155" h="450850">
                  <a:moveTo>
                    <a:pt x="288899" y="37668"/>
                  </a:moveTo>
                  <a:lnTo>
                    <a:pt x="287553" y="37668"/>
                  </a:lnTo>
                  <a:lnTo>
                    <a:pt x="285737" y="42087"/>
                  </a:lnTo>
                  <a:lnTo>
                    <a:pt x="288594" y="40868"/>
                  </a:lnTo>
                  <a:lnTo>
                    <a:pt x="288594" y="39560"/>
                  </a:lnTo>
                  <a:lnTo>
                    <a:pt x="288899" y="37668"/>
                  </a:lnTo>
                  <a:close/>
                </a:path>
                <a:path w="605155" h="450850">
                  <a:moveTo>
                    <a:pt x="294538" y="24574"/>
                  </a:moveTo>
                  <a:close/>
                </a:path>
                <a:path w="605155" h="450850">
                  <a:moveTo>
                    <a:pt x="308952" y="79362"/>
                  </a:moveTo>
                  <a:lnTo>
                    <a:pt x="307987" y="78867"/>
                  </a:lnTo>
                  <a:lnTo>
                    <a:pt x="306247" y="77978"/>
                  </a:lnTo>
                  <a:lnTo>
                    <a:pt x="305320" y="75450"/>
                  </a:lnTo>
                  <a:lnTo>
                    <a:pt x="301078" y="74625"/>
                  </a:lnTo>
                  <a:lnTo>
                    <a:pt x="301612" y="72009"/>
                  </a:lnTo>
                  <a:lnTo>
                    <a:pt x="303225" y="71653"/>
                  </a:lnTo>
                  <a:lnTo>
                    <a:pt x="303377" y="70815"/>
                  </a:lnTo>
                  <a:lnTo>
                    <a:pt x="303479" y="70332"/>
                  </a:lnTo>
                  <a:lnTo>
                    <a:pt x="303580" y="69811"/>
                  </a:lnTo>
                  <a:lnTo>
                    <a:pt x="303669" y="69303"/>
                  </a:lnTo>
                  <a:lnTo>
                    <a:pt x="303822" y="68516"/>
                  </a:lnTo>
                  <a:lnTo>
                    <a:pt x="306120" y="66636"/>
                  </a:lnTo>
                  <a:lnTo>
                    <a:pt x="306324" y="66471"/>
                  </a:lnTo>
                  <a:lnTo>
                    <a:pt x="302539" y="66636"/>
                  </a:lnTo>
                  <a:lnTo>
                    <a:pt x="299999" y="65887"/>
                  </a:lnTo>
                  <a:lnTo>
                    <a:pt x="301434" y="61620"/>
                  </a:lnTo>
                  <a:lnTo>
                    <a:pt x="301612" y="61048"/>
                  </a:lnTo>
                  <a:lnTo>
                    <a:pt x="301536" y="60858"/>
                  </a:lnTo>
                  <a:lnTo>
                    <a:pt x="300939" y="59321"/>
                  </a:lnTo>
                  <a:lnTo>
                    <a:pt x="299618" y="55740"/>
                  </a:lnTo>
                  <a:lnTo>
                    <a:pt x="299567" y="55321"/>
                  </a:lnTo>
                  <a:lnTo>
                    <a:pt x="299478" y="54597"/>
                  </a:lnTo>
                  <a:lnTo>
                    <a:pt x="299072" y="51282"/>
                  </a:lnTo>
                  <a:lnTo>
                    <a:pt x="298996" y="50673"/>
                  </a:lnTo>
                  <a:lnTo>
                    <a:pt x="298602" y="47510"/>
                  </a:lnTo>
                  <a:lnTo>
                    <a:pt x="296900" y="46431"/>
                  </a:lnTo>
                  <a:lnTo>
                    <a:pt x="296799" y="42964"/>
                  </a:lnTo>
                  <a:lnTo>
                    <a:pt x="296735" y="40690"/>
                  </a:lnTo>
                  <a:lnTo>
                    <a:pt x="296621" y="36601"/>
                  </a:lnTo>
                  <a:lnTo>
                    <a:pt x="296570" y="34747"/>
                  </a:lnTo>
                  <a:lnTo>
                    <a:pt x="298742" y="33731"/>
                  </a:lnTo>
                  <a:lnTo>
                    <a:pt x="299618" y="30657"/>
                  </a:lnTo>
                  <a:lnTo>
                    <a:pt x="302463" y="31457"/>
                  </a:lnTo>
                  <a:lnTo>
                    <a:pt x="302412" y="30657"/>
                  </a:lnTo>
                  <a:lnTo>
                    <a:pt x="302387" y="30314"/>
                  </a:lnTo>
                  <a:lnTo>
                    <a:pt x="302260" y="28270"/>
                  </a:lnTo>
                  <a:lnTo>
                    <a:pt x="302234" y="27736"/>
                  </a:lnTo>
                  <a:lnTo>
                    <a:pt x="302120" y="26035"/>
                  </a:lnTo>
                  <a:lnTo>
                    <a:pt x="302463" y="25425"/>
                  </a:lnTo>
                  <a:lnTo>
                    <a:pt x="302526" y="25209"/>
                  </a:lnTo>
                  <a:lnTo>
                    <a:pt x="302615" y="24904"/>
                  </a:lnTo>
                  <a:lnTo>
                    <a:pt x="302717" y="24574"/>
                  </a:lnTo>
                  <a:lnTo>
                    <a:pt x="302831" y="24218"/>
                  </a:lnTo>
                  <a:lnTo>
                    <a:pt x="303657" y="21793"/>
                  </a:lnTo>
                  <a:lnTo>
                    <a:pt x="303555" y="21221"/>
                  </a:lnTo>
                  <a:lnTo>
                    <a:pt x="302539" y="15278"/>
                  </a:lnTo>
                  <a:lnTo>
                    <a:pt x="301320" y="12738"/>
                  </a:lnTo>
                  <a:lnTo>
                    <a:pt x="300723" y="11468"/>
                  </a:lnTo>
                  <a:lnTo>
                    <a:pt x="299897" y="9537"/>
                  </a:lnTo>
                  <a:lnTo>
                    <a:pt x="299669" y="9017"/>
                  </a:lnTo>
                  <a:lnTo>
                    <a:pt x="299173" y="7848"/>
                  </a:lnTo>
                  <a:lnTo>
                    <a:pt x="299173" y="9017"/>
                  </a:lnTo>
                  <a:lnTo>
                    <a:pt x="296570" y="7848"/>
                  </a:lnTo>
                  <a:lnTo>
                    <a:pt x="293725" y="6464"/>
                  </a:lnTo>
                  <a:lnTo>
                    <a:pt x="291033" y="5918"/>
                  </a:lnTo>
                  <a:lnTo>
                    <a:pt x="287909" y="5562"/>
                  </a:lnTo>
                  <a:lnTo>
                    <a:pt x="284543" y="5283"/>
                  </a:lnTo>
                  <a:lnTo>
                    <a:pt x="279285" y="7366"/>
                  </a:lnTo>
                  <a:lnTo>
                    <a:pt x="277964" y="11823"/>
                  </a:lnTo>
                  <a:lnTo>
                    <a:pt x="280657" y="10160"/>
                  </a:lnTo>
                  <a:lnTo>
                    <a:pt x="284772" y="9537"/>
                  </a:lnTo>
                  <a:lnTo>
                    <a:pt x="282448" y="10845"/>
                  </a:lnTo>
                  <a:lnTo>
                    <a:pt x="280238" y="13804"/>
                  </a:lnTo>
                  <a:lnTo>
                    <a:pt x="277342" y="18161"/>
                  </a:lnTo>
                  <a:lnTo>
                    <a:pt x="278066" y="21221"/>
                  </a:lnTo>
                  <a:lnTo>
                    <a:pt x="278993" y="24904"/>
                  </a:lnTo>
                  <a:lnTo>
                    <a:pt x="279120" y="25209"/>
                  </a:lnTo>
                  <a:lnTo>
                    <a:pt x="281368" y="24333"/>
                  </a:lnTo>
                  <a:lnTo>
                    <a:pt x="283502" y="26403"/>
                  </a:lnTo>
                  <a:lnTo>
                    <a:pt x="283641" y="26403"/>
                  </a:lnTo>
                  <a:lnTo>
                    <a:pt x="284416" y="30111"/>
                  </a:lnTo>
                  <a:lnTo>
                    <a:pt x="284365" y="30314"/>
                  </a:lnTo>
                  <a:lnTo>
                    <a:pt x="284289" y="30657"/>
                  </a:lnTo>
                  <a:lnTo>
                    <a:pt x="283349" y="34429"/>
                  </a:lnTo>
                  <a:lnTo>
                    <a:pt x="285292" y="34937"/>
                  </a:lnTo>
                  <a:lnTo>
                    <a:pt x="285394" y="33731"/>
                  </a:lnTo>
                  <a:lnTo>
                    <a:pt x="285889" y="28117"/>
                  </a:lnTo>
                  <a:lnTo>
                    <a:pt x="287553" y="26225"/>
                  </a:lnTo>
                  <a:lnTo>
                    <a:pt x="289280" y="26403"/>
                  </a:lnTo>
                  <a:lnTo>
                    <a:pt x="292138" y="26403"/>
                  </a:lnTo>
                  <a:lnTo>
                    <a:pt x="292252" y="26225"/>
                  </a:lnTo>
                  <a:lnTo>
                    <a:pt x="292354" y="26035"/>
                  </a:lnTo>
                  <a:lnTo>
                    <a:pt x="292849" y="25209"/>
                  </a:lnTo>
                  <a:lnTo>
                    <a:pt x="292506" y="24904"/>
                  </a:lnTo>
                  <a:lnTo>
                    <a:pt x="291706" y="24218"/>
                  </a:lnTo>
                  <a:lnTo>
                    <a:pt x="290499" y="23355"/>
                  </a:lnTo>
                  <a:lnTo>
                    <a:pt x="290004" y="24218"/>
                  </a:lnTo>
                  <a:lnTo>
                    <a:pt x="285356" y="24904"/>
                  </a:lnTo>
                  <a:lnTo>
                    <a:pt x="283832" y="24218"/>
                  </a:lnTo>
                  <a:lnTo>
                    <a:pt x="282917" y="23774"/>
                  </a:lnTo>
                  <a:lnTo>
                    <a:pt x="280657" y="22174"/>
                  </a:lnTo>
                  <a:lnTo>
                    <a:pt x="280657" y="19646"/>
                  </a:lnTo>
                  <a:lnTo>
                    <a:pt x="282092" y="17005"/>
                  </a:lnTo>
                  <a:lnTo>
                    <a:pt x="283349" y="14770"/>
                  </a:lnTo>
                  <a:lnTo>
                    <a:pt x="287274" y="13284"/>
                  </a:lnTo>
                  <a:lnTo>
                    <a:pt x="289560" y="13068"/>
                  </a:lnTo>
                  <a:lnTo>
                    <a:pt x="291706" y="12738"/>
                  </a:lnTo>
                  <a:lnTo>
                    <a:pt x="292874" y="14084"/>
                  </a:lnTo>
                  <a:lnTo>
                    <a:pt x="295579" y="14338"/>
                  </a:lnTo>
                  <a:lnTo>
                    <a:pt x="298005" y="14338"/>
                  </a:lnTo>
                  <a:lnTo>
                    <a:pt x="298119" y="14770"/>
                  </a:lnTo>
                  <a:lnTo>
                    <a:pt x="299618" y="20447"/>
                  </a:lnTo>
                  <a:lnTo>
                    <a:pt x="296570" y="27736"/>
                  </a:lnTo>
                  <a:lnTo>
                    <a:pt x="293725" y="27736"/>
                  </a:lnTo>
                  <a:lnTo>
                    <a:pt x="295592" y="24904"/>
                  </a:lnTo>
                  <a:lnTo>
                    <a:pt x="294436" y="24612"/>
                  </a:lnTo>
                  <a:lnTo>
                    <a:pt x="294297" y="24574"/>
                  </a:lnTo>
                  <a:lnTo>
                    <a:pt x="293370" y="24333"/>
                  </a:lnTo>
                  <a:lnTo>
                    <a:pt x="293027" y="24904"/>
                  </a:lnTo>
                  <a:lnTo>
                    <a:pt x="292925" y="25209"/>
                  </a:lnTo>
                  <a:lnTo>
                    <a:pt x="294398" y="24625"/>
                  </a:lnTo>
                  <a:lnTo>
                    <a:pt x="292150" y="26403"/>
                  </a:lnTo>
                  <a:lnTo>
                    <a:pt x="291033" y="28270"/>
                  </a:lnTo>
                  <a:lnTo>
                    <a:pt x="292417" y="30314"/>
                  </a:lnTo>
                  <a:lnTo>
                    <a:pt x="292506" y="31457"/>
                  </a:lnTo>
                  <a:lnTo>
                    <a:pt x="292722" y="34429"/>
                  </a:lnTo>
                  <a:lnTo>
                    <a:pt x="292823" y="34747"/>
                  </a:lnTo>
                  <a:lnTo>
                    <a:pt x="292874" y="34937"/>
                  </a:lnTo>
                  <a:lnTo>
                    <a:pt x="293382" y="36601"/>
                  </a:lnTo>
                  <a:lnTo>
                    <a:pt x="291973" y="40690"/>
                  </a:lnTo>
                  <a:lnTo>
                    <a:pt x="292417" y="42964"/>
                  </a:lnTo>
                  <a:lnTo>
                    <a:pt x="292417" y="47510"/>
                  </a:lnTo>
                  <a:lnTo>
                    <a:pt x="290004" y="45694"/>
                  </a:lnTo>
                  <a:lnTo>
                    <a:pt x="290004" y="48907"/>
                  </a:lnTo>
                  <a:lnTo>
                    <a:pt x="288302" y="50673"/>
                  </a:lnTo>
                  <a:lnTo>
                    <a:pt x="288417" y="51282"/>
                  </a:lnTo>
                  <a:lnTo>
                    <a:pt x="288747" y="53111"/>
                  </a:lnTo>
                  <a:lnTo>
                    <a:pt x="292722" y="52882"/>
                  </a:lnTo>
                  <a:lnTo>
                    <a:pt x="296265" y="51282"/>
                  </a:lnTo>
                  <a:lnTo>
                    <a:pt x="295490" y="55321"/>
                  </a:lnTo>
                  <a:lnTo>
                    <a:pt x="295389" y="55740"/>
                  </a:lnTo>
                  <a:lnTo>
                    <a:pt x="295287" y="56134"/>
                  </a:lnTo>
                  <a:lnTo>
                    <a:pt x="295198" y="56476"/>
                  </a:lnTo>
                  <a:lnTo>
                    <a:pt x="293941" y="56705"/>
                  </a:lnTo>
                  <a:lnTo>
                    <a:pt x="292722" y="56705"/>
                  </a:lnTo>
                  <a:lnTo>
                    <a:pt x="292722" y="81876"/>
                  </a:lnTo>
                  <a:lnTo>
                    <a:pt x="291706" y="84594"/>
                  </a:lnTo>
                  <a:lnTo>
                    <a:pt x="291922" y="84594"/>
                  </a:lnTo>
                  <a:lnTo>
                    <a:pt x="288899" y="85051"/>
                  </a:lnTo>
                  <a:lnTo>
                    <a:pt x="286486" y="85813"/>
                  </a:lnTo>
                  <a:lnTo>
                    <a:pt x="285534" y="85267"/>
                  </a:lnTo>
                  <a:lnTo>
                    <a:pt x="284327" y="84594"/>
                  </a:lnTo>
                  <a:lnTo>
                    <a:pt x="284200" y="84391"/>
                  </a:lnTo>
                  <a:lnTo>
                    <a:pt x="283349" y="82931"/>
                  </a:lnTo>
                  <a:lnTo>
                    <a:pt x="284365" y="80187"/>
                  </a:lnTo>
                  <a:lnTo>
                    <a:pt x="284543" y="79705"/>
                  </a:lnTo>
                  <a:lnTo>
                    <a:pt x="281673" y="80187"/>
                  </a:lnTo>
                  <a:lnTo>
                    <a:pt x="281571" y="79705"/>
                  </a:lnTo>
                  <a:lnTo>
                    <a:pt x="281495" y="79362"/>
                  </a:lnTo>
                  <a:lnTo>
                    <a:pt x="281381" y="78867"/>
                  </a:lnTo>
                  <a:lnTo>
                    <a:pt x="281330" y="78613"/>
                  </a:lnTo>
                  <a:lnTo>
                    <a:pt x="279603" y="70561"/>
                  </a:lnTo>
                  <a:lnTo>
                    <a:pt x="280238" y="72402"/>
                  </a:lnTo>
                  <a:lnTo>
                    <a:pt x="288455" y="73317"/>
                  </a:lnTo>
                  <a:lnTo>
                    <a:pt x="288531" y="73977"/>
                  </a:lnTo>
                  <a:lnTo>
                    <a:pt x="288620" y="74777"/>
                  </a:lnTo>
                  <a:lnTo>
                    <a:pt x="288747" y="79705"/>
                  </a:lnTo>
                  <a:lnTo>
                    <a:pt x="292722" y="81876"/>
                  </a:lnTo>
                  <a:lnTo>
                    <a:pt x="292722" y="56705"/>
                  </a:lnTo>
                  <a:lnTo>
                    <a:pt x="292417" y="56705"/>
                  </a:lnTo>
                  <a:lnTo>
                    <a:pt x="289560" y="57721"/>
                  </a:lnTo>
                  <a:lnTo>
                    <a:pt x="288798" y="59474"/>
                  </a:lnTo>
                  <a:lnTo>
                    <a:pt x="286905" y="65138"/>
                  </a:lnTo>
                  <a:lnTo>
                    <a:pt x="288594" y="66090"/>
                  </a:lnTo>
                  <a:lnTo>
                    <a:pt x="285737" y="67894"/>
                  </a:lnTo>
                  <a:lnTo>
                    <a:pt x="285635" y="68516"/>
                  </a:lnTo>
                  <a:lnTo>
                    <a:pt x="285521" y="69303"/>
                  </a:lnTo>
                  <a:lnTo>
                    <a:pt x="285445" y="69811"/>
                  </a:lnTo>
                  <a:lnTo>
                    <a:pt x="285343" y="70472"/>
                  </a:lnTo>
                  <a:lnTo>
                    <a:pt x="285292" y="70815"/>
                  </a:lnTo>
                  <a:lnTo>
                    <a:pt x="279285" y="69557"/>
                  </a:lnTo>
                  <a:lnTo>
                    <a:pt x="279361" y="69811"/>
                  </a:lnTo>
                  <a:lnTo>
                    <a:pt x="279400" y="69951"/>
                  </a:lnTo>
                  <a:lnTo>
                    <a:pt x="279146" y="69303"/>
                  </a:lnTo>
                  <a:lnTo>
                    <a:pt x="277952" y="66306"/>
                  </a:lnTo>
                  <a:lnTo>
                    <a:pt x="277876" y="66090"/>
                  </a:lnTo>
                  <a:lnTo>
                    <a:pt x="277787" y="65887"/>
                  </a:lnTo>
                  <a:lnTo>
                    <a:pt x="277342" y="64757"/>
                  </a:lnTo>
                  <a:lnTo>
                    <a:pt x="251815" y="66306"/>
                  </a:lnTo>
                  <a:lnTo>
                    <a:pt x="251879" y="65887"/>
                  </a:lnTo>
                  <a:lnTo>
                    <a:pt x="252463" y="62572"/>
                  </a:lnTo>
                  <a:lnTo>
                    <a:pt x="280657" y="61620"/>
                  </a:lnTo>
                  <a:lnTo>
                    <a:pt x="280657" y="59474"/>
                  </a:lnTo>
                  <a:lnTo>
                    <a:pt x="280606" y="58915"/>
                  </a:lnTo>
                  <a:lnTo>
                    <a:pt x="280492" y="57721"/>
                  </a:lnTo>
                  <a:lnTo>
                    <a:pt x="280377" y="56476"/>
                  </a:lnTo>
                  <a:lnTo>
                    <a:pt x="280263" y="55321"/>
                  </a:lnTo>
                  <a:lnTo>
                    <a:pt x="280162" y="55118"/>
                  </a:lnTo>
                  <a:lnTo>
                    <a:pt x="280073" y="55321"/>
                  </a:lnTo>
                  <a:lnTo>
                    <a:pt x="278536" y="58915"/>
                  </a:lnTo>
                  <a:lnTo>
                    <a:pt x="276021" y="57137"/>
                  </a:lnTo>
                  <a:lnTo>
                    <a:pt x="271881" y="58508"/>
                  </a:lnTo>
                  <a:lnTo>
                    <a:pt x="268325" y="58915"/>
                  </a:lnTo>
                  <a:lnTo>
                    <a:pt x="268224" y="58508"/>
                  </a:lnTo>
                  <a:lnTo>
                    <a:pt x="268160" y="58229"/>
                  </a:lnTo>
                  <a:lnTo>
                    <a:pt x="268046" y="57721"/>
                  </a:lnTo>
                  <a:lnTo>
                    <a:pt x="267995" y="57518"/>
                  </a:lnTo>
                  <a:lnTo>
                    <a:pt x="267906" y="57137"/>
                  </a:lnTo>
                  <a:lnTo>
                    <a:pt x="267868" y="56959"/>
                  </a:lnTo>
                  <a:lnTo>
                    <a:pt x="267754" y="56476"/>
                  </a:lnTo>
                  <a:lnTo>
                    <a:pt x="267677" y="56134"/>
                  </a:lnTo>
                  <a:lnTo>
                    <a:pt x="267576" y="55740"/>
                  </a:lnTo>
                  <a:lnTo>
                    <a:pt x="267487" y="55321"/>
                  </a:lnTo>
                  <a:lnTo>
                    <a:pt x="264972" y="57137"/>
                  </a:lnTo>
                  <a:lnTo>
                    <a:pt x="264871" y="56959"/>
                  </a:lnTo>
                  <a:lnTo>
                    <a:pt x="262242" y="52527"/>
                  </a:lnTo>
                  <a:lnTo>
                    <a:pt x="262153" y="52882"/>
                  </a:lnTo>
                  <a:lnTo>
                    <a:pt x="262102" y="53111"/>
                  </a:lnTo>
                  <a:lnTo>
                    <a:pt x="261010" y="57721"/>
                  </a:lnTo>
                  <a:lnTo>
                    <a:pt x="257543" y="58229"/>
                  </a:lnTo>
                  <a:lnTo>
                    <a:pt x="256730" y="56134"/>
                  </a:lnTo>
                  <a:lnTo>
                    <a:pt x="254254" y="56134"/>
                  </a:lnTo>
                  <a:lnTo>
                    <a:pt x="251523" y="55816"/>
                  </a:lnTo>
                  <a:lnTo>
                    <a:pt x="251637" y="58229"/>
                  </a:lnTo>
                  <a:lnTo>
                    <a:pt x="251752" y="58915"/>
                  </a:lnTo>
                  <a:lnTo>
                    <a:pt x="251815" y="59321"/>
                  </a:lnTo>
                  <a:lnTo>
                    <a:pt x="249961" y="59474"/>
                  </a:lnTo>
                  <a:lnTo>
                    <a:pt x="249847" y="58915"/>
                  </a:lnTo>
                  <a:lnTo>
                    <a:pt x="249758" y="58508"/>
                  </a:lnTo>
                  <a:lnTo>
                    <a:pt x="249694" y="58229"/>
                  </a:lnTo>
                  <a:lnTo>
                    <a:pt x="249580" y="57721"/>
                  </a:lnTo>
                  <a:lnTo>
                    <a:pt x="249542" y="57518"/>
                  </a:lnTo>
                  <a:lnTo>
                    <a:pt x="249453" y="57137"/>
                  </a:lnTo>
                  <a:lnTo>
                    <a:pt x="249364" y="56705"/>
                  </a:lnTo>
                  <a:lnTo>
                    <a:pt x="249237" y="56134"/>
                  </a:lnTo>
                  <a:lnTo>
                    <a:pt x="249199" y="55994"/>
                  </a:lnTo>
                  <a:lnTo>
                    <a:pt x="247091" y="56134"/>
                  </a:lnTo>
                  <a:lnTo>
                    <a:pt x="249059" y="60858"/>
                  </a:lnTo>
                  <a:lnTo>
                    <a:pt x="249034" y="61048"/>
                  </a:lnTo>
                  <a:lnTo>
                    <a:pt x="248920" y="61620"/>
                  </a:lnTo>
                  <a:lnTo>
                    <a:pt x="247396" y="69811"/>
                  </a:lnTo>
                  <a:lnTo>
                    <a:pt x="263309" y="69303"/>
                  </a:lnTo>
                  <a:lnTo>
                    <a:pt x="263232" y="69557"/>
                  </a:lnTo>
                  <a:lnTo>
                    <a:pt x="263144" y="69811"/>
                  </a:lnTo>
                  <a:lnTo>
                    <a:pt x="261835" y="73977"/>
                  </a:lnTo>
                  <a:lnTo>
                    <a:pt x="260464" y="77571"/>
                  </a:lnTo>
                  <a:lnTo>
                    <a:pt x="253542" y="78613"/>
                  </a:lnTo>
                  <a:lnTo>
                    <a:pt x="253479" y="78867"/>
                  </a:lnTo>
                  <a:lnTo>
                    <a:pt x="253352" y="79362"/>
                  </a:lnTo>
                  <a:lnTo>
                    <a:pt x="253263" y="79705"/>
                  </a:lnTo>
                  <a:lnTo>
                    <a:pt x="253149" y="80187"/>
                  </a:lnTo>
                  <a:lnTo>
                    <a:pt x="253060" y="80581"/>
                  </a:lnTo>
                  <a:lnTo>
                    <a:pt x="253542" y="80581"/>
                  </a:lnTo>
                  <a:lnTo>
                    <a:pt x="257810" y="80581"/>
                  </a:lnTo>
                  <a:lnTo>
                    <a:pt x="257911" y="80187"/>
                  </a:lnTo>
                  <a:lnTo>
                    <a:pt x="261200" y="79832"/>
                  </a:lnTo>
                  <a:lnTo>
                    <a:pt x="261327" y="81216"/>
                  </a:lnTo>
                  <a:lnTo>
                    <a:pt x="261366" y="81661"/>
                  </a:lnTo>
                  <a:lnTo>
                    <a:pt x="261467" y="81876"/>
                  </a:lnTo>
                  <a:lnTo>
                    <a:pt x="262267" y="83515"/>
                  </a:lnTo>
                  <a:lnTo>
                    <a:pt x="262267" y="88404"/>
                  </a:lnTo>
                  <a:lnTo>
                    <a:pt x="260502" y="88404"/>
                  </a:lnTo>
                  <a:lnTo>
                    <a:pt x="258546" y="88582"/>
                  </a:lnTo>
                  <a:lnTo>
                    <a:pt x="257543" y="89649"/>
                  </a:lnTo>
                  <a:lnTo>
                    <a:pt x="259245" y="91135"/>
                  </a:lnTo>
                  <a:lnTo>
                    <a:pt x="263664" y="91643"/>
                  </a:lnTo>
                  <a:lnTo>
                    <a:pt x="269976" y="91909"/>
                  </a:lnTo>
                  <a:lnTo>
                    <a:pt x="267474" y="88404"/>
                  </a:lnTo>
                  <a:lnTo>
                    <a:pt x="267246" y="88036"/>
                  </a:lnTo>
                  <a:lnTo>
                    <a:pt x="267144" y="87706"/>
                  </a:lnTo>
                  <a:lnTo>
                    <a:pt x="267055" y="87426"/>
                  </a:lnTo>
                  <a:lnTo>
                    <a:pt x="264833" y="80581"/>
                  </a:lnTo>
                  <a:lnTo>
                    <a:pt x="264896" y="79705"/>
                  </a:lnTo>
                  <a:lnTo>
                    <a:pt x="264922" y="79362"/>
                  </a:lnTo>
                  <a:lnTo>
                    <a:pt x="265036" y="77571"/>
                  </a:lnTo>
                  <a:lnTo>
                    <a:pt x="265150" y="75831"/>
                  </a:lnTo>
                  <a:lnTo>
                    <a:pt x="265214" y="74777"/>
                  </a:lnTo>
                  <a:lnTo>
                    <a:pt x="270205" y="72783"/>
                  </a:lnTo>
                  <a:lnTo>
                    <a:pt x="266471" y="72009"/>
                  </a:lnTo>
                  <a:lnTo>
                    <a:pt x="268249" y="69811"/>
                  </a:lnTo>
                  <a:lnTo>
                    <a:pt x="269290" y="69811"/>
                  </a:lnTo>
                  <a:lnTo>
                    <a:pt x="275526" y="69303"/>
                  </a:lnTo>
                  <a:lnTo>
                    <a:pt x="275602" y="69557"/>
                  </a:lnTo>
                  <a:lnTo>
                    <a:pt x="275678" y="69811"/>
                  </a:lnTo>
                  <a:lnTo>
                    <a:pt x="276339" y="72009"/>
                  </a:lnTo>
                  <a:lnTo>
                    <a:pt x="279285" y="74777"/>
                  </a:lnTo>
                  <a:lnTo>
                    <a:pt x="279412" y="77978"/>
                  </a:lnTo>
                  <a:lnTo>
                    <a:pt x="279527" y="81216"/>
                  </a:lnTo>
                  <a:lnTo>
                    <a:pt x="279565" y="83781"/>
                  </a:lnTo>
                  <a:lnTo>
                    <a:pt x="277964" y="85267"/>
                  </a:lnTo>
                  <a:lnTo>
                    <a:pt x="274777" y="87706"/>
                  </a:lnTo>
                  <a:lnTo>
                    <a:pt x="274777" y="91478"/>
                  </a:lnTo>
                  <a:lnTo>
                    <a:pt x="275971" y="91643"/>
                  </a:lnTo>
                  <a:lnTo>
                    <a:pt x="276669" y="91643"/>
                  </a:lnTo>
                  <a:lnTo>
                    <a:pt x="276733" y="91135"/>
                  </a:lnTo>
                  <a:lnTo>
                    <a:pt x="277037" y="88582"/>
                  </a:lnTo>
                  <a:lnTo>
                    <a:pt x="279565" y="86220"/>
                  </a:lnTo>
                  <a:lnTo>
                    <a:pt x="281571" y="85267"/>
                  </a:lnTo>
                  <a:lnTo>
                    <a:pt x="284238" y="88404"/>
                  </a:lnTo>
                  <a:lnTo>
                    <a:pt x="286893" y="88036"/>
                  </a:lnTo>
                  <a:lnTo>
                    <a:pt x="292506" y="87426"/>
                  </a:lnTo>
                  <a:lnTo>
                    <a:pt x="292417" y="87706"/>
                  </a:lnTo>
                  <a:lnTo>
                    <a:pt x="292303" y="88036"/>
                  </a:lnTo>
                  <a:lnTo>
                    <a:pt x="292188" y="88404"/>
                  </a:lnTo>
                  <a:lnTo>
                    <a:pt x="292125" y="88582"/>
                  </a:lnTo>
                  <a:lnTo>
                    <a:pt x="290931" y="92214"/>
                  </a:lnTo>
                  <a:lnTo>
                    <a:pt x="292722" y="93129"/>
                  </a:lnTo>
                  <a:lnTo>
                    <a:pt x="294563" y="88404"/>
                  </a:lnTo>
                  <a:lnTo>
                    <a:pt x="297395" y="89192"/>
                  </a:lnTo>
                  <a:lnTo>
                    <a:pt x="295948" y="93129"/>
                  </a:lnTo>
                  <a:lnTo>
                    <a:pt x="299173" y="94183"/>
                  </a:lnTo>
                  <a:lnTo>
                    <a:pt x="299580" y="91909"/>
                  </a:lnTo>
                  <a:lnTo>
                    <a:pt x="299656" y="91643"/>
                  </a:lnTo>
                  <a:lnTo>
                    <a:pt x="299745" y="91478"/>
                  </a:lnTo>
                  <a:lnTo>
                    <a:pt x="301256" y="88404"/>
                  </a:lnTo>
                  <a:lnTo>
                    <a:pt x="301739" y="87426"/>
                  </a:lnTo>
                  <a:lnTo>
                    <a:pt x="302539" y="85813"/>
                  </a:lnTo>
                  <a:lnTo>
                    <a:pt x="305765" y="85598"/>
                  </a:lnTo>
                  <a:lnTo>
                    <a:pt x="305739" y="81216"/>
                  </a:lnTo>
                  <a:lnTo>
                    <a:pt x="305955" y="80187"/>
                  </a:lnTo>
                  <a:lnTo>
                    <a:pt x="306324" y="78867"/>
                  </a:lnTo>
                  <a:lnTo>
                    <a:pt x="308952" y="79362"/>
                  </a:lnTo>
                  <a:close/>
                </a:path>
                <a:path w="605155" h="450850">
                  <a:moveTo>
                    <a:pt x="310311" y="38328"/>
                  </a:moveTo>
                  <a:lnTo>
                    <a:pt x="309651" y="35090"/>
                  </a:lnTo>
                  <a:lnTo>
                    <a:pt x="302602" y="39370"/>
                  </a:lnTo>
                  <a:lnTo>
                    <a:pt x="302602" y="39979"/>
                  </a:lnTo>
                  <a:lnTo>
                    <a:pt x="306641" y="38785"/>
                  </a:lnTo>
                  <a:lnTo>
                    <a:pt x="307733" y="40678"/>
                  </a:lnTo>
                  <a:lnTo>
                    <a:pt x="306997" y="41732"/>
                  </a:lnTo>
                  <a:lnTo>
                    <a:pt x="306070" y="43307"/>
                  </a:lnTo>
                  <a:lnTo>
                    <a:pt x="306997" y="45910"/>
                  </a:lnTo>
                  <a:lnTo>
                    <a:pt x="307289" y="47510"/>
                  </a:lnTo>
                  <a:lnTo>
                    <a:pt x="307530" y="49364"/>
                  </a:lnTo>
                  <a:lnTo>
                    <a:pt x="306641" y="51460"/>
                  </a:lnTo>
                  <a:lnTo>
                    <a:pt x="306997" y="53098"/>
                  </a:lnTo>
                  <a:lnTo>
                    <a:pt x="309651" y="50609"/>
                  </a:lnTo>
                  <a:lnTo>
                    <a:pt x="309740" y="44488"/>
                  </a:lnTo>
                  <a:lnTo>
                    <a:pt x="308838" y="42087"/>
                  </a:lnTo>
                  <a:lnTo>
                    <a:pt x="310311" y="38328"/>
                  </a:lnTo>
                  <a:close/>
                </a:path>
                <a:path w="605155" h="450850">
                  <a:moveTo>
                    <a:pt x="311492" y="56959"/>
                  </a:moveTo>
                  <a:lnTo>
                    <a:pt x="311137" y="55562"/>
                  </a:lnTo>
                  <a:lnTo>
                    <a:pt x="309638" y="56070"/>
                  </a:lnTo>
                  <a:lnTo>
                    <a:pt x="309168" y="56870"/>
                  </a:lnTo>
                  <a:lnTo>
                    <a:pt x="308356" y="57721"/>
                  </a:lnTo>
                  <a:lnTo>
                    <a:pt x="306578" y="58064"/>
                  </a:lnTo>
                  <a:lnTo>
                    <a:pt x="305231" y="59461"/>
                  </a:lnTo>
                  <a:lnTo>
                    <a:pt x="307289" y="59905"/>
                  </a:lnTo>
                  <a:lnTo>
                    <a:pt x="309638" y="58877"/>
                  </a:lnTo>
                  <a:lnTo>
                    <a:pt x="311492" y="56959"/>
                  </a:lnTo>
                  <a:close/>
                </a:path>
                <a:path w="605155" h="450850">
                  <a:moveTo>
                    <a:pt x="314998" y="48742"/>
                  </a:moveTo>
                  <a:lnTo>
                    <a:pt x="314553" y="47879"/>
                  </a:lnTo>
                  <a:lnTo>
                    <a:pt x="313893" y="47879"/>
                  </a:lnTo>
                  <a:lnTo>
                    <a:pt x="313563" y="48742"/>
                  </a:lnTo>
                  <a:lnTo>
                    <a:pt x="313563" y="51092"/>
                  </a:lnTo>
                  <a:lnTo>
                    <a:pt x="313893" y="51968"/>
                  </a:lnTo>
                  <a:lnTo>
                    <a:pt x="314274" y="51968"/>
                  </a:lnTo>
                  <a:lnTo>
                    <a:pt x="314553" y="51968"/>
                  </a:lnTo>
                  <a:lnTo>
                    <a:pt x="314998" y="51092"/>
                  </a:lnTo>
                  <a:lnTo>
                    <a:pt x="314998" y="48742"/>
                  </a:lnTo>
                  <a:close/>
                </a:path>
                <a:path w="605155" h="450850">
                  <a:moveTo>
                    <a:pt x="314998" y="43891"/>
                  </a:moveTo>
                  <a:lnTo>
                    <a:pt x="313931" y="43307"/>
                  </a:lnTo>
                  <a:lnTo>
                    <a:pt x="313232" y="42494"/>
                  </a:lnTo>
                  <a:lnTo>
                    <a:pt x="312521" y="41440"/>
                  </a:lnTo>
                  <a:lnTo>
                    <a:pt x="311708" y="41084"/>
                  </a:lnTo>
                  <a:lnTo>
                    <a:pt x="310730" y="42164"/>
                  </a:lnTo>
                  <a:lnTo>
                    <a:pt x="314274" y="45135"/>
                  </a:lnTo>
                  <a:lnTo>
                    <a:pt x="314998" y="43891"/>
                  </a:lnTo>
                  <a:close/>
                </a:path>
                <a:path w="605155" h="450850">
                  <a:moveTo>
                    <a:pt x="367118" y="60921"/>
                  </a:moveTo>
                  <a:lnTo>
                    <a:pt x="366585" y="59626"/>
                  </a:lnTo>
                  <a:lnTo>
                    <a:pt x="364375" y="61607"/>
                  </a:lnTo>
                  <a:lnTo>
                    <a:pt x="364680" y="62725"/>
                  </a:lnTo>
                  <a:lnTo>
                    <a:pt x="365302" y="63195"/>
                  </a:lnTo>
                  <a:lnTo>
                    <a:pt x="366141" y="61607"/>
                  </a:lnTo>
                  <a:lnTo>
                    <a:pt x="367118" y="60921"/>
                  </a:lnTo>
                  <a:close/>
                </a:path>
                <a:path w="605155" h="450850">
                  <a:moveTo>
                    <a:pt x="367131" y="43827"/>
                  </a:moveTo>
                  <a:lnTo>
                    <a:pt x="366077" y="43307"/>
                  </a:lnTo>
                  <a:lnTo>
                    <a:pt x="364032" y="43307"/>
                  </a:lnTo>
                  <a:lnTo>
                    <a:pt x="363029" y="43561"/>
                  </a:lnTo>
                  <a:lnTo>
                    <a:pt x="363067" y="43827"/>
                  </a:lnTo>
                  <a:lnTo>
                    <a:pt x="367131" y="43827"/>
                  </a:lnTo>
                  <a:close/>
                </a:path>
                <a:path w="605155" h="450850">
                  <a:moveTo>
                    <a:pt x="367652" y="39370"/>
                  </a:moveTo>
                  <a:lnTo>
                    <a:pt x="366471" y="39370"/>
                  </a:lnTo>
                  <a:lnTo>
                    <a:pt x="366471" y="40868"/>
                  </a:lnTo>
                  <a:lnTo>
                    <a:pt x="367652" y="40868"/>
                  </a:lnTo>
                  <a:lnTo>
                    <a:pt x="367652" y="39370"/>
                  </a:lnTo>
                  <a:close/>
                </a:path>
                <a:path w="605155" h="450850">
                  <a:moveTo>
                    <a:pt x="368973" y="66471"/>
                  </a:moveTo>
                  <a:lnTo>
                    <a:pt x="367284" y="66141"/>
                  </a:lnTo>
                  <a:lnTo>
                    <a:pt x="365721" y="66471"/>
                  </a:lnTo>
                  <a:lnTo>
                    <a:pt x="364210" y="67284"/>
                  </a:lnTo>
                  <a:lnTo>
                    <a:pt x="362686" y="67983"/>
                  </a:lnTo>
                  <a:lnTo>
                    <a:pt x="363004" y="68732"/>
                  </a:lnTo>
                  <a:lnTo>
                    <a:pt x="361188" y="70954"/>
                  </a:lnTo>
                  <a:lnTo>
                    <a:pt x="361657" y="71996"/>
                  </a:lnTo>
                  <a:lnTo>
                    <a:pt x="361607" y="74256"/>
                  </a:lnTo>
                  <a:lnTo>
                    <a:pt x="362051" y="75450"/>
                  </a:lnTo>
                  <a:lnTo>
                    <a:pt x="362686" y="76669"/>
                  </a:lnTo>
                  <a:lnTo>
                    <a:pt x="363397" y="77965"/>
                  </a:lnTo>
                  <a:lnTo>
                    <a:pt x="364464" y="77965"/>
                  </a:lnTo>
                  <a:lnTo>
                    <a:pt x="364871" y="77025"/>
                  </a:lnTo>
                  <a:lnTo>
                    <a:pt x="363956" y="76288"/>
                  </a:lnTo>
                  <a:lnTo>
                    <a:pt x="363308" y="75184"/>
                  </a:lnTo>
                  <a:lnTo>
                    <a:pt x="362686" y="74256"/>
                  </a:lnTo>
                  <a:lnTo>
                    <a:pt x="363029" y="74256"/>
                  </a:lnTo>
                  <a:lnTo>
                    <a:pt x="363004" y="71259"/>
                  </a:lnTo>
                  <a:lnTo>
                    <a:pt x="363308" y="71653"/>
                  </a:lnTo>
                  <a:lnTo>
                    <a:pt x="363423" y="71259"/>
                  </a:lnTo>
                  <a:lnTo>
                    <a:pt x="363512" y="70954"/>
                  </a:lnTo>
                  <a:lnTo>
                    <a:pt x="363956" y="69456"/>
                  </a:lnTo>
                  <a:lnTo>
                    <a:pt x="364680" y="67386"/>
                  </a:lnTo>
                  <a:lnTo>
                    <a:pt x="367690" y="67983"/>
                  </a:lnTo>
                  <a:lnTo>
                    <a:pt x="368338" y="67983"/>
                  </a:lnTo>
                  <a:lnTo>
                    <a:pt x="368630" y="67284"/>
                  </a:lnTo>
                  <a:lnTo>
                    <a:pt x="368973" y="66471"/>
                  </a:lnTo>
                  <a:close/>
                </a:path>
                <a:path w="605155" h="450850">
                  <a:moveTo>
                    <a:pt x="368985" y="47282"/>
                  </a:moveTo>
                  <a:lnTo>
                    <a:pt x="368554" y="46304"/>
                  </a:lnTo>
                  <a:lnTo>
                    <a:pt x="368465" y="45923"/>
                  </a:lnTo>
                  <a:lnTo>
                    <a:pt x="368414" y="45707"/>
                  </a:lnTo>
                  <a:lnTo>
                    <a:pt x="368287" y="45135"/>
                  </a:lnTo>
                  <a:lnTo>
                    <a:pt x="368261" y="44653"/>
                  </a:lnTo>
                  <a:lnTo>
                    <a:pt x="368236" y="44030"/>
                  </a:lnTo>
                  <a:lnTo>
                    <a:pt x="363093" y="44030"/>
                  </a:lnTo>
                  <a:lnTo>
                    <a:pt x="363156" y="44653"/>
                  </a:lnTo>
                  <a:lnTo>
                    <a:pt x="363283" y="45707"/>
                  </a:lnTo>
                  <a:lnTo>
                    <a:pt x="363308" y="45923"/>
                  </a:lnTo>
                  <a:lnTo>
                    <a:pt x="364477" y="44653"/>
                  </a:lnTo>
                  <a:lnTo>
                    <a:pt x="366763" y="45135"/>
                  </a:lnTo>
                  <a:lnTo>
                    <a:pt x="366890" y="45707"/>
                  </a:lnTo>
                  <a:lnTo>
                    <a:pt x="367487" y="46482"/>
                  </a:lnTo>
                  <a:lnTo>
                    <a:pt x="367842" y="47434"/>
                  </a:lnTo>
                  <a:lnTo>
                    <a:pt x="367131" y="50215"/>
                  </a:lnTo>
                  <a:lnTo>
                    <a:pt x="368681" y="50215"/>
                  </a:lnTo>
                  <a:lnTo>
                    <a:pt x="368985" y="47282"/>
                  </a:lnTo>
                  <a:close/>
                </a:path>
                <a:path w="605155" h="450850">
                  <a:moveTo>
                    <a:pt x="388378" y="32854"/>
                  </a:moveTo>
                  <a:lnTo>
                    <a:pt x="381901" y="32854"/>
                  </a:lnTo>
                  <a:lnTo>
                    <a:pt x="382485" y="35687"/>
                  </a:lnTo>
                  <a:lnTo>
                    <a:pt x="383057" y="38785"/>
                  </a:lnTo>
                  <a:lnTo>
                    <a:pt x="384657" y="38481"/>
                  </a:lnTo>
                  <a:lnTo>
                    <a:pt x="385813" y="35687"/>
                  </a:lnTo>
                  <a:lnTo>
                    <a:pt x="385127" y="35687"/>
                  </a:lnTo>
                  <a:lnTo>
                    <a:pt x="383959" y="34925"/>
                  </a:lnTo>
                  <a:lnTo>
                    <a:pt x="383959" y="33502"/>
                  </a:lnTo>
                  <a:lnTo>
                    <a:pt x="388378" y="32854"/>
                  </a:lnTo>
                  <a:close/>
                </a:path>
                <a:path w="605155" h="450850">
                  <a:moveTo>
                    <a:pt x="393928" y="9359"/>
                  </a:moveTo>
                  <a:lnTo>
                    <a:pt x="393522" y="9029"/>
                  </a:lnTo>
                  <a:lnTo>
                    <a:pt x="393103" y="8572"/>
                  </a:lnTo>
                  <a:lnTo>
                    <a:pt x="392645" y="7848"/>
                  </a:lnTo>
                  <a:lnTo>
                    <a:pt x="388378" y="7848"/>
                  </a:lnTo>
                  <a:lnTo>
                    <a:pt x="386041" y="7378"/>
                  </a:lnTo>
                  <a:lnTo>
                    <a:pt x="382854" y="6756"/>
                  </a:lnTo>
                  <a:lnTo>
                    <a:pt x="381635" y="7378"/>
                  </a:lnTo>
                  <a:lnTo>
                    <a:pt x="378358" y="7378"/>
                  </a:lnTo>
                  <a:lnTo>
                    <a:pt x="372770" y="6756"/>
                  </a:lnTo>
                  <a:lnTo>
                    <a:pt x="373265" y="6756"/>
                  </a:lnTo>
                  <a:lnTo>
                    <a:pt x="371906" y="6477"/>
                  </a:lnTo>
                  <a:lnTo>
                    <a:pt x="371906" y="8343"/>
                  </a:lnTo>
                  <a:lnTo>
                    <a:pt x="373507" y="9029"/>
                  </a:lnTo>
                  <a:lnTo>
                    <a:pt x="375513" y="9182"/>
                  </a:lnTo>
                  <a:lnTo>
                    <a:pt x="376072" y="9182"/>
                  </a:lnTo>
                  <a:lnTo>
                    <a:pt x="389877" y="9613"/>
                  </a:lnTo>
                  <a:lnTo>
                    <a:pt x="392976" y="10528"/>
                  </a:lnTo>
                  <a:lnTo>
                    <a:pt x="393928" y="9359"/>
                  </a:lnTo>
                  <a:close/>
                </a:path>
                <a:path w="605155" h="450850">
                  <a:moveTo>
                    <a:pt x="393941" y="15887"/>
                  </a:moveTo>
                  <a:lnTo>
                    <a:pt x="392684" y="16078"/>
                  </a:lnTo>
                  <a:lnTo>
                    <a:pt x="392658" y="17627"/>
                  </a:lnTo>
                  <a:lnTo>
                    <a:pt x="391782" y="17881"/>
                  </a:lnTo>
                  <a:lnTo>
                    <a:pt x="388683" y="17881"/>
                  </a:lnTo>
                  <a:lnTo>
                    <a:pt x="386892" y="17005"/>
                  </a:lnTo>
                  <a:lnTo>
                    <a:pt x="387273" y="16256"/>
                  </a:lnTo>
                  <a:lnTo>
                    <a:pt x="392684" y="16078"/>
                  </a:lnTo>
                  <a:lnTo>
                    <a:pt x="390931" y="14922"/>
                  </a:lnTo>
                  <a:lnTo>
                    <a:pt x="386461" y="14338"/>
                  </a:lnTo>
                  <a:lnTo>
                    <a:pt x="380949" y="14338"/>
                  </a:lnTo>
                  <a:lnTo>
                    <a:pt x="373519" y="13741"/>
                  </a:lnTo>
                  <a:lnTo>
                    <a:pt x="373405" y="17627"/>
                  </a:lnTo>
                  <a:lnTo>
                    <a:pt x="373329" y="18503"/>
                  </a:lnTo>
                  <a:lnTo>
                    <a:pt x="376618" y="18503"/>
                  </a:lnTo>
                  <a:lnTo>
                    <a:pt x="384543" y="19646"/>
                  </a:lnTo>
                  <a:lnTo>
                    <a:pt x="390207" y="19405"/>
                  </a:lnTo>
                  <a:lnTo>
                    <a:pt x="393941" y="20447"/>
                  </a:lnTo>
                  <a:lnTo>
                    <a:pt x="393941" y="19405"/>
                  </a:lnTo>
                  <a:lnTo>
                    <a:pt x="393941" y="17881"/>
                  </a:lnTo>
                  <a:lnTo>
                    <a:pt x="393941" y="15887"/>
                  </a:lnTo>
                  <a:close/>
                </a:path>
                <a:path w="605155" h="450850">
                  <a:moveTo>
                    <a:pt x="396595" y="36588"/>
                  </a:moveTo>
                  <a:lnTo>
                    <a:pt x="395135" y="36144"/>
                  </a:lnTo>
                  <a:lnTo>
                    <a:pt x="394982" y="38938"/>
                  </a:lnTo>
                  <a:lnTo>
                    <a:pt x="396595" y="38785"/>
                  </a:lnTo>
                  <a:lnTo>
                    <a:pt x="396595" y="36588"/>
                  </a:lnTo>
                  <a:close/>
                </a:path>
                <a:path w="605155" h="450850">
                  <a:moveTo>
                    <a:pt x="396748" y="32512"/>
                  </a:moveTo>
                  <a:lnTo>
                    <a:pt x="396290" y="29260"/>
                  </a:lnTo>
                  <a:lnTo>
                    <a:pt x="396176" y="28422"/>
                  </a:lnTo>
                  <a:lnTo>
                    <a:pt x="393636" y="28422"/>
                  </a:lnTo>
                  <a:lnTo>
                    <a:pt x="385127" y="28270"/>
                  </a:lnTo>
                  <a:lnTo>
                    <a:pt x="384314" y="28422"/>
                  </a:lnTo>
                  <a:lnTo>
                    <a:pt x="382524" y="29260"/>
                  </a:lnTo>
                  <a:lnTo>
                    <a:pt x="380238" y="28422"/>
                  </a:lnTo>
                  <a:lnTo>
                    <a:pt x="381038" y="28422"/>
                  </a:lnTo>
                  <a:lnTo>
                    <a:pt x="384213" y="27368"/>
                  </a:lnTo>
                  <a:lnTo>
                    <a:pt x="383667" y="26517"/>
                  </a:lnTo>
                  <a:lnTo>
                    <a:pt x="383273" y="25882"/>
                  </a:lnTo>
                  <a:lnTo>
                    <a:pt x="380949" y="26517"/>
                  </a:lnTo>
                  <a:lnTo>
                    <a:pt x="377393" y="26517"/>
                  </a:lnTo>
                  <a:lnTo>
                    <a:pt x="371906" y="25882"/>
                  </a:lnTo>
                  <a:lnTo>
                    <a:pt x="371805" y="27368"/>
                  </a:lnTo>
                  <a:lnTo>
                    <a:pt x="371690" y="29260"/>
                  </a:lnTo>
                  <a:lnTo>
                    <a:pt x="371475" y="32512"/>
                  </a:lnTo>
                  <a:lnTo>
                    <a:pt x="376758" y="32512"/>
                  </a:lnTo>
                  <a:lnTo>
                    <a:pt x="396748" y="32512"/>
                  </a:lnTo>
                  <a:close/>
                </a:path>
                <a:path w="605155" h="450850">
                  <a:moveTo>
                    <a:pt x="396963" y="34048"/>
                  </a:moveTo>
                  <a:lnTo>
                    <a:pt x="396875" y="33502"/>
                  </a:lnTo>
                  <a:lnTo>
                    <a:pt x="396786" y="32854"/>
                  </a:lnTo>
                  <a:lnTo>
                    <a:pt x="388378" y="32854"/>
                  </a:lnTo>
                  <a:lnTo>
                    <a:pt x="396963" y="34048"/>
                  </a:lnTo>
                  <a:close/>
                </a:path>
                <a:path w="605155" h="450850">
                  <a:moveTo>
                    <a:pt x="400710" y="64338"/>
                  </a:moveTo>
                  <a:lnTo>
                    <a:pt x="399453" y="63373"/>
                  </a:lnTo>
                  <a:lnTo>
                    <a:pt x="399364" y="63207"/>
                  </a:lnTo>
                  <a:lnTo>
                    <a:pt x="399199" y="62890"/>
                  </a:lnTo>
                  <a:lnTo>
                    <a:pt x="397967" y="60934"/>
                  </a:lnTo>
                  <a:lnTo>
                    <a:pt x="398005" y="60083"/>
                  </a:lnTo>
                  <a:lnTo>
                    <a:pt x="398564" y="57912"/>
                  </a:lnTo>
                  <a:lnTo>
                    <a:pt x="398487" y="57734"/>
                  </a:lnTo>
                  <a:lnTo>
                    <a:pt x="398373" y="57505"/>
                  </a:lnTo>
                  <a:lnTo>
                    <a:pt x="398297" y="57327"/>
                  </a:lnTo>
                  <a:lnTo>
                    <a:pt x="397370" y="55321"/>
                  </a:lnTo>
                  <a:lnTo>
                    <a:pt x="397471" y="54356"/>
                  </a:lnTo>
                  <a:lnTo>
                    <a:pt x="397586" y="53911"/>
                  </a:lnTo>
                  <a:lnTo>
                    <a:pt x="397738" y="53378"/>
                  </a:lnTo>
                  <a:lnTo>
                    <a:pt x="398564" y="51282"/>
                  </a:lnTo>
                  <a:lnTo>
                    <a:pt x="398513" y="50393"/>
                  </a:lnTo>
                  <a:lnTo>
                    <a:pt x="398399" y="48501"/>
                  </a:lnTo>
                  <a:lnTo>
                    <a:pt x="398360" y="47866"/>
                  </a:lnTo>
                  <a:lnTo>
                    <a:pt x="397675" y="46304"/>
                  </a:lnTo>
                  <a:lnTo>
                    <a:pt x="396354" y="43027"/>
                  </a:lnTo>
                  <a:lnTo>
                    <a:pt x="377774" y="43230"/>
                  </a:lnTo>
                  <a:lnTo>
                    <a:pt x="377774" y="51282"/>
                  </a:lnTo>
                  <a:lnTo>
                    <a:pt x="377215" y="52882"/>
                  </a:lnTo>
                  <a:lnTo>
                    <a:pt x="377431" y="53378"/>
                  </a:lnTo>
                  <a:lnTo>
                    <a:pt x="375932" y="54762"/>
                  </a:lnTo>
                  <a:lnTo>
                    <a:pt x="375107" y="53911"/>
                  </a:lnTo>
                  <a:lnTo>
                    <a:pt x="376085" y="51104"/>
                  </a:lnTo>
                  <a:lnTo>
                    <a:pt x="377774" y="51282"/>
                  </a:lnTo>
                  <a:lnTo>
                    <a:pt x="377774" y="43230"/>
                  </a:lnTo>
                  <a:lnTo>
                    <a:pt x="374510" y="43256"/>
                  </a:lnTo>
                  <a:lnTo>
                    <a:pt x="374510" y="44348"/>
                  </a:lnTo>
                  <a:lnTo>
                    <a:pt x="373138" y="45707"/>
                  </a:lnTo>
                  <a:lnTo>
                    <a:pt x="372757" y="46304"/>
                  </a:lnTo>
                  <a:lnTo>
                    <a:pt x="372668" y="46850"/>
                  </a:lnTo>
                  <a:lnTo>
                    <a:pt x="372440" y="47269"/>
                  </a:lnTo>
                  <a:lnTo>
                    <a:pt x="374205" y="48501"/>
                  </a:lnTo>
                  <a:lnTo>
                    <a:pt x="374205" y="51282"/>
                  </a:lnTo>
                  <a:lnTo>
                    <a:pt x="373659" y="52514"/>
                  </a:lnTo>
                  <a:lnTo>
                    <a:pt x="373659" y="55321"/>
                  </a:lnTo>
                  <a:lnTo>
                    <a:pt x="373875" y="55880"/>
                  </a:lnTo>
                  <a:lnTo>
                    <a:pt x="373786" y="57505"/>
                  </a:lnTo>
                  <a:lnTo>
                    <a:pt x="375754" y="59321"/>
                  </a:lnTo>
                  <a:lnTo>
                    <a:pt x="375881" y="61887"/>
                  </a:lnTo>
                  <a:lnTo>
                    <a:pt x="375932" y="62560"/>
                  </a:lnTo>
                  <a:lnTo>
                    <a:pt x="376770" y="64122"/>
                  </a:lnTo>
                  <a:lnTo>
                    <a:pt x="376885" y="63373"/>
                  </a:lnTo>
                  <a:lnTo>
                    <a:pt x="376910" y="63207"/>
                  </a:lnTo>
                  <a:lnTo>
                    <a:pt x="377012" y="62560"/>
                  </a:lnTo>
                  <a:lnTo>
                    <a:pt x="377126" y="61887"/>
                  </a:lnTo>
                  <a:lnTo>
                    <a:pt x="377228" y="61201"/>
                  </a:lnTo>
                  <a:lnTo>
                    <a:pt x="377278" y="60934"/>
                  </a:lnTo>
                  <a:lnTo>
                    <a:pt x="377380" y="60236"/>
                  </a:lnTo>
                  <a:lnTo>
                    <a:pt x="377405" y="60083"/>
                  </a:lnTo>
                  <a:lnTo>
                    <a:pt x="377520" y="59321"/>
                  </a:lnTo>
                  <a:lnTo>
                    <a:pt x="377583" y="58508"/>
                  </a:lnTo>
                  <a:lnTo>
                    <a:pt x="377659" y="54762"/>
                  </a:lnTo>
                  <a:lnTo>
                    <a:pt x="377621" y="54356"/>
                  </a:lnTo>
                  <a:lnTo>
                    <a:pt x="377571" y="53911"/>
                  </a:lnTo>
                  <a:lnTo>
                    <a:pt x="378053" y="53911"/>
                  </a:lnTo>
                  <a:lnTo>
                    <a:pt x="380111" y="53378"/>
                  </a:lnTo>
                  <a:lnTo>
                    <a:pt x="383070" y="52514"/>
                  </a:lnTo>
                  <a:lnTo>
                    <a:pt x="384086" y="54165"/>
                  </a:lnTo>
                  <a:lnTo>
                    <a:pt x="383971" y="56476"/>
                  </a:lnTo>
                  <a:lnTo>
                    <a:pt x="383895" y="56705"/>
                  </a:lnTo>
                  <a:lnTo>
                    <a:pt x="383692" y="57327"/>
                  </a:lnTo>
                  <a:lnTo>
                    <a:pt x="383603" y="57734"/>
                  </a:lnTo>
                  <a:lnTo>
                    <a:pt x="383476" y="57912"/>
                  </a:lnTo>
                  <a:lnTo>
                    <a:pt x="384314" y="58508"/>
                  </a:lnTo>
                  <a:lnTo>
                    <a:pt x="386295" y="61201"/>
                  </a:lnTo>
                  <a:lnTo>
                    <a:pt x="385546" y="63207"/>
                  </a:lnTo>
                  <a:lnTo>
                    <a:pt x="385495" y="63373"/>
                  </a:lnTo>
                  <a:lnTo>
                    <a:pt x="384860" y="65747"/>
                  </a:lnTo>
                  <a:lnTo>
                    <a:pt x="386829" y="67094"/>
                  </a:lnTo>
                  <a:lnTo>
                    <a:pt x="387426" y="62026"/>
                  </a:lnTo>
                  <a:lnTo>
                    <a:pt x="387515" y="61887"/>
                  </a:lnTo>
                  <a:lnTo>
                    <a:pt x="388683" y="60083"/>
                  </a:lnTo>
                  <a:lnTo>
                    <a:pt x="390207" y="56476"/>
                  </a:lnTo>
                  <a:lnTo>
                    <a:pt x="387540" y="56476"/>
                  </a:lnTo>
                  <a:lnTo>
                    <a:pt x="386295" y="55321"/>
                  </a:lnTo>
                  <a:lnTo>
                    <a:pt x="386372" y="54165"/>
                  </a:lnTo>
                  <a:lnTo>
                    <a:pt x="386499" y="52514"/>
                  </a:lnTo>
                  <a:lnTo>
                    <a:pt x="386537" y="51866"/>
                  </a:lnTo>
                  <a:lnTo>
                    <a:pt x="388886" y="51104"/>
                  </a:lnTo>
                  <a:lnTo>
                    <a:pt x="389369" y="50939"/>
                  </a:lnTo>
                  <a:lnTo>
                    <a:pt x="394271" y="50393"/>
                  </a:lnTo>
                  <a:lnTo>
                    <a:pt x="394169" y="50939"/>
                  </a:lnTo>
                  <a:lnTo>
                    <a:pt x="394106" y="51282"/>
                  </a:lnTo>
                  <a:lnTo>
                    <a:pt x="393992" y="51866"/>
                  </a:lnTo>
                  <a:lnTo>
                    <a:pt x="393865" y="52514"/>
                  </a:lnTo>
                  <a:lnTo>
                    <a:pt x="393954" y="54356"/>
                  </a:lnTo>
                  <a:lnTo>
                    <a:pt x="394055" y="54762"/>
                  </a:lnTo>
                  <a:lnTo>
                    <a:pt x="394144" y="55118"/>
                  </a:lnTo>
                  <a:lnTo>
                    <a:pt x="394195" y="55321"/>
                  </a:lnTo>
                  <a:lnTo>
                    <a:pt x="394563" y="56705"/>
                  </a:lnTo>
                  <a:lnTo>
                    <a:pt x="396354" y="57734"/>
                  </a:lnTo>
                  <a:lnTo>
                    <a:pt x="396316" y="62026"/>
                  </a:lnTo>
                  <a:lnTo>
                    <a:pt x="396201" y="62560"/>
                  </a:lnTo>
                  <a:lnTo>
                    <a:pt x="396138" y="62890"/>
                  </a:lnTo>
                  <a:lnTo>
                    <a:pt x="396036" y="63373"/>
                  </a:lnTo>
                  <a:lnTo>
                    <a:pt x="395312" y="65493"/>
                  </a:lnTo>
                  <a:lnTo>
                    <a:pt x="397573" y="67437"/>
                  </a:lnTo>
                  <a:lnTo>
                    <a:pt x="399148" y="67094"/>
                  </a:lnTo>
                  <a:lnTo>
                    <a:pt x="398792" y="67094"/>
                  </a:lnTo>
                  <a:lnTo>
                    <a:pt x="399605" y="65747"/>
                  </a:lnTo>
                  <a:lnTo>
                    <a:pt x="400710" y="64338"/>
                  </a:lnTo>
                  <a:close/>
                </a:path>
                <a:path w="605155" h="450850">
                  <a:moveTo>
                    <a:pt x="557936" y="400710"/>
                  </a:moveTo>
                  <a:lnTo>
                    <a:pt x="555586" y="398818"/>
                  </a:lnTo>
                  <a:lnTo>
                    <a:pt x="539102" y="396951"/>
                  </a:lnTo>
                  <a:lnTo>
                    <a:pt x="539000" y="399338"/>
                  </a:lnTo>
                  <a:lnTo>
                    <a:pt x="538899" y="401675"/>
                  </a:lnTo>
                  <a:lnTo>
                    <a:pt x="550227" y="402234"/>
                  </a:lnTo>
                  <a:lnTo>
                    <a:pt x="557936" y="400710"/>
                  </a:lnTo>
                  <a:close/>
                </a:path>
                <a:path w="605155" h="450850">
                  <a:moveTo>
                    <a:pt x="560489" y="261785"/>
                  </a:moveTo>
                  <a:lnTo>
                    <a:pt x="556577" y="261188"/>
                  </a:lnTo>
                  <a:lnTo>
                    <a:pt x="552843" y="262699"/>
                  </a:lnTo>
                  <a:lnTo>
                    <a:pt x="552729" y="262407"/>
                  </a:lnTo>
                  <a:lnTo>
                    <a:pt x="550456" y="256857"/>
                  </a:lnTo>
                  <a:lnTo>
                    <a:pt x="548728" y="262940"/>
                  </a:lnTo>
                  <a:lnTo>
                    <a:pt x="549465" y="264096"/>
                  </a:lnTo>
                  <a:lnTo>
                    <a:pt x="550456" y="265442"/>
                  </a:lnTo>
                  <a:lnTo>
                    <a:pt x="551891" y="267500"/>
                  </a:lnTo>
                  <a:lnTo>
                    <a:pt x="559117" y="262699"/>
                  </a:lnTo>
                  <a:lnTo>
                    <a:pt x="560489" y="261785"/>
                  </a:lnTo>
                  <a:close/>
                </a:path>
                <a:path w="605155" h="450850">
                  <a:moveTo>
                    <a:pt x="573976" y="372986"/>
                  </a:moveTo>
                  <a:lnTo>
                    <a:pt x="568401" y="372986"/>
                  </a:lnTo>
                  <a:lnTo>
                    <a:pt x="568515" y="376440"/>
                  </a:lnTo>
                  <a:lnTo>
                    <a:pt x="535609" y="376440"/>
                  </a:lnTo>
                  <a:lnTo>
                    <a:pt x="535686" y="377037"/>
                  </a:lnTo>
                  <a:lnTo>
                    <a:pt x="536270" y="381368"/>
                  </a:lnTo>
                  <a:lnTo>
                    <a:pt x="540334" y="381076"/>
                  </a:lnTo>
                  <a:lnTo>
                    <a:pt x="549427" y="380555"/>
                  </a:lnTo>
                  <a:lnTo>
                    <a:pt x="558850" y="380263"/>
                  </a:lnTo>
                  <a:lnTo>
                    <a:pt x="563918" y="380695"/>
                  </a:lnTo>
                  <a:lnTo>
                    <a:pt x="565708" y="381901"/>
                  </a:lnTo>
                  <a:lnTo>
                    <a:pt x="565708" y="383806"/>
                  </a:lnTo>
                  <a:lnTo>
                    <a:pt x="535609" y="384263"/>
                  </a:lnTo>
                  <a:lnTo>
                    <a:pt x="535851" y="389026"/>
                  </a:lnTo>
                  <a:lnTo>
                    <a:pt x="552145" y="388581"/>
                  </a:lnTo>
                  <a:lnTo>
                    <a:pt x="555269" y="389191"/>
                  </a:lnTo>
                  <a:lnTo>
                    <a:pt x="558253" y="389966"/>
                  </a:lnTo>
                  <a:lnTo>
                    <a:pt x="561047" y="391007"/>
                  </a:lnTo>
                  <a:lnTo>
                    <a:pt x="561047" y="394398"/>
                  </a:lnTo>
                  <a:lnTo>
                    <a:pt x="563079" y="396494"/>
                  </a:lnTo>
                  <a:lnTo>
                    <a:pt x="561200" y="399808"/>
                  </a:lnTo>
                  <a:lnTo>
                    <a:pt x="559435" y="403047"/>
                  </a:lnTo>
                  <a:lnTo>
                    <a:pt x="555586" y="406323"/>
                  </a:lnTo>
                  <a:lnTo>
                    <a:pt x="555269" y="410197"/>
                  </a:lnTo>
                  <a:lnTo>
                    <a:pt x="554177" y="413562"/>
                  </a:lnTo>
                  <a:lnTo>
                    <a:pt x="547598" y="413232"/>
                  </a:lnTo>
                  <a:lnTo>
                    <a:pt x="547712" y="413473"/>
                  </a:lnTo>
                  <a:lnTo>
                    <a:pt x="546531" y="413334"/>
                  </a:lnTo>
                  <a:lnTo>
                    <a:pt x="548690" y="415810"/>
                  </a:lnTo>
                  <a:lnTo>
                    <a:pt x="549452" y="416648"/>
                  </a:lnTo>
                  <a:lnTo>
                    <a:pt x="549795" y="417245"/>
                  </a:lnTo>
                  <a:lnTo>
                    <a:pt x="550011" y="417233"/>
                  </a:lnTo>
                  <a:lnTo>
                    <a:pt x="551103" y="418401"/>
                  </a:lnTo>
                  <a:lnTo>
                    <a:pt x="550214" y="419595"/>
                  </a:lnTo>
                  <a:lnTo>
                    <a:pt x="550265" y="419912"/>
                  </a:lnTo>
                  <a:lnTo>
                    <a:pt x="550875" y="423799"/>
                  </a:lnTo>
                  <a:lnTo>
                    <a:pt x="551446" y="427774"/>
                  </a:lnTo>
                  <a:lnTo>
                    <a:pt x="547128" y="432790"/>
                  </a:lnTo>
                  <a:lnTo>
                    <a:pt x="544093" y="437311"/>
                  </a:lnTo>
                  <a:lnTo>
                    <a:pt x="542429" y="443331"/>
                  </a:lnTo>
                  <a:lnTo>
                    <a:pt x="545528" y="444169"/>
                  </a:lnTo>
                  <a:lnTo>
                    <a:pt x="547598" y="439521"/>
                  </a:lnTo>
                  <a:lnTo>
                    <a:pt x="549071" y="436905"/>
                  </a:lnTo>
                  <a:lnTo>
                    <a:pt x="554177" y="427355"/>
                  </a:lnTo>
                  <a:lnTo>
                    <a:pt x="554964" y="424827"/>
                  </a:lnTo>
                  <a:lnTo>
                    <a:pt x="555929" y="422554"/>
                  </a:lnTo>
                  <a:lnTo>
                    <a:pt x="554177" y="419912"/>
                  </a:lnTo>
                  <a:lnTo>
                    <a:pt x="554050" y="419595"/>
                  </a:lnTo>
                  <a:lnTo>
                    <a:pt x="553961" y="419328"/>
                  </a:lnTo>
                  <a:lnTo>
                    <a:pt x="553085" y="417055"/>
                  </a:lnTo>
                  <a:lnTo>
                    <a:pt x="558431" y="416598"/>
                  </a:lnTo>
                  <a:lnTo>
                    <a:pt x="558507" y="413562"/>
                  </a:lnTo>
                  <a:lnTo>
                    <a:pt x="558571" y="411594"/>
                  </a:lnTo>
                  <a:lnTo>
                    <a:pt x="565886" y="399338"/>
                  </a:lnTo>
                  <a:lnTo>
                    <a:pt x="567118" y="396087"/>
                  </a:lnTo>
                  <a:lnTo>
                    <a:pt x="567359" y="394081"/>
                  </a:lnTo>
                  <a:lnTo>
                    <a:pt x="567524" y="392188"/>
                  </a:lnTo>
                  <a:lnTo>
                    <a:pt x="566991" y="388734"/>
                  </a:lnTo>
                  <a:lnTo>
                    <a:pt x="567486" y="388581"/>
                  </a:lnTo>
                  <a:lnTo>
                    <a:pt x="570128" y="387769"/>
                  </a:lnTo>
                  <a:lnTo>
                    <a:pt x="570496" y="380263"/>
                  </a:lnTo>
                  <a:lnTo>
                    <a:pt x="570547" y="379095"/>
                  </a:lnTo>
                  <a:lnTo>
                    <a:pt x="573265" y="377037"/>
                  </a:lnTo>
                  <a:lnTo>
                    <a:pt x="573366" y="376440"/>
                  </a:lnTo>
                  <a:lnTo>
                    <a:pt x="573976" y="372986"/>
                  </a:lnTo>
                  <a:close/>
                </a:path>
                <a:path w="605155" h="450850">
                  <a:moveTo>
                    <a:pt x="586409" y="339725"/>
                  </a:moveTo>
                  <a:lnTo>
                    <a:pt x="582460" y="339725"/>
                  </a:lnTo>
                  <a:lnTo>
                    <a:pt x="581583" y="348678"/>
                  </a:lnTo>
                  <a:lnTo>
                    <a:pt x="536270" y="347700"/>
                  </a:lnTo>
                  <a:lnTo>
                    <a:pt x="534847" y="354050"/>
                  </a:lnTo>
                  <a:lnTo>
                    <a:pt x="574344" y="354545"/>
                  </a:lnTo>
                  <a:lnTo>
                    <a:pt x="573684" y="360807"/>
                  </a:lnTo>
                  <a:lnTo>
                    <a:pt x="572630" y="360807"/>
                  </a:lnTo>
                  <a:lnTo>
                    <a:pt x="535495" y="358368"/>
                  </a:lnTo>
                  <a:lnTo>
                    <a:pt x="534593" y="365137"/>
                  </a:lnTo>
                  <a:lnTo>
                    <a:pt x="570547" y="365518"/>
                  </a:lnTo>
                  <a:lnTo>
                    <a:pt x="571919" y="369201"/>
                  </a:lnTo>
                  <a:lnTo>
                    <a:pt x="570153" y="369201"/>
                  </a:lnTo>
                  <a:lnTo>
                    <a:pt x="535139" y="368274"/>
                  </a:lnTo>
                  <a:lnTo>
                    <a:pt x="535787" y="372567"/>
                  </a:lnTo>
                  <a:lnTo>
                    <a:pt x="568401" y="372567"/>
                  </a:lnTo>
                  <a:lnTo>
                    <a:pt x="574040" y="372567"/>
                  </a:lnTo>
                  <a:lnTo>
                    <a:pt x="574344" y="370840"/>
                  </a:lnTo>
                  <a:lnTo>
                    <a:pt x="575119" y="369201"/>
                  </a:lnTo>
                  <a:lnTo>
                    <a:pt x="577176" y="364820"/>
                  </a:lnTo>
                  <a:lnTo>
                    <a:pt x="579208" y="363308"/>
                  </a:lnTo>
                  <a:lnTo>
                    <a:pt x="579602" y="360807"/>
                  </a:lnTo>
                  <a:lnTo>
                    <a:pt x="579666" y="360426"/>
                  </a:lnTo>
                  <a:lnTo>
                    <a:pt x="580644" y="354317"/>
                  </a:lnTo>
                  <a:lnTo>
                    <a:pt x="582790" y="354050"/>
                  </a:lnTo>
                  <a:lnTo>
                    <a:pt x="585838" y="349516"/>
                  </a:lnTo>
                  <a:lnTo>
                    <a:pt x="585889" y="348678"/>
                  </a:lnTo>
                  <a:lnTo>
                    <a:pt x="585939" y="347700"/>
                  </a:lnTo>
                  <a:lnTo>
                    <a:pt x="586409" y="339725"/>
                  </a:lnTo>
                  <a:close/>
                </a:path>
                <a:path w="605155" h="450850">
                  <a:moveTo>
                    <a:pt x="589368" y="316776"/>
                  </a:moveTo>
                  <a:lnTo>
                    <a:pt x="589026" y="316242"/>
                  </a:lnTo>
                  <a:lnTo>
                    <a:pt x="588187" y="314693"/>
                  </a:lnTo>
                  <a:lnTo>
                    <a:pt x="585546" y="313296"/>
                  </a:lnTo>
                  <a:lnTo>
                    <a:pt x="582549" y="310311"/>
                  </a:lnTo>
                  <a:lnTo>
                    <a:pt x="581317" y="307695"/>
                  </a:lnTo>
                  <a:lnTo>
                    <a:pt x="586397" y="311416"/>
                  </a:lnTo>
                  <a:lnTo>
                    <a:pt x="588187" y="314693"/>
                  </a:lnTo>
                  <a:lnTo>
                    <a:pt x="588416" y="314921"/>
                  </a:lnTo>
                  <a:lnTo>
                    <a:pt x="581888" y="305244"/>
                  </a:lnTo>
                  <a:lnTo>
                    <a:pt x="578065" y="301993"/>
                  </a:lnTo>
                  <a:lnTo>
                    <a:pt x="577710" y="305981"/>
                  </a:lnTo>
                  <a:lnTo>
                    <a:pt x="577316" y="308292"/>
                  </a:lnTo>
                  <a:lnTo>
                    <a:pt x="576338" y="312420"/>
                  </a:lnTo>
                  <a:lnTo>
                    <a:pt x="576440" y="315137"/>
                  </a:lnTo>
                  <a:lnTo>
                    <a:pt x="576516" y="317220"/>
                  </a:lnTo>
                  <a:lnTo>
                    <a:pt x="577088" y="319100"/>
                  </a:lnTo>
                  <a:lnTo>
                    <a:pt x="579196" y="322135"/>
                  </a:lnTo>
                  <a:lnTo>
                    <a:pt x="583171" y="322529"/>
                  </a:lnTo>
                  <a:lnTo>
                    <a:pt x="585838" y="320370"/>
                  </a:lnTo>
                  <a:lnTo>
                    <a:pt x="588429" y="320713"/>
                  </a:lnTo>
                  <a:lnTo>
                    <a:pt x="588568" y="320370"/>
                  </a:lnTo>
                  <a:lnTo>
                    <a:pt x="589026" y="319100"/>
                  </a:lnTo>
                  <a:lnTo>
                    <a:pt x="589026" y="318058"/>
                  </a:lnTo>
                  <a:lnTo>
                    <a:pt x="589368" y="316776"/>
                  </a:lnTo>
                  <a:close/>
                </a:path>
                <a:path w="605155" h="450850">
                  <a:moveTo>
                    <a:pt x="590943" y="290601"/>
                  </a:moveTo>
                  <a:lnTo>
                    <a:pt x="590372" y="289801"/>
                  </a:lnTo>
                  <a:lnTo>
                    <a:pt x="588670" y="289801"/>
                  </a:lnTo>
                  <a:lnTo>
                    <a:pt x="587959" y="290601"/>
                  </a:lnTo>
                  <a:lnTo>
                    <a:pt x="587959" y="292684"/>
                  </a:lnTo>
                  <a:lnTo>
                    <a:pt x="588670" y="293446"/>
                  </a:lnTo>
                  <a:lnTo>
                    <a:pt x="589572" y="293446"/>
                  </a:lnTo>
                  <a:lnTo>
                    <a:pt x="590372" y="293446"/>
                  </a:lnTo>
                  <a:lnTo>
                    <a:pt x="590943" y="292684"/>
                  </a:lnTo>
                  <a:lnTo>
                    <a:pt x="590943" y="290601"/>
                  </a:lnTo>
                  <a:close/>
                </a:path>
                <a:path w="605155" h="450850">
                  <a:moveTo>
                    <a:pt x="592404" y="328777"/>
                  </a:moveTo>
                  <a:lnTo>
                    <a:pt x="590778" y="327418"/>
                  </a:lnTo>
                  <a:lnTo>
                    <a:pt x="587844" y="330542"/>
                  </a:lnTo>
                  <a:lnTo>
                    <a:pt x="587616" y="330542"/>
                  </a:lnTo>
                  <a:lnTo>
                    <a:pt x="588200" y="331368"/>
                  </a:lnTo>
                  <a:lnTo>
                    <a:pt x="586409" y="333349"/>
                  </a:lnTo>
                  <a:lnTo>
                    <a:pt x="581914" y="336461"/>
                  </a:lnTo>
                  <a:lnTo>
                    <a:pt x="578929" y="336461"/>
                  </a:lnTo>
                  <a:lnTo>
                    <a:pt x="534416" y="335292"/>
                  </a:lnTo>
                  <a:lnTo>
                    <a:pt x="530148" y="336892"/>
                  </a:lnTo>
                  <a:lnTo>
                    <a:pt x="530059" y="336461"/>
                  </a:lnTo>
                  <a:lnTo>
                    <a:pt x="529678" y="334543"/>
                  </a:lnTo>
                  <a:lnTo>
                    <a:pt x="527519" y="332854"/>
                  </a:lnTo>
                  <a:lnTo>
                    <a:pt x="525792" y="331368"/>
                  </a:lnTo>
                  <a:lnTo>
                    <a:pt x="523760" y="329958"/>
                  </a:lnTo>
                  <a:lnTo>
                    <a:pt x="524687" y="328777"/>
                  </a:lnTo>
                  <a:lnTo>
                    <a:pt x="525576" y="326707"/>
                  </a:lnTo>
                  <a:lnTo>
                    <a:pt x="526300" y="324662"/>
                  </a:lnTo>
                  <a:lnTo>
                    <a:pt x="529551" y="324827"/>
                  </a:lnTo>
                  <a:lnTo>
                    <a:pt x="531355" y="329361"/>
                  </a:lnTo>
                  <a:lnTo>
                    <a:pt x="531723" y="329958"/>
                  </a:lnTo>
                  <a:lnTo>
                    <a:pt x="532955" y="324662"/>
                  </a:lnTo>
                  <a:lnTo>
                    <a:pt x="533006" y="324408"/>
                  </a:lnTo>
                  <a:lnTo>
                    <a:pt x="534123" y="319608"/>
                  </a:lnTo>
                  <a:lnTo>
                    <a:pt x="534085" y="318528"/>
                  </a:lnTo>
                  <a:lnTo>
                    <a:pt x="533958" y="311518"/>
                  </a:lnTo>
                  <a:lnTo>
                    <a:pt x="534403" y="309016"/>
                  </a:lnTo>
                  <a:lnTo>
                    <a:pt x="535317" y="303606"/>
                  </a:lnTo>
                  <a:lnTo>
                    <a:pt x="535432" y="300520"/>
                  </a:lnTo>
                  <a:lnTo>
                    <a:pt x="535559" y="297091"/>
                  </a:lnTo>
                  <a:lnTo>
                    <a:pt x="535622" y="295224"/>
                  </a:lnTo>
                  <a:lnTo>
                    <a:pt x="537946" y="292176"/>
                  </a:lnTo>
                  <a:lnTo>
                    <a:pt x="540143" y="289102"/>
                  </a:lnTo>
                  <a:lnTo>
                    <a:pt x="545045" y="285800"/>
                  </a:lnTo>
                  <a:lnTo>
                    <a:pt x="547128" y="283540"/>
                  </a:lnTo>
                  <a:lnTo>
                    <a:pt x="548690" y="281330"/>
                  </a:lnTo>
                  <a:lnTo>
                    <a:pt x="557301" y="277787"/>
                  </a:lnTo>
                  <a:lnTo>
                    <a:pt x="560120" y="275005"/>
                  </a:lnTo>
                  <a:lnTo>
                    <a:pt x="562813" y="271957"/>
                  </a:lnTo>
                  <a:lnTo>
                    <a:pt x="570903" y="266979"/>
                  </a:lnTo>
                  <a:lnTo>
                    <a:pt x="575157" y="264096"/>
                  </a:lnTo>
                  <a:lnTo>
                    <a:pt x="576770" y="262940"/>
                  </a:lnTo>
                  <a:lnTo>
                    <a:pt x="579742" y="257860"/>
                  </a:lnTo>
                  <a:lnTo>
                    <a:pt x="580859" y="256590"/>
                  </a:lnTo>
                  <a:lnTo>
                    <a:pt x="582218" y="255003"/>
                  </a:lnTo>
                  <a:lnTo>
                    <a:pt x="582333" y="250786"/>
                  </a:lnTo>
                  <a:lnTo>
                    <a:pt x="582460" y="246583"/>
                  </a:lnTo>
                  <a:lnTo>
                    <a:pt x="579475" y="250786"/>
                  </a:lnTo>
                  <a:lnTo>
                    <a:pt x="579399" y="251294"/>
                  </a:lnTo>
                  <a:lnTo>
                    <a:pt x="579323" y="251841"/>
                  </a:lnTo>
                  <a:lnTo>
                    <a:pt x="578764" y="255638"/>
                  </a:lnTo>
                  <a:lnTo>
                    <a:pt x="577926" y="260286"/>
                  </a:lnTo>
                  <a:lnTo>
                    <a:pt x="573252" y="262699"/>
                  </a:lnTo>
                  <a:lnTo>
                    <a:pt x="565327" y="267970"/>
                  </a:lnTo>
                  <a:lnTo>
                    <a:pt x="556399" y="270878"/>
                  </a:lnTo>
                  <a:lnTo>
                    <a:pt x="551891" y="274243"/>
                  </a:lnTo>
                  <a:lnTo>
                    <a:pt x="547598" y="277571"/>
                  </a:lnTo>
                  <a:lnTo>
                    <a:pt x="541680" y="280289"/>
                  </a:lnTo>
                  <a:lnTo>
                    <a:pt x="538632" y="283540"/>
                  </a:lnTo>
                  <a:lnTo>
                    <a:pt x="535622" y="286651"/>
                  </a:lnTo>
                  <a:lnTo>
                    <a:pt x="531177" y="297091"/>
                  </a:lnTo>
                  <a:lnTo>
                    <a:pt x="531291" y="295224"/>
                  </a:lnTo>
                  <a:lnTo>
                    <a:pt x="531406" y="293636"/>
                  </a:lnTo>
                  <a:lnTo>
                    <a:pt x="531520" y="291807"/>
                  </a:lnTo>
                  <a:lnTo>
                    <a:pt x="531545" y="291376"/>
                  </a:lnTo>
                  <a:lnTo>
                    <a:pt x="531672" y="289496"/>
                  </a:lnTo>
                  <a:lnTo>
                    <a:pt x="533400" y="286956"/>
                  </a:lnTo>
                  <a:lnTo>
                    <a:pt x="534936" y="284200"/>
                  </a:lnTo>
                  <a:lnTo>
                    <a:pt x="536473" y="280708"/>
                  </a:lnTo>
                  <a:lnTo>
                    <a:pt x="538416" y="279438"/>
                  </a:lnTo>
                  <a:lnTo>
                    <a:pt x="540296" y="277990"/>
                  </a:lnTo>
                  <a:lnTo>
                    <a:pt x="545338" y="275310"/>
                  </a:lnTo>
                  <a:lnTo>
                    <a:pt x="545261" y="274662"/>
                  </a:lnTo>
                  <a:lnTo>
                    <a:pt x="545147" y="273685"/>
                  </a:lnTo>
                  <a:lnTo>
                    <a:pt x="545020" y="272745"/>
                  </a:lnTo>
                  <a:lnTo>
                    <a:pt x="544931" y="271957"/>
                  </a:lnTo>
                  <a:lnTo>
                    <a:pt x="544804" y="271005"/>
                  </a:lnTo>
                  <a:lnTo>
                    <a:pt x="544766" y="270878"/>
                  </a:lnTo>
                  <a:lnTo>
                    <a:pt x="543140" y="265976"/>
                  </a:lnTo>
                  <a:lnTo>
                    <a:pt x="543140" y="262699"/>
                  </a:lnTo>
                  <a:lnTo>
                    <a:pt x="550392" y="256857"/>
                  </a:lnTo>
                  <a:lnTo>
                    <a:pt x="550278" y="256590"/>
                  </a:lnTo>
                  <a:lnTo>
                    <a:pt x="549656" y="255244"/>
                  </a:lnTo>
                  <a:lnTo>
                    <a:pt x="541921" y="260045"/>
                  </a:lnTo>
                  <a:lnTo>
                    <a:pt x="545528" y="254419"/>
                  </a:lnTo>
                  <a:lnTo>
                    <a:pt x="545223" y="251294"/>
                  </a:lnTo>
                  <a:lnTo>
                    <a:pt x="538899" y="258826"/>
                  </a:lnTo>
                  <a:lnTo>
                    <a:pt x="540956" y="264096"/>
                  </a:lnTo>
                  <a:lnTo>
                    <a:pt x="541070" y="265976"/>
                  </a:lnTo>
                  <a:lnTo>
                    <a:pt x="541185" y="267970"/>
                  </a:lnTo>
                  <a:lnTo>
                    <a:pt x="541261" y="269367"/>
                  </a:lnTo>
                  <a:lnTo>
                    <a:pt x="541362" y="271005"/>
                  </a:lnTo>
                  <a:lnTo>
                    <a:pt x="541464" y="272745"/>
                  </a:lnTo>
                  <a:lnTo>
                    <a:pt x="541515" y="273685"/>
                  </a:lnTo>
                  <a:lnTo>
                    <a:pt x="536905" y="276364"/>
                  </a:lnTo>
                  <a:lnTo>
                    <a:pt x="533844" y="279704"/>
                  </a:lnTo>
                  <a:lnTo>
                    <a:pt x="530834" y="282930"/>
                  </a:lnTo>
                  <a:lnTo>
                    <a:pt x="530936" y="283540"/>
                  </a:lnTo>
                  <a:lnTo>
                    <a:pt x="531050" y="284200"/>
                  </a:lnTo>
                  <a:lnTo>
                    <a:pt x="531101" y="284530"/>
                  </a:lnTo>
                  <a:lnTo>
                    <a:pt x="531202" y="285153"/>
                  </a:lnTo>
                  <a:lnTo>
                    <a:pt x="531304" y="285800"/>
                  </a:lnTo>
                  <a:lnTo>
                    <a:pt x="528053" y="288747"/>
                  </a:lnTo>
                  <a:lnTo>
                    <a:pt x="524827" y="291807"/>
                  </a:lnTo>
                  <a:lnTo>
                    <a:pt x="525018" y="291566"/>
                  </a:lnTo>
                  <a:lnTo>
                    <a:pt x="524941" y="289496"/>
                  </a:lnTo>
                  <a:lnTo>
                    <a:pt x="524865" y="286956"/>
                  </a:lnTo>
                  <a:lnTo>
                    <a:pt x="524751" y="283540"/>
                  </a:lnTo>
                  <a:lnTo>
                    <a:pt x="524624" y="279704"/>
                  </a:lnTo>
                  <a:lnTo>
                    <a:pt x="524510" y="276364"/>
                  </a:lnTo>
                  <a:lnTo>
                    <a:pt x="524395" y="272745"/>
                  </a:lnTo>
                  <a:lnTo>
                    <a:pt x="524281" y="269189"/>
                  </a:lnTo>
                  <a:lnTo>
                    <a:pt x="524154" y="265442"/>
                  </a:lnTo>
                  <a:lnTo>
                    <a:pt x="524040" y="261785"/>
                  </a:lnTo>
                  <a:lnTo>
                    <a:pt x="523443" y="210032"/>
                  </a:lnTo>
                  <a:lnTo>
                    <a:pt x="528053" y="202069"/>
                  </a:lnTo>
                  <a:lnTo>
                    <a:pt x="529310" y="188188"/>
                  </a:lnTo>
                  <a:lnTo>
                    <a:pt x="525792" y="194056"/>
                  </a:lnTo>
                  <a:lnTo>
                    <a:pt x="525792" y="200456"/>
                  </a:lnTo>
                  <a:lnTo>
                    <a:pt x="522325" y="204927"/>
                  </a:lnTo>
                  <a:lnTo>
                    <a:pt x="519811" y="211264"/>
                  </a:lnTo>
                  <a:lnTo>
                    <a:pt x="521652" y="450596"/>
                  </a:lnTo>
                  <a:lnTo>
                    <a:pt x="543623" y="450596"/>
                  </a:lnTo>
                  <a:lnTo>
                    <a:pt x="544804" y="446773"/>
                  </a:lnTo>
                  <a:lnTo>
                    <a:pt x="542429" y="443331"/>
                  </a:lnTo>
                  <a:lnTo>
                    <a:pt x="539102" y="435610"/>
                  </a:lnTo>
                  <a:lnTo>
                    <a:pt x="534416" y="426135"/>
                  </a:lnTo>
                  <a:lnTo>
                    <a:pt x="538632" y="421894"/>
                  </a:lnTo>
                  <a:lnTo>
                    <a:pt x="538683" y="422554"/>
                  </a:lnTo>
                  <a:lnTo>
                    <a:pt x="538784" y="423799"/>
                  </a:lnTo>
                  <a:lnTo>
                    <a:pt x="538873" y="424827"/>
                  </a:lnTo>
                  <a:lnTo>
                    <a:pt x="538975" y="426135"/>
                  </a:lnTo>
                  <a:lnTo>
                    <a:pt x="539076" y="427355"/>
                  </a:lnTo>
                  <a:lnTo>
                    <a:pt x="539102" y="427774"/>
                  </a:lnTo>
                  <a:lnTo>
                    <a:pt x="540867" y="430999"/>
                  </a:lnTo>
                  <a:lnTo>
                    <a:pt x="544093" y="437311"/>
                  </a:lnTo>
                  <a:lnTo>
                    <a:pt x="544169" y="435610"/>
                  </a:lnTo>
                  <a:lnTo>
                    <a:pt x="544487" y="428993"/>
                  </a:lnTo>
                  <a:lnTo>
                    <a:pt x="545947" y="421894"/>
                  </a:lnTo>
                  <a:lnTo>
                    <a:pt x="546468" y="419328"/>
                  </a:lnTo>
                  <a:lnTo>
                    <a:pt x="544804" y="415810"/>
                  </a:lnTo>
                  <a:lnTo>
                    <a:pt x="546417" y="413321"/>
                  </a:lnTo>
                  <a:lnTo>
                    <a:pt x="545807" y="413245"/>
                  </a:lnTo>
                  <a:lnTo>
                    <a:pt x="543890" y="413029"/>
                  </a:lnTo>
                  <a:lnTo>
                    <a:pt x="529551" y="413029"/>
                  </a:lnTo>
                  <a:lnTo>
                    <a:pt x="527951" y="410972"/>
                  </a:lnTo>
                  <a:lnTo>
                    <a:pt x="526300" y="409105"/>
                  </a:lnTo>
                  <a:lnTo>
                    <a:pt x="527227" y="405688"/>
                  </a:lnTo>
                  <a:lnTo>
                    <a:pt x="525018" y="405041"/>
                  </a:lnTo>
                  <a:lnTo>
                    <a:pt x="524687" y="339712"/>
                  </a:lnTo>
                  <a:lnTo>
                    <a:pt x="586409" y="339712"/>
                  </a:lnTo>
                  <a:lnTo>
                    <a:pt x="587768" y="336892"/>
                  </a:lnTo>
                  <a:lnTo>
                    <a:pt x="587984" y="336461"/>
                  </a:lnTo>
                  <a:lnTo>
                    <a:pt x="592404" y="328777"/>
                  </a:lnTo>
                  <a:close/>
                </a:path>
                <a:path w="605155" h="450850">
                  <a:moveTo>
                    <a:pt x="605015" y="241604"/>
                  </a:moveTo>
                  <a:lnTo>
                    <a:pt x="601662" y="242976"/>
                  </a:lnTo>
                  <a:lnTo>
                    <a:pt x="601776" y="247853"/>
                  </a:lnTo>
                  <a:lnTo>
                    <a:pt x="601814" y="264604"/>
                  </a:lnTo>
                  <a:lnTo>
                    <a:pt x="596315" y="274662"/>
                  </a:lnTo>
                  <a:lnTo>
                    <a:pt x="594398" y="276059"/>
                  </a:lnTo>
                  <a:lnTo>
                    <a:pt x="592607" y="277571"/>
                  </a:lnTo>
                  <a:lnTo>
                    <a:pt x="580174" y="287769"/>
                  </a:lnTo>
                  <a:lnTo>
                    <a:pt x="589038" y="278180"/>
                  </a:lnTo>
                  <a:lnTo>
                    <a:pt x="589864" y="277139"/>
                  </a:lnTo>
                  <a:lnTo>
                    <a:pt x="590410" y="275831"/>
                  </a:lnTo>
                  <a:lnTo>
                    <a:pt x="594995" y="272745"/>
                  </a:lnTo>
                  <a:lnTo>
                    <a:pt x="596861" y="270878"/>
                  </a:lnTo>
                  <a:lnTo>
                    <a:pt x="598220" y="269367"/>
                  </a:lnTo>
                  <a:lnTo>
                    <a:pt x="598246" y="269189"/>
                  </a:lnTo>
                  <a:lnTo>
                    <a:pt x="599122" y="262699"/>
                  </a:lnTo>
                  <a:lnTo>
                    <a:pt x="599249" y="245922"/>
                  </a:lnTo>
                  <a:lnTo>
                    <a:pt x="597687" y="243827"/>
                  </a:lnTo>
                  <a:lnTo>
                    <a:pt x="596861" y="245922"/>
                  </a:lnTo>
                  <a:lnTo>
                    <a:pt x="596976" y="254419"/>
                  </a:lnTo>
                  <a:lnTo>
                    <a:pt x="597090" y="258394"/>
                  </a:lnTo>
                  <a:lnTo>
                    <a:pt x="597128" y="265442"/>
                  </a:lnTo>
                  <a:lnTo>
                    <a:pt x="596836" y="265976"/>
                  </a:lnTo>
                  <a:lnTo>
                    <a:pt x="594741" y="269189"/>
                  </a:lnTo>
                  <a:lnTo>
                    <a:pt x="590550" y="272745"/>
                  </a:lnTo>
                  <a:lnTo>
                    <a:pt x="586562" y="276364"/>
                  </a:lnTo>
                  <a:lnTo>
                    <a:pt x="583501" y="279438"/>
                  </a:lnTo>
                  <a:lnTo>
                    <a:pt x="580301" y="282930"/>
                  </a:lnTo>
                  <a:lnTo>
                    <a:pt x="577075" y="286651"/>
                  </a:lnTo>
                  <a:lnTo>
                    <a:pt x="573443" y="292328"/>
                  </a:lnTo>
                  <a:lnTo>
                    <a:pt x="570153" y="296354"/>
                  </a:lnTo>
                  <a:lnTo>
                    <a:pt x="566991" y="300355"/>
                  </a:lnTo>
                  <a:lnTo>
                    <a:pt x="567105" y="303009"/>
                  </a:lnTo>
                  <a:lnTo>
                    <a:pt x="567194" y="305130"/>
                  </a:lnTo>
                  <a:lnTo>
                    <a:pt x="567309" y="307924"/>
                  </a:lnTo>
                  <a:lnTo>
                    <a:pt x="567385" y="309714"/>
                  </a:lnTo>
                  <a:lnTo>
                    <a:pt x="567486" y="312153"/>
                  </a:lnTo>
                  <a:lnTo>
                    <a:pt x="567524" y="313131"/>
                  </a:lnTo>
                  <a:lnTo>
                    <a:pt x="570128" y="319608"/>
                  </a:lnTo>
                  <a:lnTo>
                    <a:pt x="571093" y="324408"/>
                  </a:lnTo>
                  <a:lnTo>
                    <a:pt x="573532" y="327418"/>
                  </a:lnTo>
                  <a:lnTo>
                    <a:pt x="576351" y="329361"/>
                  </a:lnTo>
                  <a:lnTo>
                    <a:pt x="579729" y="330542"/>
                  </a:lnTo>
                  <a:lnTo>
                    <a:pt x="583501" y="331914"/>
                  </a:lnTo>
                  <a:lnTo>
                    <a:pt x="584695" y="329361"/>
                  </a:lnTo>
                  <a:lnTo>
                    <a:pt x="585533" y="327596"/>
                  </a:lnTo>
                  <a:lnTo>
                    <a:pt x="587616" y="330542"/>
                  </a:lnTo>
                  <a:lnTo>
                    <a:pt x="587514" y="330161"/>
                  </a:lnTo>
                  <a:lnTo>
                    <a:pt x="587476" y="329958"/>
                  </a:lnTo>
                  <a:lnTo>
                    <a:pt x="586892" y="327596"/>
                  </a:lnTo>
                  <a:lnTo>
                    <a:pt x="586816" y="327253"/>
                  </a:lnTo>
                  <a:lnTo>
                    <a:pt x="585838" y="323265"/>
                  </a:lnTo>
                  <a:lnTo>
                    <a:pt x="582803" y="329361"/>
                  </a:lnTo>
                  <a:lnTo>
                    <a:pt x="579208" y="327253"/>
                  </a:lnTo>
                  <a:lnTo>
                    <a:pt x="575945" y="325170"/>
                  </a:lnTo>
                  <a:lnTo>
                    <a:pt x="573887" y="322237"/>
                  </a:lnTo>
                  <a:lnTo>
                    <a:pt x="574344" y="317550"/>
                  </a:lnTo>
                  <a:lnTo>
                    <a:pt x="572096" y="316534"/>
                  </a:lnTo>
                  <a:lnTo>
                    <a:pt x="571931" y="314325"/>
                  </a:lnTo>
                  <a:lnTo>
                    <a:pt x="571855" y="313880"/>
                  </a:lnTo>
                  <a:lnTo>
                    <a:pt x="571741" y="313131"/>
                  </a:lnTo>
                  <a:lnTo>
                    <a:pt x="571588" y="312153"/>
                  </a:lnTo>
                  <a:lnTo>
                    <a:pt x="571690" y="303784"/>
                  </a:lnTo>
                  <a:lnTo>
                    <a:pt x="571754" y="303606"/>
                  </a:lnTo>
                  <a:lnTo>
                    <a:pt x="574344" y="297091"/>
                  </a:lnTo>
                  <a:lnTo>
                    <a:pt x="572998" y="300520"/>
                  </a:lnTo>
                  <a:lnTo>
                    <a:pt x="578065" y="301993"/>
                  </a:lnTo>
                  <a:lnTo>
                    <a:pt x="579894" y="298310"/>
                  </a:lnTo>
                  <a:lnTo>
                    <a:pt x="577634" y="297091"/>
                  </a:lnTo>
                  <a:lnTo>
                    <a:pt x="578078" y="295567"/>
                  </a:lnTo>
                  <a:lnTo>
                    <a:pt x="580174" y="293789"/>
                  </a:lnTo>
                  <a:lnTo>
                    <a:pt x="582218" y="292176"/>
                  </a:lnTo>
                  <a:lnTo>
                    <a:pt x="583298" y="291376"/>
                  </a:lnTo>
                  <a:lnTo>
                    <a:pt x="584492" y="289496"/>
                  </a:lnTo>
                  <a:lnTo>
                    <a:pt x="588441" y="288061"/>
                  </a:lnTo>
                  <a:lnTo>
                    <a:pt x="591807" y="288061"/>
                  </a:lnTo>
                  <a:lnTo>
                    <a:pt x="591934" y="288747"/>
                  </a:lnTo>
                  <a:lnTo>
                    <a:pt x="592023" y="289280"/>
                  </a:lnTo>
                  <a:lnTo>
                    <a:pt x="592061" y="289496"/>
                  </a:lnTo>
                  <a:lnTo>
                    <a:pt x="592734" y="293116"/>
                  </a:lnTo>
                  <a:lnTo>
                    <a:pt x="595363" y="296125"/>
                  </a:lnTo>
                  <a:lnTo>
                    <a:pt x="590410" y="294513"/>
                  </a:lnTo>
                  <a:lnTo>
                    <a:pt x="589686" y="298475"/>
                  </a:lnTo>
                  <a:lnTo>
                    <a:pt x="588200" y="301701"/>
                  </a:lnTo>
                  <a:lnTo>
                    <a:pt x="588200" y="305130"/>
                  </a:lnTo>
                  <a:lnTo>
                    <a:pt x="589686" y="309016"/>
                  </a:lnTo>
                  <a:lnTo>
                    <a:pt x="590550" y="311518"/>
                  </a:lnTo>
                  <a:lnTo>
                    <a:pt x="591604" y="313880"/>
                  </a:lnTo>
                  <a:lnTo>
                    <a:pt x="591515" y="314325"/>
                  </a:lnTo>
                  <a:lnTo>
                    <a:pt x="590550" y="318897"/>
                  </a:lnTo>
                  <a:lnTo>
                    <a:pt x="585838" y="323265"/>
                  </a:lnTo>
                  <a:lnTo>
                    <a:pt x="590778" y="327418"/>
                  </a:lnTo>
                  <a:lnTo>
                    <a:pt x="591807" y="326326"/>
                  </a:lnTo>
                  <a:lnTo>
                    <a:pt x="593712" y="324827"/>
                  </a:lnTo>
                  <a:lnTo>
                    <a:pt x="593788" y="324408"/>
                  </a:lnTo>
                  <a:lnTo>
                    <a:pt x="594614" y="319608"/>
                  </a:lnTo>
                  <a:lnTo>
                    <a:pt x="594690" y="313880"/>
                  </a:lnTo>
                  <a:lnTo>
                    <a:pt x="593928" y="309714"/>
                  </a:lnTo>
                  <a:lnTo>
                    <a:pt x="592734" y="306743"/>
                  </a:lnTo>
                  <a:lnTo>
                    <a:pt x="591540" y="303606"/>
                  </a:lnTo>
                  <a:lnTo>
                    <a:pt x="591324" y="303009"/>
                  </a:lnTo>
                  <a:lnTo>
                    <a:pt x="592607" y="300939"/>
                  </a:lnTo>
                  <a:lnTo>
                    <a:pt x="593928" y="298983"/>
                  </a:lnTo>
                  <a:lnTo>
                    <a:pt x="596468" y="298983"/>
                  </a:lnTo>
                  <a:lnTo>
                    <a:pt x="599452" y="298069"/>
                  </a:lnTo>
                  <a:lnTo>
                    <a:pt x="599808" y="296125"/>
                  </a:lnTo>
                  <a:lnTo>
                    <a:pt x="598436" y="293636"/>
                  </a:lnTo>
                  <a:lnTo>
                    <a:pt x="597344" y="291376"/>
                  </a:lnTo>
                  <a:lnTo>
                    <a:pt x="597128" y="290931"/>
                  </a:lnTo>
                  <a:lnTo>
                    <a:pt x="595363" y="291376"/>
                  </a:lnTo>
                  <a:lnTo>
                    <a:pt x="595287" y="290931"/>
                  </a:lnTo>
                  <a:lnTo>
                    <a:pt x="595033" y="289496"/>
                  </a:lnTo>
                  <a:lnTo>
                    <a:pt x="594931" y="289102"/>
                  </a:lnTo>
                  <a:lnTo>
                    <a:pt x="594804" y="288747"/>
                  </a:lnTo>
                  <a:lnTo>
                    <a:pt x="594563" y="288061"/>
                  </a:lnTo>
                  <a:lnTo>
                    <a:pt x="594461" y="287769"/>
                  </a:lnTo>
                  <a:lnTo>
                    <a:pt x="594169" y="286956"/>
                  </a:lnTo>
                  <a:lnTo>
                    <a:pt x="594093" y="286651"/>
                  </a:lnTo>
                  <a:lnTo>
                    <a:pt x="593725" y="285153"/>
                  </a:lnTo>
                  <a:lnTo>
                    <a:pt x="593572" y="284530"/>
                  </a:lnTo>
                  <a:lnTo>
                    <a:pt x="590130" y="285153"/>
                  </a:lnTo>
                  <a:lnTo>
                    <a:pt x="597598" y="277990"/>
                  </a:lnTo>
                  <a:lnTo>
                    <a:pt x="599452" y="276059"/>
                  </a:lnTo>
                  <a:lnTo>
                    <a:pt x="601357" y="274243"/>
                  </a:lnTo>
                  <a:lnTo>
                    <a:pt x="603821" y="267970"/>
                  </a:lnTo>
                  <a:lnTo>
                    <a:pt x="603973" y="267500"/>
                  </a:lnTo>
                  <a:lnTo>
                    <a:pt x="604024" y="266979"/>
                  </a:lnTo>
                  <a:lnTo>
                    <a:pt x="604126" y="265976"/>
                  </a:lnTo>
                  <a:lnTo>
                    <a:pt x="604189" y="265442"/>
                  </a:lnTo>
                  <a:lnTo>
                    <a:pt x="604278" y="264604"/>
                  </a:lnTo>
                  <a:lnTo>
                    <a:pt x="604329" y="264096"/>
                  </a:lnTo>
                  <a:lnTo>
                    <a:pt x="604456" y="262940"/>
                  </a:lnTo>
                  <a:lnTo>
                    <a:pt x="604494" y="262699"/>
                  </a:lnTo>
                  <a:lnTo>
                    <a:pt x="604608" y="261785"/>
                  </a:lnTo>
                  <a:lnTo>
                    <a:pt x="604697" y="261188"/>
                  </a:lnTo>
                  <a:lnTo>
                    <a:pt x="604812" y="260286"/>
                  </a:lnTo>
                  <a:lnTo>
                    <a:pt x="604888" y="259651"/>
                  </a:lnTo>
                  <a:lnTo>
                    <a:pt x="605015" y="241604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14272" y="1218666"/>
              <a:ext cx="592455" cy="231140"/>
            </a:xfrm>
            <a:custGeom>
              <a:avLst/>
              <a:gdLst/>
              <a:ahLst/>
              <a:cxnLst/>
              <a:rect l="l" t="t" r="r" b="b"/>
              <a:pathLst>
                <a:path w="592455" h="231140">
                  <a:moveTo>
                    <a:pt x="13081" y="159829"/>
                  </a:moveTo>
                  <a:lnTo>
                    <a:pt x="12687" y="147485"/>
                  </a:lnTo>
                  <a:lnTo>
                    <a:pt x="12687" y="93891"/>
                  </a:lnTo>
                  <a:lnTo>
                    <a:pt x="279" y="91732"/>
                  </a:lnTo>
                  <a:lnTo>
                    <a:pt x="0" y="94386"/>
                  </a:lnTo>
                  <a:lnTo>
                    <a:pt x="9893" y="95415"/>
                  </a:lnTo>
                  <a:lnTo>
                    <a:pt x="10363" y="160439"/>
                  </a:lnTo>
                  <a:lnTo>
                    <a:pt x="11430" y="163398"/>
                  </a:lnTo>
                  <a:lnTo>
                    <a:pt x="13081" y="164439"/>
                  </a:lnTo>
                  <a:lnTo>
                    <a:pt x="13081" y="159829"/>
                  </a:lnTo>
                  <a:close/>
                </a:path>
                <a:path w="592455" h="231140">
                  <a:moveTo>
                    <a:pt x="43865" y="175793"/>
                  </a:moveTo>
                  <a:lnTo>
                    <a:pt x="39814" y="171348"/>
                  </a:lnTo>
                  <a:lnTo>
                    <a:pt x="38582" y="169570"/>
                  </a:lnTo>
                  <a:lnTo>
                    <a:pt x="28295" y="169570"/>
                  </a:lnTo>
                  <a:lnTo>
                    <a:pt x="28168" y="171094"/>
                  </a:lnTo>
                  <a:lnTo>
                    <a:pt x="28105" y="171348"/>
                  </a:lnTo>
                  <a:lnTo>
                    <a:pt x="27863" y="172364"/>
                  </a:lnTo>
                  <a:lnTo>
                    <a:pt x="27774" y="173888"/>
                  </a:lnTo>
                  <a:lnTo>
                    <a:pt x="26123" y="175793"/>
                  </a:lnTo>
                  <a:lnTo>
                    <a:pt x="43865" y="175793"/>
                  </a:lnTo>
                  <a:close/>
                </a:path>
                <a:path w="592455" h="231140">
                  <a:moveTo>
                    <a:pt x="48907" y="197510"/>
                  </a:moveTo>
                  <a:lnTo>
                    <a:pt x="48437" y="197256"/>
                  </a:lnTo>
                  <a:lnTo>
                    <a:pt x="46736" y="196240"/>
                  </a:lnTo>
                  <a:lnTo>
                    <a:pt x="46520" y="196240"/>
                  </a:lnTo>
                  <a:lnTo>
                    <a:pt x="46443" y="197510"/>
                  </a:lnTo>
                  <a:lnTo>
                    <a:pt x="48907" y="197510"/>
                  </a:lnTo>
                  <a:close/>
                </a:path>
                <a:path w="592455" h="231140">
                  <a:moveTo>
                    <a:pt x="50507" y="101346"/>
                  </a:moveTo>
                  <a:lnTo>
                    <a:pt x="42252" y="99910"/>
                  </a:lnTo>
                  <a:lnTo>
                    <a:pt x="42113" y="103771"/>
                  </a:lnTo>
                  <a:lnTo>
                    <a:pt x="37033" y="101346"/>
                  </a:lnTo>
                  <a:lnTo>
                    <a:pt x="34556" y="100355"/>
                  </a:lnTo>
                  <a:lnTo>
                    <a:pt x="32499" y="102323"/>
                  </a:lnTo>
                  <a:lnTo>
                    <a:pt x="30010" y="100520"/>
                  </a:lnTo>
                  <a:lnTo>
                    <a:pt x="20459" y="101574"/>
                  </a:lnTo>
                  <a:lnTo>
                    <a:pt x="23622" y="105079"/>
                  </a:lnTo>
                  <a:lnTo>
                    <a:pt x="33845" y="103987"/>
                  </a:lnTo>
                  <a:lnTo>
                    <a:pt x="40106" y="105854"/>
                  </a:lnTo>
                  <a:lnTo>
                    <a:pt x="44234" y="101752"/>
                  </a:lnTo>
                  <a:lnTo>
                    <a:pt x="46253" y="104876"/>
                  </a:lnTo>
                  <a:lnTo>
                    <a:pt x="45580" y="107734"/>
                  </a:lnTo>
                  <a:lnTo>
                    <a:pt x="50507" y="105079"/>
                  </a:lnTo>
                  <a:lnTo>
                    <a:pt x="50507" y="101346"/>
                  </a:lnTo>
                  <a:close/>
                </a:path>
                <a:path w="592455" h="231140">
                  <a:moveTo>
                    <a:pt x="51790" y="197510"/>
                  </a:moveTo>
                  <a:lnTo>
                    <a:pt x="48907" y="197510"/>
                  </a:lnTo>
                  <a:lnTo>
                    <a:pt x="49364" y="197764"/>
                  </a:lnTo>
                  <a:lnTo>
                    <a:pt x="51790" y="197764"/>
                  </a:lnTo>
                  <a:lnTo>
                    <a:pt x="51790" y="197510"/>
                  </a:lnTo>
                  <a:close/>
                </a:path>
                <a:path w="592455" h="231140">
                  <a:moveTo>
                    <a:pt x="56324" y="167932"/>
                  </a:moveTo>
                  <a:lnTo>
                    <a:pt x="47294" y="167932"/>
                  </a:lnTo>
                  <a:lnTo>
                    <a:pt x="45885" y="166700"/>
                  </a:lnTo>
                  <a:lnTo>
                    <a:pt x="43751" y="164871"/>
                  </a:lnTo>
                  <a:lnTo>
                    <a:pt x="43256" y="164439"/>
                  </a:lnTo>
                  <a:lnTo>
                    <a:pt x="29260" y="164871"/>
                  </a:lnTo>
                  <a:lnTo>
                    <a:pt x="18135" y="164439"/>
                  </a:lnTo>
                  <a:lnTo>
                    <a:pt x="13195" y="164439"/>
                  </a:lnTo>
                  <a:lnTo>
                    <a:pt x="17322" y="166890"/>
                  </a:lnTo>
                  <a:lnTo>
                    <a:pt x="28282" y="166700"/>
                  </a:lnTo>
                  <a:lnTo>
                    <a:pt x="34925" y="166700"/>
                  </a:lnTo>
                  <a:lnTo>
                    <a:pt x="40652" y="166890"/>
                  </a:lnTo>
                  <a:lnTo>
                    <a:pt x="44945" y="167449"/>
                  </a:lnTo>
                  <a:lnTo>
                    <a:pt x="44945" y="171272"/>
                  </a:lnTo>
                  <a:lnTo>
                    <a:pt x="55689" y="171475"/>
                  </a:lnTo>
                  <a:lnTo>
                    <a:pt x="55727" y="171272"/>
                  </a:lnTo>
                  <a:lnTo>
                    <a:pt x="56324" y="167932"/>
                  </a:lnTo>
                  <a:close/>
                </a:path>
                <a:path w="592455" h="231140">
                  <a:moveTo>
                    <a:pt x="62280" y="175793"/>
                  </a:moveTo>
                  <a:lnTo>
                    <a:pt x="60375" y="175158"/>
                  </a:lnTo>
                  <a:lnTo>
                    <a:pt x="59118" y="174650"/>
                  </a:lnTo>
                  <a:lnTo>
                    <a:pt x="58191" y="175793"/>
                  </a:lnTo>
                  <a:lnTo>
                    <a:pt x="62280" y="175793"/>
                  </a:lnTo>
                  <a:close/>
                </a:path>
                <a:path w="592455" h="231140">
                  <a:moveTo>
                    <a:pt x="63106" y="175793"/>
                  </a:moveTo>
                  <a:lnTo>
                    <a:pt x="62280" y="175793"/>
                  </a:lnTo>
                  <a:lnTo>
                    <a:pt x="63042" y="176047"/>
                  </a:lnTo>
                  <a:lnTo>
                    <a:pt x="63106" y="175793"/>
                  </a:lnTo>
                  <a:close/>
                </a:path>
                <a:path w="592455" h="231140">
                  <a:moveTo>
                    <a:pt x="66446" y="175793"/>
                  </a:moveTo>
                  <a:lnTo>
                    <a:pt x="66370" y="175666"/>
                  </a:lnTo>
                  <a:lnTo>
                    <a:pt x="64985" y="173380"/>
                  </a:lnTo>
                  <a:lnTo>
                    <a:pt x="64414" y="172364"/>
                  </a:lnTo>
                  <a:lnTo>
                    <a:pt x="64008" y="173634"/>
                  </a:lnTo>
                  <a:lnTo>
                    <a:pt x="63474" y="174650"/>
                  </a:lnTo>
                  <a:lnTo>
                    <a:pt x="63106" y="175793"/>
                  </a:lnTo>
                  <a:lnTo>
                    <a:pt x="66446" y="175793"/>
                  </a:lnTo>
                  <a:close/>
                </a:path>
                <a:path w="592455" h="231140">
                  <a:moveTo>
                    <a:pt x="77876" y="103987"/>
                  </a:moveTo>
                  <a:lnTo>
                    <a:pt x="77800" y="103771"/>
                  </a:lnTo>
                  <a:lnTo>
                    <a:pt x="77673" y="103403"/>
                  </a:lnTo>
                  <a:lnTo>
                    <a:pt x="77558" y="103060"/>
                  </a:lnTo>
                  <a:lnTo>
                    <a:pt x="77470" y="102793"/>
                  </a:lnTo>
                  <a:lnTo>
                    <a:pt x="77419" y="102641"/>
                  </a:lnTo>
                  <a:lnTo>
                    <a:pt x="77317" y="102323"/>
                  </a:lnTo>
                  <a:lnTo>
                    <a:pt x="77254" y="102158"/>
                  </a:lnTo>
                  <a:lnTo>
                    <a:pt x="77177" y="101904"/>
                  </a:lnTo>
                  <a:lnTo>
                    <a:pt x="77063" y="101574"/>
                  </a:lnTo>
                  <a:lnTo>
                    <a:pt x="76974" y="101295"/>
                  </a:lnTo>
                  <a:lnTo>
                    <a:pt x="76885" y="101053"/>
                  </a:lnTo>
                  <a:lnTo>
                    <a:pt x="76771" y="100698"/>
                  </a:lnTo>
                  <a:lnTo>
                    <a:pt x="76708" y="100507"/>
                  </a:lnTo>
                  <a:lnTo>
                    <a:pt x="76606" y="100203"/>
                  </a:lnTo>
                  <a:lnTo>
                    <a:pt x="76314" y="99339"/>
                  </a:lnTo>
                  <a:lnTo>
                    <a:pt x="76098" y="98971"/>
                  </a:lnTo>
                  <a:lnTo>
                    <a:pt x="76212" y="102158"/>
                  </a:lnTo>
                  <a:lnTo>
                    <a:pt x="77622" y="103771"/>
                  </a:lnTo>
                  <a:lnTo>
                    <a:pt x="77876" y="103987"/>
                  </a:lnTo>
                  <a:close/>
                </a:path>
                <a:path w="592455" h="231140">
                  <a:moveTo>
                    <a:pt x="80772" y="138569"/>
                  </a:moveTo>
                  <a:lnTo>
                    <a:pt x="80441" y="138442"/>
                  </a:lnTo>
                  <a:lnTo>
                    <a:pt x="80111" y="136918"/>
                  </a:lnTo>
                  <a:lnTo>
                    <a:pt x="80200" y="132092"/>
                  </a:lnTo>
                  <a:lnTo>
                    <a:pt x="77660" y="132092"/>
                  </a:lnTo>
                  <a:lnTo>
                    <a:pt x="77660" y="141363"/>
                  </a:lnTo>
                  <a:lnTo>
                    <a:pt x="79260" y="143649"/>
                  </a:lnTo>
                  <a:lnTo>
                    <a:pt x="77152" y="143395"/>
                  </a:lnTo>
                  <a:lnTo>
                    <a:pt x="79578" y="146697"/>
                  </a:lnTo>
                  <a:lnTo>
                    <a:pt x="79629" y="146443"/>
                  </a:lnTo>
                  <a:lnTo>
                    <a:pt x="79756" y="145935"/>
                  </a:lnTo>
                  <a:lnTo>
                    <a:pt x="79819" y="145681"/>
                  </a:lnTo>
                  <a:lnTo>
                    <a:pt x="79971" y="145046"/>
                  </a:lnTo>
                  <a:lnTo>
                    <a:pt x="80568" y="145046"/>
                  </a:lnTo>
                  <a:lnTo>
                    <a:pt x="80657" y="143649"/>
                  </a:lnTo>
                  <a:lnTo>
                    <a:pt x="80772" y="138569"/>
                  </a:lnTo>
                  <a:close/>
                </a:path>
                <a:path w="592455" h="231140">
                  <a:moveTo>
                    <a:pt x="103962" y="131330"/>
                  </a:moveTo>
                  <a:lnTo>
                    <a:pt x="103949" y="131203"/>
                  </a:lnTo>
                  <a:lnTo>
                    <a:pt x="102057" y="131203"/>
                  </a:lnTo>
                  <a:lnTo>
                    <a:pt x="102120" y="131330"/>
                  </a:lnTo>
                  <a:lnTo>
                    <a:pt x="103962" y="131330"/>
                  </a:lnTo>
                  <a:close/>
                </a:path>
                <a:path w="592455" h="231140">
                  <a:moveTo>
                    <a:pt x="104025" y="131965"/>
                  </a:moveTo>
                  <a:lnTo>
                    <a:pt x="103987" y="131584"/>
                  </a:lnTo>
                  <a:lnTo>
                    <a:pt x="102184" y="131584"/>
                  </a:lnTo>
                  <a:lnTo>
                    <a:pt x="102196" y="131965"/>
                  </a:lnTo>
                  <a:lnTo>
                    <a:pt x="104025" y="131965"/>
                  </a:lnTo>
                  <a:close/>
                </a:path>
                <a:path w="592455" h="231140">
                  <a:moveTo>
                    <a:pt x="104152" y="133108"/>
                  </a:moveTo>
                  <a:lnTo>
                    <a:pt x="104038" y="132092"/>
                  </a:lnTo>
                  <a:lnTo>
                    <a:pt x="102196" y="132092"/>
                  </a:lnTo>
                  <a:lnTo>
                    <a:pt x="102209" y="133108"/>
                  </a:lnTo>
                  <a:lnTo>
                    <a:pt x="104152" y="133108"/>
                  </a:lnTo>
                  <a:close/>
                </a:path>
                <a:path w="592455" h="231140">
                  <a:moveTo>
                    <a:pt x="104330" y="146697"/>
                  </a:moveTo>
                  <a:lnTo>
                    <a:pt x="104292" y="143014"/>
                  </a:lnTo>
                  <a:lnTo>
                    <a:pt x="104165" y="133235"/>
                  </a:lnTo>
                  <a:lnTo>
                    <a:pt x="102209" y="133235"/>
                  </a:lnTo>
                  <a:lnTo>
                    <a:pt x="102273" y="144792"/>
                  </a:lnTo>
                  <a:lnTo>
                    <a:pt x="104330" y="146697"/>
                  </a:lnTo>
                  <a:close/>
                </a:path>
                <a:path w="592455" h="231140">
                  <a:moveTo>
                    <a:pt x="105168" y="127520"/>
                  </a:moveTo>
                  <a:lnTo>
                    <a:pt x="103619" y="127393"/>
                  </a:lnTo>
                  <a:lnTo>
                    <a:pt x="102920" y="126631"/>
                  </a:lnTo>
                  <a:lnTo>
                    <a:pt x="101282" y="126631"/>
                  </a:lnTo>
                  <a:lnTo>
                    <a:pt x="101409" y="129425"/>
                  </a:lnTo>
                  <a:lnTo>
                    <a:pt x="101434" y="129933"/>
                  </a:lnTo>
                  <a:lnTo>
                    <a:pt x="101561" y="130187"/>
                  </a:lnTo>
                  <a:lnTo>
                    <a:pt x="101688" y="130441"/>
                  </a:lnTo>
                  <a:lnTo>
                    <a:pt x="101803" y="130695"/>
                  </a:lnTo>
                  <a:lnTo>
                    <a:pt x="101930" y="130949"/>
                  </a:lnTo>
                  <a:lnTo>
                    <a:pt x="101993" y="131076"/>
                  </a:lnTo>
                  <a:lnTo>
                    <a:pt x="103936" y="131076"/>
                  </a:lnTo>
                  <a:lnTo>
                    <a:pt x="103898" y="130695"/>
                  </a:lnTo>
                  <a:lnTo>
                    <a:pt x="103797" y="129679"/>
                  </a:lnTo>
                  <a:lnTo>
                    <a:pt x="105130" y="128917"/>
                  </a:lnTo>
                  <a:lnTo>
                    <a:pt x="105168" y="127520"/>
                  </a:lnTo>
                  <a:close/>
                </a:path>
                <a:path w="592455" h="231140">
                  <a:moveTo>
                    <a:pt x="108534" y="126631"/>
                  </a:moveTo>
                  <a:lnTo>
                    <a:pt x="108508" y="126504"/>
                  </a:lnTo>
                  <a:lnTo>
                    <a:pt x="102806" y="126504"/>
                  </a:lnTo>
                  <a:lnTo>
                    <a:pt x="102920" y="126631"/>
                  </a:lnTo>
                  <a:lnTo>
                    <a:pt x="108534" y="126631"/>
                  </a:lnTo>
                  <a:close/>
                </a:path>
                <a:path w="592455" h="231140">
                  <a:moveTo>
                    <a:pt x="109893" y="133108"/>
                  </a:moveTo>
                  <a:lnTo>
                    <a:pt x="104152" y="133108"/>
                  </a:lnTo>
                  <a:lnTo>
                    <a:pt x="104165" y="133235"/>
                  </a:lnTo>
                  <a:lnTo>
                    <a:pt x="109880" y="133235"/>
                  </a:lnTo>
                  <a:lnTo>
                    <a:pt x="109893" y="133108"/>
                  </a:lnTo>
                  <a:close/>
                </a:path>
                <a:path w="592455" h="231140">
                  <a:moveTo>
                    <a:pt x="109931" y="131965"/>
                  </a:moveTo>
                  <a:lnTo>
                    <a:pt x="104025" y="131965"/>
                  </a:lnTo>
                  <a:lnTo>
                    <a:pt x="104038" y="132092"/>
                  </a:lnTo>
                  <a:lnTo>
                    <a:pt x="109931" y="132092"/>
                  </a:lnTo>
                  <a:lnTo>
                    <a:pt x="109931" y="131965"/>
                  </a:lnTo>
                  <a:close/>
                </a:path>
                <a:path w="592455" h="231140">
                  <a:moveTo>
                    <a:pt x="109956" y="131330"/>
                  </a:moveTo>
                  <a:lnTo>
                    <a:pt x="103962" y="131330"/>
                  </a:lnTo>
                  <a:lnTo>
                    <a:pt x="103987" y="131584"/>
                  </a:lnTo>
                  <a:lnTo>
                    <a:pt x="109943" y="131584"/>
                  </a:lnTo>
                  <a:lnTo>
                    <a:pt x="109956" y="131330"/>
                  </a:lnTo>
                  <a:close/>
                </a:path>
                <a:path w="592455" h="231140">
                  <a:moveTo>
                    <a:pt x="109956" y="131076"/>
                  </a:moveTo>
                  <a:lnTo>
                    <a:pt x="103936" y="131076"/>
                  </a:lnTo>
                  <a:lnTo>
                    <a:pt x="103949" y="131203"/>
                  </a:lnTo>
                  <a:lnTo>
                    <a:pt x="109956" y="131203"/>
                  </a:lnTo>
                  <a:lnTo>
                    <a:pt x="109956" y="131076"/>
                  </a:lnTo>
                  <a:close/>
                </a:path>
                <a:path w="592455" h="231140">
                  <a:moveTo>
                    <a:pt x="114185" y="133235"/>
                  </a:moveTo>
                  <a:lnTo>
                    <a:pt x="109880" y="133235"/>
                  </a:lnTo>
                  <a:lnTo>
                    <a:pt x="109994" y="143014"/>
                  </a:lnTo>
                  <a:lnTo>
                    <a:pt x="110007" y="143154"/>
                  </a:lnTo>
                  <a:lnTo>
                    <a:pt x="113195" y="143014"/>
                  </a:lnTo>
                  <a:lnTo>
                    <a:pt x="113106" y="144157"/>
                  </a:lnTo>
                  <a:lnTo>
                    <a:pt x="112991" y="145681"/>
                  </a:lnTo>
                  <a:lnTo>
                    <a:pt x="112864" y="147332"/>
                  </a:lnTo>
                  <a:lnTo>
                    <a:pt x="112776" y="148475"/>
                  </a:lnTo>
                  <a:lnTo>
                    <a:pt x="113995" y="149237"/>
                  </a:lnTo>
                  <a:lnTo>
                    <a:pt x="114058" y="144157"/>
                  </a:lnTo>
                  <a:lnTo>
                    <a:pt x="114185" y="133235"/>
                  </a:lnTo>
                  <a:close/>
                </a:path>
                <a:path w="592455" h="231140">
                  <a:moveTo>
                    <a:pt x="114198" y="132092"/>
                  </a:moveTo>
                  <a:lnTo>
                    <a:pt x="109931" y="132092"/>
                  </a:lnTo>
                  <a:lnTo>
                    <a:pt x="109893" y="133108"/>
                  </a:lnTo>
                  <a:lnTo>
                    <a:pt x="114185" y="133108"/>
                  </a:lnTo>
                  <a:lnTo>
                    <a:pt x="114198" y="132092"/>
                  </a:lnTo>
                  <a:close/>
                </a:path>
                <a:path w="592455" h="231140">
                  <a:moveTo>
                    <a:pt x="114198" y="131584"/>
                  </a:moveTo>
                  <a:lnTo>
                    <a:pt x="109943" y="131584"/>
                  </a:lnTo>
                  <a:lnTo>
                    <a:pt x="109931" y="131965"/>
                  </a:lnTo>
                  <a:lnTo>
                    <a:pt x="114198" y="131965"/>
                  </a:lnTo>
                  <a:lnTo>
                    <a:pt x="114198" y="131584"/>
                  </a:lnTo>
                  <a:close/>
                </a:path>
                <a:path w="592455" h="231140">
                  <a:moveTo>
                    <a:pt x="114211" y="131203"/>
                  </a:moveTo>
                  <a:lnTo>
                    <a:pt x="109956" y="131203"/>
                  </a:lnTo>
                  <a:lnTo>
                    <a:pt x="109956" y="131330"/>
                  </a:lnTo>
                  <a:lnTo>
                    <a:pt x="114198" y="131330"/>
                  </a:lnTo>
                  <a:lnTo>
                    <a:pt x="114211" y="131203"/>
                  </a:lnTo>
                  <a:close/>
                </a:path>
                <a:path w="592455" h="231140">
                  <a:moveTo>
                    <a:pt x="114249" y="127647"/>
                  </a:moveTo>
                  <a:lnTo>
                    <a:pt x="113804" y="127520"/>
                  </a:lnTo>
                  <a:lnTo>
                    <a:pt x="112991" y="127520"/>
                  </a:lnTo>
                  <a:lnTo>
                    <a:pt x="112941" y="127393"/>
                  </a:lnTo>
                  <a:lnTo>
                    <a:pt x="112814" y="127139"/>
                  </a:lnTo>
                  <a:lnTo>
                    <a:pt x="112572" y="126631"/>
                  </a:lnTo>
                  <a:lnTo>
                    <a:pt x="108534" y="126631"/>
                  </a:lnTo>
                  <a:lnTo>
                    <a:pt x="108661" y="127139"/>
                  </a:lnTo>
                  <a:lnTo>
                    <a:pt x="108750" y="127520"/>
                  </a:lnTo>
                  <a:lnTo>
                    <a:pt x="108813" y="127647"/>
                  </a:lnTo>
                  <a:lnTo>
                    <a:pt x="108889" y="127774"/>
                  </a:lnTo>
                  <a:lnTo>
                    <a:pt x="109867" y="129425"/>
                  </a:lnTo>
                  <a:lnTo>
                    <a:pt x="109956" y="131076"/>
                  </a:lnTo>
                  <a:lnTo>
                    <a:pt x="114211" y="131076"/>
                  </a:lnTo>
                  <a:lnTo>
                    <a:pt x="114249" y="127647"/>
                  </a:lnTo>
                  <a:close/>
                </a:path>
                <a:path w="592455" h="231140">
                  <a:moveTo>
                    <a:pt x="167970" y="132092"/>
                  </a:moveTo>
                  <a:lnTo>
                    <a:pt x="167944" y="131965"/>
                  </a:lnTo>
                  <a:lnTo>
                    <a:pt x="160629" y="131965"/>
                  </a:lnTo>
                  <a:lnTo>
                    <a:pt x="160667" y="131813"/>
                  </a:lnTo>
                  <a:lnTo>
                    <a:pt x="160655" y="131584"/>
                  </a:lnTo>
                  <a:lnTo>
                    <a:pt x="167843" y="131584"/>
                  </a:lnTo>
                  <a:lnTo>
                    <a:pt x="167614" y="131330"/>
                  </a:lnTo>
                  <a:lnTo>
                    <a:pt x="160642" y="131330"/>
                  </a:lnTo>
                  <a:lnTo>
                    <a:pt x="160629" y="131203"/>
                  </a:lnTo>
                  <a:lnTo>
                    <a:pt x="167513" y="131203"/>
                  </a:lnTo>
                  <a:lnTo>
                    <a:pt x="167474" y="131076"/>
                  </a:lnTo>
                  <a:lnTo>
                    <a:pt x="160629" y="131076"/>
                  </a:lnTo>
                  <a:lnTo>
                    <a:pt x="160578" y="129755"/>
                  </a:lnTo>
                  <a:lnTo>
                    <a:pt x="160464" y="127292"/>
                  </a:lnTo>
                  <a:lnTo>
                    <a:pt x="158127" y="129755"/>
                  </a:lnTo>
                  <a:lnTo>
                    <a:pt x="155587" y="126707"/>
                  </a:lnTo>
                  <a:lnTo>
                    <a:pt x="155486" y="127292"/>
                  </a:lnTo>
                  <a:lnTo>
                    <a:pt x="154749" y="131076"/>
                  </a:lnTo>
                  <a:lnTo>
                    <a:pt x="154724" y="131203"/>
                  </a:lnTo>
                  <a:lnTo>
                    <a:pt x="154711" y="131330"/>
                  </a:lnTo>
                  <a:lnTo>
                    <a:pt x="154432" y="131203"/>
                  </a:lnTo>
                  <a:lnTo>
                    <a:pt x="154724" y="131203"/>
                  </a:lnTo>
                  <a:lnTo>
                    <a:pt x="154724" y="131076"/>
                  </a:lnTo>
                  <a:lnTo>
                    <a:pt x="154152" y="131076"/>
                  </a:lnTo>
                  <a:lnTo>
                    <a:pt x="152958" y="130530"/>
                  </a:lnTo>
                  <a:lnTo>
                    <a:pt x="152882" y="130149"/>
                  </a:lnTo>
                  <a:lnTo>
                    <a:pt x="152793" y="129755"/>
                  </a:lnTo>
                  <a:lnTo>
                    <a:pt x="152654" y="129146"/>
                  </a:lnTo>
                  <a:lnTo>
                    <a:pt x="152654" y="133108"/>
                  </a:lnTo>
                  <a:lnTo>
                    <a:pt x="148247" y="133108"/>
                  </a:lnTo>
                  <a:lnTo>
                    <a:pt x="148463" y="132295"/>
                  </a:lnTo>
                  <a:lnTo>
                    <a:pt x="148082" y="132092"/>
                  </a:lnTo>
                  <a:lnTo>
                    <a:pt x="152400" y="132092"/>
                  </a:lnTo>
                  <a:lnTo>
                    <a:pt x="152654" y="133108"/>
                  </a:lnTo>
                  <a:lnTo>
                    <a:pt x="152654" y="129146"/>
                  </a:lnTo>
                  <a:lnTo>
                    <a:pt x="152361" y="127863"/>
                  </a:lnTo>
                  <a:lnTo>
                    <a:pt x="152361" y="131965"/>
                  </a:lnTo>
                  <a:lnTo>
                    <a:pt x="147840" y="131965"/>
                  </a:lnTo>
                  <a:lnTo>
                    <a:pt x="147129" y="131584"/>
                  </a:lnTo>
                  <a:lnTo>
                    <a:pt x="152260" y="131584"/>
                  </a:lnTo>
                  <a:lnTo>
                    <a:pt x="152361" y="131965"/>
                  </a:lnTo>
                  <a:lnTo>
                    <a:pt x="152361" y="127863"/>
                  </a:lnTo>
                  <a:lnTo>
                    <a:pt x="152196" y="127139"/>
                  </a:lnTo>
                  <a:lnTo>
                    <a:pt x="152196" y="131330"/>
                  </a:lnTo>
                  <a:lnTo>
                    <a:pt x="146773" y="131330"/>
                  </a:lnTo>
                  <a:lnTo>
                    <a:pt x="146773" y="131584"/>
                  </a:lnTo>
                  <a:lnTo>
                    <a:pt x="146761" y="131965"/>
                  </a:lnTo>
                  <a:lnTo>
                    <a:pt x="146761" y="132092"/>
                  </a:lnTo>
                  <a:lnTo>
                    <a:pt x="146723" y="133108"/>
                  </a:lnTo>
                  <a:lnTo>
                    <a:pt x="144703" y="133108"/>
                  </a:lnTo>
                  <a:lnTo>
                    <a:pt x="144614" y="132092"/>
                  </a:lnTo>
                  <a:lnTo>
                    <a:pt x="146761" y="132092"/>
                  </a:lnTo>
                  <a:lnTo>
                    <a:pt x="146761" y="131965"/>
                  </a:lnTo>
                  <a:lnTo>
                    <a:pt x="144602" y="131965"/>
                  </a:lnTo>
                  <a:lnTo>
                    <a:pt x="144576" y="131584"/>
                  </a:lnTo>
                  <a:lnTo>
                    <a:pt x="146773" y="131584"/>
                  </a:lnTo>
                  <a:lnTo>
                    <a:pt x="146773" y="131330"/>
                  </a:lnTo>
                  <a:lnTo>
                    <a:pt x="144551" y="131330"/>
                  </a:lnTo>
                  <a:lnTo>
                    <a:pt x="144538" y="131203"/>
                  </a:lnTo>
                  <a:lnTo>
                    <a:pt x="152158" y="131203"/>
                  </a:lnTo>
                  <a:lnTo>
                    <a:pt x="152196" y="131330"/>
                  </a:lnTo>
                  <a:lnTo>
                    <a:pt x="152196" y="127139"/>
                  </a:lnTo>
                  <a:lnTo>
                    <a:pt x="152133" y="126860"/>
                  </a:lnTo>
                  <a:lnTo>
                    <a:pt x="152133" y="131076"/>
                  </a:lnTo>
                  <a:lnTo>
                    <a:pt x="144526" y="131076"/>
                  </a:lnTo>
                  <a:lnTo>
                    <a:pt x="144462" y="130187"/>
                  </a:lnTo>
                  <a:lnTo>
                    <a:pt x="143294" y="130187"/>
                  </a:lnTo>
                  <a:lnTo>
                    <a:pt x="141655" y="129273"/>
                  </a:lnTo>
                  <a:lnTo>
                    <a:pt x="141655" y="133108"/>
                  </a:lnTo>
                  <a:lnTo>
                    <a:pt x="136410" y="133108"/>
                  </a:lnTo>
                  <a:lnTo>
                    <a:pt x="136029" y="132092"/>
                  </a:lnTo>
                  <a:lnTo>
                    <a:pt x="140639" y="132092"/>
                  </a:lnTo>
                  <a:lnTo>
                    <a:pt x="141655" y="133108"/>
                  </a:lnTo>
                  <a:lnTo>
                    <a:pt x="141655" y="129273"/>
                  </a:lnTo>
                  <a:lnTo>
                    <a:pt x="141478" y="129171"/>
                  </a:lnTo>
                  <a:lnTo>
                    <a:pt x="141427" y="126631"/>
                  </a:lnTo>
                  <a:lnTo>
                    <a:pt x="151955" y="126631"/>
                  </a:lnTo>
                  <a:lnTo>
                    <a:pt x="151993" y="130530"/>
                  </a:lnTo>
                  <a:lnTo>
                    <a:pt x="152133" y="131076"/>
                  </a:lnTo>
                  <a:lnTo>
                    <a:pt x="152133" y="126860"/>
                  </a:lnTo>
                  <a:lnTo>
                    <a:pt x="152082" y="126631"/>
                  </a:lnTo>
                  <a:lnTo>
                    <a:pt x="165315" y="126631"/>
                  </a:lnTo>
                  <a:lnTo>
                    <a:pt x="165265" y="126504"/>
                  </a:lnTo>
                  <a:lnTo>
                    <a:pt x="152057" y="126504"/>
                  </a:lnTo>
                  <a:lnTo>
                    <a:pt x="151955" y="126022"/>
                  </a:lnTo>
                  <a:lnTo>
                    <a:pt x="151955" y="126504"/>
                  </a:lnTo>
                  <a:lnTo>
                    <a:pt x="141427" y="126504"/>
                  </a:lnTo>
                  <a:lnTo>
                    <a:pt x="141427" y="126022"/>
                  </a:lnTo>
                  <a:lnTo>
                    <a:pt x="141262" y="123990"/>
                  </a:lnTo>
                  <a:lnTo>
                    <a:pt x="140512" y="124358"/>
                  </a:lnTo>
                  <a:lnTo>
                    <a:pt x="140512" y="131965"/>
                  </a:lnTo>
                  <a:lnTo>
                    <a:pt x="135978" y="131965"/>
                  </a:lnTo>
                  <a:lnTo>
                    <a:pt x="135826" y="131584"/>
                  </a:lnTo>
                  <a:lnTo>
                    <a:pt x="140131" y="131584"/>
                  </a:lnTo>
                  <a:lnTo>
                    <a:pt x="140512" y="131965"/>
                  </a:lnTo>
                  <a:lnTo>
                    <a:pt x="140512" y="124358"/>
                  </a:lnTo>
                  <a:lnTo>
                    <a:pt x="139954" y="124625"/>
                  </a:lnTo>
                  <a:lnTo>
                    <a:pt x="139877" y="126504"/>
                  </a:lnTo>
                  <a:lnTo>
                    <a:pt x="139877" y="126631"/>
                  </a:lnTo>
                  <a:lnTo>
                    <a:pt x="139877" y="131330"/>
                  </a:lnTo>
                  <a:lnTo>
                    <a:pt x="135737" y="131330"/>
                  </a:lnTo>
                  <a:lnTo>
                    <a:pt x="135686" y="131203"/>
                  </a:lnTo>
                  <a:lnTo>
                    <a:pt x="139750" y="131203"/>
                  </a:lnTo>
                  <a:lnTo>
                    <a:pt x="139877" y="131330"/>
                  </a:lnTo>
                  <a:lnTo>
                    <a:pt x="139877" y="126631"/>
                  </a:lnTo>
                  <a:lnTo>
                    <a:pt x="139827" y="128282"/>
                  </a:lnTo>
                  <a:lnTo>
                    <a:pt x="139649" y="131076"/>
                  </a:lnTo>
                  <a:lnTo>
                    <a:pt x="135623" y="131076"/>
                  </a:lnTo>
                  <a:lnTo>
                    <a:pt x="134213" y="130340"/>
                  </a:lnTo>
                  <a:lnTo>
                    <a:pt x="133540" y="128320"/>
                  </a:lnTo>
                  <a:lnTo>
                    <a:pt x="133540" y="133108"/>
                  </a:lnTo>
                  <a:lnTo>
                    <a:pt x="126504" y="133108"/>
                  </a:lnTo>
                  <a:lnTo>
                    <a:pt x="126441" y="132092"/>
                  </a:lnTo>
                  <a:lnTo>
                    <a:pt x="132930" y="132092"/>
                  </a:lnTo>
                  <a:lnTo>
                    <a:pt x="133400" y="132626"/>
                  </a:lnTo>
                  <a:lnTo>
                    <a:pt x="133540" y="133108"/>
                  </a:lnTo>
                  <a:lnTo>
                    <a:pt x="133540" y="128320"/>
                  </a:lnTo>
                  <a:lnTo>
                    <a:pt x="133400" y="127889"/>
                  </a:lnTo>
                  <a:lnTo>
                    <a:pt x="134353" y="126631"/>
                  </a:lnTo>
                  <a:lnTo>
                    <a:pt x="139877" y="126631"/>
                  </a:lnTo>
                  <a:lnTo>
                    <a:pt x="139877" y="126504"/>
                  </a:lnTo>
                  <a:lnTo>
                    <a:pt x="134454" y="126504"/>
                  </a:lnTo>
                  <a:lnTo>
                    <a:pt x="134658" y="126238"/>
                  </a:lnTo>
                  <a:lnTo>
                    <a:pt x="132816" y="125717"/>
                  </a:lnTo>
                  <a:lnTo>
                    <a:pt x="132816" y="131965"/>
                  </a:lnTo>
                  <a:lnTo>
                    <a:pt x="126428" y="131965"/>
                  </a:lnTo>
                  <a:lnTo>
                    <a:pt x="126403" y="131584"/>
                  </a:lnTo>
                  <a:lnTo>
                    <a:pt x="132486" y="131584"/>
                  </a:lnTo>
                  <a:lnTo>
                    <a:pt x="132816" y="131965"/>
                  </a:lnTo>
                  <a:lnTo>
                    <a:pt x="132816" y="125717"/>
                  </a:lnTo>
                  <a:lnTo>
                    <a:pt x="132270" y="125564"/>
                  </a:lnTo>
                  <a:lnTo>
                    <a:pt x="132270" y="131330"/>
                  </a:lnTo>
                  <a:lnTo>
                    <a:pt x="126377" y="131330"/>
                  </a:lnTo>
                  <a:lnTo>
                    <a:pt x="126377" y="131203"/>
                  </a:lnTo>
                  <a:lnTo>
                    <a:pt x="132156" y="131203"/>
                  </a:lnTo>
                  <a:lnTo>
                    <a:pt x="132270" y="131330"/>
                  </a:lnTo>
                  <a:lnTo>
                    <a:pt x="132270" y="125564"/>
                  </a:lnTo>
                  <a:lnTo>
                    <a:pt x="131140" y="125234"/>
                  </a:lnTo>
                  <a:lnTo>
                    <a:pt x="130886" y="126504"/>
                  </a:lnTo>
                  <a:lnTo>
                    <a:pt x="112522" y="126504"/>
                  </a:lnTo>
                  <a:lnTo>
                    <a:pt x="112572" y="126631"/>
                  </a:lnTo>
                  <a:lnTo>
                    <a:pt x="130873" y="126631"/>
                  </a:lnTo>
                  <a:lnTo>
                    <a:pt x="130390" y="129171"/>
                  </a:lnTo>
                  <a:lnTo>
                    <a:pt x="132041" y="131076"/>
                  </a:lnTo>
                  <a:lnTo>
                    <a:pt x="126365" y="131076"/>
                  </a:lnTo>
                  <a:lnTo>
                    <a:pt x="126276" y="129705"/>
                  </a:lnTo>
                  <a:lnTo>
                    <a:pt x="125488" y="128778"/>
                  </a:lnTo>
                  <a:lnTo>
                    <a:pt x="125488" y="131826"/>
                  </a:lnTo>
                  <a:lnTo>
                    <a:pt x="125476" y="131965"/>
                  </a:lnTo>
                  <a:lnTo>
                    <a:pt x="125476" y="132092"/>
                  </a:lnTo>
                  <a:lnTo>
                    <a:pt x="125437" y="133108"/>
                  </a:lnTo>
                  <a:lnTo>
                    <a:pt x="122948" y="133108"/>
                  </a:lnTo>
                  <a:lnTo>
                    <a:pt x="122897" y="132092"/>
                  </a:lnTo>
                  <a:lnTo>
                    <a:pt x="125476" y="132092"/>
                  </a:lnTo>
                  <a:lnTo>
                    <a:pt x="125476" y="131965"/>
                  </a:lnTo>
                  <a:lnTo>
                    <a:pt x="122885" y="131965"/>
                  </a:lnTo>
                  <a:lnTo>
                    <a:pt x="122872" y="131584"/>
                  </a:lnTo>
                  <a:lnTo>
                    <a:pt x="125361" y="131584"/>
                  </a:lnTo>
                  <a:lnTo>
                    <a:pt x="125488" y="131826"/>
                  </a:lnTo>
                  <a:lnTo>
                    <a:pt x="125488" y="128778"/>
                  </a:lnTo>
                  <a:lnTo>
                    <a:pt x="125234" y="128473"/>
                  </a:lnTo>
                  <a:lnTo>
                    <a:pt x="125234" y="131330"/>
                  </a:lnTo>
                  <a:lnTo>
                    <a:pt x="122847" y="131330"/>
                  </a:lnTo>
                  <a:lnTo>
                    <a:pt x="122847" y="131203"/>
                  </a:lnTo>
                  <a:lnTo>
                    <a:pt x="125171" y="131203"/>
                  </a:lnTo>
                  <a:lnTo>
                    <a:pt x="125234" y="131330"/>
                  </a:lnTo>
                  <a:lnTo>
                    <a:pt x="125234" y="128473"/>
                  </a:lnTo>
                  <a:lnTo>
                    <a:pt x="123888" y="126860"/>
                  </a:lnTo>
                  <a:lnTo>
                    <a:pt x="124244" y="129362"/>
                  </a:lnTo>
                  <a:lnTo>
                    <a:pt x="125107" y="131076"/>
                  </a:lnTo>
                  <a:lnTo>
                    <a:pt x="122834" y="131076"/>
                  </a:lnTo>
                  <a:lnTo>
                    <a:pt x="122834" y="130886"/>
                  </a:lnTo>
                  <a:lnTo>
                    <a:pt x="118668" y="127482"/>
                  </a:lnTo>
                  <a:lnTo>
                    <a:pt x="117729" y="130352"/>
                  </a:lnTo>
                  <a:lnTo>
                    <a:pt x="118300" y="131076"/>
                  </a:lnTo>
                  <a:lnTo>
                    <a:pt x="114211" y="131076"/>
                  </a:lnTo>
                  <a:lnTo>
                    <a:pt x="114211" y="131203"/>
                  </a:lnTo>
                  <a:lnTo>
                    <a:pt x="118402" y="131203"/>
                  </a:lnTo>
                  <a:lnTo>
                    <a:pt x="118503" y="131330"/>
                  </a:lnTo>
                  <a:lnTo>
                    <a:pt x="114198" y="131330"/>
                  </a:lnTo>
                  <a:lnTo>
                    <a:pt x="114198" y="131584"/>
                  </a:lnTo>
                  <a:lnTo>
                    <a:pt x="118706" y="131584"/>
                  </a:lnTo>
                  <a:lnTo>
                    <a:pt x="119011" y="131965"/>
                  </a:lnTo>
                  <a:lnTo>
                    <a:pt x="114198" y="131965"/>
                  </a:lnTo>
                  <a:lnTo>
                    <a:pt x="114198" y="132092"/>
                  </a:lnTo>
                  <a:lnTo>
                    <a:pt x="119113" y="132092"/>
                  </a:lnTo>
                  <a:lnTo>
                    <a:pt x="119926" y="133108"/>
                  </a:lnTo>
                  <a:lnTo>
                    <a:pt x="114185" y="133108"/>
                  </a:lnTo>
                  <a:lnTo>
                    <a:pt x="114185" y="133235"/>
                  </a:lnTo>
                  <a:lnTo>
                    <a:pt x="120053" y="133235"/>
                  </a:lnTo>
                  <a:lnTo>
                    <a:pt x="121107" y="134188"/>
                  </a:lnTo>
                  <a:lnTo>
                    <a:pt x="121297" y="137426"/>
                  </a:lnTo>
                  <a:lnTo>
                    <a:pt x="121386" y="144005"/>
                  </a:lnTo>
                  <a:lnTo>
                    <a:pt x="121107" y="144894"/>
                  </a:lnTo>
                  <a:lnTo>
                    <a:pt x="121272" y="145580"/>
                  </a:lnTo>
                  <a:lnTo>
                    <a:pt x="121386" y="147116"/>
                  </a:lnTo>
                  <a:lnTo>
                    <a:pt x="122516" y="153098"/>
                  </a:lnTo>
                  <a:lnTo>
                    <a:pt x="125501" y="156159"/>
                  </a:lnTo>
                  <a:lnTo>
                    <a:pt x="126276" y="155244"/>
                  </a:lnTo>
                  <a:lnTo>
                    <a:pt x="125171" y="152933"/>
                  </a:lnTo>
                  <a:lnTo>
                    <a:pt x="124358" y="151561"/>
                  </a:lnTo>
                  <a:lnTo>
                    <a:pt x="123469" y="150317"/>
                  </a:lnTo>
                  <a:lnTo>
                    <a:pt x="123291" y="147116"/>
                  </a:lnTo>
                  <a:lnTo>
                    <a:pt x="123164" y="144005"/>
                  </a:lnTo>
                  <a:lnTo>
                    <a:pt x="123012" y="138620"/>
                  </a:lnTo>
                  <a:lnTo>
                    <a:pt x="123202" y="138099"/>
                  </a:lnTo>
                  <a:lnTo>
                    <a:pt x="123202" y="137426"/>
                  </a:lnTo>
                  <a:lnTo>
                    <a:pt x="122961" y="133235"/>
                  </a:lnTo>
                  <a:lnTo>
                    <a:pt x="125437" y="133235"/>
                  </a:lnTo>
                  <a:lnTo>
                    <a:pt x="125171" y="142252"/>
                  </a:lnTo>
                  <a:lnTo>
                    <a:pt x="125260" y="143471"/>
                  </a:lnTo>
                  <a:lnTo>
                    <a:pt x="125641" y="148869"/>
                  </a:lnTo>
                  <a:lnTo>
                    <a:pt x="126987" y="150964"/>
                  </a:lnTo>
                  <a:lnTo>
                    <a:pt x="127050" y="151841"/>
                  </a:lnTo>
                  <a:lnTo>
                    <a:pt x="127406" y="152946"/>
                  </a:lnTo>
                  <a:lnTo>
                    <a:pt x="129832" y="155232"/>
                  </a:lnTo>
                  <a:lnTo>
                    <a:pt x="133413" y="153670"/>
                  </a:lnTo>
                  <a:lnTo>
                    <a:pt x="130098" y="152273"/>
                  </a:lnTo>
                  <a:lnTo>
                    <a:pt x="129463" y="151561"/>
                  </a:lnTo>
                  <a:lnTo>
                    <a:pt x="128778" y="150964"/>
                  </a:lnTo>
                  <a:lnTo>
                    <a:pt x="127406" y="148869"/>
                  </a:lnTo>
                  <a:lnTo>
                    <a:pt x="127406" y="147497"/>
                  </a:lnTo>
                  <a:lnTo>
                    <a:pt x="127050" y="143471"/>
                  </a:lnTo>
                  <a:lnTo>
                    <a:pt x="127000" y="142252"/>
                  </a:lnTo>
                  <a:lnTo>
                    <a:pt x="126746" y="136461"/>
                  </a:lnTo>
                  <a:lnTo>
                    <a:pt x="126517" y="133235"/>
                  </a:lnTo>
                  <a:lnTo>
                    <a:pt x="133578" y="133235"/>
                  </a:lnTo>
                  <a:lnTo>
                    <a:pt x="134467" y="136220"/>
                  </a:lnTo>
                  <a:lnTo>
                    <a:pt x="135051" y="145249"/>
                  </a:lnTo>
                  <a:lnTo>
                    <a:pt x="136347" y="144703"/>
                  </a:lnTo>
                  <a:lnTo>
                    <a:pt x="135648" y="134810"/>
                  </a:lnTo>
                  <a:lnTo>
                    <a:pt x="136385" y="133235"/>
                  </a:lnTo>
                  <a:lnTo>
                    <a:pt x="141782" y="133235"/>
                  </a:lnTo>
                  <a:lnTo>
                    <a:pt x="143687" y="135128"/>
                  </a:lnTo>
                  <a:lnTo>
                    <a:pt x="143687" y="148958"/>
                  </a:lnTo>
                  <a:lnTo>
                    <a:pt x="146011" y="148602"/>
                  </a:lnTo>
                  <a:lnTo>
                    <a:pt x="144716" y="133235"/>
                  </a:lnTo>
                  <a:lnTo>
                    <a:pt x="146723" y="133235"/>
                  </a:lnTo>
                  <a:lnTo>
                    <a:pt x="146672" y="134823"/>
                  </a:lnTo>
                  <a:lnTo>
                    <a:pt x="147980" y="147066"/>
                  </a:lnTo>
                  <a:lnTo>
                    <a:pt x="147828" y="134823"/>
                  </a:lnTo>
                  <a:lnTo>
                    <a:pt x="148221" y="133235"/>
                  </a:lnTo>
                  <a:lnTo>
                    <a:pt x="152692" y="133235"/>
                  </a:lnTo>
                  <a:lnTo>
                    <a:pt x="152857" y="133845"/>
                  </a:lnTo>
                  <a:lnTo>
                    <a:pt x="154711" y="134010"/>
                  </a:lnTo>
                  <a:lnTo>
                    <a:pt x="154813" y="139026"/>
                  </a:lnTo>
                  <a:lnTo>
                    <a:pt x="154914" y="144081"/>
                  </a:lnTo>
                  <a:lnTo>
                    <a:pt x="154965" y="147078"/>
                  </a:lnTo>
                  <a:lnTo>
                    <a:pt x="157568" y="153682"/>
                  </a:lnTo>
                  <a:lnTo>
                    <a:pt x="161010" y="158737"/>
                  </a:lnTo>
                  <a:lnTo>
                    <a:pt x="163068" y="156095"/>
                  </a:lnTo>
                  <a:lnTo>
                    <a:pt x="159956" y="154216"/>
                  </a:lnTo>
                  <a:lnTo>
                    <a:pt x="158127" y="149479"/>
                  </a:lnTo>
                  <a:lnTo>
                    <a:pt x="162979" y="153098"/>
                  </a:lnTo>
                  <a:lnTo>
                    <a:pt x="165188" y="154216"/>
                  </a:lnTo>
                  <a:lnTo>
                    <a:pt x="165379" y="154216"/>
                  </a:lnTo>
                  <a:lnTo>
                    <a:pt x="166014" y="153098"/>
                  </a:lnTo>
                  <a:lnTo>
                    <a:pt x="164223" y="150774"/>
                  </a:lnTo>
                  <a:lnTo>
                    <a:pt x="162712" y="149479"/>
                  </a:lnTo>
                  <a:lnTo>
                    <a:pt x="161328" y="148285"/>
                  </a:lnTo>
                  <a:lnTo>
                    <a:pt x="159727" y="145897"/>
                  </a:lnTo>
                  <a:lnTo>
                    <a:pt x="159245" y="144081"/>
                  </a:lnTo>
                  <a:lnTo>
                    <a:pt x="158851" y="142265"/>
                  </a:lnTo>
                  <a:lnTo>
                    <a:pt x="159245" y="139026"/>
                  </a:lnTo>
                  <a:lnTo>
                    <a:pt x="160375" y="133235"/>
                  </a:lnTo>
                  <a:lnTo>
                    <a:pt x="167220" y="133235"/>
                  </a:lnTo>
                  <a:lnTo>
                    <a:pt x="167398" y="133108"/>
                  </a:lnTo>
                  <a:lnTo>
                    <a:pt x="160401" y="133108"/>
                  </a:lnTo>
                  <a:lnTo>
                    <a:pt x="160604" y="132092"/>
                  </a:lnTo>
                  <a:lnTo>
                    <a:pt x="167970" y="132092"/>
                  </a:lnTo>
                  <a:close/>
                </a:path>
                <a:path w="592455" h="231140">
                  <a:moveTo>
                    <a:pt x="170027" y="139077"/>
                  </a:moveTo>
                  <a:lnTo>
                    <a:pt x="167182" y="139077"/>
                  </a:lnTo>
                  <a:lnTo>
                    <a:pt x="167119" y="146697"/>
                  </a:lnTo>
                  <a:lnTo>
                    <a:pt x="168287" y="146697"/>
                  </a:lnTo>
                  <a:lnTo>
                    <a:pt x="168325" y="144792"/>
                  </a:lnTo>
                  <a:lnTo>
                    <a:pt x="168452" y="144157"/>
                  </a:lnTo>
                  <a:lnTo>
                    <a:pt x="168529" y="143776"/>
                  </a:lnTo>
                  <a:lnTo>
                    <a:pt x="169633" y="143268"/>
                  </a:lnTo>
                  <a:lnTo>
                    <a:pt x="169697" y="142633"/>
                  </a:lnTo>
                  <a:lnTo>
                    <a:pt x="169811" y="141363"/>
                  </a:lnTo>
                  <a:lnTo>
                    <a:pt x="169887" y="140474"/>
                  </a:lnTo>
                  <a:lnTo>
                    <a:pt x="169976" y="139585"/>
                  </a:lnTo>
                  <a:lnTo>
                    <a:pt x="170027" y="139077"/>
                  </a:lnTo>
                  <a:close/>
                </a:path>
                <a:path w="592455" h="231140">
                  <a:moveTo>
                    <a:pt x="170573" y="133235"/>
                  </a:moveTo>
                  <a:lnTo>
                    <a:pt x="167220" y="133235"/>
                  </a:lnTo>
                  <a:lnTo>
                    <a:pt x="167182" y="138950"/>
                  </a:lnTo>
                  <a:lnTo>
                    <a:pt x="170040" y="138950"/>
                  </a:lnTo>
                  <a:lnTo>
                    <a:pt x="170154" y="137680"/>
                  </a:lnTo>
                  <a:lnTo>
                    <a:pt x="170230" y="136918"/>
                  </a:lnTo>
                  <a:lnTo>
                    <a:pt x="170294" y="136156"/>
                  </a:lnTo>
                  <a:lnTo>
                    <a:pt x="170408" y="135013"/>
                  </a:lnTo>
                  <a:lnTo>
                    <a:pt x="170510" y="133870"/>
                  </a:lnTo>
                  <a:lnTo>
                    <a:pt x="170573" y="133235"/>
                  </a:lnTo>
                  <a:close/>
                </a:path>
                <a:path w="592455" h="231140">
                  <a:moveTo>
                    <a:pt x="171030" y="132092"/>
                  </a:moveTo>
                  <a:lnTo>
                    <a:pt x="167970" y="132092"/>
                  </a:lnTo>
                  <a:lnTo>
                    <a:pt x="168071" y="132473"/>
                  </a:lnTo>
                  <a:lnTo>
                    <a:pt x="168109" y="132600"/>
                  </a:lnTo>
                  <a:lnTo>
                    <a:pt x="167398" y="133108"/>
                  </a:lnTo>
                  <a:lnTo>
                    <a:pt x="170586" y="133108"/>
                  </a:lnTo>
                  <a:lnTo>
                    <a:pt x="170637" y="132473"/>
                  </a:lnTo>
                  <a:lnTo>
                    <a:pt x="171030" y="132092"/>
                  </a:lnTo>
                  <a:close/>
                </a:path>
                <a:path w="592455" h="231140">
                  <a:moveTo>
                    <a:pt x="171551" y="131584"/>
                  </a:moveTo>
                  <a:lnTo>
                    <a:pt x="167843" y="131584"/>
                  </a:lnTo>
                  <a:lnTo>
                    <a:pt x="167944" y="131965"/>
                  </a:lnTo>
                  <a:lnTo>
                    <a:pt x="171157" y="131965"/>
                  </a:lnTo>
                  <a:lnTo>
                    <a:pt x="171551" y="131584"/>
                  </a:lnTo>
                  <a:close/>
                </a:path>
                <a:path w="592455" h="231140">
                  <a:moveTo>
                    <a:pt x="171945" y="131203"/>
                  </a:moveTo>
                  <a:lnTo>
                    <a:pt x="167513" y="131203"/>
                  </a:lnTo>
                  <a:lnTo>
                    <a:pt x="167614" y="131330"/>
                  </a:lnTo>
                  <a:lnTo>
                    <a:pt x="171818" y="131330"/>
                  </a:lnTo>
                  <a:lnTo>
                    <a:pt x="171945" y="131203"/>
                  </a:lnTo>
                  <a:close/>
                </a:path>
                <a:path w="592455" h="231140">
                  <a:moveTo>
                    <a:pt x="172085" y="129171"/>
                  </a:moveTo>
                  <a:lnTo>
                    <a:pt x="169418" y="129679"/>
                  </a:lnTo>
                  <a:lnTo>
                    <a:pt x="169341" y="129552"/>
                  </a:lnTo>
                  <a:lnTo>
                    <a:pt x="169265" y="129425"/>
                  </a:lnTo>
                  <a:lnTo>
                    <a:pt x="167589" y="126631"/>
                  </a:lnTo>
                  <a:lnTo>
                    <a:pt x="165315" y="126631"/>
                  </a:lnTo>
                  <a:lnTo>
                    <a:pt x="165366" y="126758"/>
                  </a:lnTo>
                  <a:lnTo>
                    <a:pt x="165912" y="128028"/>
                  </a:lnTo>
                  <a:lnTo>
                    <a:pt x="166039" y="128790"/>
                  </a:lnTo>
                  <a:lnTo>
                    <a:pt x="166103" y="130695"/>
                  </a:lnTo>
                  <a:lnTo>
                    <a:pt x="167474" y="131076"/>
                  </a:lnTo>
                  <a:lnTo>
                    <a:pt x="172085" y="131076"/>
                  </a:lnTo>
                  <a:lnTo>
                    <a:pt x="172085" y="129679"/>
                  </a:lnTo>
                  <a:lnTo>
                    <a:pt x="172085" y="129171"/>
                  </a:lnTo>
                  <a:close/>
                </a:path>
                <a:path w="592455" h="231140">
                  <a:moveTo>
                    <a:pt x="183134" y="123202"/>
                  </a:moveTo>
                  <a:lnTo>
                    <a:pt x="182448" y="123202"/>
                  </a:lnTo>
                  <a:lnTo>
                    <a:pt x="182511" y="123329"/>
                  </a:lnTo>
                  <a:lnTo>
                    <a:pt x="182638" y="123583"/>
                  </a:lnTo>
                  <a:lnTo>
                    <a:pt x="183134" y="123202"/>
                  </a:lnTo>
                  <a:close/>
                </a:path>
                <a:path w="592455" h="231140">
                  <a:moveTo>
                    <a:pt x="192430" y="123202"/>
                  </a:moveTo>
                  <a:lnTo>
                    <a:pt x="192100" y="123075"/>
                  </a:lnTo>
                  <a:lnTo>
                    <a:pt x="183299" y="123075"/>
                  </a:lnTo>
                  <a:lnTo>
                    <a:pt x="183134" y="123202"/>
                  </a:lnTo>
                  <a:lnTo>
                    <a:pt x="192430" y="123202"/>
                  </a:lnTo>
                  <a:close/>
                </a:path>
                <a:path w="592455" h="231140">
                  <a:moveTo>
                    <a:pt x="200748" y="161023"/>
                  </a:moveTo>
                  <a:lnTo>
                    <a:pt x="200571" y="160591"/>
                  </a:lnTo>
                  <a:lnTo>
                    <a:pt x="200444" y="160235"/>
                  </a:lnTo>
                  <a:lnTo>
                    <a:pt x="199847" y="160083"/>
                  </a:lnTo>
                  <a:lnTo>
                    <a:pt x="199009" y="160235"/>
                  </a:lnTo>
                  <a:lnTo>
                    <a:pt x="198564" y="160591"/>
                  </a:lnTo>
                  <a:lnTo>
                    <a:pt x="198081" y="161099"/>
                  </a:lnTo>
                  <a:lnTo>
                    <a:pt x="198297" y="161505"/>
                  </a:lnTo>
                  <a:lnTo>
                    <a:pt x="198297" y="161912"/>
                  </a:lnTo>
                  <a:lnTo>
                    <a:pt x="198958" y="162102"/>
                  </a:lnTo>
                  <a:lnTo>
                    <a:pt x="199491" y="161734"/>
                  </a:lnTo>
                  <a:lnTo>
                    <a:pt x="200177" y="161556"/>
                  </a:lnTo>
                  <a:lnTo>
                    <a:pt x="200748" y="161023"/>
                  </a:lnTo>
                  <a:close/>
                </a:path>
                <a:path w="592455" h="231140">
                  <a:moveTo>
                    <a:pt x="200799" y="131076"/>
                  </a:moveTo>
                  <a:lnTo>
                    <a:pt x="193154" y="131076"/>
                  </a:lnTo>
                  <a:lnTo>
                    <a:pt x="193167" y="130797"/>
                  </a:lnTo>
                  <a:lnTo>
                    <a:pt x="193192" y="130149"/>
                  </a:lnTo>
                  <a:lnTo>
                    <a:pt x="191249" y="130797"/>
                  </a:lnTo>
                  <a:lnTo>
                    <a:pt x="187629" y="130149"/>
                  </a:lnTo>
                  <a:lnTo>
                    <a:pt x="187071" y="129552"/>
                  </a:lnTo>
                  <a:lnTo>
                    <a:pt x="187071" y="138950"/>
                  </a:lnTo>
                  <a:lnTo>
                    <a:pt x="179844" y="138950"/>
                  </a:lnTo>
                  <a:lnTo>
                    <a:pt x="179336" y="136283"/>
                  </a:lnTo>
                  <a:lnTo>
                    <a:pt x="179743" y="135636"/>
                  </a:lnTo>
                  <a:lnTo>
                    <a:pt x="180111" y="134988"/>
                  </a:lnTo>
                  <a:lnTo>
                    <a:pt x="179984" y="133235"/>
                  </a:lnTo>
                  <a:lnTo>
                    <a:pt x="183959" y="133235"/>
                  </a:lnTo>
                  <a:lnTo>
                    <a:pt x="184772" y="134188"/>
                  </a:lnTo>
                  <a:lnTo>
                    <a:pt x="187058" y="135242"/>
                  </a:lnTo>
                  <a:lnTo>
                    <a:pt x="187071" y="138950"/>
                  </a:lnTo>
                  <a:lnTo>
                    <a:pt x="187071" y="129552"/>
                  </a:lnTo>
                  <a:lnTo>
                    <a:pt x="186232" y="128651"/>
                  </a:lnTo>
                  <a:lnTo>
                    <a:pt x="186232" y="132994"/>
                  </a:lnTo>
                  <a:lnTo>
                    <a:pt x="185534" y="132092"/>
                  </a:lnTo>
                  <a:lnTo>
                    <a:pt x="186131" y="132092"/>
                  </a:lnTo>
                  <a:lnTo>
                    <a:pt x="186232" y="132994"/>
                  </a:lnTo>
                  <a:lnTo>
                    <a:pt x="186232" y="128651"/>
                  </a:lnTo>
                  <a:lnTo>
                    <a:pt x="186118" y="128524"/>
                  </a:lnTo>
                  <a:lnTo>
                    <a:pt x="186118" y="131965"/>
                  </a:lnTo>
                  <a:lnTo>
                    <a:pt x="185432" y="131965"/>
                  </a:lnTo>
                  <a:lnTo>
                    <a:pt x="185140" y="131584"/>
                  </a:lnTo>
                  <a:lnTo>
                    <a:pt x="186080" y="131584"/>
                  </a:lnTo>
                  <a:lnTo>
                    <a:pt x="186118" y="131965"/>
                  </a:lnTo>
                  <a:lnTo>
                    <a:pt x="186118" y="128524"/>
                  </a:lnTo>
                  <a:lnTo>
                    <a:pt x="186055" y="131330"/>
                  </a:lnTo>
                  <a:lnTo>
                    <a:pt x="184937" y="131330"/>
                  </a:lnTo>
                  <a:lnTo>
                    <a:pt x="184848" y="131203"/>
                  </a:lnTo>
                  <a:lnTo>
                    <a:pt x="186042" y="131203"/>
                  </a:lnTo>
                  <a:lnTo>
                    <a:pt x="186055" y="131330"/>
                  </a:lnTo>
                  <a:lnTo>
                    <a:pt x="186055" y="128447"/>
                  </a:lnTo>
                  <a:lnTo>
                    <a:pt x="185750" y="128117"/>
                  </a:lnTo>
                  <a:lnTo>
                    <a:pt x="185801" y="128701"/>
                  </a:lnTo>
                  <a:lnTo>
                    <a:pt x="186029" y="131076"/>
                  </a:lnTo>
                  <a:lnTo>
                    <a:pt x="184746" y="131076"/>
                  </a:lnTo>
                  <a:lnTo>
                    <a:pt x="183845" y="129425"/>
                  </a:lnTo>
                  <a:lnTo>
                    <a:pt x="183845" y="133108"/>
                  </a:lnTo>
                  <a:lnTo>
                    <a:pt x="179971" y="133108"/>
                  </a:lnTo>
                  <a:lnTo>
                    <a:pt x="179908" y="132092"/>
                  </a:lnTo>
                  <a:lnTo>
                    <a:pt x="182994" y="132092"/>
                  </a:lnTo>
                  <a:lnTo>
                    <a:pt x="183845" y="133108"/>
                  </a:lnTo>
                  <a:lnTo>
                    <a:pt x="183845" y="129425"/>
                  </a:lnTo>
                  <a:lnTo>
                    <a:pt x="183451" y="128701"/>
                  </a:lnTo>
                  <a:lnTo>
                    <a:pt x="182880" y="130759"/>
                  </a:lnTo>
                  <a:lnTo>
                    <a:pt x="182880" y="131965"/>
                  </a:lnTo>
                  <a:lnTo>
                    <a:pt x="179895" y="131965"/>
                  </a:lnTo>
                  <a:lnTo>
                    <a:pt x="179882" y="131622"/>
                  </a:lnTo>
                  <a:lnTo>
                    <a:pt x="182651" y="131584"/>
                  </a:lnTo>
                  <a:lnTo>
                    <a:pt x="182880" y="131965"/>
                  </a:lnTo>
                  <a:lnTo>
                    <a:pt x="182880" y="130759"/>
                  </a:lnTo>
                  <a:lnTo>
                    <a:pt x="182791" y="131076"/>
                  </a:lnTo>
                  <a:lnTo>
                    <a:pt x="182765" y="131203"/>
                  </a:lnTo>
                  <a:lnTo>
                    <a:pt x="182727" y="131330"/>
                  </a:lnTo>
                  <a:lnTo>
                    <a:pt x="179857" y="131330"/>
                  </a:lnTo>
                  <a:lnTo>
                    <a:pt x="179844" y="131203"/>
                  </a:lnTo>
                  <a:lnTo>
                    <a:pt x="182765" y="131203"/>
                  </a:lnTo>
                  <a:lnTo>
                    <a:pt x="182765" y="131076"/>
                  </a:lnTo>
                  <a:lnTo>
                    <a:pt x="179844" y="131076"/>
                  </a:lnTo>
                  <a:lnTo>
                    <a:pt x="179793" y="130340"/>
                  </a:lnTo>
                  <a:lnTo>
                    <a:pt x="179743" y="129578"/>
                  </a:lnTo>
                  <a:lnTo>
                    <a:pt x="178701" y="129984"/>
                  </a:lnTo>
                  <a:lnTo>
                    <a:pt x="178701" y="145288"/>
                  </a:lnTo>
                  <a:lnTo>
                    <a:pt x="177190" y="145288"/>
                  </a:lnTo>
                  <a:lnTo>
                    <a:pt x="177495" y="139077"/>
                  </a:lnTo>
                  <a:lnTo>
                    <a:pt x="178231" y="139077"/>
                  </a:lnTo>
                  <a:lnTo>
                    <a:pt x="178701" y="145288"/>
                  </a:lnTo>
                  <a:lnTo>
                    <a:pt x="178701" y="129984"/>
                  </a:lnTo>
                  <a:lnTo>
                    <a:pt x="178219" y="130175"/>
                  </a:lnTo>
                  <a:lnTo>
                    <a:pt x="178219" y="138950"/>
                  </a:lnTo>
                  <a:lnTo>
                    <a:pt x="177495" y="138950"/>
                  </a:lnTo>
                  <a:lnTo>
                    <a:pt x="177774" y="133235"/>
                  </a:lnTo>
                  <a:lnTo>
                    <a:pt x="177888" y="134416"/>
                  </a:lnTo>
                  <a:lnTo>
                    <a:pt x="177977" y="135636"/>
                  </a:lnTo>
                  <a:lnTo>
                    <a:pt x="178028" y="136283"/>
                  </a:lnTo>
                  <a:lnTo>
                    <a:pt x="178219" y="138950"/>
                  </a:lnTo>
                  <a:lnTo>
                    <a:pt x="178219" y="130175"/>
                  </a:lnTo>
                  <a:lnTo>
                    <a:pt x="177787" y="130340"/>
                  </a:lnTo>
                  <a:lnTo>
                    <a:pt x="176225" y="128968"/>
                  </a:lnTo>
                  <a:lnTo>
                    <a:pt x="176415" y="126631"/>
                  </a:lnTo>
                  <a:lnTo>
                    <a:pt x="196748" y="126631"/>
                  </a:lnTo>
                  <a:lnTo>
                    <a:pt x="196773" y="126504"/>
                  </a:lnTo>
                  <a:lnTo>
                    <a:pt x="176428" y="126504"/>
                  </a:lnTo>
                  <a:lnTo>
                    <a:pt x="176441" y="126352"/>
                  </a:lnTo>
                  <a:lnTo>
                    <a:pt x="173697" y="125234"/>
                  </a:lnTo>
                  <a:lnTo>
                    <a:pt x="173596" y="126352"/>
                  </a:lnTo>
                  <a:lnTo>
                    <a:pt x="173570" y="126504"/>
                  </a:lnTo>
                  <a:lnTo>
                    <a:pt x="167513" y="126504"/>
                  </a:lnTo>
                  <a:lnTo>
                    <a:pt x="167589" y="126631"/>
                  </a:lnTo>
                  <a:lnTo>
                    <a:pt x="173570" y="126631"/>
                  </a:lnTo>
                  <a:lnTo>
                    <a:pt x="173164" y="131076"/>
                  </a:lnTo>
                  <a:lnTo>
                    <a:pt x="172085" y="131076"/>
                  </a:lnTo>
                  <a:lnTo>
                    <a:pt x="171945" y="131203"/>
                  </a:lnTo>
                  <a:lnTo>
                    <a:pt x="173151" y="131203"/>
                  </a:lnTo>
                  <a:lnTo>
                    <a:pt x="173151" y="131330"/>
                  </a:lnTo>
                  <a:lnTo>
                    <a:pt x="171818" y="131330"/>
                  </a:lnTo>
                  <a:lnTo>
                    <a:pt x="171551" y="131584"/>
                  </a:lnTo>
                  <a:lnTo>
                    <a:pt x="173126" y="131584"/>
                  </a:lnTo>
                  <a:lnTo>
                    <a:pt x="173456" y="131965"/>
                  </a:lnTo>
                  <a:lnTo>
                    <a:pt x="171157" y="131965"/>
                  </a:lnTo>
                  <a:lnTo>
                    <a:pt x="171030" y="132092"/>
                  </a:lnTo>
                  <a:lnTo>
                    <a:pt x="173583" y="132092"/>
                  </a:lnTo>
                  <a:lnTo>
                    <a:pt x="174586" y="133108"/>
                  </a:lnTo>
                  <a:lnTo>
                    <a:pt x="170586" y="133108"/>
                  </a:lnTo>
                  <a:lnTo>
                    <a:pt x="170573" y="133235"/>
                  </a:lnTo>
                  <a:lnTo>
                    <a:pt x="174713" y="133235"/>
                  </a:lnTo>
                  <a:lnTo>
                    <a:pt x="175882" y="134416"/>
                  </a:lnTo>
                  <a:lnTo>
                    <a:pt x="175818" y="136283"/>
                  </a:lnTo>
                  <a:lnTo>
                    <a:pt x="175729" y="138950"/>
                  </a:lnTo>
                  <a:lnTo>
                    <a:pt x="170040" y="138950"/>
                  </a:lnTo>
                  <a:lnTo>
                    <a:pt x="170027" y="139077"/>
                  </a:lnTo>
                  <a:lnTo>
                    <a:pt x="175717" y="139077"/>
                  </a:lnTo>
                  <a:lnTo>
                    <a:pt x="175514" y="145465"/>
                  </a:lnTo>
                  <a:lnTo>
                    <a:pt x="181089" y="145465"/>
                  </a:lnTo>
                  <a:lnTo>
                    <a:pt x="181063" y="145288"/>
                  </a:lnTo>
                  <a:lnTo>
                    <a:pt x="179870" y="139077"/>
                  </a:lnTo>
                  <a:lnTo>
                    <a:pt x="187071" y="139077"/>
                  </a:lnTo>
                  <a:lnTo>
                    <a:pt x="187134" y="147066"/>
                  </a:lnTo>
                  <a:lnTo>
                    <a:pt x="188087" y="152044"/>
                  </a:lnTo>
                  <a:lnTo>
                    <a:pt x="190093" y="154533"/>
                  </a:lnTo>
                  <a:lnTo>
                    <a:pt x="192976" y="155232"/>
                  </a:lnTo>
                  <a:lnTo>
                    <a:pt x="194703" y="155232"/>
                  </a:lnTo>
                  <a:lnTo>
                    <a:pt x="191249" y="152044"/>
                  </a:lnTo>
                  <a:lnTo>
                    <a:pt x="190411" y="150431"/>
                  </a:lnTo>
                  <a:lnTo>
                    <a:pt x="190296" y="147891"/>
                  </a:lnTo>
                  <a:lnTo>
                    <a:pt x="190233" y="146367"/>
                  </a:lnTo>
                  <a:lnTo>
                    <a:pt x="190093" y="143357"/>
                  </a:lnTo>
                  <a:lnTo>
                    <a:pt x="192379" y="149656"/>
                  </a:lnTo>
                  <a:lnTo>
                    <a:pt x="194830" y="152577"/>
                  </a:lnTo>
                  <a:lnTo>
                    <a:pt x="197180" y="154279"/>
                  </a:lnTo>
                  <a:lnTo>
                    <a:pt x="199402" y="151257"/>
                  </a:lnTo>
                  <a:lnTo>
                    <a:pt x="195757" y="151257"/>
                  </a:lnTo>
                  <a:lnTo>
                    <a:pt x="195707" y="149656"/>
                  </a:lnTo>
                  <a:lnTo>
                    <a:pt x="194856" y="147891"/>
                  </a:lnTo>
                  <a:lnTo>
                    <a:pt x="194500" y="147066"/>
                  </a:lnTo>
                  <a:lnTo>
                    <a:pt x="194017" y="146367"/>
                  </a:lnTo>
                  <a:lnTo>
                    <a:pt x="192938" y="143357"/>
                  </a:lnTo>
                  <a:lnTo>
                    <a:pt x="193027" y="139077"/>
                  </a:lnTo>
                  <a:lnTo>
                    <a:pt x="199402" y="139077"/>
                  </a:lnTo>
                  <a:lnTo>
                    <a:pt x="199402" y="138950"/>
                  </a:lnTo>
                  <a:lnTo>
                    <a:pt x="193027" y="138950"/>
                  </a:lnTo>
                  <a:lnTo>
                    <a:pt x="193090" y="133235"/>
                  </a:lnTo>
                  <a:lnTo>
                    <a:pt x="200799" y="133235"/>
                  </a:lnTo>
                  <a:lnTo>
                    <a:pt x="200799" y="133108"/>
                  </a:lnTo>
                  <a:lnTo>
                    <a:pt x="193090" y="133108"/>
                  </a:lnTo>
                  <a:lnTo>
                    <a:pt x="193128" y="132092"/>
                  </a:lnTo>
                  <a:lnTo>
                    <a:pt x="200799" y="132092"/>
                  </a:lnTo>
                  <a:lnTo>
                    <a:pt x="200799" y="131965"/>
                  </a:lnTo>
                  <a:lnTo>
                    <a:pt x="193128" y="131965"/>
                  </a:lnTo>
                  <a:lnTo>
                    <a:pt x="193141" y="131584"/>
                  </a:lnTo>
                  <a:lnTo>
                    <a:pt x="200799" y="131584"/>
                  </a:lnTo>
                  <a:lnTo>
                    <a:pt x="200799" y="131330"/>
                  </a:lnTo>
                  <a:lnTo>
                    <a:pt x="193141" y="131330"/>
                  </a:lnTo>
                  <a:lnTo>
                    <a:pt x="193154" y="131203"/>
                  </a:lnTo>
                  <a:lnTo>
                    <a:pt x="200799" y="131203"/>
                  </a:lnTo>
                  <a:lnTo>
                    <a:pt x="200799" y="131076"/>
                  </a:lnTo>
                  <a:close/>
                </a:path>
                <a:path w="592455" h="231140">
                  <a:moveTo>
                    <a:pt x="200990" y="124980"/>
                  </a:moveTo>
                  <a:lnTo>
                    <a:pt x="200952" y="123583"/>
                  </a:lnTo>
                  <a:lnTo>
                    <a:pt x="200850" y="123329"/>
                  </a:lnTo>
                  <a:lnTo>
                    <a:pt x="200787" y="123202"/>
                  </a:lnTo>
                  <a:lnTo>
                    <a:pt x="192430" y="123202"/>
                  </a:lnTo>
                  <a:lnTo>
                    <a:pt x="193433" y="123583"/>
                  </a:lnTo>
                  <a:lnTo>
                    <a:pt x="193433" y="125488"/>
                  </a:lnTo>
                  <a:lnTo>
                    <a:pt x="196824" y="126123"/>
                  </a:lnTo>
                  <a:lnTo>
                    <a:pt x="196773" y="126504"/>
                  </a:lnTo>
                  <a:lnTo>
                    <a:pt x="200126" y="126504"/>
                  </a:lnTo>
                  <a:lnTo>
                    <a:pt x="200215" y="126250"/>
                  </a:lnTo>
                  <a:lnTo>
                    <a:pt x="200291" y="125996"/>
                  </a:lnTo>
                  <a:lnTo>
                    <a:pt x="200990" y="124980"/>
                  </a:lnTo>
                  <a:close/>
                </a:path>
                <a:path w="592455" h="231140">
                  <a:moveTo>
                    <a:pt x="202145" y="139077"/>
                  </a:moveTo>
                  <a:lnTo>
                    <a:pt x="199402" y="139077"/>
                  </a:lnTo>
                  <a:lnTo>
                    <a:pt x="199402" y="139204"/>
                  </a:lnTo>
                  <a:lnTo>
                    <a:pt x="200291" y="140474"/>
                  </a:lnTo>
                  <a:lnTo>
                    <a:pt x="200291" y="143268"/>
                  </a:lnTo>
                  <a:lnTo>
                    <a:pt x="200050" y="143268"/>
                  </a:lnTo>
                  <a:lnTo>
                    <a:pt x="201752" y="144157"/>
                  </a:lnTo>
                  <a:lnTo>
                    <a:pt x="201790" y="143649"/>
                  </a:lnTo>
                  <a:lnTo>
                    <a:pt x="201917" y="141998"/>
                  </a:lnTo>
                  <a:lnTo>
                    <a:pt x="202031" y="140474"/>
                  </a:lnTo>
                  <a:lnTo>
                    <a:pt x="202145" y="139077"/>
                  </a:lnTo>
                  <a:close/>
                </a:path>
                <a:path w="592455" h="231140">
                  <a:moveTo>
                    <a:pt x="202552" y="123202"/>
                  </a:moveTo>
                  <a:lnTo>
                    <a:pt x="202501" y="123075"/>
                  </a:lnTo>
                  <a:lnTo>
                    <a:pt x="200736" y="123075"/>
                  </a:lnTo>
                  <a:lnTo>
                    <a:pt x="200787" y="123202"/>
                  </a:lnTo>
                  <a:lnTo>
                    <a:pt x="202552" y="123202"/>
                  </a:lnTo>
                  <a:close/>
                </a:path>
                <a:path w="592455" h="231140">
                  <a:moveTo>
                    <a:pt x="202679" y="132092"/>
                  </a:moveTo>
                  <a:lnTo>
                    <a:pt x="200799" y="132092"/>
                  </a:lnTo>
                  <a:lnTo>
                    <a:pt x="200799" y="133108"/>
                  </a:lnTo>
                  <a:lnTo>
                    <a:pt x="202603" y="133108"/>
                  </a:lnTo>
                  <a:lnTo>
                    <a:pt x="202679" y="132092"/>
                  </a:lnTo>
                  <a:close/>
                </a:path>
                <a:path w="592455" h="231140">
                  <a:moveTo>
                    <a:pt x="202717" y="131584"/>
                  </a:moveTo>
                  <a:lnTo>
                    <a:pt x="200799" y="131584"/>
                  </a:lnTo>
                  <a:lnTo>
                    <a:pt x="200799" y="131965"/>
                  </a:lnTo>
                  <a:lnTo>
                    <a:pt x="202692" y="131965"/>
                  </a:lnTo>
                  <a:lnTo>
                    <a:pt x="202717" y="131584"/>
                  </a:lnTo>
                  <a:close/>
                </a:path>
                <a:path w="592455" h="231140">
                  <a:moveTo>
                    <a:pt x="202742" y="131203"/>
                  </a:moveTo>
                  <a:lnTo>
                    <a:pt x="200799" y="131203"/>
                  </a:lnTo>
                  <a:lnTo>
                    <a:pt x="200799" y="131330"/>
                  </a:lnTo>
                  <a:lnTo>
                    <a:pt x="202730" y="131330"/>
                  </a:lnTo>
                  <a:lnTo>
                    <a:pt x="202742" y="131203"/>
                  </a:lnTo>
                  <a:close/>
                </a:path>
                <a:path w="592455" h="231140">
                  <a:moveTo>
                    <a:pt x="204597" y="129679"/>
                  </a:moveTo>
                  <a:lnTo>
                    <a:pt x="204508" y="127647"/>
                  </a:lnTo>
                  <a:lnTo>
                    <a:pt x="204431" y="127774"/>
                  </a:lnTo>
                  <a:lnTo>
                    <a:pt x="203758" y="128790"/>
                  </a:lnTo>
                  <a:lnTo>
                    <a:pt x="201752" y="129679"/>
                  </a:lnTo>
                  <a:lnTo>
                    <a:pt x="201650" y="129552"/>
                  </a:lnTo>
                  <a:lnTo>
                    <a:pt x="201536" y="129425"/>
                  </a:lnTo>
                  <a:lnTo>
                    <a:pt x="200164" y="127774"/>
                  </a:lnTo>
                  <a:lnTo>
                    <a:pt x="200088" y="126631"/>
                  </a:lnTo>
                  <a:lnTo>
                    <a:pt x="196748" y="126631"/>
                  </a:lnTo>
                  <a:lnTo>
                    <a:pt x="196672" y="127139"/>
                  </a:lnTo>
                  <a:lnTo>
                    <a:pt x="200799" y="131076"/>
                  </a:lnTo>
                  <a:lnTo>
                    <a:pt x="202895" y="131076"/>
                  </a:lnTo>
                  <a:lnTo>
                    <a:pt x="204597" y="129679"/>
                  </a:lnTo>
                  <a:close/>
                </a:path>
                <a:path w="592455" h="231140">
                  <a:moveTo>
                    <a:pt x="206489" y="126504"/>
                  </a:moveTo>
                  <a:lnTo>
                    <a:pt x="200126" y="126504"/>
                  </a:lnTo>
                  <a:lnTo>
                    <a:pt x="200088" y="126631"/>
                  </a:lnTo>
                  <a:lnTo>
                    <a:pt x="206476" y="126631"/>
                  </a:lnTo>
                  <a:lnTo>
                    <a:pt x="206489" y="126504"/>
                  </a:lnTo>
                  <a:close/>
                </a:path>
                <a:path w="592455" h="231140">
                  <a:moveTo>
                    <a:pt x="207632" y="131203"/>
                  </a:moveTo>
                  <a:lnTo>
                    <a:pt x="207594" y="131076"/>
                  </a:lnTo>
                  <a:lnTo>
                    <a:pt x="202895" y="131076"/>
                  </a:lnTo>
                  <a:lnTo>
                    <a:pt x="202742" y="131203"/>
                  </a:lnTo>
                  <a:lnTo>
                    <a:pt x="207632" y="131203"/>
                  </a:lnTo>
                  <a:close/>
                </a:path>
                <a:path w="592455" h="231140">
                  <a:moveTo>
                    <a:pt x="207784" y="131584"/>
                  </a:moveTo>
                  <a:lnTo>
                    <a:pt x="207683" y="131330"/>
                  </a:lnTo>
                  <a:lnTo>
                    <a:pt x="202730" y="131330"/>
                  </a:lnTo>
                  <a:lnTo>
                    <a:pt x="202717" y="131584"/>
                  </a:lnTo>
                  <a:lnTo>
                    <a:pt x="207784" y="131584"/>
                  </a:lnTo>
                  <a:close/>
                </a:path>
                <a:path w="592455" h="231140">
                  <a:moveTo>
                    <a:pt x="207975" y="132092"/>
                  </a:moveTo>
                  <a:lnTo>
                    <a:pt x="207924" y="131965"/>
                  </a:lnTo>
                  <a:lnTo>
                    <a:pt x="202692" y="131965"/>
                  </a:lnTo>
                  <a:lnTo>
                    <a:pt x="202679" y="132092"/>
                  </a:lnTo>
                  <a:lnTo>
                    <a:pt x="207975" y="132092"/>
                  </a:lnTo>
                  <a:close/>
                </a:path>
                <a:path w="592455" h="231140">
                  <a:moveTo>
                    <a:pt x="208419" y="133235"/>
                  </a:moveTo>
                  <a:lnTo>
                    <a:pt x="208368" y="133108"/>
                  </a:lnTo>
                  <a:lnTo>
                    <a:pt x="202603" y="133108"/>
                  </a:lnTo>
                  <a:lnTo>
                    <a:pt x="202590" y="133235"/>
                  </a:lnTo>
                  <a:lnTo>
                    <a:pt x="208419" y="133235"/>
                  </a:lnTo>
                  <a:close/>
                </a:path>
                <a:path w="592455" h="231140">
                  <a:moveTo>
                    <a:pt x="208457" y="138950"/>
                  </a:moveTo>
                  <a:lnTo>
                    <a:pt x="202145" y="138950"/>
                  </a:lnTo>
                  <a:lnTo>
                    <a:pt x="202145" y="139077"/>
                  </a:lnTo>
                  <a:lnTo>
                    <a:pt x="208445" y="139077"/>
                  </a:lnTo>
                  <a:lnTo>
                    <a:pt x="208457" y="138950"/>
                  </a:lnTo>
                  <a:close/>
                </a:path>
                <a:path w="592455" h="231140">
                  <a:moveTo>
                    <a:pt x="208470" y="138442"/>
                  </a:moveTo>
                  <a:lnTo>
                    <a:pt x="202196" y="138442"/>
                  </a:lnTo>
                  <a:lnTo>
                    <a:pt x="202247" y="137680"/>
                  </a:lnTo>
                  <a:lnTo>
                    <a:pt x="202336" y="136537"/>
                  </a:lnTo>
                  <a:lnTo>
                    <a:pt x="202450" y="135013"/>
                  </a:lnTo>
                  <a:lnTo>
                    <a:pt x="202476" y="134759"/>
                  </a:lnTo>
                  <a:lnTo>
                    <a:pt x="202590" y="133235"/>
                  </a:lnTo>
                  <a:lnTo>
                    <a:pt x="200799" y="133235"/>
                  </a:lnTo>
                  <a:lnTo>
                    <a:pt x="200799" y="135013"/>
                  </a:lnTo>
                  <a:lnTo>
                    <a:pt x="199555" y="134759"/>
                  </a:lnTo>
                  <a:lnTo>
                    <a:pt x="199428" y="138442"/>
                  </a:lnTo>
                  <a:lnTo>
                    <a:pt x="199402" y="138950"/>
                  </a:lnTo>
                  <a:lnTo>
                    <a:pt x="202145" y="138950"/>
                  </a:lnTo>
                  <a:lnTo>
                    <a:pt x="202184" y="138569"/>
                  </a:lnTo>
                  <a:lnTo>
                    <a:pt x="208470" y="138569"/>
                  </a:lnTo>
                  <a:lnTo>
                    <a:pt x="208470" y="138442"/>
                  </a:lnTo>
                  <a:close/>
                </a:path>
                <a:path w="592455" h="231140">
                  <a:moveTo>
                    <a:pt x="209677" y="139077"/>
                  </a:moveTo>
                  <a:lnTo>
                    <a:pt x="208445" y="139077"/>
                  </a:lnTo>
                  <a:lnTo>
                    <a:pt x="208330" y="141998"/>
                  </a:lnTo>
                  <a:lnTo>
                    <a:pt x="208203" y="145046"/>
                  </a:lnTo>
                  <a:lnTo>
                    <a:pt x="208102" y="147840"/>
                  </a:lnTo>
                  <a:lnTo>
                    <a:pt x="209397" y="148475"/>
                  </a:lnTo>
                  <a:lnTo>
                    <a:pt x="209423" y="147459"/>
                  </a:lnTo>
                  <a:lnTo>
                    <a:pt x="209550" y="143268"/>
                  </a:lnTo>
                  <a:lnTo>
                    <a:pt x="209677" y="139077"/>
                  </a:lnTo>
                  <a:close/>
                </a:path>
                <a:path w="592455" h="231140">
                  <a:moveTo>
                    <a:pt x="209689" y="138569"/>
                  </a:moveTo>
                  <a:lnTo>
                    <a:pt x="208470" y="138569"/>
                  </a:lnTo>
                  <a:lnTo>
                    <a:pt x="208457" y="138950"/>
                  </a:lnTo>
                  <a:lnTo>
                    <a:pt x="209677" y="138950"/>
                  </a:lnTo>
                  <a:lnTo>
                    <a:pt x="209689" y="138569"/>
                  </a:lnTo>
                  <a:close/>
                </a:path>
                <a:path w="592455" h="231140">
                  <a:moveTo>
                    <a:pt x="210439" y="131076"/>
                  </a:moveTo>
                  <a:lnTo>
                    <a:pt x="210375" y="130949"/>
                  </a:lnTo>
                  <a:lnTo>
                    <a:pt x="208953" y="128155"/>
                  </a:lnTo>
                  <a:lnTo>
                    <a:pt x="209080" y="128155"/>
                  </a:lnTo>
                  <a:lnTo>
                    <a:pt x="209143" y="128028"/>
                  </a:lnTo>
                  <a:lnTo>
                    <a:pt x="209854" y="126631"/>
                  </a:lnTo>
                  <a:lnTo>
                    <a:pt x="206476" y="126631"/>
                  </a:lnTo>
                  <a:lnTo>
                    <a:pt x="206463" y="128155"/>
                  </a:lnTo>
                  <a:lnTo>
                    <a:pt x="207594" y="131076"/>
                  </a:lnTo>
                  <a:lnTo>
                    <a:pt x="210439" y="131076"/>
                  </a:lnTo>
                  <a:close/>
                </a:path>
                <a:path w="592455" h="231140">
                  <a:moveTo>
                    <a:pt x="210566" y="131330"/>
                  </a:moveTo>
                  <a:lnTo>
                    <a:pt x="210502" y="131203"/>
                  </a:lnTo>
                  <a:lnTo>
                    <a:pt x="207632" y="131203"/>
                  </a:lnTo>
                  <a:lnTo>
                    <a:pt x="207683" y="131330"/>
                  </a:lnTo>
                  <a:lnTo>
                    <a:pt x="210566" y="131330"/>
                  </a:lnTo>
                  <a:close/>
                </a:path>
                <a:path w="592455" h="231140">
                  <a:moveTo>
                    <a:pt x="210896" y="131965"/>
                  </a:moveTo>
                  <a:lnTo>
                    <a:pt x="210693" y="131584"/>
                  </a:lnTo>
                  <a:lnTo>
                    <a:pt x="207784" y="131584"/>
                  </a:lnTo>
                  <a:lnTo>
                    <a:pt x="207924" y="131965"/>
                  </a:lnTo>
                  <a:lnTo>
                    <a:pt x="210896" y="131965"/>
                  </a:lnTo>
                  <a:close/>
                </a:path>
                <a:path w="592455" h="231140">
                  <a:moveTo>
                    <a:pt x="211480" y="138950"/>
                  </a:moveTo>
                  <a:lnTo>
                    <a:pt x="209677" y="138950"/>
                  </a:lnTo>
                  <a:lnTo>
                    <a:pt x="209677" y="139077"/>
                  </a:lnTo>
                  <a:lnTo>
                    <a:pt x="211480" y="139077"/>
                  </a:lnTo>
                  <a:lnTo>
                    <a:pt x="211480" y="138950"/>
                  </a:lnTo>
                  <a:close/>
                </a:path>
                <a:path w="592455" h="231140">
                  <a:moveTo>
                    <a:pt x="211493" y="138442"/>
                  </a:moveTo>
                  <a:lnTo>
                    <a:pt x="209689" y="138442"/>
                  </a:lnTo>
                  <a:lnTo>
                    <a:pt x="209689" y="138569"/>
                  </a:lnTo>
                  <a:lnTo>
                    <a:pt x="211493" y="138569"/>
                  </a:lnTo>
                  <a:lnTo>
                    <a:pt x="211493" y="138442"/>
                  </a:lnTo>
                  <a:close/>
                </a:path>
                <a:path w="592455" h="231140">
                  <a:moveTo>
                    <a:pt x="211670" y="123202"/>
                  </a:moveTo>
                  <a:lnTo>
                    <a:pt x="202552" y="123202"/>
                  </a:lnTo>
                  <a:lnTo>
                    <a:pt x="202615" y="123329"/>
                  </a:lnTo>
                  <a:lnTo>
                    <a:pt x="202742" y="123583"/>
                  </a:lnTo>
                  <a:lnTo>
                    <a:pt x="202793" y="123710"/>
                  </a:lnTo>
                  <a:lnTo>
                    <a:pt x="202920" y="123964"/>
                  </a:lnTo>
                  <a:lnTo>
                    <a:pt x="203034" y="124218"/>
                  </a:lnTo>
                  <a:lnTo>
                    <a:pt x="203161" y="124472"/>
                  </a:lnTo>
                  <a:lnTo>
                    <a:pt x="203276" y="124726"/>
                  </a:lnTo>
                  <a:lnTo>
                    <a:pt x="204279" y="124726"/>
                  </a:lnTo>
                  <a:lnTo>
                    <a:pt x="206324" y="123583"/>
                  </a:lnTo>
                  <a:lnTo>
                    <a:pt x="206425" y="123964"/>
                  </a:lnTo>
                  <a:lnTo>
                    <a:pt x="206489" y="126504"/>
                  </a:lnTo>
                  <a:lnTo>
                    <a:pt x="209918" y="126504"/>
                  </a:lnTo>
                  <a:lnTo>
                    <a:pt x="210172" y="125996"/>
                  </a:lnTo>
                  <a:lnTo>
                    <a:pt x="211429" y="124472"/>
                  </a:lnTo>
                  <a:lnTo>
                    <a:pt x="211480" y="124218"/>
                  </a:lnTo>
                  <a:lnTo>
                    <a:pt x="211594" y="123583"/>
                  </a:lnTo>
                  <a:lnTo>
                    <a:pt x="211670" y="123202"/>
                  </a:lnTo>
                  <a:close/>
                </a:path>
                <a:path w="592455" h="231140">
                  <a:moveTo>
                    <a:pt x="211797" y="153466"/>
                  </a:moveTo>
                  <a:lnTo>
                    <a:pt x="210172" y="151841"/>
                  </a:lnTo>
                  <a:lnTo>
                    <a:pt x="207733" y="152361"/>
                  </a:lnTo>
                  <a:lnTo>
                    <a:pt x="207733" y="154279"/>
                  </a:lnTo>
                  <a:lnTo>
                    <a:pt x="211797" y="153466"/>
                  </a:lnTo>
                  <a:close/>
                </a:path>
                <a:path w="592455" h="231140">
                  <a:moveTo>
                    <a:pt x="213169" y="132092"/>
                  </a:moveTo>
                  <a:lnTo>
                    <a:pt x="207975" y="132092"/>
                  </a:lnTo>
                  <a:lnTo>
                    <a:pt x="208026" y="132219"/>
                  </a:lnTo>
                  <a:lnTo>
                    <a:pt x="208127" y="132473"/>
                  </a:lnTo>
                  <a:lnTo>
                    <a:pt x="208178" y="132600"/>
                  </a:lnTo>
                  <a:lnTo>
                    <a:pt x="208368" y="133108"/>
                  </a:lnTo>
                  <a:lnTo>
                    <a:pt x="213093" y="133108"/>
                  </a:lnTo>
                  <a:lnTo>
                    <a:pt x="213169" y="132092"/>
                  </a:lnTo>
                  <a:close/>
                </a:path>
                <a:path w="592455" h="231140">
                  <a:moveTo>
                    <a:pt x="213194" y="131584"/>
                  </a:moveTo>
                  <a:lnTo>
                    <a:pt x="212280" y="131584"/>
                  </a:lnTo>
                  <a:lnTo>
                    <a:pt x="210896" y="131965"/>
                  </a:lnTo>
                  <a:lnTo>
                    <a:pt x="213169" y="131965"/>
                  </a:lnTo>
                  <a:lnTo>
                    <a:pt x="213194" y="131584"/>
                  </a:lnTo>
                  <a:close/>
                </a:path>
                <a:path w="592455" h="231140">
                  <a:moveTo>
                    <a:pt x="213207" y="138442"/>
                  </a:moveTo>
                  <a:lnTo>
                    <a:pt x="212839" y="136918"/>
                  </a:lnTo>
                  <a:lnTo>
                    <a:pt x="212890" y="136156"/>
                  </a:lnTo>
                  <a:lnTo>
                    <a:pt x="212966" y="135013"/>
                  </a:lnTo>
                  <a:lnTo>
                    <a:pt x="213080" y="133235"/>
                  </a:lnTo>
                  <a:lnTo>
                    <a:pt x="208419" y="133235"/>
                  </a:lnTo>
                  <a:lnTo>
                    <a:pt x="208521" y="133489"/>
                  </a:lnTo>
                  <a:lnTo>
                    <a:pt x="208661" y="133870"/>
                  </a:lnTo>
                  <a:lnTo>
                    <a:pt x="208534" y="136918"/>
                  </a:lnTo>
                  <a:lnTo>
                    <a:pt x="208470" y="138442"/>
                  </a:lnTo>
                  <a:lnTo>
                    <a:pt x="209689" y="138442"/>
                  </a:lnTo>
                  <a:lnTo>
                    <a:pt x="209765" y="136156"/>
                  </a:lnTo>
                  <a:lnTo>
                    <a:pt x="211556" y="136537"/>
                  </a:lnTo>
                  <a:lnTo>
                    <a:pt x="211493" y="138442"/>
                  </a:lnTo>
                  <a:lnTo>
                    <a:pt x="213207" y="138442"/>
                  </a:lnTo>
                  <a:close/>
                </a:path>
                <a:path w="592455" h="231140">
                  <a:moveTo>
                    <a:pt x="213220" y="131330"/>
                  </a:moveTo>
                  <a:lnTo>
                    <a:pt x="210566" y="131330"/>
                  </a:lnTo>
                  <a:lnTo>
                    <a:pt x="210693" y="131584"/>
                  </a:lnTo>
                  <a:lnTo>
                    <a:pt x="212280" y="131584"/>
                  </a:lnTo>
                  <a:lnTo>
                    <a:pt x="213220" y="131330"/>
                  </a:lnTo>
                  <a:close/>
                </a:path>
                <a:path w="592455" h="231140">
                  <a:moveTo>
                    <a:pt x="213334" y="138950"/>
                  </a:moveTo>
                  <a:lnTo>
                    <a:pt x="213233" y="138569"/>
                  </a:lnTo>
                  <a:lnTo>
                    <a:pt x="211493" y="138569"/>
                  </a:lnTo>
                  <a:lnTo>
                    <a:pt x="211480" y="138950"/>
                  </a:lnTo>
                  <a:lnTo>
                    <a:pt x="213334" y="138950"/>
                  </a:lnTo>
                  <a:close/>
                </a:path>
                <a:path w="592455" h="231140">
                  <a:moveTo>
                    <a:pt x="213829" y="140982"/>
                  </a:moveTo>
                  <a:lnTo>
                    <a:pt x="213702" y="140474"/>
                  </a:lnTo>
                  <a:lnTo>
                    <a:pt x="213360" y="139077"/>
                  </a:lnTo>
                  <a:lnTo>
                    <a:pt x="211480" y="139077"/>
                  </a:lnTo>
                  <a:lnTo>
                    <a:pt x="211353" y="143268"/>
                  </a:lnTo>
                  <a:lnTo>
                    <a:pt x="211226" y="147459"/>
                  </a:lnTo>
                  <a:lnTo>
                    <a:pt x="212140" y="147332"/>
                  </a:lnTo>
                  <a:lnTo>
                    <a:pt x="212217" y="146443"/>
                  </a:lnTo>
                  <a:lnTo>
                    <a:pt x="212344" y="145046"/>
                  </a:lnTo>
                  <a:lnTo>
                    <a:pt x="212445" y="143776"/>
                  </a:lnTo>
                  <a:lnTo>
                    <a:pt x="212547" y="142633"/>
                  </a:lnTo>
                  <a:lnTo>
                    <a:pt x="213829" y="140982"/>
                  </a:lnTo>
                  <a:close/>
                </a:path>
                <a:path w="592455" h="231140">
                  <a:moveTo>
                    <a:pt x="214922" y="153466"/>
                  </a:moveTo>
                  <a:lnTo>
                    <a:pt x="211467" y="156095"/>
                  </a:lnTo>
                  <a:lnTo>
                    <a:pt x="209816" y="156883"/>
                  </a:lnTo>
                  <a:lnTo>
                    <a:pt x="207962" y="156832"/>
                  </a:lnTo>
                  <a:lnTo>
                    <a:pt x="207962" y="158280"/>
                  </a:lnTo>
                  <a:lnTo>
                    <a:pt x="210413" y="158737"/>
                  </a:lnTo>
                  <a:lnTo>
                    <a:pt x="212826" y="157391"/>
                  </a:lnTo>
                  <a:lnTo>
                    <a:pt x="214922" y="153466"/>
                  </a:lnTo>
                  <a:close/>
                </a:path>
                <a:path w="592455" h="231140">
                  <a:moveTo>
                    <a:pt x="215519" y="167386"/>
                  </a:moveTo>
                  <a:lnTo>
                    <a:pt x="213995" y="167386"/>
                  </a:lnTo>
                  <a:lnTo>
                    <a:pt x="214033" y="167716"/>
                  </a:lnTo>
                  <a:lnTo>
                    <a:pt x="215519" y="167386"/>
                  </a:lnTo>
                  <a:close/>
                </a:path>
                <a:path w="592455" h="231140">
                  <a:moveTo>
                    <a:pt x="219938" y="159931"/>
                  </a:moveTo>
                  <a:lnTo>
                    <a:pt x="216725" y="160235"/>
                  </a:lnTo>
                  <a:lnTo>
                    <a:pt x="213220" y="161899"/>
                  </a:lnTo>
                  <a:lnTo>
                    <a:pt x="212623" y="162991"/>
                  </a:lnTo>
                  <a:lnTo>
                    <a:pt x="217982" y="162445"/>
                  </a:lnTo>
                  <a:lnTo>
                    <a:pt x="217131" y="164452"/>
                  </a:lnTo>
                  <a:lnTo>
                    <a:pt x="216001" y="165011"/>
                  </a:lnTo>
                  <a:lnTo>
                    <a:pt x="215315" y="163550"/>
                  </a:lnTo>
                  <a:lnTo>
                    <a:pt x="212953" y="164452"/>
                  </a:lnTo>
                  <a:lnTo>
                    <a:pt x="213817" y="166001"/>
                  </a:lnTo>
                  <a:lnTo>
                    <a:pt x="213982" y="167259"/>
                  </a:lnTo>
                  <a:lnTo>
                    <a:pt x="216827" y="167259"/>
                  </a:lnTo>
                  <a:lnTo>
                    <a:pt x="218808" y="165404"/>
                  </a:lnTo>
                  <a:lnTo>
                    <a:pt x="218922" y="165011"/>
                  </a:lnTo>
                  <a:lnTo>
                    <a:pt x="219671" y="162445"/>
                  </a:lnTo>
                  <a:lnTo>
                    <a:pt x="219837" y="161899"/>
                  </a:lnTo>
                  <a:lnTo>
                    <a:pt x="219938" y="159931"/>
                  </a:lnTo>
                  <a:close/>
                </a:path>
                <a:path w="592455" h="231140">
                  <a:moveTo>
                    <a:pt x="226148" y="123202"/>
                  </a:moveTo>
                  <a:lnTo>
                    <a:pt x="226072" y="123075"/>
                  </a:lnTo>
                  <a:lnTo>
                    <a:pt x="211696" y="123075"/>
                  </a:lnTo>
                  <a:lnTo>
                    <a:pt x="211670" y="123202"/>
                  </a:lnTo>
                  <a:lnTo>
                    <a:pt x="226148" y="123202"/>
                  </a:lnTo>
                  <a:close/>
                </a:path>
                <a:path w="592455" h="231140">
                  <a:moveTo>
                    <a:pt x="227977" y="166281"/>
                  </a:moveTo>
                  <a:lnTo>
                    <a:pt x="225767" y="163995"/>
                  </a:lnTo>
                  <a:lnTo>
                    <a:pt x="225196" y="165989"/>
                  </a:lnTo>
                  <a:lnTo>
                    <a:pt x="225767" y="167043"/>
                  </a:lnTo>
                  <a:lnTo>
                    <a:pt x="227977" y="166281"/>
                  </a:lnTo>
                  <a:close/>
                </a:path>
                <a:path w="592455" h="231140">
                  <a:moveTo>
                    <a:pt x="228612" y="123202"/>
                  </a:moveTo>
                  <a:lnTo>
                    <a:pt x="226148" y="123202"/>
                  </a:lnTo>
                  <a:lnTo>
                    <a:pt x="226225" y="123329"/>
                  </a:lnTo>
                  <a:lnTo>
                    <a:pt x="227088" y="124853"/>
                  </a:lnTo>
                  <a:lnTo>
                    <a:pt x="227203" y="124726"/>
                  </a:lnTo>
                  <a:lnTo>
                    <a:pt x="227317" y="124599"/>
                  </a:lnTo>
                  <a:lnTo>
                    <a:pt x="227431" y="124472"/>
                  </a:lnTo>
                  <a:lnTo>
                    <a:pt x="228612" y="123202"/>
                  </a:lnTo>
                  <a:close/>
                </a:path>
                <a:path w="592455" h="231140">
                  <a:moveTo>
                    <a:pt x="229514" y="126504"/>
                  </a:moveTo>
                  <a:lnTo>
                    <a:pt x="209918" y="126504"/>
                  </a:lnTo>
                  <a:lnTo>
                    <a:pt x="209854" y="126631"/>
                  </a:lnTo>
                  <a:lnTo>
                    <a:pt x="229501" y="126631"/>
                  </a:lnTo>
                  <a:lnTo>
                    <a:pt x="229514" y="126504"/>
                  </a:lnTo>
                  <a:close/>
                </a:path>
                <a:path w="592455" h="231140">
                  <a:moveTo>
                    <a:pt x="229844" y="163029"/>
                  </a:moveTo>
                  <a:lnTo>
                    <a:pt x="229463" y="162585"/>
                  </a:lnTo>
                  <a:lnTo>
                    <a:pt x="229463" y="162102"/>
                  </a:lnTo>
                  <a:lnTo>
                    <a:pt x="228803" y="162102"/>
                  </a:lnTo>
                  <a:lnTo>
                    <a:pt x="228219" y="162242"/>
                  </a:lnTo>
                  <a:lnTo>
                    <a:pt x="227495" y="162585"/>
                  </a:lnTo>
                  <a:lnTo>
                    <a:pt x="226961" y="163029"/>
                  </a:lnTo>
                  <a:lnTo>
                    <a:pt x="227088" y="163550"/>
                  </a:lnTo>
                  <a:lnTo>
                    <a:pt x="227241" y="163842"/>
                  </a:lnTo>
                  <a:lnTo>
                    <a:pt x="227965" y="163982"/>
                  </a:lnTo>
                  <a:lnTo>
                    <a:pt x="228460" y="163639"/>
                  </a:lnTo>
                  <a:lnTo>
                    <a:pt x="229285" y="163550"/>
                  </a:lnTo>
                  <a:lnTo>
                    <a:pt x="229844" y="163029"/>
                  </a:lnTo>
                  <a:close/>
                </a:path>
                <a:path w="592455" h="231140">
                  <a:moveTo>
                    <a:pt x="230708" y="123075"/>
                  </a:moveTo>
                  <a:lnTo>
                    <a:pt x="228727" y="123075"/>
                  </a:lnTo>
                  <a:lnTo>
                    <a:pt x="228612" y="123202"/>
                  </a:lnTo>
                  <a:lnTo>
                    <a:pt x="230619" y="123202"/>
                  </a:lnTo>
                  <a:lnTo>
                    <a:pt x="230708" y="123075"/>
                  </a:lnTo>
                  <a:close/>
                </a:path>
                <a:path w="592455" h="231140">
                  <a:moveTo>
                    <a:pt x="232308" y="132092"/>
                  </a:moveTo>
                  <a:lnTo>
                    <a:pt x="232054" y="131965"/>
                  </a:lnTo>
                  <a:lnTo>
                    <a:pt x="224688" y="131965"/>
                  </a:lnTo>
                  <a:lnTo>
                    <a:pt x="224713" y="131673"/>
                  </a:lnTo>
                  <a:lnTo>
                    <a:pt x="231267" y="131584"/>
                  </a:lnTo>
                  <a:lnTo>
                    <a:pt x="230733" y="131330"/>
                  </a:lnTo>
                  <a:lnTo>
                    <a:pt x="224726" y="131330"/>
                  </a:lnTo>
                  <a:lnTo>
                    <a:pt x="224739" y="131203"/>
                  </a:lnTo>
                  <a:lnTo>
                    <a:pt x="230479" y="131203"/>
                  </a:lnTo>
                  <a:lnTo>
                    <a:pt x="230212" y="131076"/>
                  </a:lnTo>
                  <a:lnTo>
                    <a:pt x="224739" y="131076"/>
                  </a:lnTo>
                  <a:lnTo>
                    <a:pt x="224777" y="130530"/>
                  </a:lnTo>
                  <a:lnTo>
                    <a:pt x="224802" y="130200"/>
                  </a:lnTo>
                  <a:lnTo>
                    <a:pt x="223050" y="127939"/>
                  </a:lnTo>
                  <a:lnTo>
                    <a:pt x="223050" y="138442"/>
                  </a:lnTo>
                  <a:lnTo>
                    <a:pt x="223050" y="138569"/>
                  </a:lnTo>
                  <a:lnTo>
                    <a:pt x="223050" y="138950"/>
                  </a:lnTo>
                  <a:lnTo>
                    <a:pt x="221856" y="138950"/>
                  </a:lnTo>
                  <a:lnTo>
                    <a:pt x="221856" y="138569"/>
                  </a:lnTo>
                  <a:lnTo>
                    <a:pt x="223050" y="138569"/>
                  </a:lnTo>
                  <a:lnTo>
                    <a:pt x="223050" y="138442"/>
                  </a:lnTo>
                  <a:lnTo>
                    <a:pt x="221843" y="138442"/>
                  </a:lnTo>
                  <a:lnTo>
                    <a:pt x="221742" y="134810"/>
                  </a:lnTo>
                  <a:lnTo>
                    <a:pt x="221691" y="133235"/>
                  </a:lnTo>
                  <a:lnTo>
                    <a:pt x="223012" y="133235"/>
                  </a:lnTo>
                  <a:lnTo>
                    <a:pt x="223050" y="138442"/>
                  </a:lnTo>
                  <a:lnTo>
                    <a:pt x="223050" y="127939"/>
                  </a:lnTo>
                  <a:lnTo>
                    <a:pt x="223012" y="131673"/>
                  </a:lnTo>
                  <a:lnTo>
                    <a:pt x="223012" y="131965"/>
                  </a:lnTo>
                  <a:lnTo>
                    <a:pt x="223012" y="132092"/>
                  </a:lnTo>
                  <a:lnTo>
                    <a:pt x="223012" y="133108"/>
                  </a:lnTo>
                  <a:lnTo>
                    <a:pt x="221691" y="133108"/>
                  </a:lnTo>
                  <a:lnTo>
                    <a:pt x="221665" y="132194"/>
                  </a:lnTo>
                  <a:lnTo>
                    <a:pt x="221919" y="132092"/>
                  </a:lnTo>
                  <a:lnTo>
                    <a:pt x="223012" y="132092"/>
                  </a:lnTo>
                  <a:lnTo>
                    <a:pt x="223012" y="131965"/>
                  </a:lnTo>
                  <a:lnTo>
                    <a:pt x="222250" y="131965"/>
                  </a:lnTo>
                  <a:lnTo>
                    <a:pt x="223012" y="131673"/>
                  </a:lnTo>
                  <a:lnTo>
                    <a:pt x="223012" y="127889"/>
                  </a:lnTo>
                  <a:lnTo>
                    <a:pt x="221665" y="129349"/>
                  </a:lnTo>
                  <a:lnTo>
                    <a:pt x="219227" y="130530"/>
                  </a:lnTo>
                  <a:lnTo>
                    <a:pt x="217462" y="129171"/>
                  </a:lnTo>
                  <a:lnTo>
                    <a:pt x="216204" y="128701"/>
                  </a:lnTo>
                  <a:lnTo>
                    <a:pt x="216141" y="129349"/>
                  </a:lnTo>
                  <a:lnTo>
                    <a:pt x="216027" y="130530"/>
                  </a:lnTo>
                  <a:lnTo>
                    <a:pt x="216433" y="131076"/>
                  </a:lnTo>
                  <a:lnTo>
                    <a:pt x="210439" y="131076"/>
                  </a:lnTo>
                  <a:lnTo>
                    <a:pt x="210502" y="131203"/>
                  </a:lnTo>
                  <a:lnTo>
                    <a:pt x="216522" y="131203"/>
                  </a:lnTo>
                  <a:lnTo>
                    <a:pt x="216623" y="131330"/>
                  </a:lnTo>
                  <a:lnTo>
                    <a:pt x="213220" y="131330"/>
                  </a:lnTo>
                  <a:lnTo>
                    <a:pt x="213194" y="131584"/>
                  </a:lnTo>
                  <a:lnTo>
                    <a:pt x="216814" y="131584"/>
                  </a:lnTo>
                  <a:lnTo>
                    <a:pt x="217093" y="131965"/>
                  </a:lnTo>
                  <a:lnTo>
                    <a:pt x="213169" y="131965"/>
                  </a:lnTo>
                  <a:lnTo>
                    <a:pt x="213169" y="132092"/>
                  </a:lnTo>
                  <a:lnTo>
                    <a:pt x="217195" y="132092"/>
                  </a:lnTo>
                  <a:lnTo>
                    <a:pt x="217462" y="132448"/>
                  </a:lnTo>
                  <a:lnTo>
                    <a:pt x="217906" y="133108"/>
                  </a:lnTo>
                  <a:lnTo>
                    <a:pt x="213093" y="133108"/>
                  </a:lnTo>
                  <a:lnTo>
                    <a:pt x="213080" y="133235"/>
                  </a:lnTo>
                  <a:lnTo>
                    <a:pt x="217995" y="133235"/>
                  </a:lnTo>
                  <a:lnTo>
                    <a:pt x="219075" y="134810"/>
                  </a:lnTo>
                  <a:lnTo>
                    <a:pt x="218808" y="136093"/>
                  </a:lnTo>
                  <a:lnTo>
                    <a:pt x="218808" y="139331"/>
                  </a:lnTo>
                  <a:lnTo>
                    <a:pt x="218605" y="139077"/>
                  </a:lnTo>
                  <a:lnTo>
                    <a:pt x="218732" y="139077"/>
                  </a:lnTo>
                  <a:lnTo>
                    <a:pt x="218808" y="139331"/>
                  </a:lnTo>
                  <a:lnTo>
                    <a:pt x="218808" y="136093"/>
                  </a:lnTo>
                  <a:lnTo>
                    <a:pt x="218516" y="137490"/>
                  </a:lnTo>
                  <a:lnTo>
                    <a:pt x="218605" y="138442"/>
                  </a:lnTo>
                  <a:lnTo>
                    <a:pt x="213207" y="138442"/>
                  </a:lnTo>
                  <a:lnTo>
                    <a:pt x="213233" y="138569"/>
                  </a:lnTo>
                  <a:lnTo>
                    <a:pt x="218617" y="138569"/>
                  </a:lnTo>
                  <a:lnTo>
                    <a:pt x="218694" y="138950"/>
                  </a:lnTo>
                  <a:lnTo>
                    <a:pt x="213334" y="138950"/>
                  </a:lnTo>
                  <a:lnTo>
                    <a:pt x="213360" y="139077"/>
                  </a:lnTo>
                  <a:lnTo>
                    <a:pt x="218554" y="139077"/>
                  </a:lnTo>
                  <a:lnTo>
                    <a:pt x="218643" y="139331"/>
                  </a:lnTo>
                  <a:lnTo>
                    <a:pt x="219227" y="141452"/>
                  </a:lnTo>
                  <a:lnTo>
                    <a:pt x="219938" y="143662"/>
                  </a:lnTo>
                  <a:lnTo>
                    <a:pt x="220052" y="152158"/>
                  </a:lnTo>
                  <a:lnTo>
                    <a:pt x="220967" y="154660"/>
                  </a:lnTo>
                  <a:lnTo>
                    <a:pt x="223545" y="159232"/>
                  </a:lnTo>
                  <a:lnTo>
                    <a:pt x="225640" y="157772"/>
                  </a:lnTo>
                  <a:lnTo>
                    <a:pt x="223443" y="154889"/>
                  </a:lnTo>
                  <a:lnTo>
                    <a:pt x="223329" y="154660"/>
                  </a:lnTo>
                  <a:lnTo>
                    <a:pt x="221729" y="151257"/>
                  </a:lnTo>
                  <a:lnTo>
                    <a:pt x="221767" y="149656"/>
                  </a:lnTo>
                  <a:lnTo>
                    <a:pt x="221881" y="139331"/>
                  </a:lnTo>
                  <a:lnTo>
                    <a:pt x="221869" y="139077"/>
                  </a:lnTo>
                  <a:lnTo>
                    <a:pt x="223050" y="139077"/>
                  </a:lnTo>
                  <a:lnTo>
                    <a:pt x="223100" y="145834"/>
                  </a:lnTo>
                  <a:lnTo>
                    <a:pt x="223926" y="150126"/>
                  </a:lnTo>
                  <a:lnTo>
                    <a:pt x="224510" y="151257"/>
                  </a:lnTo>
                  <a:lnTo>
                    <a:pt x="225640" y="153327"/>
                  </a:lnTo>
                  <a:lnTo>
                    <a:pt x="228803" y="155232"/>
                  </a:lnTo>
                  <a:lnTo>
                    <a:pt x="231254" y="154292"/>
                  </a:lnTo>
                  <a:lnTo>
                    <a:pt x="230962" y="153860"/>
                  </a:lnTo>
                  <a:lnTo>
                    <a:pt x="228396" y="152158"/>
                  </a:lnTo>
                  <a:lnTo>
                    <a:pt x="226707" y="150126"/>
                  </a:lnTo>
                  <a:lnTo>
                    <a:pt x="226453" y="149656"/>
                  </a:lnTo>
                  <a:lnTo>
                    <a:pt x="226428" y="149148"/>
                  </a:lnTo>
                  <a:lnTo>
                    <a:pt x="225196" y="146862"/>
                  </a:lnTo>
                  <a:lnTo>
                    <a:pt x="225196" y="145656"/>
                  </a:lnTo>
                  <a:lnTo>
                    <a:pt x="224802" y="143662"/>
                  </a:lnTo>
                  <a:lnTo>
                    <a:pt x="224675" y="141452"/>
                  </a:lnTo>
                  <a:lnTo>
                    <a:pt x="224421" y="139077"/>
                  </a:lnTo>
                  <a:lnTo>
                    <a:pt x="232181" y="139077"/>
                  </a:lnTo>
                  <a:lnTo>
                    <a:pt x="232181" y="138950"/>
                  </a:lnTo>
                  <a:lnTo>
                    <a:pt x="224409" y="138950"/>
                  </a:lnTo>
                  <a:lnTo>
                    <a:pt x="224370" y="138569"/>
                  </a:lnTo>
                  <a:lnTo>
                    <a:pt x="232194" y="138569"/>
                  </a:lnTo>
                  <a:lnTo>
                    <a:pt x="232194" y="138442"/>
                  </a:lnTo>
                  <a:lnTo>
                    <a:pt x="224358" y="138442"/>
                  </a:lnTo>
                  <a:lnTo>
                    <a:pt x="224269" y="137490"/>
                  </a:lnTo>
                  <a:lnTo>
                    <a:pt x="224624" y="133235"/>
                  </a:lnTo>
                  <a:lnTo>
                    <a:pt x="232295" y="133235"/>
                  </a:lnTo>
                  <a:lnTo>
                    <a:pt x="232295" y="133108"/>
                  </a:lnTo>
                  <a:lnTo>
                    <a:pt x="224637" y="133108"/>
                  </a:lnTo>
                  <a:lnTo>
                    <a:pt x="224688" y="132092"/>
                  </a:lnTo>
                  <a:lnTo>
                    <a:pt x="232308" y="132092"/>
                  </a:lnTo>
                  <a:close/>
                </a:path>
                <a:path w="592455" h="231140">
                  <a:moveTo>
                    <a:pt x="234391" y="139077"/>
                  </a:moveTo>
                  <a:lnTo>
                    <a:pt x="232181" y="139077"/>
                  </a:lnTo>
                  <a:lnTo>
                    <a:pt x="232067" y="145046"/>
                  </a:lnTo>
                  <a:lnTo>
                    <a:pt x="233502" y="145935"/>
                  </a:lnTo>
                  <a:lnTo>
                    <a:pt x="233616" y="145046"/>
                  </a:lnTo>
                  <a:lnTo>
                    <a:pt x="233730" y="144157"/>
                  </a:lnTo>
                  <a:lnTo>
                    <a:pt x="233794" y="143649"/>
                  </a:lnTo>
                  <a:lnTo>
                    <a:pt x="233908" y="142760"/>
                  </a:lnTo>
                  <a:lnTo>
                    <a:pt x="234010" y="141998"/>
                  </a:lnTo>
                  <a:lnTo>
                    <a:pt x="234086" y="141363"/>
                  </a:lnTo>
                  <a:lnTo>
                    <a:pt x="234200" y="140474"/>
                  </a:lnTo>
                  <a:lnTo>
                    <a:pt x="234315" y="139585"/>
                  </a:lnTo>
                  <a:lnTo>
                    <a:pt x="234391" y="139077"/>
                  </a:lnTo>
                  <a:close/>
                </a:path>
                <a:path w="592455" h="231140">
                  <a:moveTo>
                    <a:pt x="234454" y="138569"/>
                  </a:moveTo>
                  <a:lnTo>
                    <a:pt x="232194" y="138569"/>
                  </a:lnTo>
                  <a:lnTo>
                    <a:pt x="232181" y="138950"/>
                  </a:lnTo>
                  <a:lnTo>
                    <a:pt x="234403" y="138950"/>
                  </a:lnTo>
                  <a:lnTo>
                    <a:pt x="234454" y="138569"/>
                  </a:lnTo>
                  <a:close/>
                </a:path>
                <a:path w="592455" h="231140">
                  <a:moveTo>
                    <a:pt x="235445" y="133235"/>
                  </a:moveTo>
                  <a:lnTo>
                    <a:pt x="232295" y="133235"/>
                  </a:lnTo>
                  <a:lnTo>
                    <a:pt x="232194" y="138442"/>
                  </a:lnTo>
                  <a:lnTo>
                    <a:pt x="234467" y="138442"/>
                  </a:lnTo>
                  <a:lnTo>
                    <a:pt x="234569" y="137680"/>
                  </a:lnTo>
                  <a:lnTo>
                    <a:pt x="234657" y="136918"/>
                  </a:lnTo>
                  <a:lnTo>
                    <a:pt x="234759" y="136156"/>
                  </a:lnTo>
                  <a:lnTo>
                    <a:pt x="235102" y="133489"/>
                  </a:lnTo>
                  <a:lnTo>
                    <a:pt x="235445" y="133235"/>
                  </a:lnTo>
                  <a:close/>
                </a:path>
                <a:path w="592455" h="231140">
                  <a:moveTo>
                    <a:pt x="236778" y="123202"/>
                  </a:moveTo>
                  <a:lnTo>
                    <a:pt x="230619" y="123202"/>
                  </a:lnTo>
                  <a:lnTo>
                    <a:pt x="230517" y="123329"/>
                  </a:lnTo>
                  <a:lnTo>
                    <a:pt x="230060" y="123964"/>
                  </a:lnTo>
                  <a:lnTo>
                    <a:pt x="229946" y="124218"/>
                  </a:lnTo>
                  <a:lnTo>
                    <a:pt x="229831" y="124853"/>
                  </a:lnTo>
                  <a:lnTo>
                    <a:pt x="229704" y="125488"/>
                  </a:lnTo>
                  <a:lnTo>
                    <a:pt x="229590" y="126123"/>
                  </a:lnTo>
                  <a:lnTo>
                    <a:pt x="229514" y="126504"/>
                  </a:lnTo>
                  <a:lnTo>
                    <a:pt x="232816" y="126504"/>
                  </a:lnTo>
                  <a:lnTo>
                    <a:pt x="232816" y="124853"/>
                  </a:lnTo>
                  <a:lnTo>
                    <a:pt x="234099" y="125234"/>
                  </a:lnTo>
                  <a:lnTo>
                    <a:pt x="234962" y="124853"/>
                  </a:lnTo>
                  <a:lnTo>
                    <a:pt x="235826" y="124472"/>
                  </a:lnTo>
                  <a:lnTo>
                    <a:pt x="236778" y="123202"/>
                  </a:lnTo>
                  <a:close/>
                </a:path>
                <a:path w="592455" h="231140">
                  <a:moveTo>
                    <a:pt x="236816" y="132092"/>
                  </a:moveTo>
                  <a:lnTo>
                    <a:pt x="232308" y="132092"/>
                  </a:lnTo>
                  <a:lnTo>
                    <a:pt x="232295" y="133108"/>
                  </a:lnTo>
                  <a:lnTo>
                    <a:pt x="235610" y="133108"/>
                  </a:lnTo>
                  <a:lnTo>
                    <a:pt x="236804" y="132219"/>
                  </a:lnTo>
                  <a:lnTo>
                    <a:pt x="236816" y="132092"/>
                  </a:lnTo>
                  <a:close/>
                </a:path>
                <a:path w="592455" h="231140">
                  <a:moveTo>
                    <a:pt x="236842" y="131584"/>
                  </a:moveTo>
                  <a:lnTo>
                    <a:pt x="231267" y="131584"/>
                  </a:lnTo>
                  <a:lnTo>
                    <a:pt x="232054" y="131965"/>
                  </a:lnTo>
                  <a:lnTo>
                    <a:pt x="236816" y="131965"/>
                  </a:lnTo>
                  <a:lnTo>
                    <a:pt x="236842" y="131584"/>
                  </a:lnTo>
                  <a:close/>
                </a:path>
                <a:path w="592455" h="231140">
                  <a:moveTo>
                    <a:pt x="236867" y="131203"/>
                  </a:moveTo>
                  <a:lnTo>
                    <a:pt x="230479" y="131203"/>
                  </a:lnTo>
                  <a:lnTo>
                    <a:pt x="230733" y="131330"/>
                  </a:lnTo>
                  <a:lnTo>
                    <a:pt x="236867" y="131330"/>
                  </a:lnTo>
                  <a:lnTo>
                    <a:pt x="236867" y="131203"/>
                  </a:lnTo>
                  <a:close/>
                </a:path>
                <a:path w="592455" h="231140">
                  <a:moveTo>
                    <a:pt x="236956" y="129933"/>
                  </a:moveTo>
                  <a:lnTo>
                    <a:pt x="235267" y="129552"/>
                  </a:lnTo>
                  <a:lnTo>
                    <a:pt x="232816" y="128663"/>
                  </a:lnTo>
                  <a:lnTo>
                    <a:pt x="232816" y="126631"/>
                  </a:lnTo>
                  <a:lnTo>
                    <a:pt x="229501" y="126631"/>
                  </a:lnTo>
                  <a:lnTo>
                    <a:pt x="229400" y="127139"/>
                  </a:lnTo>
                  <a:lnTo>
                    <a:pt x="229285" y="127774"/>
                  </a:lnTo>
                  <a:lnTo>
                    <a:pt x="229222" y="128155"/>
                  </a:lnTo>
                  <a:lnTo>
                    <a:pt x="229120" y="128917"/>
                  </a:lnTo>
                  <a:lnTo>
                    <a:pt x="229006" y="129679"/>
                  </a:lnTo>
                  <a:lnTo>
                    <a:pt x="228904" y="130441"/>
                  </a:lnTo>
                  <a:lnTo>
                    <a:pt x="230212" y="131076"/>
                  </a:lnTo>
                  <a:lnTo>
                    <a:pt x="236880" y="131076"/>
                  </a:lnTo>
                  <a:lnTo>
                    <a:pt x="236956" y="129933"/>
                  </a:lnTo>
                  <a:close/>
                </a:path>
                <a:path w="592455" h="231140">
                  <a:moveTo>
                    <a:pt x="238988" y="126504"/>
                  </a:moveTo>
                  <a:lnTo>
                    <a:pt x="232816" y="126504"/>
                  </a:lnTo>
                  <a:lnTo>
                    <a:pt x="232816" y="126631"/>
                  </a:lnTo>
                  <a:lnTo>
                    <a:pt x="238975" y="126631"/>
                  </a:lnTo>
                  <a:lnTo>
                    <a:pt x="238988" y="126504"/>
                  </a:lnTo>
                  <a:close/>
                </a:path>
                <a:path w="592455" h="231140">
                  <a:moveTo>
                    <a:pt x="239699" y="123075"/>
                  </a:moveTo>
                  <a:lnTo>
                    <a:pt x="236880" y="123075"/>
                  </a:lnTo>
                  <a:lnTo>
                    <a:pt x="236778" y="123202"/>
                  </a:lnTo>
                  <a:lnTo>
                    <a:pt x="239661" y="123202"/>
                  </a:lnTo>
                  <a:lnTo>
                    <a:pt x="239699" y="123075"/>
                  </a:lnTo>
                  <a:close/>
                </a:path>
                <a:path w="592455" h="231140">
                  <a:moveTo>
                    <a:pt x="240906" y="131076"/>
                  </a:moveTo>
                  <a:lnTo>
                    <a:pt x="236880" y="131076"/>
                  </a:lnTo>
                  <a:lnTo>
                    <a:pt x="236867" y="131203"/>
                  </a:lnTo>
                  <a:lnTo>
                    <a:pt x="240906" y="131203"/>
                  </a:lnTo>
                  <a:lnTo>
                    <a:pt x="240906" y="131076"/>
                  </a:lnTo>
                  <a:close/>
                </a:path>
                <a:path w="592455" h="231140">
                  <a:moveTo>
                    <a:pt x="240919" y="131584"/>
                  </a:moveTo>
                  <a:lnTo>
                    <a:pt x="240906" y="131330"/>
                  </a:lnTo>
                  <a:lnTo>
                    <a:pt x="236867" y="131330"/>
                  </a:lnTo>
                  <a:lnTo>
                    <a:pt x="236842" y="131584"/>
                  </a:lnTo>
                  <a:lnTo>
                    <a:pt x="240919" y="131584"/>
                  </a:lnTo>
                  <a:close/>
                </a:path>
                <a:path w="592455" h="231140">
                  <a:moveTo>
                    <a:pt x="240931" y="132092"/>
                  </a:moveTo>
                  <a:lnTo>
                    <a:pt x="240919" y="131965"/>
                  </a:lnTo>
                  <a:lnTo>
                    <a:pt x="236816" y="131965"/>
                  </a:lnTo>
                  <a:lnTo>
                    <a:pt x="236816" y="132092"/>
                  </a:lnTo>
                  <a:lnTo>
                    <a:pt x="240931" y="132092"/>
                  </a:lnTo>
                  <a:close/>
                </a:path>
                <a:path w="592455" h="231140">
                  <a:moveTo>
                    <a:pt x="241071" y="138442"/>
                  </a:moveTo>
                  <a:lnTo>
                    <a:pt x="234467" y="138442"/>
                  </a:lnTo>
                  <a:lnTo>
                    <a:pt x="234454" y="138569"/>
                  </a:lnTo>
                  <a:lnTo>
                    <a:pt x="241071" y="138569"/>
                  </a:lnTo>
                  <a:lnTo>
                    <a:pt x="241071" y="138442"/>
                  </a:lnTo>
                  <a:close/>
                </a:path>
                <a:path w="592455" h="231140">
                  <a:moveTo>
                    <a:pt x="241084" y="138950"/>
                  </a:moveTo>
                  <a:lnTo>
                    <a:pt x="234403" y="138950"/>
                  </a:lnTo>
                  <a:lnTo>
                    <a:pt x="234391" y="139077"/>
                  </a:lnTo>
                  <a:lnTo>
                    <a:pt x="241084" y="139077"/>
                  </a:lnTo>
                  <a:lnTo>
                    <a:pt x="241084" y="138950"/>
                  </a:lnTo>
                  <a:close/>
                </a:path>
                <a:path w="592455" h="231140">
                  <a:moveTo>
                    <a:pt x="242417" y="138569"/>
                  </a:moveTo>
                  <a:lnTo>
                    <a:pt x="241071" y="138569"/>
                  </a:lnTo>
                  <a:lnTo>
                    <a:pt x="241084" y="138950"/>
                  </a:lnTo>
                  <a:lnTo>
                    <a:pt x="242417" y="138950"/>
                  </a:lnTo>
                  <a:lnTo>
                    <a:pt x="242417" y="138569"/>
                  </a:lnTo>
                  <a:close/>
                </a:path>
                <a:path w="592455" h="231140">
                  <a:moveTo>
                    <a:pt x="242506" y="146443"/>
                  </a:moveTo>
                  <a:lnTo>
                    <a:pt x="242417" y="139204"/>
                  </a:lnTo>
                  <a:lnTo>
                    <a:pt x="241084" y="139204"/>
                  </a:lnTo>
                  <a:lnTo>
                    <a:pt x="241198" y="144157"/>
                  </a:lnTo>
                  <a:lnTo>
                    <a:pt x="241249" y="146316"/>
                  </a:lnTo>
                  <a:lnTo>
                    <a:pt x="242506" y="146443"/>
                  </a:lnTo>
                  <a:close/>
                </a:path>
                <a:path w="592455" h="231140">
                  <a:moveTo>
                    <a:pt x="243065" y="123202"/>
                  </a:moveTo>
                  <a:lnTo>
                    <a:pt x="243001" y="123075"/>
                  </a:lnTo>
                  <a:lnTo>
                    <a:pt x="241223" y="123075"/>
                  </a:lnTo>
                  <a:lnTo>
                    <a:pt x="241211" y="123202"/>
                  </a:lnTo>
                  <a:lnTo>
                    <a:pt x="243065" y="123202"/>
                  </a:lnTo>
                  <a:close/>
                </a:path>
                <a:path w="592455" h="231140">
                  <a:moveTo>
                    <a:pt x="243268" y="157086"/>
                  </a:moveTo>
                  <a:lnTo>
                    <a:pt x="240309" y="159639"/>
                  </a:lnTo>
                  <a:lnTo>
                    <a:pt x="239941" y="159842"/>
                  </a:lnTo>
                  <a:lnTo>
                    <a:pt x="238315" y="159842"/>
                  </a:lnTo>
                  <a:lnTo>
                    <a:pt x="236524" y="158978"/>
                  </a:lnTo>
                  <a:lnTo>
                    <a:pt x="235623" y="157924"/>
                  </a:lnTo>
                  <a:lnTo>
                    <a:pt x="234899" y="159219"/>
                  </a:lnTo>
                  <a:lnTo>
                    <a:pt x="232803" y="159461"/>
                  </a:lnTo>
                  <a:lnTo>
                    <a:pt x="232752" y="159842"/>
                  </a:lnTo>
                  <a:lnTo>
                    <a:pt x="232397" y="162509"/>
                  </a:lnTo>
                  <a:lnTo>
                    <a:pt x="235889" y="161899"/>
                  </a:lnTo>
                  <a:lnTo>
                    <a:pt x="237375" y="161747"/>
                  </a:lnTo>
                  <a:lnTo>
                    <a:pt x="239128" y="162864"/>
                  </a:lnTo>
                  <a:lnTo>
                    <a:pt x="241668" y="161747"/>
                  </a:lnTo>
                  <a:lnTo>
                    <a:pt x="242328" y="159842"/>
                  </a:lnTo>
                  <a:lnTo>
                    <a:pt x="242392" y="159639"/>
                  </a:lnTo>
                  <a:lnTo>
                    <a:pt x="242455" y="159461"/>
                  </a:lnTo>
                  <a:lnTo>
                    <a:pt x="242531" y="159219"/>
                  </a:lnTo>
                  <a:lnTo>
                    <a:pt x="242620" y="158978"/>
                  </a:lnTo>
                  <a:lnTo>
                    <a:pt x="243268" y="157086"/>
                  </a:lnTo>
                  <a:close/>
                </a:path>
                <a:path w="592455" h="231140">
                  <a:moveTo>
                    <a:pt x="243420" y="126504"/>
                  </a:moveTo>
                  <a:lnTo>
                    <a:pt x="243370" y="126250"/>
                  </a:lnTo>
                  <a:lnTo>
                    <a:pt x="243281" y="125742"/>
                  </a:lnTo>
                  <a:lnTo>
                    <a:pt x="243179" y="125234"/>
                  </a:lnTo>
                  <a:lnTo>
                    <a:pt x="243052" y="124599"/>
                  </a:lnTo>
                  <a:lnTo>
                    <a:pt x="241020" y="125234"/>
                  </a:lnTo>
                  <a:lnTo>
                    <a:pt x="241084" y="124599"/>
                  </a:lnTo>
                  <a:lnTo>
                    <a:pt x="241211" y="123202"/>
                  </a:lnTo>
                  <a:lnTo>
                    <a:pt x="239661" y="123202"/>
                  </a:lnTo>
                  <a:lnTo>
                    <a:pt x="239560" y="123583"/>
                  </a:lnTo>
                  <a:lnTo>
                    <a:pt x="239445" y="123964"/>
                  </a:lnTo>
                  <a:lnTo>
                    <a:pt x="239382" y="124218"/>
                  </a:lnTo>
                  <a:lnTo>
                    <a:pt x="239255" y="124726"/>
                  </a:lnTo>
                  <a:lnTo>
                    <a:pt x="239141" y="125488"/>
                  </a:lnTo>
                  <a:lnTo>
                    <a:pt x="239026" y="126250"/>
                  </a:lnTo>
                  <a:lnTo>
                    <a:pt x="238988" y="126504"/>
                  </a:lnTo>
                  <a:lnTo>
                    <a:pt x="243420" y="126504"/>
                  </a:lnTo>
                  <a:close/>
                </a:path>
                <a:path w="592455" h="231140">
                  <a:moveTo>
                    <a:pt x="243941" y="138950"/>
                  </a:moveTo>
                  <a:lnTo>
                    <a:pt x="242417" y="138950"/>
                  </a:lnTo>
                  <a:lnTo>
                    <a:pt x="242417" y="139204"/>
                  </a:lnTo>
                  <a:lnTo>
                    <a:pt x="243941" y="139204"/>
                  </a:lnTo>
                  <a:lnTo>
                    <a:pt x="243941" y="138950"/>
                  </a:lnTo>
                  <a:close/>
                </a:path>
                <a:path w="592455" h="231140">
                  <a:moveTo>
                    <a:pt x="245364" y="143776"/>
                  </a:moveTo>
                  <a:lnTo>
                    <a:pt x="243992" y="143776"/>
                  </a:lnTo>
                  <a:lnTo>
                    <a:pt x="244005" y="144792"/>
                  </a:lnTo>
                  <a:lnTo>
                    <a:pt x="245313" y="145681"/>
                  </a:lnTo>
                  <a:lnTo>
                    <a:pt x="245364" y="143776"/>
                  </a:lnTo>
                  <a:close/>
                </a:path>
                <a:path w="592455" h="231140">
                  <a:moveTo>
                    <a:pt x="245465" y="139204"/>
                  </a:moveTo>
                  <a:lnTo>
                    <a:pt x="243941" y="139204"/>
                  </a:lnTo>
                  <a:lnTo>
                    <a:pt x="243992" y="143649"/>
                  </a:lnTo>
                  <a:lnTo>
                    <a:pt x="245364" y="143649"/>
                  </a:lnTo>
                  <a:lnTo>
                    <a:pt x="245465" y="139204"/>
                  </a:lnTo>
                  <a:close/>
                </a:path>
                <a:path w="592455" h="231140">
                  <a:moveTo>
                    <a:pt x="245478" y="138569"/>
                  </a:moveTo>
                  <a:lnTo>
                    <a:pt x="243941" y="138569"/>
                  </a:lnTo>
                  <a:lnTo>
                    <a:pt x="243941" y="138950"/>
                  </a:lnTo>
                  <a:lnTo>
                    <a:pt x="245478" y="138950"/>
                  </a:lnTo>
                  <a:lnTo>
                    <a:pt x="245478" y="138569"/>
                  </a:lnTo>
                  <a:close/>
                </a:path>
                <a:path w="592455" h="231140">
                  <a:moveTo>
                    <a:pt x="245630" y="132092"/>
                  </a:moveTo>
                  <a:lnTo>
                    <a:pt x="240931" y="132092"/>
                  </a:lnTo>
                  <a:lnTo>
                    <a:pt x="240944" y="133108"/>
                  </a:lnTo>
                  <a:lnTo>
                    <a:pt x="235445" y="133235"/>
                  </a:lnTo>
                  <a:lnTo>
                    <a:pt x="240957" y="133235"/>
                  </a:lnTo>
                  <a:lnTo>
                    <a:pt x="241071" y="138442"/>
                  </a:lnTo>
                  <a:lnTo>
                    <a:pt x="242404" y="138442"/>
                  </a:lnTo>
                  <a:lnTo>
                    <a:pt x="242341" y="132600"/>
                  </a:lnTo>
                  <a:lnTo>
                    <a:pt x="243878" y="133108"/>
                  </a:lnTo>
                  <a:lnTo>
                    <a:pt x="243941" y="138442"/>
                  </a:lnTo>
                  <a:lnTo>
                    <a:pt x="245491" y="138442"/>
                  </a:lnTo>
                  <a:lnTo>
                    <a:pt x="245503" y="137680"/>
                  </a:lnTo>
                  <a:lnTo>
                    <a:pt x="245618" y="132600"/>
                  </a:lnTo>
                  <a:lnTo>
                    <a:pt x="245630" y="132092"/>
                  </a:lnTo>
                  <a:close/>
                </a:path>
                <a:path w="592455" h="231140">
                  <a:moveTo>
                    <a:pt x="245643" y="131584"/>
                  </a:moveTo>
                  <a:lnTo>
                    <a:pt x="240919" y="131584"/>
                  </a:lnTo>
                  <a:lnTo>
                    <a:pt x="240919" y="131965"/>
                  </a:lnTo>
                  <a:lnTo>
                    <a:pt x="245630" y="131965"/>
                  </a:lnTo>
                  <a:lnTo>
                    <a:pt x="245643" y="131584"/>
                  </a:lnTo>
                  <a:close/>
                </a:path>
                <a:path w="592455" h="231140">
                  <a:moveTo>
                    <a:pt x="245656" y="131203"/>
                  </a:moveTo>
                  <a:lnTo>
                    <a:pt x="240906" y="131203"/>
                  </a:lnTo>
                  <a:lnTo>
                    <a:pt x="240906" y="131330"/>
                  </a:lnTo>
                  <a:lnTo>
                    <a:pt x="245643" y="131330"/>
                  </a:lnTo>
                  <a:lnTo>
                    <a:pt x="245656" y="131203"/>
                  </a:lnTo>
                  <a:close/>
                </a:path>
                <a:path w="592455" h="231140">
                  <a:moveTo>
                    <a:pt x="245681" y="129679"/>
                  </a:moveTo>
                  <a:lnTo>
                    <a:pt x="244005" y="129552"/>
                  </a:lnTo>
                  <a:lnTo>
                    <a:pt x="243979" y="129425"/>
                  </a:lnTo>
                  <a:lnTo>
                    <a:pt x="243865" y="128790"/>
                  </a:lnTo>
                  <a:lnTo>
                    <a:pt x="243738" y="128155"/>
                  </a:lnTo>
                  <a:lnTo>
                    <a:pt x="243662" y="127774"/>
                  </a:lnTo>
                  <a:lnTo>
                    <a:pt x="243547" y="127139"/>
                  </a:lnTo>
                  <a:lnTo>
                    <a:pt x="243446" y="126631"/>
                  </a:lnTo>
                  <a:lnTo>
                    <a:pt x="238975" y="126631"/>
                  </a:lnTo>
                  <a:lnTo>
                    <a:pt x="238848" y="127393"/>
                  </a:lnTo>
                  <a:lnTo>
                    <a:pt x="238734" y="128028"/>
                  </a:lnTo>
                  <a:lnTo>
                    <a:pt x="238620" y="128663"/>
                  </a:lnTo>
                  <a:lnTo>
                    <a:pt x="238582" y="128917"/>
                  </a:lnTo>
                  <a:lnTo>
                    <a:pt x="240893" y="130949"/>
                  </a:lnTo>
                  <a:lnTo>
                    <a:pt x="240906" y="131076"/>
                  </a:lnTo>
                  <a:lnTo>
                    <a:pt x="245656" y="131076"/>
                  </a:lnTo>
                  <a:lnTo>
                    <a:pt x="245681" y="129679"/>
                  </a:lnTo>
                  <a:close/>
                </a:path>
                <a:path w="592455" h="231140">
                  <a:moveTo>
                    <a:pt x="247230" y="126631"/>
                  </a:moveTo>
                  <a:lnTo>
                    <a:pt x="247192" y="126504"/>
                  </a:lnTo>
                  <a:lnTo>
                    <a:pt x="243420" y="126504"/>
                  </a:lnTo>
                  <a:lnTo>
                    <a:pt x="243446" y="126631"/>
                  </a:lnTo>
                  <a:lnTo>
                    <a:pt x="247230" y="126631"/>
                  </a:lnTo>
                  <a:close/>
                </a:path>
                <a:path w="592455" h="231140">
                  <a:moveTo>
                    <a:pt x="248043" y="126631"/>
                  </a:moveTo>
                  <a:lnTo>
                    <a:pt x="247230" y="126631"/>
                  </a:lnTo>
                  <a:lnTo>
                    <a:pt x="247269" y="126758"/>
                  </a:lnTo>
                  <a:lnTo>
                    <a:pt x="247383" y="127139"/>
                  </a:lnTo>
                  <a:lnTo>
                    <a:pt x="247586" y="127393"/>
                  </a:lnTo>
                  <a:lnTo>
                    <a:pt x="248043" y="126631"/>
                  </a:lnTo>
                  <a:close/>
                </a:path>
                <a:path w="592455" h="231140">
                  <a:moveTo>
                    <a:pt x="254241" y="123202"/>
                  </a:moveTo>
                  <a:lnTo>
                    <a:pt x="243065" y="123202"/>
                  </a:lnTo>
                  <a:lnTo>
                    <a:pt x="243128" y="123329"/>
                  </a:lnTo>
                  <a:lnTo>
                    <a:pt x="243255" y="123583"/>
                  </a:lnTo>
                  <a:lnTo>
                    <a:pt x="243370" y="123710"/>
                  </a:lnTo>
                  <a:lnTo>
                    <a:pt x="244182" y="124599"/>
                  </a:lnTo>
                  <a:lnTo>
                    <a:pt x="245313" y="123583"/>
                  </a:lnTo>
                  <a:lnTo>
                    <a:pt x="246443" y="124091"/>
                  </a:lnTo>
                  <a:lnTo>
                    <a:pt x="246570" y="124472"/>
                  </a:lnTo>
                  <a:lnTo>
                    <a:pt x="246684" y="124853"/>
                  </a:lnTo>
                  <a:lnTo>
                    <a:pt x="246799" y="125234"/>
                  </a:lnTo>
                  <a:lnTo>
                    <a:pt x="246875" y="125488"/>
                  </a:lnTo>
                  <a:lnTo>
                    <a:pt x="246964" y="125742"/>
                  </a:lnTo>
                  <a:lnTo>
                    <a:pt x="247078" y="126123"/>
                  </a:lnTo>
                  <a:lnTo>
                    <a:pt x="247192" y="126504"/>
                  </a:lnTo>
                  <a:lnTo>
                    <a:pt x="248119" y="126504"/>
                  </a:lnTo>
                  <a:lnTo>
                    <a:pt x="248577" y="125742"/>
                  </a:lnTo>
                  <a:lnTo>
                    <a:pt x="250266" y="123964"/>
                  </a:lnTo>
                  <a:lnTo>
                    <a:pt x="252399" y="125234"/>
                  </a:lnTo>
                  <a:lnTo>
                    <a:pt x="253149" y="123964"/>
                  </a:lnTo>
                  <a:lnTo>
                    <a:pt x="253377" y="123583"/>
                  </a:lnTo>
                  <a:lnTo>
                    <a:pt x="254241" y="123202"/>
                  </a:lnTo>
                  <a:close/>
                </a:path>
                <a:path w="592455" h="231140">
                  <a:moveTo>
                    <a:pt x="256336" y="124472"/>
                  </a:moveTo>
                  <a:lnTo>
                    <a:pt x="256247" y="124345"/>
                  </a:lnTo>
                  <a:lnTo>
                    <a:pt x="255079" y="124472"/>
                  </a:lnTo>
                  <a:lnTo>
                    <a:pt x="256336" y="124472"/>
                  </a:lnTo>
                  <a:close/>
                </a:path>
                <a:path w="592455" h="231140">
                  <a:moveTo>
                    <a:pt x="259295" y="164096"/>
                  </a:moveTo>
                  <a:lnTo>
                    <a:pt x="259194" y="163906"/>
                  </a:lnTo>
                  <a:lnTo>
                    <a:pt x="258787" y="163220"/>
                  </a:lnTo>
                  <a:lnTo>
                    <a:pt x="258673" y="163017"/>
                  </a:lnTo>
                  <a:lnTo>
                    <a:pt x="258572" y="162852"/>
                  </a:lnTo>
                  <a:lnTo>
                    <a:pt x="258127" y="162090"/>
                  </a:lnTo>
                  <a:lnTo>
                    <a:pt x="256133" y="162852"/>
                  </a:lnTo>
                  <a:lnTo>
                    <a:pt x="254736" y="161734"/>
                  </a:lnTo>
                  <a:lnTo>
                    <a:pt x="254330" y="161417"/>
                  </a:lnTo>
                  <a:lnTo>
                    <a:pt x="252996" y="161734"/>
                  </a:lnTo>
                  <a:lnTo>
                    <a:pt x="250786" y="159829"/>
                  </a:lnTo>
                  <a:lnTo>
                    <a:pt x="251053" y="160350"/>
                  </a:lnTo>
                  <a:lnTo>
                    <a:pt x="250786" y="161417"/>
                  </a:lnTo>
                  <a:lnTo>
                    <a:pt x="250685" y="162090"/>
                  </a:lnTo>
                  <a:lnTo>
                    <a:pt x="250634" y="162458"/>
                  </a:lnTo>
                  <a:lnTo>
                    <a:pt x="250342" y="163220"/>
                  </a:lnTo>
                  <a:lnTo>
                    <a:pt x="249504" y="163017"/>
                  </a:lnTo>
                  <a:lnTo>
                    <a:pt x="249428" y="163220"/>
                  </a:lnTo>
                  <a:lnTo>
                    <a:pt x="249250" y="163652"/>
                  </a:lnTo>
                  <a:lnTo>
                    <a:pt x="249186" y="164338"/>
                  </a:lnTo>
                  <a:lnTo>
                    <a:pt x="249059" y="165011"/>
                  </a:lnTo>
                  <a:lnTo>
                    <a:pt x="248958" y="165493"/>
                  </a:lnTo>
                  <a:lnTo>
                    <a:pt x="249885" y="165493"/>
                  </a:lnTo>
                  <a:lnTo>
                    <a:pt x="251345" y="166141"/>
                  </a:lnTo>
                  <a:lnTo>
                    <a:pt x="252450" y="164338"/>
                  </a:lnTo>
                  <a:lnTo>
                    <a:pt x="252577" y="164338"/>
                  </a:lnTo>
                  <a:lnTo>
                    <a:pt x="253390" y="163906"/>
                  </a:lnTo>
                  <a:lnTo>
                    <a:pt x="254330" y="165150"/>
                  </a:lnTo>
                  <a:lnTo>
                    <a:pt x="255892" y="165684"/>
                  </a:lnTo>
                  <a:lnTo>
                    <a:pt x="255955" y="165493"/>
                  </a:lnTo>
                  <a:lnTo>
                    <a:pt x="256133" y="165011"/>
                  </a:lnTo>
                  <a:lnTo>
                    <a:pt x="256260" y="164338"/>
                  </a:lnTo>
                  <a:lnTo>
                    <a:pt x="256628" y="164338"/>
                  </a:lnTo>
                  <a:lnTo>
                    <a:pt x="257556" y="164096"/>
                  </a:lnTo>
                  <a:lnTo>
                    <a:pt x="259295" y="164096"/>
                  </a:lnTo>
                  <a:close/>
                </a:path>
                <a:path w="592455" h="231140">
                  <a:moveTo>
                    <a:pt x="262039" y="126631"/>
                  </a:moveTo>
                  <a:lnTo>
                    <a:pt x="261937" y="126504"/>
                  </a:lnTo>
                  <a:lnTo>
                    <a:pt x="248119" y="126504"/>
                  </a:lnTo>
                  <a:lnTo>
                    <a:pt x="248043" y="126631"/>
                  </a:lnTo>
                  <a:lnTo>
                    <a:pt x="262039" y="126631"/>
                  </a:lnTo>
                  <a:close/>
                </a:path>
                <a:path w="592455" h="231140">
                  <a:moveTo>
                    <a:pt x="265569" y="139204"/>
                  </a:moveTo>
                  <a:lnTo>
                    <a:pt x="265201" y="139204"/>
                  </a:lnTo>
                  <a:lnTo>
                    <a:pt x="265176" y="139458"/>
                  </a:lnTo>
                  <a:lnTo>
                    <a:pt x="265569" y="139204"/>
                  </a:lnTo>
                  <a:close/>
                </a:path>
                <a:path w="592455" h="231140">
                  <a:moveTo>
                    <a:pt x="265811" y="131203"/>
                  </a:moveTo>
                  <a:lnTo>
                    <a:pt x="265645" y="131076"/>
                  </a:lnTo>
                  <a:lnTo>
                    <a:pt x="257594" y="131076"/>
                  </a:lnTo>
                  <a:lnTo>
                    <a:pt x="257086" y="130784"/>
                  </a:lnTo>
                  <a:lnTo>
                    <a:pt x="256590" y="131076"/>
                  </a:lnTo>
                  <a:lnTo>
                    <a:pt x="256374" y="131076"/>
                  </a:lnTo>
                  <a:lnTo>
                    <a:pt x="256374" y="131203"/>
                  </a:lnTo>
                  <a:lnTo>
                    <a:pt x="256159" y="131330"/>
                  </a:lnTo>
                  <a:lnTo>
                    <a:pt x="255803" y="131330"/>
                  </a:lnTo>
                  <a:lnTo>
                    <a:pt x="255803" y="138950"/>
                  </a:lnTo>
                  <a:lnTo>
                    <a:pt x="254609" y="138950"/>
                  </a:lnTo>
                  <a:lnTo>
                    <a:pt x="254622" y="138569"/>
                  </a:lnTo>
                  <a:lnTo>
                    <a:pt x="255638" y="138569"/>
                  </a:lnTo>
                  <a:lnTo>
                    <a:pt x="255803" y="138950"/>
                  </a:lnTo>
                  <a:lnTo>
                    <a:pt x="255803" y="131330"/>
                  </a:lnTo>
                  <a:lnTo>
                    <a:pt x="255612" y="131330"/>
                  </a:lnTo>
                  <a:lnTo>
                    <a:pt x="255587" y="138442"/>
                  </a:lnTo>
                  <a:lnTo>
                    <a:pt x="254622" y="138442"/>
                  </a:lnTo>
                  <a:lnTo>
                    <a:pt x="254711" y="136461"/>
                  </a:lnTo>
                  <a:lnTo>
                    <a:pt x="255587" y="138442"/>
                  </a:lnTo>
                  <a:lnTo>
                    <a:pt x="255587" y="131318"/>
                  </a:lnTo>
                  <a:lnTo>
                    <a:pt x="255409" y="131203"/>
                  </a:lnTo>
                  <a:lnTo>
                    <a:pt x="256374" y="131203"/>
                  </a:lnTo>
                  <a:lnTo>
                    <a:pt x="256374" y="131076"/>
                  </a:lnTo>
                  <a:lnTo>
                    <a:pt x="255206" y="131076"/>
                  </a:lnTo>
                  <a:lnTo>
                    <a:pt x="252996" y="129705"/>
                  </a:lnTo>
                  <a:lnTo>
                    <a:pt x="251472" y="127889"/>
                  </a:lnTo>
                  <a:lnTo>
                    <a:pt x="249885" y="128117"/>
                  </a:lnTo>
                  <a:lnTo>
                    <a:pt x="250634" y="130289"/>
                  </a:lnTo>
                  <a:lnTo>
                    <a:pt x="251104" y="131076"/>
                  </a:lnTo>
                  <a:lnTo>
                    <a:pt x="245656" y="131076"/>
                  </a:lnTo>
                  <a:lnTo>
                    <a:pt x="245656" y="131203"/>
                  </a:lnTo>
                  <a:lnTo>
                    <a:pt x="251180" y="131203"/>
                  </a:lnTo>
                  <a:lnTo>
                    <a:pt x="251256" y="131330"/>
                  </a:lnTo>
                  <a:lnTo>
                    <a:pt x="245643" y="131330"/>
                  </a:lnTo>
                  <a:lnTo>
                    <a:pt x="245643" y="131584"/>
                  </a:lnTo>
                  <a:lnTo>
                    <a:pt x="251409" y="131584"/>
                  </a:lnTo>
                  <a:lnTo>
                    <a:pt x="251637" y="131965"/>
                  </a:lnTo>
                  <a:lnTo>
                    <a:pt x="245630" y="131965"/>
                  </a:lnTo>
                  <a:lnTo>
                    <a:pt x="245630" y="132092"/>
                  </a:lnTo>
                  <a:lnTo>
                    <a:pt x="251714" y="132092"/>
                  </a:lnTo>
                  <a:lnTo>
                    <a:pt x="252044" y="132638"/>
                  </a:lnTo>
                  <a:lnTo>
                    <a:pt x="252666" y="134810"/>
                  </a:lnTo>
                  <a:lnTo>
                    <a:pt x="252742" y="135877"/>
                  </a:lnTo>
                  <a:lnTo>
                    <a:pt x="253377" y="138442"/>
                  </a:lnTo>
                  <a:lnTo>
                    <a:pt x="245491" y="138442"/>
                  </a:lnTo>
                  <a:lnTo>
                    <a:pt x="245478" y="138569"/>
                  </a:lnTo>
                  <a:lnTo>
                    <a:pt x="253365" y="138569"/>
                  </a:lnTo>
                  <a:lnTo>
                    <a:pt x="253238" y="138950"/>
                  </a:lnTo>
                  <a:lnTo>
                    <a:pt x="245478" y="138950"/>
                  </a:lnTo>
                  <a:lnTo>
                    <a:pt x="245465" y="139204"/>
                  </a:lnTo>
                  <a:lnTo>
                    <a:pt x="253149" y="139204"/>
                  </a:lnTo>
                  <a:lnTo>
                    <a:pt x="252996" y="139674"/>
                  </a:lnTo>
                  <a:lnTo>
                    <a:pt x="252933" y="139928"/>
                  </a:lnTo>
                  <a:lnTo>
                    <a:pt x="252742" y="140766"/>
                  </a:lnTo>
                  <a:lnTo>
                    <a:pt x="251828" y="142455"/>
                  </a:lnTo>
                  <a:lnTo>
                    <a:pt x="252463" y="144195"/>
                  </a:lnTo>
                  <a:lnTo>
                    <a:pt x="252996" y="145834"/>
                  </a:lnTo>
                  <a:lnTo>
                    <a:pt x="253403" y="148005"/>
                  </a:lnTo>
                  <a:lnTo>
                    <a:pt x="253492" y="148945"/>
                  </a:lnTo>
                  <a:lnTo>
                    <a:pt x="253885" y="149148"/>
                  </a:lnTo>
                  <a:lnTo>
                    <a:pt x="253987" y="149466"/>
                  </a:lnTo>
                  <a:lnTo>
                    <a:pt x="254685" y="151917"/>
                  </a:lnTo>
                  <a:lnTo>
                    <a:pt x="255892" y="155028"/>
                  </a:lnTo>
                  <a:lnTo>
                    <a:pt x="259295" y="155663"/>
                  </a:lnTo>
                  <a:lnTo>
                    <a:pt x="261327" y="155232"/>
                  </a:lnTo>
                  <a:lnTo>
                    <a:pt x="263423" y="153327"/>
                  </a:lnTo>
                  <a:lnTo>
                    <a:pt x="263334" y="153085"/>
                  </a:lnTo>
                  <a:lnTo>
                    <a:pt x="262521" y="151028"/>
                  </a:lnTo>
                  <a:lnTo>
                    <a:pt x="259283" y="151028"/>
                  </a:lnTo>
                  <a:lnTo>
                    <a:pt x="259194" y="151917"/>
                  </a:lnTo>
                  <a:lnTo>
                    <a:pt x="259092" y="153085"/>
                  </a:lnTo>
                  <a:lnTo>
                    <a:pt x="256730" y="151028"/>
                  </a:lnTo>
                  <a:lnTo>
                    <a:pt x="254711" y="148450"/>
                  </a:lnTo>
                  <a:lnTo>
                    <a:pt x="254711" y="145834"/>
                  </a:lnTo>
                  <a:lnTo>
                    <a:pt x="254368" y="142455"/>
                  </a:lnTo>
                  <a:lnTo>
                    <a:pt x="254457" y="140766"/>
                  </a:lnTo>
                  <a:lnTo>
                    <a:pt x="254546" y="139928"/>
                  </a:lnTo>
                  <a:lnTo>
                    <a:pt x="254596" y="139331"/>
                  </a:lnTo>
                  <a:lnTo>
                    <a:pt x="254596" y="139204"/>
                  </a:lnTo>
                  <a:lnTo>
                    <a:pt x="255917" y="139204"/>
                  </a:lnTo>
                  <a:lnTo>
                    <a:pt x="256247" y="139928"/>
                  </a:lnTo>
                  <a:lnTo>
                    <a:pt x="256603" y="141719"/>
                  </a:lnTo>
                  <a:lnTo>
                    <a:pt x="256692" y="142455"/>
                  </a:lnTo>
                  <a:lnTo>
                    <a:pt x="256933" y="144195"/>
                  </a:lnTo>
                  <a:lnTo>
                    <a:pt x="256933" y="145834"/>
                  </a:lnTo>
                  <a:lnTo>
                    <a:pt x="258127" y="149466"/>
                  </a:lnTo>
                  <a:lnTo>
                    <a:pt x="260426" y="150634"/>
                  </a:lnTo>
                  <a:lnTo>
                    <a:pt x="262356" y="150634"/>
                  </a:lnTo>
                  <a:lnTo>
                    <a:pt x="258914" y="146723"/>
                  </a:lnTo>
                  <a:lnTo>
                    <a:pt x="258787" y="145834"/>
                  </a:lnTo>
                  <a:lnTo>
                    <a:pt x="258102" y="140766"/>
                  </a:lnTo>
                  <a:lnTo>
                    <a:pt x="258114" y="139204"/>
                  </a:lnTo>
                  <a:lnTo>
                    <a:pt x="265201" y="139204"/>
                  </a:lnTo>
                  <a:lnTo>
                    <a:pt x="265214" y="138950"/>
                  </a:lnTo>
                  <a:lnTo>
                    <a:pt x="258127" y="138950"/>
                  </a:lnTo>
                  <a:lnTo>
                    <a:pt x="258127" y="138569"/>
                  </a:lnTo>
                  <a:lnTo>
                    <a:pt x="265239" y="138569"/>
                  </a:lnTo>
                  <a:lnTo>
                    <a:pt x="265252" y="138442"/>
                  </a:lnTo>
                  <a:lnTo>
                    <a:pt x="258127" y="138442"/>
                  </a:lnTo>
                  <a:lnTo>
                    <a:pt x="258140" y="138112"/>
                  </a:lnTo>
                  <a:lnTo>
                    <a:pt x="258457" y="136461"/>
                  </a:lnTo>
                  <a:lnTo>
                    <a:pt x="258572" y="135877"/>
                  </a:lnTo>
                  <a:lnTo>
                    <a:pt x="259283" y="132092"/>
                  </a:lnTo>
                  <a:lnTo>
                    <a:pt x="265734" y="132092"/>
                  </a:lnTo>
                  <a:lnTo>
                    <a:pt x="265747" y="131965"/>
                  </a:lnTo>
                  <a:lnTo>
                    <a:pt x="259181" y="131965"/>
                  </a:lnTo>
                  <a:lnTo>
                    <a:pt x="258495" y="131584"/>
                  </a:lnTo>
                  <a:lnTo>
                    <a:pt x="265772" y="131584"/>
                  </a:lnTo>
                  <a:lnTo>
                    <a:pt x="265798" y="131330"/>
                  </a:lnTo>
                  <a:lnTo>
                    <a:pt x="258051" y="131330"/>
                  </a:lnTo>
                  <a:lnTo>
                    <a:pt x="257822" y="131203"/>
                  </a:lnTo>
                  <a:lnTo>
                    <a:pt x="265811" y="131203"/>
                  </a:lnTo>
                  <a:close/>
                </a:path>
                <a:path w="592455" h="231140">
                  <a:moveTo>
                    <a:pt x="266573" y="138569"/>
                  </a:moveTo>
                  <a:lnTo>
                    <a:pt x="265239" y="138569"/>
                  </a:lnTo>
                  <a:lnTo>
                    <a:pt x="265214" y="138950"/>
                  </a:lnTo>
                  <a:lnTo>
                    <a:pt x="265976" y="138950"/>
                  </a:lnTo>
                  <a:lnTo>
                    <a:pt x="266573" y="138569"/>
                  </a:lnTo>
                  <a:close/>
                </a:path>
                <a:path w="592455" h="231140">
                  <a:moveTo>
                    <a:pt x="267957" y="132092"/>
                  </a:moveTo>
                  <a:lnTo>
                    <a:pt x="265734" y="132092"/>
                  </a:lnTo>
                  <a:lnTo>
                    <a:pt x="265633" y="133489"/>
                  </a:lnTo>
                  <a:lnTo>
                    <a:pt x="265518" y="135013"/>
                  </a:lnTo>
                  <a:lnTo>
                    <a:pt x="265404" y="136537"/>
                  </a:lnTo>
                  <a:lnTo>
                    <a:pt x="265315" y="137680"/>
                  </a:lnTo>
                  <a:lnTo>
                    <a:pt x="265252" y="138442"/>
                  </a:lnTo>
                  <a:lnTo>
                    <a:pt x="266763" y="138442"/>
                  </a:lnTo>
                  <a:lnTo>
                    <a:pt x="267957" y="137680"/>
                  </a:lnTo>
                  <a:lnTo>
                    <a:pt x="267957" y="132092"/>
                  </a:lnTo>
                  <a:close/>
                </a:path>
                <a:path w="592455" h="231140">
                  <a:moveTo>
                    <a:pt x="267957" y="131584"/>
                  </a:moveTo>
                  <a:lnTo>
                    <a:pt x="265772" y="131584"/>
                  </a:lnTo>
                  <a:lnTo>
                    <a:pt x="265747" y="131965"/>
                  </a:lnTo>
                  <a:lnTo>
                    <a:pt x="267957" y="131965"/>
                  </a:lnTo>
                  <a:lnTo>
                    <a:pt x="267957" y="131584"/>
                  </a:lnTo>
                  <a:close/>
                </a:path>
                <a:path w="592455" h="231140">
                  <a:moveTo>
                    <a:pt x="267957" y="131203"/>
                  </a:moveTo>
                  <a:lnTo>
                    <a:pt x="265811" y="131203"/>
                  </a:lnTo>
                  <a:lnTo>
                    <a:pt x="265798" y="131330"/>
                  </a:lnTo>
                  <a:lnTo>
                    <a:pt x="267957" y="131330"/>
                  </a:lnTo>
                  <a:lnTo>
                    <a:pt x="267957" y="131203"/>
                  </a:lnTo>
                  <a:close/>
                </a:path>
                <a:path w="592455" h="231140">
                  <a:moveTo>
                    <a:pt x="267957" y="129679"/>
                  </a:moveTo>
                  <a:lnTo>
                    <a:pt x="266369" y="128917"/>
                  </a:lnTo>
                  <a:lnTo>
                    <a:pt x="266306" y="128663"/>
                  </a:lnTo>
                  <a:lnTo>
                    <a:pt x="266192" y="128155"/>
                  </a:lnTo>
                  <a:lnTo>
                    <a:pt x="266077" y="127647"/>
                  </a:lnTo>
                  <a:lnTo>
                    <a:pt x="265950" y="127139"/>
                  </a:lnTo>
                  <a:lnTo>
                    <a:pt x="265836" y="126631"/>
                  </a:lnTo>
                  <a:lnTo>
                    <a:pt x="262039" y="126631"/>
                  </a:lnTo>
                  <a:lnTo>
                    <a:pt x="262140" y="127139"/>
                  </a:lnTo>
                  <a:lnTo>
                    <a:pt x="264274" y="128663"/>
                  </a:lnTo>
                  <a:lnTo>
                    <a:pt x="264401" y="129552"/>
                  </a:lnTo>
                  <a:lnTo>
                    <a:pt x="264490" y="130187"/>
                  </a:lnTo>
                  <a:lnTo>
                    <a:pt x="265645" y="131076"/>
                  </a:lnTo>
                  <a:lnTo>
                    <a:pt x="267957" y="131076"/>
                  </a:lnTo>
                  <a:lnTo>
                    <a:pt x="267957" y="129679"/>
                  </a:lnTo>
                  <a:close/>
                </a:path>
                <a:path w="592455" h="231140">
                  <a:moveTo>
                    <a:pt x="269214" y="123202"/>
                  </a:moveTo>
                  <a:lnTo>
                    <a:pt x="268998" y="123075"/>
                  </a:lnTo>
                  <a:lnTo>
                    <a:pt x="269049" y="123202"/>
                  </a:lnTo>
                  <a:lnTo>
                    <a:pt x="269214" y="123202"/>
                  </a:lnTo>
                  <a:close/>
                </a:path>
                <a:path w="592455" h="231140">
                  <a:moveTo>
                    <a:pt x="269265" y="123710"/>
                  </a:moveTo>
                  <a:lnTo>
                    <a:pt x="269214" y="123583"/>
                  </a:lnTo>
                  <a:lnTo>
                    <a:pt x="269100" y="123329"/>
                  </a:lnTo>
                  <a:lnTo>
                    <a:pt x="269049" y="123202"/>
                  </a:lnTo>
                  <a:lnTo>
                    <a:pt x="255524" y="123202"/>
                  </a:lnTo>
                  <a:lnTo>
                    <a:pt x="255600" y="123329"/>
                  </a:lnTo>
                  <a:lnTo>
                    <a:pt x="256171" y="124218"/>
                  </a:lnTo>
                  <a:lnTo>
                    <a:pt x="257416" y="124218"/>
                  </a:lnTo>
                  <a:lnTo>
                    <a:pt x="259765" y="123964"/>
                  </a:lnTo>
                  <a:lnTo>
                    <a:pt x="259880" y="124091"/>
                  </a:lnTo>
                  <a:lnTo>
                    <a:pt x="259981" y="124218"/>
                  </a:lnTo>
                  <a:lnTo>
                    <a:pt x="261937" y="126504"/>
                  </a:lnTo>
                  <a:lnTo>
                    <a:pt x="265811" y="126504"/>
                  </a:lnTo>
                  <a:lnTo>
                    <a:pt x="265912" y="126123"/>
                  </a:lnTo>
                  <a:lnTo>
                    <a:pt x="266026" y="125742"/>
                  </a:lnTo>
                  <a:lnTo>
                    <a:pt x="266141" y="125361"/>
                  </a:lnTo>
                  <a:lnTo>
                    <a:pt x="266242" y="124980"/>
                  </a:lnTo>
                  <a:lnTo>
                    <a:pt x="266357" y="124599"/>
                  </a:lnTo>
                  <a:lnTo>
                    <a:pt x="266458" y="124218"/>
                  </a:lnTo>
                  <a:lnTo>
                    <a:pt x="267868" y="123964"/>
                  </a:lnTo>
                  <a:lnTo>
                    <a:pt x="269265" y="123710"/>
                  </a:lnTo>
                  <a:close/>
                </a:path>
                <a:path w="592455" h="231140">
                  <a:moveTo>
                    <a:pt x="272288" y="126504"/>
                  </a:moveTo>
                  <a:lnTo>
                    <a:pt x="265811" y="126504"/>
                  </a:lnTo>
                  <a:lnTo>
                    <a:pt x="265836" y="126631"/>
                  </a:lnTo>
                  <a:lnTo>
                    <a:pt x="272148" y="126631"/>
                  </a:lnTo>
                  <a:lnTo>
                    <a:pt x="272288" y="126504"/>
                  </a:lnTo>
                  <a:close/>
                </a:path>
                <a:path w="592455" h="231140">
                  <a:moveTo>
                    <a:pt x="274612" y="149275"/>
                  </a:moveTo>
                  <a:lnTo>
                    <a:pt x="272796" y="147078"/>
                  </a:lnTo>
                  <a:lnTo>
                    <a:pt x="272580" y="149783"/>
                  </a:lnTo>
                  <a:lnTo>
                    <a:pt x="274129" y="151549"/>
                  </a:lnTo>
                  <a:lnTo>
                    <a:pt x="274612" y="149275"/>
                  </a:lnTo>
                  <a:close/>
                </a:path>
                <a:path w="592455" h="231140">
                  <a:moveTo>
                    <a:pt x="275386" y="153860"/>
                  </a:moveTo>
                  <a:lnTo>
                    <a:pt x="274129" y="151561"/>
                  </a:lnTo>
                  <a:lnTo>
                    <a:pt x="271843" y="155244"/>
                  </a:lnTo>
                  <a:lnTo>
                    <a:pt x="272999" y="156464"/>
                  </a:lnTo>
                  <a:lnTo>
                    <a:pt x="275386" y="153860"/>
                  </a:lnTo>
                  <a:close/>
                </a:path>
                <a:path w="592455" h="231140">
                  <a:moveTo>
                    <a:pt x="276631" y="157213"/>
                  </a:moveTo>
                  <a:lnTo>
                    <a:pt x="274789" y="157924"/>
                  </a:lnTo>
                  <a:lnTo>
                    <a:pt x="272999" y="156476"/>
                  </a:lnTo>
                  <a:lnTo>
                    <a:pt x="273151" y="158978"/>
                  </a:lnTo>
                  <a:lnTo>
                    <a:pt x="273926" y="159118"/>
                  </a:lnTo>
                  <a:lnTo>
                    <a:pt x="272288" y="162445"/>
                  </a:lnTo>
                  <a:lnTo>
                    <a:pt x="275386" y="162864"/>
                  </a:lnTo>
                  <a:lnTo>
                    <a:pt x="273964" y="159118"/>
                  </a:lnTo>
                  <a:lnTo>
                    <a:pt x="274561" y="159219"/>
                  </a:lnTo>
                  <a:lnTo>
                    <a:pt x="275945" y="159448"/>
                  </a:lnTo>
                  <a:lnTo>
                    <a:pt x="276631" y="157213"/>
                  </a:lnTo>
                  <a:close/>
                </a:path>
                <a:path w="592455" h="231140">
                  <a:moveTo>
                    <a:pt x="276999" y="148259"/>
                  </a:moveTo>
                  <a:lnTo>
                    <a:pt x="276936" y="147485"/>
                  </a:lnTo>
                  <a:lnTo>
                    <a:pt x="276047" y="147485"/>
                  </a:lnTo>
                  <a:lnTo>
                    <a:pt x="276999" y="148259"/>
                  </a:lnTo>
                  <a:close/>
                </a:path>
                <a:path w="592455" h="231140">
                  <a:moveTo>
                    <a:pt x="277253" y="133324"/>
                  </a:moveTo>
                  <a:lnTo>
                    <a:pt x="274904" y="136131"/>
                  </a:lnTo>
                  <a:lnTo>
                    <a:pt x="274370" y="133324"/>
                  </a:lnTo>
                  <a:lnTo>
                    <a:pt x="272999" y="132334"/>
                  </a:lnTo>
                  <a:lnTo>
                    <a:pt x="272910" y="138899"/>
                  </a:lnTo>
                  <a:lnTo>
                    <a:pt x="272796" y="145580"/>
                  </a:lnTo>
                  <a:lnTo>
                    <a:pt x="271297" y="145580"/>
                  </a:lnTo>
                  <a:lnTo>
                    <a:pt x="270319" y="147497"/>
                  </a:lnTo>
                  <a:lnTo>
                    <a:pt x="268338" y="147497"/>
                  </a:lnTo>
                  <a:lnTo>
                    <a:pt x="267957" y="148336"/>
                  </a:lnTo>
                  <a:lnTo>
                    <a:pt x="267868" y="148945"/>
                  </a:lnTo>
                  <a:lnTo>
                    <a:pt x="267652" y="149377"/>
                  </a:lnTo>
                  <a:lnTo>
                    <a:pt x="269354" y="149377"/>
                  </a:lnTo>
                  <a:lnTo>
                    <a:pt x="272796" y="145643"/>
                  </a:lnTo>
                  <a:lnTo>
                    <a:pt x="272783" y="147078"/>
                  </a:lnTo>
                  <a:lnTo>
                    <a:pt x="275564" y="147078"/>
                  </a:lnTo>
                  <a:lnTo>
                    <a:pt x="276910" y="147078"/>
                  </a:lnTo>
                  <a:lnTo>
                    <a:pt x="276631" y="143700"/>
                  </a:lnTo>
                  <a:lnTo>
                    <a:pt x="276631" y="138899"/>
                  </a:lnTo>
                  <a:lnTo>
                    <a:pt x="276910" y="136131"/>
                  </a:lnTo>
                  <a:lnTo>
                    <a:pt x="277253" y="133324"/>
                  </a:lnTo>
                  <a:close/>
                </a:path>
                <a:path w="592455" h="231140">
                  <a:moveTo>
                    <a:pt x="281152" y="131203"/>
                  </a:moveTo>
                  <a:lnTo>
                    <a:pt x="280174" y="131076"/>
                  </a:lnTo>
                  <a:lnTo>
                    <a:pt x="267957" y="131076"/>
                  </a:lnTo>
                  <a:lnTo>
                    <a:pt x="267957" y="131203"/>
                  </a:lnTo>
                  <a:lnTo>
                    <a:pt x="281152" y="131203"/>
                  </a:lnTo>
                  <a:close/>
                </a:path>
                <a:path w="592455" h="231140">
                  <a:moveTo>
                    <a:pt x="281495" y="126631"/>
                  </a:moveTo>
                  <a:lnTo>
                    <a:pt x="272148" y="126631"/>
                  </a:lnTo>
                  <a:lnTo>
                    <a:pt x="271564" y="127139"/>
                  </a:lnTo>
                  <a:lnTo>
                    <a:pt x="270433" y="127647"/>
                  </a:lnTo>
                  <a:lnTo>
                    <a:pt x="270344" y="127774"/>
                  </a:lnTo>
                  <a:lnTo>
                    <a:pt x="270065" y="128155"/>
                  </a:lnTo>
                  <a:lnTo>
                    <a:pt x="269836" y="128155"/>
                  </a:lnTo>
                  <a:lnTo>
                    <a:pt x="271297" y="129425"/>
                  </a:lnTo>
                  <a:lnTo>
                    <a:pt x="273138" y="128663"/>
                  </a:lnTo>
                  <a:lnTo>
                    <a:pt x="276999" y="129171"/>
                  </a:lnTo>
                  <a:lnTo>
                    <a:pt x="279057" y="130695"/>
                  </a:lnTo>
                  <a:lnTo>
                    <a:pt x="279209" y="130949"/>
                  </a:lnTo>
                  <a:lnTo>
                    <a:pt x="280174" y="131076"/>
                  </a:lnTo>
                  <a:lnTo>
                    <a:pt x="281139" y="131076"/>
                  </a:lnTo>
                  <a:lnTo>
                    <a:pt x="281089" y="130695"/>
                  </a:lnTo>
                  <a:lnTo>
                    <a:pt x="280962" y="129679"/>
                  </a:lnTo>
                  <a:lnTo>
                    <a:pt x="280835" y="128663"/>
                  </a:lnTo>
                  <a:lnTo>
                    <a:pt x="280898" y="127520"/>
                  </a:lnTo>
                  <a:lnTo>
                    <a:pt x="280987" y="127393"/>
                  </a:lnTo>
                  <a:lnTo>
                    <a:pt x="281495" y="126631"/>
                  </a:lnTo>
                  <a:close/>
                </a:path>
                <a:path w="592455" h="231140">
                  <a:moveTo>
                    <a:pt x="287147" y="123202"/>
                  </a:moveTo>
                  <a:lnTo>
                    <a:pt x="269214" y="123202"/>
                  </a:lnTo>
                  <a:lnTo>
                    <a:pt x="269290" y="123329"/>
                  </a:lnTo>
                  <a:lnTo>
                    <a:pt x="269773" y="124091"/>
                  </a:lnTo>
                  <a:lnTo>
                    <a:pt x="272643" y="124091"/>
                  </a:lnTo>
                  <a:lnTo>
                    <a:pt x="272757" y="125742"/>
                  </a:lnTo>
                  <a:lnTo>
                    <a:pt x="272796" y="126250"/>
                  </a:lnTo>
                  <a:lnTo>
                    <a:pt x="272288" y="126504"/>
                  </a:lnTo>
                  <a:lnTo>
                    <a:pt x="281584" y="126504"/>
                  </a:lnTo>
                  <a:lnTo>
                    <a:pt x="282105" y="125742"/>
                  </a:lnTo>
                  <a:lnTo>
                    <a:pt x="283324" y="124472"/>
                  </a:lnTo>
                  <a:lnTo>
                    <a:pt x="283032" y="124472"/>
                  </a:lnTo>
                  <a:lnTo>
                    <a:pt x="287147" y="123202"/>
                  </a:lnTo>
                  <a:close/>
                </a:path>
                <a:path w="592455" h="231140">
                  <a:moveTo>
                    <a:pt x="290398" y="133845"/>
                  </a:moveTo>
                  <a:lnTo>
                    <a:pt x="287756" y="131394"/>
                  </a:lnTo>
                  <a:lnTo>
                    <a:pt x="285445" y="132626"/>
                  </a:lnTo>
                  <a:lnTo>
                    <a:pt x="282409" y="133489"/>
                  </a:lnTo>
                  <a:lnTo>
                    <a:pt x="282511" y="133845"/>
                  </a:lnTo>
                  <a:lnTo>
                    <a:pt x="282562" y="134035"/>
                  </a:lnTo>
                  <a:lnTo>
                    <a:pt x="284314" y="134035"/>
                  </a:lnTo>
                  <a:lnTo>
                    <a:pt x="290385" y="134035"/>
                  </a:lnTo>
                  <a:lnTo>
                    <a:pt x="290398" y="133845"/>
                  </a:lnTo>
                  <a:close/>
                </a:path>
                <a:path w="592455" h="231140">
                  <a:moveTo>
                    <a:pt x="294373" y="153225"/>
                  </a:moveTo>
                  <a:lnTo>
                    <a:pt x="290614" y="151028"/>
                  </a:lnTo>
                  <a:lnTo>
                    <a:pt x="290664" y="150012"/>
                  </a:lnTo>
                  <a:lnTo>
                    <a:pt x="290766" y="147650"/>
                  </a:lnTo>
                  <a:lnTo>
                    <a:pt x="289483" y="146037"/>
                  </a:lnTo>
                  <a:lnTo>
                    <a:pt x="289547" y="142709"/>
                  </a:lnTo>
                  <a:lnTo>
                    <a:pt x="290195" y="136004"/>
                  </a:lnTo>
                  <a:lnTo>
                    <a:pt x="290322" y="134594"/>
                  </a:lnTo>
                  <a:lnTo>
                    <a:pt x="287997" y="134594"/>
                  </a:lnTo>
                  <a:lnTo>
                    <a:pt x="287997" y="140766"/>
                  </a:lnTo>
                  <a:lnTo>
                    <a:pt x="286410" y="140766"/>
                  </a:lnTo>
                  <a:lnTo>
                    <a:pt x="286283" y="143852"/>
                  </a:lnTo>
                  <a:lnTo>
                    <a:pt x="286270" y="142709"/>
                  </a:lnTo>
                  <a:lnTo>
                    <a:pt x="286702" y="136004"/>
                  </a:lnTo>
                  <a:lnTo>
                    <a:pt x="287997" y="140766"/>
                  </a:lnTo>
                  <a:lnTo>
                    <a:pt x="287997" y="134594"/>
                  </a:lnTo>
                  <a:lnTo>
                    <a:pt x="284314" y="134594"/>
                  </a:lnTo>
                  <a:lnTo>
                    <a:pt x="284441" y="143357"/>
                  </a:lnTo>
                  <a:lnTo>
                    <a:pt x="284505" y="148272"/>
                  </a:lnTo>
                  <a:lnTo>
                    <a:pt x="285330" y="151028"/>
                  </a:lnTo>
                  <a:lnTo>
                    <a:pt x="285775" y="151701"/>
                  </a:lnTo>
                  <a:lnTo>
                    <a:pt x="286639" y="152920"/>
                  </a:lnTo>
                  <a:lnTo>
                    <a:pt x="286943" y="153466"/>
                  </a:lnTo>
                  <a:lnTo>
                    <a:pt x="287159" y="154279"/>
                  </a:lnTo>
                  <a:lnTo>
                    <a:pt x="288442" y="155930"/>
                  </a:lnTo>
                  <a:lnTo>
                    <a:pt x="291680" y="156819"/>
                  </a:lnTo>
                  <a:lnTo>
                    <a:pt x="289636" y="154876"/>
                  </a:lnTo>
                  <a:lnTo>
                    <a:pt x="288112" y="152158"/>
                  </a:lnTo>
                  <a:lnTo>
                    <a:pt x="287032" y="150520"/>
                  </a:lnTo>
                  <a:lnTo>
                    <a:pt x="286943" y="150012"/>
                  </a:lnTo>
                  <a:lnTo>
                    <a:pt x="286639" y="149428"/>
                  </a:lnTo>
                  <a:lnTo>
                    <a:pt x="286359" y="148272"/>
                  </a:lnTo>
                  <a:lnTo>
                    <a:pt x="286283" y="144018"/>
                  </a:lnTo>
                  <a:lnTo>
                    <a:pt x="287959" y="146850"/>
                  </a:lnTo>
                  <a:lnTo>
                    <a:pt x="289140" y="149656"/>
                  </a:lnTo>
                  <a:lnTo>
                    <a:pt x="289267" y="150520"/>
                  </a:lnTo>
                  <a:lnTo>
                    <a:pt x="289331" y="151028"/>
                  </a:lnTo>
                  <a:lnTo>
                    <a:pt x="289420" y="151701"/>
                  </a:lnTo>
                  <a:lnTo>
                    <a:pt x="293217" y="155663"/>
                  </a:lnTo>
                  <a:lnTo>
                    <a:pt x="294373" y="153225"/>
                  </a:lnTo>
                  <a:close/>
                </a:path>
                <a:path w="592455" h="231140">
                  <a:moveTo>
                    <a:pt x="298500" y="156895"/>
                  </a:moveTo>
                  <a:lnTo>
                    <a:pt x="293204" y="157391"/>
                  </a:lnTo>
                  <a:lnTo>
                    <a:pt x="292227" y="158737"/>
                  </a:lnTo>
                  <a:lnTo>
                    <a:pt x="292227" y="159639"/>
                  </a:lnTo>
                  <a:lnTo>
                    <a:pt x="293573" y="160959"/>
                  </a:lnTo>
                  <a:lnTo>
                    <a:pt x="297726" y="158978"/>
                  </a:lnTo>
                  <a:lnTo>
                    <a:pt x="297815" y="158737"/>
                  </a:lnTo>
                  <a:lnTo>
                    <a:pt x="298500" y="156895"/>
                  </a:lnTo>
                  <a:close/>
                </a:path>
                <a:path w="592455" h="231140">
                  <a:moveTo>
                    <a:pt x="308559" y="104863"/>
                  </a:moveTo>
                  <a:lnTo>
                    <a:pt x="308051" y="104101"/>
                  </a:lnTo>
                  <a:lnTo>
                    <a:pt x="306946" y="104101"/>
                  </a:lnTo>
                  <a:lnTo>
                    <a:pt x="306387" y="104863"/>
                  </a:lnTo>
                  <a:lnTo>
                    <a:pt x="306387" y="106476"/>
                  </a:lnTo>
                  <a:lnTo>
                    <a:pt x="306946" y="107149"/>
                  </a:lnTo>
                  <a:lnTo>
                    <a:pt x="307454" y="107149"/>
                  </a:lnTo>
                  <a:lnTo>
                    <a:pt x="308051" y="107149"/>
                  </a:lnTo>
                  <a:lnTo>
                    <a:pt x="308559" y="106476"/>
                  </a:lnTo>
                  <a:lnTo>
                    <a:pt x="308559" y="104863"/>
                  </a:lnTo>
                  <a:close/>
                </a:path>
                <a:path w="592455" h="231140">
                  <a:moveTo>
                    <a:pt x="309397" y="154292"/>
                  </a:moveTo>
                  <a:lnTo>
                    <a:pt x="306920" y="154025"/>
                  </a:lnTo>
                  <a:lnTo>
                    <a:pt x="305511" y="155232"/>
                  </a:lnTo>
                  <a:lnTo>
                    <a:pt x="308051" y="156641"/>
                  </a:lnTo>
                  <a:lnTo>
                    <a:pt x="309397" y="154292"/>
                  </a:lnTo>
                  <a:close/>
                </a:path>
                <a:path w="592455" h="231140">
                  <a:moveTo>
                    <a:pt x="310261" y="159829"/>
                  </a:moveTo>
                  <a:lnTo>
                    <a:pt x="310235" y="157581"/>
                  </a:lnTo>
                  <a:lnTo>
                    <a:pt x="308571" y="159042"/>
                  </a:lnTo>
                  <a:lnTo>
                    <a:pt x="305511" y="160235"/>
                  </a:lnTo>
                  <a:lnTo>
                    <a:pt x="303212" y="161023"/>
                  </a:lnTo>
                  <a:lnTo>
                    <a:pt x="302590" y="160235"/>
                  </a:lnTo>
                  <a:lnTo>
                    <a:pt x="303631" y="161912"/>
                  </a:lnTo>
                  <a:lnTo>
                    <a:pt x="308444" y="160439"/>
                  </a:lnTo>
                  <a:lnTo>
                    <a:pt x="310261" y="159829"/>
                  </a:lnTo>
                  <a:close/>
                </a:path>
                <a:path w="592455" h="231140">
                  <a:moveTo>
                    <a:pt x="312470" y="150012"/>
                  </a:moveTo>
                  <a:lnTo>
                    <a:pt x="312166" y="149377"/>
                  </a:lnTo>
                  <a:lnTo>
                    <a:pt x="311429" y="149377"/>
                  </a:lnTo>
                  <a:lnTo>
                    <a:pt x="311213" y="150012"/>
                  </a:lnTo>
                  <a:lnTo>
                    <a:pt x="311213" y="151714"/>
                  </a:lnTo>
                  <a:lnTo>
                    <a:pt x="311429" y="152361"/>
                  </a:lnTo>
                  <a:lnTo>
                    <a:pt x="311785" y="152361"/>
                  </a:lnTo>
                  <a:lnTo>
                    <a:pt x="312166" y="152361"/>
                  </a:lnTo>
                  <a:lnTo>
                    <a:pt x="312470" y="151714"/>
                  </a:lnTo>
                  <a:lnTo>
                    <a:pt x="312470" y="150012"/>
                  </a:lnTo>
                  <a:close/>
                </a:path>
                <a:path w="592455" h="231140">
                  <a:moveTo>
                    <a:pt x="318376" y="200304"/>
                  </a:moveTo>
                  <a:lnTo>
                    <a:pt x="317525" y="200050"/>
                  </a:lnTo>
                  <a:lnTo>
                    <a:pt x="314109" y="200304"/>
                  </a:lnTo>
                  <a:lnTo>
                    <a:pt x="318376" y="200304"/>
                  </a:lnTo>
                  <a:close/>
                </a:path>
                <a:path w="592455" h="231140">
                  <a:moveTo>
                    <a:pt x="333933" y="175793"/>
                  </a:moveTo>
                  <a:lnTo>
                    <a:pt x="66446" y="175793"/>
                  </a:lnTo>
                  <a:lnTo>
                    <a:pt x="66611" y="176047"/>
                  </a:lnTo>
                  <a:lnTo>
                    <a:pt x="333857" y="176047"/>
                  </a:lnTo>
                  <a:lnTo>
                    <a:pt x="333933" y="175793"/>
                  </a:lnTo>
                  <a:close/>
                </a:path>
                <a:path w="592455" h="231140">
                  <a:moveTo>
                    <a:pt x="341376" y="201955"/>
                  </a:moveTo>
                  <a:lnTo>
                    <a:pt x="340118" y="200812"/>
                  </a:lnTo>
                  <a:lnTo>
                    <a:pt x="337845" y="200812"/>
                  </a:lnTo>
                  <a:lnTo>
                    <a:pt x="341376" y="201955"/>
                  </a:lnTo>
                  <a:close/>
                </a:path>
                <a:path w="592455" h="231140">
                  <a:moveTo>
                    <a:pt x="350367" y="200304"/>
                  </a:moveTo>
                  <a:lnTo>
                    <a:pt x="350266" y="199796"/>
                  </a:lnTo>
                  <a:lnTo>
                    <a:pt x="350177" y="199288"/>
                  </a:lnTo>
                  <a:lnTo>
                    <a:pt x="350100" y="198907"/>
                  </a:lnTo>
                  <a:lnTo>
                    <a:pt x="350012" y="198399"/>
                  </a:lnTo>
                  <a:lnTo>
                    <a:pt x="349885" y="197764"/>
                  </a:lnTo>
                  <a:lnTo>
                    <a:pt x="349796" y="197256"/>
                  </a:lnTo>
                  <a:lnTo>
                    <a:pt x="349694" y="196748"/>
                  </a:lnTo>
                  <a:lnTo>
                    <a:pt x="349605" y="196240"/>
                  </a:lnTo>
                  <a:lnTo>
                    <a:pt x="335089" y="196240"/>
                  </a:lnTo>
                  <a:lnTo>
                    <a:pt x="340118" y="200812"/>
                  </a:lnTo>
                  <a:lnTo>
                    <a:pt x="340664" y="200812"/>
                  </a:lnTo>
                  <a:lnTo>
                    <a:pt x="350367" y="200304"/>
                  </a:lnTo>
                  <a:close/>
                </a:path>
                <a:path w="592455" h="231140">
                  <a:moveTo>
                    <a:pt x="351167" y="100355"/>
                  </a:moveTo>
                  <a:lnTo>
                    <a:pt x="346176" y="98298"/>
                  </a:lnTo>
                  <a:lnTo>
                    <a:pt x="337261" y="98971"/>
                  </a:lnTo>
                  <a:lnTo>
                    <a:pt x="336727" y="98717"/>
                  </a:lnTo>
                  <a:lnTo>
                    <a:pt x="335876" y="98298"/>
                  </a:lnTo>
                  <a:lnTo>
                    <a:pt x="334518" y="97650"/>
                  </a:lnTo>
                  <a:lnTo>
                    <a:pt x="333883" y="97332"/>
                  </a:lnTo>
                  <a:lnTo>
                    <a:pt x="329196" y="95059"/>
                  </a:lnTo>
                  <a:lnTo>
                    <a:pt x="319913" y="97040"/>
                  </a:lnTo>
                  <a:lnTo>
                    <a:pt x="319849" y="96697"/>
                  </a:lnTo>
                  <a:lnTo>
                    <a:pt x="319786" y="96342"/>
                  </a:lnTo>
                  <a:lnTo>
                    <a:pt x="319671" y="95745"/>
                  </a:lnTo>
                  <a:lnTo>
                    <a:pt x="319417" y="94386"/>
                  </a:lnTo>
                  <a:lnTo>
                    <a:pt x="246634" y="95745"/>
                  </a:lnTo>
                  <a:lnTo>
                    <a:pt x="212534" y="94907"/>
                  </a:lnTo>
                  <a:lnTo>
                    <a:pt x="212445" y="95059"/>
                  </a:lnTo>
                  <a:lnTo>
                    <a:pt x="211467" y="96697"/>
                  </a:lnTo>
                  <a:lnTo>
                    <a:pt x="199021" y="95948"/>
                  </a:lnTo>
                  <a:lnTo>
                    <a:pt x="196672" y="93484"/>
                  </a:lnTo>
                  <a:lnTo>
                    <a:pt x="172085" y="94056"/>
                  </a:lnTo>
                  <a:lnTo>
                    <a:pt x="174498" y="96151"/>
                  </a:lnTo>
                  <a:lnTo>
                    <a:pt x="168922" y="95948"/>
                  </a:lnTo>
                  <a:lnTo>
                    <a:pt x="169011" y="95745"/>
                  </a:lnTo>
                  <a:lnTo>
                    <a:pt x="169354" y="95059"/>
                  </a:lnTo>
                  <a:lnTo>
                    <a:pt x="169430" y="94907"/>
                  </a:lnTo>
                  <a:lnTo>
                    <a:pt x="170141" y="93484"/>
                  </a:lnTo>
                  <a:lnTo>
                    <a:pt x="136334" y="95059"/>
                  </a:lnTo>
                  <a:lnTo>
                    <a:pt x="132321" y="94907"/>
                  </a:lnTo>
                  <a:lnTo>
                    <a:pt x="105384" y="93878"/>
                  </a:lnTo>
                  <a:lnTo>
                    <a:pt x="79260" y="93484"/>
                  </a:lnTo>
                  <a:lnTo>
                    <a:pt x="71755" y="94907"/>
                  </a:lnTo>
                  <a:lnTo>
                    <a:pt x="42862" y="94056"/>
                  </a:lnTo>
                  <a:lnTo>
                    <a:pt x="20370" y="92824"/>
                  </a:lnTo>
                  <a:lnTo>
                    <a:pt x="19646" y="96342"/>
                  </a:lnTo>
                  <a:lnTo>
                    <a:pt x="49441" y="96151"/>
                  </a:lnTo>
                  <a:lnTo>
                    <a:pt x="49555" y="96697"/>
                  </a:lnTo>
                  <a:lnTo>
                    <a:pt x="49631" y="97040"/>
                  </a:lnTo>
                  <a:lnTo>
                    <a:pt x="49758" y="97650"/>
                  </a:lnTo>
                  <a:lnTo>
                    <a:pt x="49822" y="97967"/>
                  </a:lnTo>
                  <a:lnTo>
                    <a:pt x="49936" y="98526"/>
                  </a:lnTo>
                  <a:lnTo>
                    <a:pt x="50025" y="98971"/>
                  </a:lnTo>
                  <a:lnTo>
                    <a:pt x="50126" y="99479"/>
                  </a:lnTo>
                  <a:lnTo>
                    <a:pt x="50190" y="99771"/>
                  </a:lnTo>
                  <a:lnTo>
                    <a:pt x="50304" y="100355"/>
                  </a:lnTo>
                  <a:lnTo>
                    <a:pt x="50380" y="100698"/>
                  </a:lnTo>
                  <a:lnTo>
                    <a:pt x="50495" y="101295"/>
                  </a:lnTo>
                  <a:lnTo>
                    <a:pt x="52285" y="101295"/>
                  </a:lnTo>
                  <a:lnTo>
                    <a:pt x="52412" y="100507"/>
                  </a:lnTo>
                  <a:lnTo>
                    <a:pt x="52527" y="99771"/>
                  </a:lnTo>
                  <a:lnTo>
                    <a:pt x="52654" y="98971"/>
                  </a:lnTo>
                  <a:lnTo>
                    <a:pt x="52755" y="98298"/>
                  </a:lnTo>
                  <a:lnTo>
                    <a:pt x="52857" y="97650"/>
                  </a:lnTo>
                  <a:lnTo>
                    <a:pt x="52946" y="97040"/>
                  </a:lnTo>
                  <a:lnTo>
                    <a:pt x="56997" y="98298"/>
                  </a:lnTo>
                  <a:lnTo>
                    <a:pt x="56883" y="100698"/>
                  </a:lnTo>
                  <a:lnTo>
                    <a:pt x="56769" y="102793"/>
                  </a:lnTo>
                  <a:lnTo>
                    <a:pt x="57658" y="102641"/>
                  </a:lnTo>
                  <a:lnTo>
                    <a:pt x="58775" y="102323"/>
                  </a:lnTo>
                  <a:lnTo>
                    <a:pt x="60032" y="102641"/>
                  </a:lnTo>
                  <a:lnTo>
                    <a:pt x="60464" y="102323"/>
                  </a:lnTo>
                  <a:lnTo>
                    <a:pt x="65417" y="98717"/>
                  </a:lnTo>
                  <a:lnTo>
                    <a:pt x="76111" y="98717"/>
                  </a:lnTo>
                  <a:lnTo>
                    <a:pt x="78740" y="99339"/>
                  </a:lnTo>
                  <a:lnTo>
                    <a:pt x="82715" y="100698"/>
                  </a:lnTo>
                  <a:lnTo>
                    <a:pt x="84124" y="102323"/>
                  </a:lnTo>
                  <a:lnTo>
                    <a:pt x="85839" y="102323"/>
                  </a:lnTo>
                  <a:lnTo>
                    <a:pt x="85763" y="101904"/>
                  </a:lnTo>
                  <a:lnTo>
                    <a:pt x="85648" y="101295"/>
                  </a:lnTo>
                  <a:lnTo>
                    <a:pt x="85547" y="100698"/>
                  </a:lnTo>
                  <a:lnTo>
                    <a:pt x="85483" y="100355"/>
                  </a:lnTo>
                  <a:lnTo>
                    <a:pt x="85369" y="99771"/>
                  </a:lnTo>
                  <a:lnTo>
                    <a:pt x="85293" y="99339"/>
                  </a:lnTo>
                  <a:lnTo>
                    <a:pt x="85178" y="98717"/>
                  </a:lnTo>
                  <a:lnTo>
                    <a:pt x="85102" y="98298"/>
                  </a:lnTo>
                  <a:lnTo>
                    <a:pt x="93167" y="98298"/>
                  </a:lnTo>
                  <a:lnTo>
                    <a:pt x="95046" y="101295"/>
                  </a:lnTo>
                  <a:lnTo>
                    <a:pt x="95161" y="101053"/>
                  </a:lnTo>
                  <a:lnTo>
                    <a:pt x="96405" y="98298"/>
                  </a:lnTo>
                  <a:lnTo>
                    <a:pt x="96837" y="97332"/>
                  </a:lnTo>
                  <a:lnTo>
                    <a:pt x="102819" y="98717"/>
                  </a:lnTo>
                  <a:lnTo>
                    <a:pt x="102933" y="100203"/>
                  </a:lnTo>
                  <a:lnTo>
                    <a:pt x="103060" y="101752"/>
                  </a:lnTo>
                  <a:lnTo>
                    <a:pt x="103111" y="102323"/>
                  </a:lnTo>
                  <a:lnTo>
                    <a:pt x="105016" y="103403"/>
                  </a:lnTo>
                  <a:lnTo>
                    <a:pt x="105079" y="103060"/>
                  </a:lnTo>
                  <a:lnTo>
                    <a:pt x="105143" y="102641"/>
                  </a:lnTo>
                  <a:lnTo>
                    <a:pt x="105270" y="101904"/>
                  </a:lnTo>
                  <a:lnTo>
                    <a:pt x="105371" y="101295"/>
                  </a:lnTo>
                  <a:lnTo>
                    <a:pt x="105473" y="100698"/>
                  </a:lnTo>
                  <a:lnTo>
                    <a:pt x="105562" y="100203"/>
                  </a:lnTo>
                  <a:lnTo>
                    <a:pt x="105676" y="99479"/>
                  </a:lnTo>
                  <a:lnTo>
                    <a:pt x="105765" y="98971"/>
                  </a:lnTo>
                  <a:lnTo>
                    <a:pt x="112814" y="99339"/>
                  </a:lnTo>
                  <a:lnTo>
                    <a:pt x="114985" y="98971"/>
                  </a:lnTo>
                  <a:lnTo>
                    <a:pt x="115100" y="99771"/>
                  </a:lnTo>
                  <a:lnTo>
                    <a:pt x="115227" y="100507"/>
                  </a:lnTo>
                  <a:lnTo>
                    <a:pt x="115341" y="101295"/>
                  </a:lnTo>
                  <a:lnTo>
                    <a:pt x="115443" y="101904"/>
                  </a:lnTo>
                  <a:lnTo>
                    <a:pt x="115557" y="102641"/>
                  </a:lnTo>
                  <a:lnTo>
                    <a:pt x="115671" y="103403"/>
                  </a:lnTo>
                  <a:lnTo>
                    <a:pt x="115735" y="103771"/>
                  </a:lnTo>
                  <a:lnTo>
                    <a:pt x="115824" y="103403"/>
                  </a:lnTo>
                  <a:lnTo>
                    <a:pt x="115900" y="103060"/>
                  </a:lnTo>
                  <a:lnTo>
                    <a:pt x="115963" y="102793"/>
                  </a:lnTo>
                  <a:lnTo>
                    <a:pt x="116078" y="102323"/>
                  </a:lnTo>
                  <a:lnTo>
                    <a:pt x="116166" y="101904"/>
                  </a:lnTo>
                  <a:lnTo>
                    <a:pt x="116255" y="101574"/>
                  </a:lnTo>
                  <a:lnTo>
                    <a:pt x="116370" y="101053"/>
                  </a:lnTo>
                  <a:lnTo>
                    <a:pt x="116459" y="100698"/>
                  </a:lnTo>
                  <a:lnTo>
                    <a:pt x="116573" y="100203"/>
                  </a:lnTo>
                  <a:lnTo>
                    <a:pt x="116674" y="99771"/>
                  </a:lnTo>
                  <a:lnTo>
                    <a:pt x="116751" y="99479"/>
                  </a:lnTo>
                  <a:lnTo>
                    <a:pt x="116865" y="98971"/>
                  </a:lnTo>
                  <a:lnTo>
                    <a:pt x="116928" y="98717"/>
                  </a:lnTo>
                  <a:lnTo>
                    <a:pt x="121119" y="97967"/>
                  </a:lnTo>
                  <a:lnTo>
                    <a:pt x="121221" y="98298"/>
                  </a:lnTo>
                  <a:lnTo>
                    <a:pt x="121297" y="98526"/>
                  </a:lnTo>
                  <a:lnTo>
                    <a:pt x="121361" y="98717"/>
                  </a:lnTo>
                  <a:lnTo>
                    <a:pt x="121450" y="98971"/>
                  </a:lnTo>
                  <a:lnTo>
                    <a:pt x="121564" y="99339"/>
                  </a:lnTo>
                  <a:lnTo>
                    <a:pt x="121615" y="99479"/>
                  </a:lnTo>
                  <a:lnTo>
                    <a:pt x="121704" y="99771"/>
                  </a:lnTo>
                  <a:lnTo>
                    <a:pt x="122783" y="103060"/>
                  </a:lnTo>
                  <a:lnTo>
                    <a:pt x="122872" y="102793"/>
                  </a:lnTo>
                  <a:lnTo>
                    <a:pt x="122923" y="102641"/>
                  </a:lnTo>
                  <a:lnTo>
                    <a:pt x="123037" y="102323"/>
                  </a:lnTo>
                  <a:lnTo>
                    <a:pt x="123101" y="102158"/>
                  </a:lnTo>
                  <a:lnTo>
                    <a:pt x="123190" y="101904"/>
                  </a:lnTo>
                  <a:lnTo>
                    <a:pt x="123317" y="101574"/>
                  </a:lnTo>
                  <a:lnTo>
                    <a:pt x="123418" y="101295"/>
                  </a:lnTo>
                  <a:lnTo>
                    <a:pt x="123494" y="101053"/>
                  </a:lnTo>
                  <a:lnTo>
                    <a:pt x="123621" y="100698"/>
                  </a:lnTo>
                  <a:lnTo>
                    <a:pt x="123698" y="100507"/>
                  </a:lnTo>
                  <a:lnTo>
                    <a:pt x="123812" y="100203"/>
                  </a:lnTo>
                  <a:lnTo>
                    <a:pt x="124244" y="98971"/>
                  </a:lnTo>
                  <a:lnTo>
                    <a:pt x="128790" y="98717"/>
                  </a:lnTo>
                  <a:lnTo>
                    <a:pt x="131826" y="103060"/>
                  </a:lnTo>
                  <a:lnTo>
                    <a:pt x="134124" y="103403"/>
                  </a:lnTo>
                  <a:lnTo>
                    <a:pt x="134048" y="102793"/>
                  </a:lnTo>
                  <a:lnTo>
                    <a:pt x="133934" y="101752"/>
                  </a:lnTo>
                  <a:lnTo>
                    <a:pt x="133819" y="100698"/>
                  </a:lnTo>
                  <a:lnTo>
                    <a:pt x="133705" y="99771"/>
                  </a:lnTo>
                  <a:lnTo>
                    <a:pt x="133616" y="98971"/>
                  </a:lnTo>
                  <a:lnTo>
                    <a:pt x="134708" y="98717"/>
                  </a:lnTo>
                  <a:lnTo>
                    <a:pt x="137833" y="97967"/>
                  </a:lnTo>
                  <a:lnTo>
                    <a:pt x="139992" y="102793"/>
                  </a:lnTo>
                  <a:lnTo>
                    <a:pt x="140233" y="103060"/>
                  </a:lnTo>
                  <a:lnTo>
                    <a:pt x="142443" y="99771"/>
                  </a:lnTo>
                  <a:lnTo>
                    <a:pt x="144297" y="99771"/>
                  </a:lnTo>
                  <a:lnTo>
                    <a:pt x="148844" y="99479"/>
                  </a:lnTo>
                  <a:lnTo>
                    <a:pt x="151269" y="103060"/>
                  </a:lnTo>
                  <a:lnTo>
                    <a:pt x="151599" y="103403"/>
                  </a:lnTo>
                  <a:lnTo>
                    <a:pt x="153187" y="99479"/>
                  </a:lnTo>
                  <a:lnTo>
                    <a:pt x="153238" y="99339"/>
                  </a:lnTo>
                  <a:lnTo>
                    <a:pt x="153390" y="98971"/>
                  </a:lnTo>
                  <a:lnTo>
                    <a:pt x="156794" y="99771"/>
                  </a:lnTo>
                  <a:lnTo>
                    <a:pt x="156895" y="100203"/>
                  </a:lnTo>
                  <a:lnTo>
                    <a:pt x="157010" y="100698"/>
                  </a:lnTo>
                  <a:lnTo>
                    <a:pt x="157099" y="101053"/>
                  </a:lnTo>
                  <a:lnTo>
                    <a:pt x="157226" y="101574"/>
                  </a:lnTo>
                  <a:lnTo>
                    <a:pt x="157302" y="101904"/>
                  </a:lnTo>
                  <a:lnTo>
                    <a:pt x="157403" y="102323"/>
                  </a:lnTo>
                  <a:lnTo>
                    <a:pt x="157505" y="102793"/>
                  </a:lnTo>
                  <a:lnTo>
                    <a:pt x="157568" y="103060"/>
                  </a:lnTo>
                  <a:lnTo>
                    <a:pt x="157657" y="103403"/>
                  </a:lnTo>
                  <a:lnTo>
                    <a:pt x="157746" y="103771"/>
                  </a:lnTo>
                  <a:lnTo>
                    <a:pt x="164274" y="103060"/>
                  </a:lnTo>
                  <a:lnTo>
                    <a:pt x="163144" y="103060"/>
                  </a:lnTo>
                  <a:lnTo>
                    <a:pt x="159588" y="100203"/>
                  </a:lnTo>
                  <a:lnTo>
                    <a:pt x="167132" y="100698"/>
                  </a:lnTo>
                  <a:lnTo>
                    <a:pt x="167132" y="100203"/>
                  </a:lnTo>
                  <a:lnTo>
                    <a:pt x="167132" y="98971"/>
                  </a:lnTo>
                  <a:lnTo>
                    <a:pt x="167132" y="97967"/>
                  </a:lnTo>
                  <a:lnTo>
                    <a:pt x="167132" y="97650"/>
                  </a:lnTo>
                  <a:lnTo>
                    <a:pt x="167195" y="97967"/>
                  </a:lnTo>
                  <a:lnTo>
                    <a:pt x="167309" y="98526"/>
                  </a:lnTo>
                  <a:lnTo>
                    <a:pt x="167386" y="98971"/>
                  </a:lnTo>
                  <a:lnTo>
                    <a:pt x="167487" y="99479"/>
                  </a:lnTo>
                  <a:lnTo>
                    <a:pt x="167551" y="99771"/>
                  </a:lnTo>
                  <a:lnTo>
                    <a:pt x="167665" y="100355"/>
                  </a:lnTo>
                  <a:lnTo>
                    <a:pt x="167728" y="100698"/>
                  </a:lnTo>
                  <a:lnTo>
                    <a:pt x="167843" y="101295"/>
                  </a:lnTo>
                  <a:lnTo>
                    <a:pt x="167970" y="101904"/>
                  </a:lnTo>
                  <a:lnTo>
                    <a:pt x="168046" y="102323"/>
                  </a:lnTo>
                  <a:lnTo>
                    <a:pt x="168135" y="102793"/>
                  </a:lnTo>
                  <a:lnTo>
                    <a:pt x="168262" y="103403"/>
                  </a:lnTo>
                  <a:lnTo>
                    <a:pt x="168376" y="103987"/>
                  </a:lnTo>
                  <a:lnTo>
                    <a:pt x="168554" y="104876"/>
                  </a:lnTo>
                  <a:lnTo>
                    <a:pt x="171386" y="103403"/>
                  </a:lnTo>
                  <a:lnTo>
                    <a:pt x="171196" y="103403"/>
                  </a:lnTo>
                  <a:lnTo>
                    <a:pt x="171119" y="102323"/>
                  </a:lnTo>
                  <a:lnTo>
                    <a:pt x="171005" y="100698"/>
                  </a:lnTo>
                  <a:lnTo>
                    <a:pt x="170891" y="98971"/>
                  </a:lnTo>
                  <a:lnTo>
                    <a:pt x="172821" y="99771"/>
                  </a:lnTo>
                  <a:lnTo>
                    <a:pt x="173075" y="99771"/>
                  </a:lnTo>
                  <a:lnTo>
                    <a:pt x="174459" y="103403"/>
                  </a:lnTo>
                  <a:lnTo>
                    <a:pt x="175171" y="103403"/>
                  </a:lnTo>
                  <a:lnTo>
                    <a:pt x="177787" y="103060"/>
                  </a:lnTo>
                  <a:lnTo>
                    <a:pt x="177901" y="100203"/>
                  </a:lnTo>
                  <a:lnTo>
                    <a:pt x="189128" y="101574"/>
                  </a:lnTo>
                  <a:lnTo>
                    <a:pt x="189128" y="100203"/>
                  </a:lnTo>
                  <a:lnTo>
                    <a:pt x="189128" y="98971"/>
                  </a:lnTo>
                  <a:lnTo>
                    <a:pt x="189128" y="98298"/>
                  </a:lnTo>
                  <a:lnTo>
                    <a:pt x="193192" y="98526"/>
                  </a:lnTo>
                  <a:lnTo>
                    <a:pt x="193268" y="98717"/>
                  </a:lnTo>
                  <a:lnTo>
                    <a:pt x="193382" y="98971"/>
                  </a:lnTo>
                  <a:lnTo>
                    <a:pt x="194017" y="100507"/>
                  </a:lnTo>
                  <a:lnTo>
                    <a:pt x="201637" y="101053"/>
                  </a:lnTo>
                  <a:lnTo>
                    <a:pt x="201688" y="101295"/>
                  </a:lnTo>
                  <a:lnTo>
                    <a:pt x="201803" y="101752"/>
                  </a:lnTo>
                  <a:lnTo>
                    <a:pt x="201904" y="102158"/>
                  </a:lnTo>
                  <a:lnTo>
                    <a:pt x="202018" y="102641"/>
                  </a:lnTo>
                  <a:lnTo>
                    <a:pt x="202120" y="103060"/>
                  </a:lnTo>
                  <a:lnTo>
                    <a:pt x="202209" y="103403"/>
                  </a:lnTo>
                  <a:lnTo>
                    <a:pt x="202298" y="103771"/>
                  </a:lnTo>
                  <a:lnTo>
                    <a:pt x="202361" y="103987"/>
                  </a:lnTo>
                  <a:lnTo>
                    <a:pt x="202882" y="106133"/>
                  </a:lnTo>
                  <a:lnTo>
                    <a:pt x="205257" y="105854"/>
                  </a:lnTo>
                  <a:lnTo>
                    <a:pt x="205282" y="105575"/>
                  </a:lnTo>
                  <a:lnTo>
                    <a:pt x="205397" y="103987"/>
                  </a:lnTo>
                  <a:lnTo>
                    <a:pt x="205498" y="102793"/>
                  </a:lnTo>
                  <a:lnTo>
                    <a:pt x="205613" y="101295"/>
                  </a:lnTo>
                  <a:lnTo>
                    <a:pt x="205740" y="99771"/>
                  </a:lnTo>
                  <a:lnTo>
                    <a:pt x="209143" y="99771"/>
                  </a:lnTo>
                  <a:lnTo>
                    <a:pt x="209257" y="100507"/>
                  </a:lnTo>
                  <a:lnTo>
                    <a:pt x="209384" y="101295"/>
                  </a:lnTo>
                  <a:lnTo>
                    <a:pt x="209473" y="101904"/>
                  </a:lnTo>
                  <a:lnTo>
                    <a:pt x="209588" y="102641"/>
                  </a:lnTo>
                  <a:lnTo>
                    <a:pt x="209715" y="103403"/>
                  </a:lnTo>
                  <a:lnTo>
                    <a:pt x="209765" y="103771"/>
                  </a:lnTo>
                  <a:lnTo>
                    <a:pt x="212839" y="99771"/>
                  </a:lnTo>
                  <a:lnTo>
                    <a:pt x="222542" y="101752"/>
                  </a:lnTo>
                  <a:lnTo>
                    <a:pt x="222618" y="101574"/>
                  </a:lnTo>
                  <a:lnTo>
                    <a:pt x="222745" y="101295"/>
                  </a:lnTo>
                  <a:lnTo>
                    <a:pt x="222859" y="101053"/>
                  </a:lnTo>
                  <a:lnTo>
                    <a:pt x="223418" y="99771"/>
                  </a:lnTo>
                  <a:lnTo>
                    <a:pt x="223774" y="98971"/>
                  </a:lnTo>
                  <a:lnTo>
                    <a:pt x="226428" y="98971"/>
                  </a:lnTo>
                  <a:lnTo>
                    <a:pt x="223837" y="103060"/>
                  </a:lnTo>
                  <a:lnTo>
                    <a:pt x="223583" y="103060"/>
                  </a:lnTo>
                  <a:lnTo>
                    <a:pt x="226428" y="104724"/>
                  </a:lnTo>
                  <a:lnTo>
                    <a:pt x="228650" y="98971"/>
                  </a:lnTo>
                  <a:lnTo>
                    <a:pt x="228752" y="98717"/>
                  </a:lnTo>
                  <a:lnTo>
                    <a:pt x="232295" y="103060"/>
                  </a:lnTo>
                  <a:lnTo>
                    <a:pt x="232346" y="102793"/>
                  </a:lnTo>
                  <a:lnTo>
                    <a:pt x="232448" y="102323"/>
                  </a:lnTo>
                  <a:lnTo>
                    <a:pt x="232524" y="101904"/>
                  </a:lnTo>
                  <a:lnTo>
                    <a:pt x="232651" y="101295"/>
                  </a:lnTo>
                  <a:lnTo>
                    <a:pt x="232778" y="100698"/>
                  </a:lnTo>
                  <a:lnTo>
                    <a:pt x="232841" y="100355"/>
                  </a:lnTo>
                  <a:lnTo>
                    <a:pt x="232956" y="99771"/>
                  </a:lnTo>
                  <a:lnTo>
                    <a:pt x="233045" y="99339"/>
                  </a:lnTo>
                  <a:lnTo>
                    <a:pt x="237172" y="99771"/>
                  </a:lnTo>
                  <a:lnTo>
                    <a:pt x="237058" y="100507"/>
                  </a:lnTo>
                  <a:lnTo>
                    <a:pt x="236943" y="101295"/>
                  </a:lnTo>
                  <a:lnTo>
                    <a:pt x="236842" y="101904"/>
                  </a:lnTo>
                  <a:lnTo>
                    <a:pt x="236740" y="102641"/>
                  </a:lnTo>
                  <a:lnTo>
                    <a:pt x="236626" y="103403"/>
                  </a:lnTo>
                  <a:lnTo>
                    <a:pt x="236867" y="103771"/>
                  </a:lnTo>
                  <a:lnTo>
                    <a:pt x="239445" y="106451"/>
                  </a:lnTo>
                  <a:lnTo>
                    <a:pt x="239471" y="106133"/>
                  </a:lnTo>
                  <a:lnTo>
                    <a:pt x="239598" y="105079"/>
                  </a:lnTo>
                  <a:lnTo>
                    <a:pt x="239725" y="103987"/>
                  </a:lnTo>
                  <a:lnTo>
                    <a:pt x="239788" y="103403"/>
                  </a:lnTo>
                  <a:lnTo>
                    <a:pt x="239877" y="102641"/>
                  </a:lnTo>
                  <a:lnTo>
                    <a:pt x="240004" y="101574"/>
                  </a:lnTo>
                  <a:lnTo>
                    <a:pt x="240131" y="100507"/>
                  </a:lnTo>
                  <a:lnTo>
                    <a:pt x="240245" y="99479"/>
                  </a:lnTo>
                  <a:lnTo>
                    <a:pt x="243255" y="104724"/>
                  </a:lnTo>
                  <a:lnTo>
                    <a:pt x="244703" y="100355"/>
                  </a:lnTo>
                  <a:lnTo>
                    <a:pt x="249618" y="103060"/>
                  </a:lnTo>
                  <a:lnTo>
                    <a:pt x="259981" y="102793"/>
                  </a:lnTo>
                  <a:lnTo>
                    <a:pt x="263080" y="106286"/>
                  </a:lnTo>
                  <a:lnTo>
                    <a:pt x="263169" y="106133"/>
                  </a:lnTo>
                  <a:lnTo>
                    <a:pt x="264858" y="102793"/>
                  </a:lnTo>
                  <a:lnTo>
                    <a:pt x="264934" y="102641"/>
                  </a:lnTo>
                  <a:lnTo>
                    <a:pt x="265620" y="101295"/>
                  </a:lnTo>
                  <a:lnTo>
                    <a:pt x="267982" y="105079"/>
                  </a:lnTo>
                  <a:lnTo>
                    <a:pt x="270827" y="101295"/>
                  </a:lnTo>
                  <a:lnTo>
                    <a:pt x="271005" y="101053"/>
                  </a:lnTo>
                  <a:lnTo>
                    <a:pt x="275386" y="105219"/>
                  </a:lnTo>
                  <a:lnTo>
                    <a:pt x="281419" y="101752"/>
                  </a:lnTo>
                  <a:lnTo>
                    <a:pt x="281305" y="102323"/>
                  </a:lnTo>
                  <a:lnTo>
                    <a:pt x="281216" y="102793"/>
                  </a:lnTo>
                  <a:lnTo>
                    <a:pt x="281089" y="103403"/>
                  </a:lnTo>
                  <a:lnTo>
                    <a:pt x="280987" y="103987"/>
                  </a:lnTo>
                  <a:lnTo>
                    <a:pt x="280619" y="105854"/>
                  </a:lnTo>
                  <a:lnTo>
                    <a:pt x="280568" y="106768"/>
                  </a:lnTo>
                  <a:lnTo>
                    <a:pt x="284581" y="101752"/>
                  </a:lnTo>
                  <a:lnTo>
                    <a:pt x="285140" y="101053"/>
                  </a:lnTo>
                  <a:lnTo>
                    <a:pt x="285521" y="101053"/>
                  </a:lnTo>
                  <a:lnTo>
                    <a:pt x="287020" y="100698"/>
                  </a:lnTo>
                  <a:lnTo>
                    <a:pt x="287108" y="101053"/>
                  </a:lnTo>
                  <a:lnTo>
                    <a:pt x="287235" y="101574"/>
                  </a:lnTo>
                  <a:lnTo>
                    <a:pt x="287312" y="101904"/>
                  </a:lnTo>
                  <a:lnTo>
                    <a:pt x="287413" y="102323"/>
                  </a:lnTo>
                  <a:lnTo>
                    <a:pt x="287528" y="102793"/>
                  </a:lnTo>
                  <a:lnTo>
                    <a:pt x="287591" y="103060"/>
                  </a:lnTo>
                  <a:lnTo>
                    <a:pt x="287680" y="103403"/>
                  </a:lnTo>
                  <a:lnTo>
                    <a:pt x="287769" y="103771"/>
                  </a:lnTo>
                  <a:lnTo>
                    <a:pt x="287820" y="103987"/>
                  </a:lnTo>
                  <a:lnTo>
                    <a:pt x="288493" y="106768"/>
                  </a:lnTo>
                  <a:lnTo>
                    <a:pt x="290410" y="102158"/>
                  </a:lnTo>
                  <a:lnTo>
                    <a:pt x="294017" y="106286"/>
                  </a:lnTo>
                  <a:lnTo>
                    <a:pt x="294068" y="106133"/>
                  </a:lnTo>
                  <a:lnTo>
                    <a:pt x="294170" y="105854"/>
                  </a:lnTo>
                  <a:lnTo>
                    <a:pt x="294271" y="105575"/>
                  </a:lnTo>
                  <a:lnTo>
                    <a:pt x="295516" y="102158"/>
                  </a:lnTo>
                  <a:lnTo>
                    <a:pt x="295605" y="101904"/>
                  </a:lnTo>
                  <a:lnTo>
                    <a:pt x="301485" y="101295"/>
                  </a:lnTo>
                  <a:lnTo>
                    <a:pt x="301599" y="101574"/>
                  </a:lnTo>
                  <a:lnTo>
                    <a:pt x="301663" y="101752"/>
                  </a:lnTo>
                  <a:lnTo>
                    <a:pt x="301726" y="101904"/>
                  </a:lnTo>
                  <a:lnTo>
                    <a:pt x="301815" y="102158"/>
                  </a:lnTo>
                  <a:lnTo>
                    <a:pt x="301891" y="102323"/>
                  </a:lnTo>
                  <a:lnTo>
                    <a:pt x="302018" y="102641"/>
                  </a:lnTo>
                  <a:lnTo>
                    <a:pt x="302069" y="102793"/>
                  </a:lnTo>
                  <a:lnTo>
                    <a:pt x="302171" y="103060"/>
                  </a:lnTo>
                  <a:lnTo>
                    <a:pt x="302539" y="103987"/>
                  </a:lnTo>
                  <a:lnTo>
                    <a:pt x="302831" y="103987"/>
                  </a:lnTo>
                  <a:lnTo>
                    <a:pt x="308356" y="101295"/>
                  </a:lnTo>
                  <a:lnTo>
                    <a:pt x="308851" y="101053"/>
                  </a:lnTo>
                  <a:lnTo>
                    <a:pt x="311048" y="103987"/>
                  </a:lnTo>
                  <a:lnTo>
                    <a:pt x="312178" y="103517"/>
                  </a:lnTo>
                  <a:lnTo>
                    <a:pt x="312178" y="105295"/>
                  </a:lnTo>
                  <a:lnTo>
                    <a:pt x="312585" y="106121"/>
                  </a:lnTo>
                  <a:lnTo>
                    <a:pt x="313372" y="106121"/>
                  </a:lnTo>
                  <a:lnTo>
                    <a:pt x="314172" y="106121"/>
                  </a:lnTo>
                  <a:lnTo>
                    <a:pt x="314921" y="105295"/>
                  </a:lnTo>
                  <a:lnTo>
                    <a:pt x="314921" y="103416"/>
                  </a:lnTo>
                  <a:lnTo>
                    <a:pt x="314185" y="102666"/>
                  </a:lnTo>
                  <a:lnTo>
                    <a:pt x="314998" y="102323"/>
                  </a:lnTo>
                  <a:lnTo>
                    <a:pt x="314921" y="106133"/>
                  </a:lnTo>
                  <a:lnTo>
                    <a:pt x="318350" y="108419"/>
                  </a:lnTo>
                  <a:lnTo>
                    <a:pt x="321284" y="107315"/>
                  </a:lnTo>
                  <a:lnTo>
                    <a:pt x="319417" y="103987"/>
                  </a:lnTo>
                  <a:lnTo>
                    <a:pt x="319417" y="102323"/>
                  </a:lnTo>
                  <a:lnTo>
                    <a:pt x="319417" y="101053"/>
                  </a:lnTo>
                  <a:lnTo>
                    <a:pt x="319417" y="100698"/>
                  </a:lnTo>
                  <a:lnTo>
                    <a:pt x="319417" y="100355"/>
                  </a:lnTo>
                  <a:lnTo>
                    <a:pt x="327672" y="101752"/>
                  </a:lnTo>
                  <a:lnTo>
                    <a:pt x="328663" y="100355"/>
                  </a:lnTo>
                  <a:lnTo>
                    <a:pt x="328777" y="100203"/>
                  </a:lnTo>
                  <a:lnTo>
                    <a:pt x="329272" y="99479"/>
                  </a:lnTo>
                  <a:lnTo>
                    <a:pt x="329374" y="99339"/>
                  </a:lnTo>
                  <a:lnTo>
                    <a:pt x="329628" y="98971"/>
                  </a:lnTo>
                  <a:lnTo>
                    <a:pt x="333108" y="99339"/>
                  </a:lnTo>
                  <a:lnTo>
                    <a:pt x="333235" y="99771"/>
                  </a:lnTo>
                  <a:lnTo>
                    <a:pt x="333362" y="100203"/>
                  </a:lnTo>
                  <a:lnTo>
                    <a:pt x="333451" y="100507"/>
                  </a:lnTo>
                  <a:lnTo>
                    <a:pt x="333502" y="100698"/>
                  </a:lnTo>
                  <a:lnTo>
                    <a:pt x="333603" y="101053"/>
                  </a:lnTo>
                  <a:lnTo>
                    <a:pt x="333679" y="101295"/>
                  </a:lnTo>
                  <a:lnTo>
                    <a:pt x="333768" y="101574"/>
                  </a:lnTo>
                  <a:lnTo>
                    <a:pt x="333819" y="101752"/>
                  </a:lnTo>
                  <a:lnTo>
                    <a:pt x="347916" y="101752"/>
                  </a:lnTo>
                  <a:lnTo>
                    <a:pt x="347789" y="102793"/>
                  </a:lnTo>
                  <a:lnTo>
                    <a:pt x="347675" y="103771"/>
                  </a:lnTo>
                  <a:lnTo>
                    <a:pt x="347560" y="104724"/>
                  </a:lnTo>
                  <a:lnTo>
                    <a:pt x="347459" y="105575"/>
                  </a:lnTo>
                  <a:lnTo>
                    <a:pt x="337261" y="106286"/>
                  </a:lnTo>
                  <a:lnTo>
                    <a:pt x="331698" y="105575"/>
                  </a:lnTo>
                  <a:lnTo>
                    <a:pt x="330288" y="102641"/>
                  </a:lnTo>
                  <a:lnTo>
                    <a:pt x="330034" y="102323"/>
                  </a:lnTo>
                  <a:lnTo>
                    <a:pt x="329946" y="103060"/>
                  </a:lnTo>
                  <a:lnTo>
                    <a:pt x="329831" y="105575"/>
                  </a:lnTo>
                  <a:lnTo>
                    <a:pt x="329831" y="105854"/>
                  </a:lnTo>
                  <a:lnTo>
                    <a:pt x="332295" y="108419"/>
                  </a:lnTo>
                  <a:lnTo>
                    <a:pt x="350926" y="103771"/>
                  </a:lnTo>
                  <a:lnTo>
                    <a:pt x="351040" y="102158"/>
                  </a:lnTo>
                  <a:lnTo>
                    <a:pt x="351167" y="100355"/>
                  </a:lnTo>
                  <a:close/>
                </a:path>
                <a:path w="592455" h="231140">
                  <a:moveTo>
                    <a:pt x="353085" y="118706"/>
                  </a:moveTo>
                  <a:lnTo>
                    <a:pt x="347548" y="118440"/>
                  </a:lnTo>
                  <a:lnTo>
                    <a:pt x="347548" y="157454"/>
                  </a:lnTo>
                  <a:lnTo>
                    <a:pt x="347497" y="157086"/>
                  </a:lnTo>
                  <a:lnTo>
                    <a:pt x="347408" y="156464"/>
                  </a:lnTo>
                  <a:lnTo>
                    <a:pt x="347281" y="155663"/>
                  </a:lnTo>
                  <a:lnTo>
                    <a:pt x="347256" y="155524"/>
                  </a:lnTo>
                  <a:lnTo>
                    <a:pt x="344500" y="154419"/>
                  </a:lnTo>
                  <a:lnTo>
                    <a:pt x="345668" y="152704"/>
                  </a:lnTo>
                  <a:lnTo>
                    <a:pt x="345795" y="152158"/>
                  </a:lnTo>
                  <a:lnTo>
                    <a:pt x="345998" y="151257"/>
                  </a:lnTo>
                  <a:lnTo>
                    <a:pt x="345897" y="148005"/>
                  </a:lnTo>
                  <a:lnTo>
                    <a:pt x="345668" y="147066"/>
                  </a:lnTo>
                  <a:lnTo>
                    <a:pt x="345757" y="146723"/>
                  </a:lnTo>
                  <a:lnTo>
                    <a:pt x="345871" y="146227"/>
                  </a:lnTo>
                  <a:lnTo>
                    <a:pt x="345998" y="145732"/>
                  </a:lnTo>
                  <a:lnTo>
                    <a:pt x="346290" y="144538"/>
                  </a:lnTo>
                  <a:lnTo>
                    <a:pt x="346329" y="144360"/>
                  </a:lnTo>
                  <a:lnTo>
                    <a:pt x="347014" y="144360"/>
                  </a:lnTo>
                  <a:lnTo>
                    <a:pt x="347129" y="146367"/>
                  </a:lnTo>
                  <a:lnTo>
                    <a:pt x="347243" y="148513"/>
                  </a:lnTo>
                  <a:lnTo>
                    <a:pt x="347370" y="150634"/>
                  </a:lnTo>
                  <a:lnTo>
                    <a:pt x="347484" y="152704"/>
                  </a:lnTo>
                  <a:lnTo>
                    <a:pt x="347548" y="157454"/>
                  </a:lnTo>
                  <a:lnTo>
                    <a:pt x="347548" y="118440"/>
                  </a:lnTo>
                  <a:lnTo>
                    <a:pt x="342722" y="118211"/>
                  </a:lnTo>
                  <a:lnTo>
                    <a:pt x="342722" y="137045"/>
                  </a:lnTo>
                  <a:lnTo>
                    <a:pt x="341376" y="137655"/>
                  </a:lnTo>
                  <a:lnTo>
                    <a:pt x="341376" y="144538"/>
                  </a:lnTo>
                  <a:lnTo>
                    <a:pt x="340499" y="144005"/>
                  </a:lnTo>
                  <a:lnTo>
                    <a:pt x="339432" y="143357"/>
                  </a:lnTo>
                  <a:lnTo>
                    <a:pt x="337908" y="144005"/>
                  </a:lnTo>
                  <a:lnTo>
                    <a:pt x="337654" y="144005"/>
                  </a:lnTo>
                  <a:lnTo>
                    <a:pt x="335457" y="141935"/>
                  </a:lnTo>
                  <a:lnTo>
                    <a:pt x="336270" y="144005"/>
                  </a:lnTo>
                  <a:lnTo>
                    <a:pt x="335140" y="145732"/>
                  </a:lnTo>
                  <a:lnTo>
                    <a:pt x="333730" y="148945"/>
                  </a:lnTo>
                  <a:lnTo>
                    <a:pt x="333667" y="148513"/>
                  </a:lnTo>
                  <a:lnTo>
                    <a:pt x="333590" y="148005"/>
                  </a:lnTo>
                  <a:lnTo>
                    <a:pt x="333108" y="144538"/>
                  </a:lnTo>
                  <a:lnTo>
                    <a:pt x="333171" y="144360"/>
                  </a:lnTo>
                  <a:lnTo>
                    <a:pt x="334264" y="141439"/>
                  </a:lnTo>
                  <a:lnTo>
                    <a:pt x="334340" y="141236"/>
                  </a:lnTo>
                  <a:lnTo>
                    <a:pt x="334429" y="140995"/>
                  </a:lnTo>
                  <a:lnTo>
                    <a:pt x="334721" y="140220"/>
                  </a:lnTo>
                  <a:lnTo>
                    <a:pt x="334810" y="139992"/>
                  </a:lnTo>
                  <a:lnTo>
                    <a:pt x="334860" y="139852"/>
                  </a:lnTo>
                  <a:lnTo>
                    <a:pt x="334873" y="139674"/>
                  </a:lnTo>
                  <a:lnTo>
                    <a:pt x="335711" y="139674"/>
                  </a:lnTo>
                  <a:lnTo>
                    <a:pt x="334784" y="140220"/>
                  </a:lnTo>
                  <a:lnTo>
                    <a:pt x="335457" y="141935"/>
                  </a:lnTo>
                  <a:lnTo>
                    <a:pt x="337070" y="143357"/>
                  </a:lnTo>
                  <a:lnTo>
                    <a:pt x="338988" y="140995"/>
                  </a:lnTo>
                  <a:lnTo>
                    <a:pt x="340829" y="141605"/>
                  </a:lnTo>
                  <a:lnTo>
                    <a:pt x="341147" y="141605"/>
                  </a:lnTo>
                  <a:lnTo>
                    <a:pt x="341249" y="142951"/>
                  </a:lnTo>
                  <a:lnTo>
                    <a:pt x="341376" y="144538"/>
                  </a:lnTo>
                  <a:lnTo>
                    <a:pt x="341376" y="137655"/>
                  </a:lnTo>
                  <a:lnTo>
                    <a:pt x="340715" y="137947"/>
                  </a:lnTo>
                  <a:lnTo>
                    <a:pt x="337553" y="139026"/>
                  </a:lnTo>
                  <a:lnTo>
                    <a:pt x="337604" y="136296"/>
                  </a:lnTo>
                  <a:lnTo>
                    <a:pt x="337731" y="130670"/>
                  </a:lnTo>
                  <a:lnTo>
                    <a:pt x="337324" y="130962"/>
                  </a:lnTo>
                  <a:lnTo>
                    <a:pt x="337731" y="130530"/>
                  </a:lnTo>
                  <a:lnTo>
                    <a:pt x="337731" y="130670"/>
                  </a:lnTo>
                  <a:lnTo>
                    <a:pt x="337934" y="130530"/>
                  </a:lnTo>
                  <a:lnTo>
                    <a:pt x="339242" y="129578"/>
                  </a:lnTo>
                  <a:lnTo>
                    <a:pt x="340487" y="128689"/>
                  </a:lnTo>
                  <a:lnTo>
                    <a:pt x="341376" y="132816"/>
                  </a:lnTo>
                  <a:lnTo>
                    <a:pt x="341490" y="133146"/>
                  </a:lnTo>
                  <a:lnTo>
                    <a:pt x="342658" y="136118"/>
                  </a:lnTo>
                  <a:lnTo>
                    <a:pt x="342722" y="137045"/>
                  </a:lnTo>
                  <a:lnTo>
                    <a:pt x="342722" y="118211"/>
                  </a:lnTo>
                  <a:lnTo>
                    <a:pt x="332879" y="117729"/>
                  </a:lnTo>
                  <a:lnTo>
                    <a:pt x="332879" y="137045"/>
                  </a:lnTo>
                  <a:lnTo>
                    <a:pt x="331152" y="139192"/>
                  </a:lnTo>
                  <a:lnTo>
                    <a:pt x="331914" y="139192"/>
                  </a:lnTo>
                  <a:lnTo>
                    <a:pt x="328866" y="139674"/>
                  </a:lnTo>
                  <a:lnTo>
                    <a:pt x="328269" y="139852"/>
                  </a:lnTo>
                  <a:lnTo>
                    <a:pt x="327812" y="140220"/>
                  </a:lnTo>
                  <a:lnTo>
                    <a:pt x="326898" y="139674"/>
                  </a:lnTo>
                  <a:lnTo>
                    <a:pt x="326174" y="139674"/>
                  </a:lnTo>
                  <a:lnTo>
                    <a:pt x="325755" y="138493"/>
                  </a:lnTo>
                  <a:lnTo>
                    <a:pt x="325818" y="134353"/>
                  </a:lnTo>
                  <a:lnTo>
                    <a:pt x="324040" y="135229"/>
                  </a:lnTo>
                  <a:lnTo>
                    <a:pt x="324142" y="138493"/>
                  </a:lnTo>
                  <a:lnTo>
                    <a:pt x="324916" y="140995"/>
                  </a:lnTo>
                  <a:lnTo>
                    <a:pt x="324878" y="141605"/>
                  </a:lnTo>
                  <a:lnTo>
                    <a:pt x="324777" y="141935"/>
                  </a:lnTo>
                  <a:lnTo>
                    <a:pt x="324053" y="144360"/>
                  </a:lnTo>
                  <a:lnTo>
                    <a:pt x="324027" y="144538"/>
                  </a:lnTo>
                  <a:lnTo>
                    <a:pt x="323291" y="150634"/>
                  </a:lnTo>
                  <a:lnTo>
                    <a:pt x="322326" y="151257"/>
                  </a:lnTo>
                  <a:lnTo>
                    <a:pt x="322414" y="149771"/>
                  </a:lnTo>
                  <a:lnTo>
                    <a:pt x="322541" y="148005"/>
                  </a:lnTo>
                  <a:lnTo>
                    <a:pt x="322656" y="146227"/>
                  </a:lnTo>
                  <a:lnTo>
                    <a:pt x="320941" y="144538"/>
                  </a:lnTo>
                  <a:lnTo>
                    <a:pt x="321017" y="143357"/>
                  </a:lnTo>
                  <a:lnTo>
                    <a:pt x="321132" y="141605"/>
                  </a:lnTo>
                  <a:lnTo>
                    <a:pt x="321221" y="140220"/>
                  </a:lnTo>
                  <a:lnTo>
                    <a:pt x="321335" y="139192"/>
                  </a:lnTo>
                  <a:lnTo>
                    <a:pt x="321411" y="139026"/>
                  </a:lnTo>
                  <a:lnTo>
                    <a:pt x="321640" y="138493"/>
                  </a:lnTo>
                  <a:lnTo>
                    <a:pt x="321741" y="138264"/>
                  </a:lnTo>
                  <a:lnTo>
                    <a:pt x="321805" y="138112"/>
                  </a:lnTo>
                  <a:lnTo>
                    <a:pt x="321881" y="137947"/>
                  </a:lnTo>
                  <a:lnTo>
                    <a:pt x="322656" y="136118"/>
                  </a:lnTo>
                  <a:lnTo>
                    <a:pt x="324980" y="134594"/>
                  </a:lnTo>
                  <a:lnTo>
                    <a:pt x="329018" y="133146"/>
                  </a:lnTo>
                  <a:lnTo>
                    <a:pt x="332663" y="133146"/>
                  </a:lnTo>
                  <a:lnTo>
                    <a:pt x="332689" y="133299"/>
                  </a:lnTo>
                  <a:lnTo>
                    <a:pt x="332790" y="135229"/>
                  </a:lnTo>
                  <a:lnTo>
                    <a:pt x="332879" y="137045"/>
                  </a:lnTo>
                  <a:lnTo>
                    <a:pt x="332879" y="117729"/>
                  </a:lnTo>
                  <a:lnTo>
                    <a:pt x="327012" y="117436"/>
                  </a:lnTo>
                  <a:lnTo>
                    <a:pt x="327660" y="113474"/>
                  </a:lnTo>
                  <a:lnTo>
                    <a:pt x="328142" y="110578"/>
                  </a:lnTo>
                  <a:lnTo>
                    <a:pt x="329615" y="105638"/>
                  </a:lnTo>
                  <a:lnTo>
                    <a:pt x="321284" y="107315"/>
                  </a:lnTo>
                  <a:lnTo>
                    <a:pt x="323265" y="109842"/>
                  </a:lnTo>
                  <a:lnTo>
                    <a:pt x="324065" y="113398"/>
                  </a:lnTo>
                  <a:lnTo>
                    <a:pt x="324967" y="117348"/>
                  </a:lnTo>
                  <a:lnTo>
                    <a:pt x="322884" y="118338"/>
                  </a:lnTo>
                  <a:lnTo>
                    <a:pt x="322656" y="118338"/>
                  </a:lnTo>
                  <a:lnTo>
                    <a:pt x="322656" y="120472"/>
                  </a:lnTo>
                  <a:lnTo>
                    <a:pt x="323608" y="121793"/>
                  </a:lnTo>
                  <a:lnTo>
                    <a:pt x="321945" y="123317"/>
                  </a:lnTo>
                  <a:lnTo>
                    <a:pt x="320509" y="121793"/>
                  </a:lnTo>
                  <a:lnTo>
                    <a:pt x="321602" y="120472"/>
                  </a:lnTo>
                  <a:lnTo>
                    <a:pt x="321627" y="118338"/>
                  </a:lnTo>
                  <a:lnTo>
                    <a:pt x="321576" y="117944"/>
                  </a:lnTo>
                  <a:lnTo>
                    <a:pt x="318084" y="117602"/>
                  </a:lnTo>
                  <a:lnTo>
                    <a:pt x="318147" y="114173"/>
                  </a:lnTo>
                  <a:lnTo>
                    <a:pt x="318160" y="113677"/>
                  </a:lnTo>
                  <a:lnTo>
                    <a:pt x="318160" y="113474"/>
                  </a:lnTo>
                  <a:lnTo>
                    <a:pt x="316928" y="113474"/>
                  </a:lnTo>
                  <a:lnTo>
                    <a:pt x="316928" y="115506"/>
                  </a:lnTo>
                  <a:lnTo>
                    <a:pt x="316572" y="115506"/>
                  </a:lnTo>
                  <a:lnTo>
                    <a:pt x="315988" y="117563"/>
                  </a:lnTo>
                  <a:lnTo>
                    <a:pt x="298500" y="117424"/>
                  </a:lnTo>
                  <a:lnTo>
                    <a:pt x="298551" y="116979"/>
                  </a:lnTo>
                  <a:lnTo>
                    <a:pt x="298615" y="116751"/>
                  </a:lnTo>
                  <a:lnTo>
                    <a:pt x="298729" y="116370"/>
                  </a:lnTo>
                  <a:lnTo>
                    <a:pt x="298996" y="115506"/>
                  </a:lnTo>
                  <a:lnTo>
                    <a:pt x="301485" y="115506"/>
                  </a:lnTo>
                  <a:lnTo>
                    <a:pt x="301485" y="117335"/>
                  </a:lnTo>
                  <a:lnTo>
                    <a:pt x="303923" y="117335"/>
                  </a:lnTo>
                  <a:lnTo>
                    <a:pt x="304050" y="116979"/>
                  </a:lnTo>
                  <a:lnTo>
                    <a:pt x="304139" y="116751"/>
                  </a:lnTo>
                  <a:lnTo>
                    <a:pt x="304203" y="116560"/>
                  </a:lnTo>
                  <a:lnTo>
                    <a:pt x="304279" y="116370"/>
                  </a:lnTo>
                  <a:lnTo>
                    <a:pt x="304584" y="115506"/>
                  </a:lnTo>
                  <a:lnTo>
                    <a:pt x="305676" y="114604"/>
                  </a:lnTo>
                  <a:lnTo>
                    <a:pt x="307301" y="115506"/>
                  </a:lnTo>
                  <a:lnTo>
                    <a:pt x="307505" y="115506"/>
                  </a:lnTo>
                  <a:lnTo>
                    <a:pt x="306641" y="117335"/>
                  </a:lnTo>
                  <a:lnTo>
                    <a:pt x="308495" y="117335"/>
                  </a:lnTo>
                  <a:lnTo>
                    <a:pt x="308978" y="116370"/>
                  </a:lnTo>
                  <a:lnTo>
                    <a:pt x="310654" y="114604"/>
                  </a:lnTo>
                  <a:lnTo>
                    <a:pt x="312026" y="115506"/>
                  </a:lnTo>
                  <a:lnTo>
                    <a:pt x="312445" y="115506"/>
                  </a:lnTo>
                  <a:lnTo>
                    <a:pt x="311289" y="117335"/>
                  </a:lnTo>
                  <a:lnTo>
                    <a:pt x="314159" y="117335"/>
                  </a:lnTo>
                  <a:lnTo>
                    <a:pt x="314071" y="116560"/>
                  </a:lnTo>
                  <a:lnTo>
                    <a:pt x="313944" y="115506"/>
                  </a:lnTo>
                  <a:lnTo>
                    <a:pt x="315099" y="114515"/>
                  </a:lnTo>
                  <a:lnTo>
                    <a:pt x="316928" y="115506"/>
                  </a:lnTo>
                  <a:lnTo>
                    <a:pt x="316928" y="113474"/>
                  </a:lnTo>
                  <a:lnTo>
                    <a:pt x="316318" y="113474"/>
                  </a:lnTo>
                  <a:lnTo>
                    <a:pt x="316318" y="113309"/>
                  </a:lnTo>
                  <a:lnTo>
                    <a:pt x="318160" y="113334"/>
                  </a:lnTo>
                  <a:lnTo>
                    <a:pt x="318160" y="113093"/>
                  </a:lnTo>
                  <a:lnTo>
                    <a:pt x="318046" y="110578"/>
                  </a:lnTo>
                  <a:lnTo>
                    <a:pt x="317296" y="110172"/>
                  </a:lnTo>
                  <a:lnTo>
                    <a:pt x="316611" y="110578"/>
                  </a:lnTo>
                  <a:lnTo>
                    <a:pt x="316522" y="111226"/>
                  </a:lnTo>
                  <a:lnTo>
                    <a:pt x="316445" y="111747"/>
                  </a:lnTo>
                  <a:lnTo>
                    <a:pt x="316344" y="113093"/>
                  </a:lnTo>
                  <a:lnTo>
                    <a:pt x="296862" y="113093"/>
                  </a:lnTo>
                  <a:lnTo>
                    <a:pt x="296862" y="117411"/>
                  </a:lnTo>
                  <a:lnTo>
                    <a:pt x="291757" y="117360"/>
                  </a:lnTo>
                  <a:lnTo>
                    <a:pt x="292595" y="116370"/>
                  </a:lnTo>
                  <a:lnTo>
                    <a:pt x="293065" y="116370"/>
                  </a:lnTo>
                  <a:lnTo>
                    <a:pt x="293230" y="115506"/>
                  </a:lnTo>
                  <a:lnTo>
                    <a:pt x="296760" y="115506"/>
                  </a:lnTo>
                  <a:lnTo>
                    <a:pt x="296760" y="117335"/>
                  </a:lnTo>
                  <a:lnTo>
                    <a:pt x="296862" y="113093"/>
                  </a:lnTo>
                  <a:lnTo>
                    <a:pt x="296164" y="113093"/>
                  </a:lnTo>
                  <a:lnTo>
                    <a:pt x="290957" y="113042"/>
                  </a:lnTo>
                  <a:lnTo>
                    <a:pt x="290957" y="115506"/>
                  </a:lnTo>
                  <a:lnTo>
                    <a:pt x="290855" y="116560"/>
                  </a:lnTo>
                  <a:lnTo>
                    <a:pt x="290766" y="117335"/>
                  </a:lnTo>
                  <a:lnTo>
                    <a:pt x="289775" y="116751"/>
                  </a:lnTo>
                  <a:lnTo>
                    <a:pt x="289775" y="117309"/>
                  </a:lnTo>
                  <a:lnTo>
                    <a:pt x="289712" y="120154"/>
                  </a:lnTo>
                  <a:lnTo>
                    <a:pt x="289712" y="120281"/>
                  </a:lnTo>
                  <a:lnTo>
                    <a:pt x="287743" y="120281"/>
                  </a:lnTo>
                  <a:lnTo>
                    <a:pt x="287705" y="120154"/>
                  </a:lnTo>
                  <a:lnTo>
                    <a:pt x="289712" y="120154"/>
                  </a:lnTo>
                  <a:lnTo>
                    <a:pt x="289712" y="117322"/>
                  </a:lnTo>
                  <a:lnTo>
                    <a:pt x="287616" y="117665"/>
                  </a:lnTo>
                  <a:lnTo>
                    <a:pt x="287616" y="120281"/>
                  </a:lnTo>
                  <a:lnTo>
                    <a:pt x="268770" y="120281"/>
                  </a:lnTo>
                  <a:lnTo>
                    <a:pt x="268770" y="122529"/>
                  </a:lnTo>
                  <a:lnTo>
                    <a:pt x="268643" y="122313"/>
                  </a:lnTo>
                  <a:lnTo>
                    <a:pt x="268770" y="122529"/>
                  </a:lnTo>
                  <a:lnTo>
                    <a:pt x="268770" y="120281"/>
                  </a:lnTo>
                  <a:lnTo>
                    <a:pt x="267995" y="120281"/>
                  </a:lnTo>
                  <a:lnTo>
                    <a:pt x="268071" y="121424"/>
                  </a:lnTo>
                  <a:lnTo>
                    <a:pt x="268147" y="121551"/>
                  </a:lnTo>
                  <a:lnTo>
                    <a:pt x="268236" y="121678"/>
                  </a:lnTo>
                  <a:lnTo>
                    <a:pt x="268312" y="121805"/>
                  </a:lnTo>
                  <a:lnTo>
                    <a:pt x="268401" y="121932"/>
                  </a:lnTo>
                  <a:lnTo>
                    <a:pt x="268478" y="122059"/>
                  </a:lnTo>
                  <a:lnTo>
                    <a:pt x="267538" y="122567"/>
                  </a:lnTo>
                  <a:lnTo>
                    <a:pt x="267068" y="122567"/>
                  </a:lnTo>
                  <a:lnTo>
                    <a:pt x="265442" y="121551"/>
                  </a:lnTo>
                  <a:lnTo>
                    <a:pt x="265417" y="121424"/>
                  </a:lnTo>
                  <a:lnTo>
                    <a:pt x="265303" y="120535"/>
                  </a:lnTo>
                  <a:lnTo>
                    <a:pt x="265176" y="119646"/>
                  </a:lnTo>
                  <a:lnTo>
                    <a:pt x="267995" y="119900"/>
                  </a:lnTo>
                  <a:lnTo>
                    <a:pt x="267995" y="120154"/>
                  </a:lnTo>
                  <a:lnTo>
                    <a:pt x="287147" y="120154"/>
                  </a:lnTo>
                  <a:lnTo>
                    <a:pt x="287616" y="120281"/>
                  </a:lnTo>
                  <a:lnTo>
                    <a:pt x="287616" y="117665"/>
                  </a:lnTo>
                  <a:lnTo>
                    <a:pt x="287007" y="117754"/>
                  </a:lnTo>
                  <a:lnTo>
                    <a:pt x="286943" y="117576"/>
                  </a:lnTo>
                  <a:lnTo>
                    <a:pt x="286842" y="117335"/>
                  </a:lnTo>
                  <a:lnTo>
                    <a:pt x="286702" y="116979"/>
                  </a:lnTo>
                  <a:lnTo>
                    <a:pt x="286004" y="116370"/>
                  </a:lnTo>
                  <a:lnTo>
                    <a:pt x="285610" y="116370"/>
                  </a:lnTo>
                  <a:lnTo>
                    <a:pt x="285508" y="115506"/>
                  </a:lnTo>
                  <a:lnTo>
                    <a:pt x="285343" y="114173"/>
                  </a:lnTo>
                  <a:lnTo>
                    <a:pt x="287667" y="114173"/>
                  </a:lnTo>
                  <a:lnTo>
                    <a:pt x="287616" y="115506"/>
                  </a:lnTo>
                  <a:lnTo>
                    <a:pt x="290957" y="115506"/>
                  </a:lnTo>
                  <a:lnTo>
                    <a:pt x="290957" y="113042"/>
                  </a:lnTo>
                  <a:lnTo>
                    <a:pt x="284251" y="112979"/>
                  </a:lnTo>
                  <a:lnTo>
                    <a:pt x="284251" y="116370"/>
                  </a:lnTo>
                  <a:lnTo>
                    <a:pt x="284200" y="116979"/>
                  </a:lnTo>
                  <a:lnTo>
                    <a:pt x="283616" y="118224"/>
                  </a:lnTo>
                  <a:lnTo>
                    <a:pt x="281584" y="117995"/>
                  </a:lnTo>
                  <a:lnTo>
                    <a:pt x="281317" y="117970"/>
                  </a:lnTo>
                  <a:lnTo>
                    <a:pt x="281406" y="116370"/>
                  </a:lnTo>
                  <a:lnTo>
                    <a:pt x="281901" y="115506"/>
                  </a:lnTo>
                  <a:lnTo>
                    <a:pt x="284111" y="115506"/>
                  </a:lnTo>
                  <a:lnTo>
                    <a:pt x="284251" y="116370"/>
                  </a:lnTo>
                  <a:lnTo>
                    <a:pt x="284251" y="112979"/>
                  </a:lnTo>
                  <a:lnTo>
                    <a:pt x="278130" y="112915"/>
                  </a:lnTo>
                  <a:lnTo>
                    <a:pt x="278130" y="115506"/>
                  </a:lnTo>
                  <a:lnTo>
                    <a:pt x="278079" y="116370"/>
                  </a:lnTo>
                  <a:lnTo>
                    <a:pt x="277964" y="116560"/>
                  </a:lnTo>
                  <a:lnTo>
                    <a:pt x="277837" y="116751"/>
                  </a:lnTo>
                  <a:lnTo>
                    <a:pt x="277253" y="117690"/>
                  </a:lnTo>
                  <a:lnTo>
                    <a:pt x="275971" y="117640"/>
                  </a:lnTo>
                  <a:lnTo>
                    <a:pt x="275844" y="117335"/>
                  </a:lnTo>
                  <a:lnTo>
                    <a:pt x="275412" y="116370"/>
                  </a:lnTo>
                  <a:lnTo>
                    <a:pt x="275094" y="116370"/>
                  </a:lnTo>
                  <a:lnTo>
                    <a:pt x="275894" y="114173"/>
                  </a:lnTo>
                  <a:lnTo>
                    <a:pt x="277990" y="114173"/>
                  </a:lnTo>
                  <a:lnTo>
                    <a:pt x="278130" y="115506"/>
                  </a:lnTo>
                  <a:lnTo>
                    <a:pt x="278130" y="112915"/>
                  </a:lnTo>
                  <a:lnTo>
                    <a:pt x="273748" y="112864"/>
                  </a:lnTo>
                  <a:lnTo>
                    <a:pt x="273748" y="114173"/>
                  </a:lnTo>
                  <a:lnTo>
                    <a:pt x="273291" y="116370"/>
                  </a:lnTo>
                  <a:lnTo>
                    <a:pt x="273062" y="116560"/>
                  </a:lnTo>
                  <a:lnTo>
                    <a:pt x="272745" y="116979"/>
                  </a:lnTo>
                  <a:lnTo>
                    <a:pt x="272618" y="117335"/>
                  </a:lnTo>
                  <a:lnTo>
                    <a:pt x="272592" y="117538"/>
                  </a:lnTo>
                  <a:lnTo>
                    <a:pt x="271297" y="117487"/>
                  </a:lnTo>
                  <a:lnTo>
                    <a:pt x="270865" y="117487"/>
                  </a:lnTo>
                  <a:lnTo>
                    <a:pt x="270802" y="117335"/>
                  </a:lnTo>
                  <a:lnTo>
                    <a:pt x="270027" y="115506"/>
                  </a:lnTo>
                  <a:lnTo>
                    <a:pt x="270370" y="115506"/>
                  </a:lnTo>
                  <a:lnTo>
                    <a:pt x="271005" y="114173"/>
                  </a:lnTo>
                  <a:lnTo>
                    <a:pt x="273748" y="114173"/>
                  </a:lnTo>
                  <a:lnTo>
                    <a:pt x="273748" y="112864"/>
                  </a:lnTo>
                  <a:lnTo>
                    <a:pt x="267906" y="112801"/>
                  </a:lnTo>
                  <a:lnTo>
                    <a:pt x="267906" y="114173"/>
                  </a:lnTo>
                  <a:lnTo>
                    <a:pt x="267576" y="117221"/>
                  </a:lnTo>
                  <a:lnTo>
                    <a:pt x="265176" y="116992"/>
                  </a:lnTo>
                  <a:lnTo>
                    <a:pt x="265087" y="116751"/>
                  </a:lnTo>
                  <a:lnTo>
                    <a:pt x="264998" y="116560"/>
                  </a:lnTo>
                  <a:lnTo>
                    <a:pt x="264922" y="116370"/>
                  </a:lnTo>
                  <a:lnTo>
                    <a:pt x="264579" y="115506"/>
                  </a:lnTo>
                  <a:lnTo>
                    <a:pt x="264820" y="115506"/>
                  </a:lnTo>
                  <a:lnTo>
                    <a:pt x="265112" y="114173"/>
                  </a:lnTo>
                  <a:lnTo>
                    <a:pt x="267906" y="114173"/>
                  </a:lnTo>
                  <a:lnTo>
                    <a:pt x="267906" y="112801"/>
                  </a:lnTo>
                  <a:lnTo>
                    <a:pt x="263220" y="112750"/>
                  </a:lnTo>
                  <a:lnTo>
                    <a:pt x="263220" y="115506"/>
                  </a:lnTo>
                  <a:lnTo>
                    <a:pt x="262928" y="115506"/>
                  </a:lnTo>
                  <a:lnTo>
                    <a:pt x="262813" y="116560"/>
                  </a:lnTo>
                  <a:lnTo>
                    <a:pt x="262788" y="116751"/>
                  </a:lnTo>
                  <a:lnTo>
                    <a:pt x="262928" y="116852"/>
                  </a:lnTo>
                  <a:lnTo>
                    <a:pt x="261035" y="116852"/>
                  </a:lnTo>
                  <a:lnTo>
                    <a:pt x="260921" y="116560"/>
                  </a:lnTo>
                  <a:lnTo>
                    <a:pt x="260819" y="116370"/>
                  </a:lnTo>
                  <a:lnTo>
                    <a:pt x="260337" y="115506"/>
                  </a:lnTo>
                  <a:lnTo>
                    <a:pt x="259867" y="115506"/>
                  </a:lnTo>
                  <a:lnTo>
                    <a:pt x="261175" y="113677"/>
                  </a:lnTo>
                  <a:lnTo>
                    <a:pt x="262763" y="113677"/>
                  </a:lnTo>
                  <a:lnTo>
                    <a:pt x="262890" y="114173"/>
                  </a:lnTo>
                  <a:lnTo>
                    <a:pt x="263220" y="115506"/>
                  </a:lnTo>
                  <a:lnTo>
                    <a:pt x="263220" y="112750"/>
                  </a:lnTo>
                  <a:lnTo>
                    <a:pt x="262369" y="112737"/>
                  </a:lnTo>
                  <a:lnTo>
                    <a:pt x="258203" y="112687"/>
                  </a:lnTo>
                  <a:lnTo>
                    <a:pt x="258203" y="116852"/>
                  </a:lnTo>
                  <a:lnTo>
                    <a:pt x="257784" y="116852"/>
                  </a:lnTo>
                  <a:lnTo>
                    <a:pt x="257911" y="116751"/>
                  </a:lnTo>
                  <a:lnTo>
                    <a:pt x="258203" y="116852"/>
                  </a:lnTo>
                  <a:lnTo>
                    <a:pt x="258203" y="112687"/>
                  </a:lnTo>
                  <a:lnTo>
                    <a:pt x="257568" y="112687"/>
                  </a:lnTo>
                  <a:lnTo>
                    <a:pt x="257568" y="119900"/>
                  </a:lnTo>
                  <a:lnTo>
                    <a:pt x="255320" y="122567"/>
                  </a:lnTo>
                  <a:lnTo>
                    <a:pt x="255155" y="122440"/>
                  </a:lnTo>
                  <a:lnTo>
                    <a:pt x="255028" y="122313"/>
                  </a:lnTo>
                  <a:lnTo>
                    <a:pt x="254571" y="121805"/>
                  </a:lnTo>
                  <a:lnTo>
                    <a:pt x="254457" y="121678"/>
                  </a:lnTo>
                  <a:lnTo>
                    <a:pt x="254419" y="121297"/>
                  </a:lnTo>
                  <a:lnTo>
                    <a:pt x="254533" y="120916"/>
                  </a:lnTo>
                  <a:lnTo>
                    <a:pt x="254647" y="120535"/>
                  </a:lnTo>
                  <a:lnTo>
                    <a:pt x="254723" y="120281"/>
                  </a:lnTo>
                  <a:lnTo>
                    <a:pt x="254838" y="119900"/>
                  </a:lnTo>
                  <a:lnTo>
                    <a:pt x="254927" y="119646"/>
                  </a:lnTo>
                  <a:lnTo>
                    <a:pt x="255003" y="119392"/>
                  </a:lnTo>
                  <a:lnTo>
                    <a:pt x="255117" y="119011"/>
                  </a:lnTo>
                  <a:lnTo>
                    <a:pt x="257568" y="119900"/>
                  </a:lnTo>
                  <a:lnTo>
                    <a:pt x="257568" y="112687"/>
                  </a:lnTo>
                  <a:lnTo>
                    <a:pt x="255943" y="112661"/>
                  </a:lnTo>
                  <a:lnTo>
                    <a:pt x="255943" y="115506"/>
                  </a:lnTo>
                  <a:lnTo>
                    <a:pt x="255435" y="116370"/>
                  </a:lnTo>
                  <a:lnTo>
                    <a:pt x="255384" y="116852"/>
                  </a:lnTo>
                  <a:lnTo>
                    <a:pt x="253961" y="116852"/>
                  </a:lnTo>
                  <a:lnTo>
                    <a:pt x="253695" y="116370"/>
                  </a:lnTo>
                  <a:lnTo>
                    <a:pt x="252539" y="114173"/>
                  </a:lnTo>
                  <a:lnTo>
                    <a:pt x="253568" y="114173"/>
                  </a:lnTo>
                  <a:lnTo>
                    <a:pt x="254215" y="113817"/>
                  </a:lnTo>
                  <a:lnTo>
                    <a:pt x="255803" y="115506"/>
                  </a:lnTo>
                  <a:lnTo>
                    <a:pt x="255943" y="115506"/>
                  </a:lnTo>
                  <a:lnTo>
                    <a:pt x="255943" y="112661"/>
                  </a:lnTo>
                  <a:lnTo>
                    <a:pt x="252196" y="112610"/>
                  </a:lnTo>
                  <a:lnTo>
                    <a:pt x="252196" y="116852"/>
                  </a:lnTo>
                  <a:lnTo>
                    <a:pt x="251574" y="116852"/>
                  </a:lnTo>
                  <a:lnTo>
                    <a:pt x="251701" y="116751"/>
                  </a:lnTo>
                  <a:lnTo>
                    <a:pt x="252082" y="116751"/>
                  </a:lnTo>
                  <a:lnTo>
                    <a:pt x="252196" y="112610"/>
                  </a:lnTo>
                  <a:lnTo>
                    <a:pt x="251701" y="112610"/>
                  </a:lnTo>
                  <a:lnTo>
                    <a:pt x="251701" y="114173"/>
                  </a:lnTo>
                  <a:lnTo>
                    <a:pt x="251269" y="116751"/>
                  </a:lnTo>
                  <a:lnTo>
                    <a:pt x="249669" y="116751"/>
                  </a:lnTo>
                  <a:lnTo>
                    <a:pt x="249580" y="116560"/>
                  </a:lnTo>
                  <a:lnTo>
                    <a:pt x="249491" y="116370"/>
                  </a:lnTo>
                  <a:lnTo>
                    <a:pt x="249351" y="116103"/>
                  </a:lnTo>
                  <a:lnTo>
                    <a:pt x="249174" y="116751"/>
                  </a:lnTo>
                  <a:lnTo>
                    <a:pt x="249174" y="115722"/>
                  </a:lnTo>
                  <a:lnTo>
                    <a:pt x="249072" y="115506"/>
                  </a:lnTo>
                  <a:lnTo>
                    <a:pt x="249516" y="115506"/>
                  </a:lnTo>
                  <a:lnTo>
                    <a:pt x="249885" y="114173"/>
                  </a:lnTo>
                  <a:lnTo>
                    <a:pt x="251701" y="114173"/>
                  </a:lnTo>
                  <a:lnTo>
                    <a:pt x="251701" y="112610"/>
                  </a:lnTo>
                  <a:lnTo>
                    <a:pt x="248513" y="112572"/>
                  </a:lnTo>
                  <a:lnTo>
                    <a:pt x="248513" y="114173"/>
                  </a:lnTo>
                  <a:lnTo>
                    <a:pt x="247942" y="115506"/>
                  </a:lnTo>
                  <a:lnTo>
                    <a:pt x="248005" y="116725"/>
                  </a:lnTo>
                  <a:lnTo>
                    <a:pt x="248018" y="116852"/>
                  </a:lnTo>
                  <a:lnTo>
                    <a:pt x="245681" y="116852"/>
                  </a:lnTo>
                  <a:lnTo>
                    <a:pt x="245084" y="116751"/>
                  </a:lnTo>
                  <a:lnTo>
                    <a:pt x="248005" y="116725"/>
                  </a:lnTo>
                  <a:lnTo>
                    <a:pt x="245071" y="116687"/>
                  </a:lnTo>
                  <a:lnTo>
                    <a:pt x="245021" y="116370"/>
                  </a:lnTo>
                  <a:lnTo>
                    <a:pt x="244678" y="114173"/>
                  </a:lnTo>
                  <a:lnTo>
                    <a:pt x="245059" y="114173"/>
                  </a:lnTo>
                  <a:lnTo>
                    <a:pt x="246621" y="113779"/>
                  </a:lnTo>
                  <a:lnTo>
                    <a:pt x="247332" y="114173"/>
                  </a:lnTo>
                  <a:lnTo>
                    <a:pt x="248513" y="114173"/>
                  </a:lnTo>
                  <a:lnTo>
                    <a:pt x="248513" y="112572"/>
                  </a:lnTo>
                  <a:lnTo>
                    <a:pt x="243522" y="112509"/>
                  </a:lnTo>
                  <a:lnTo>
                    <a:pt x="243522" y="116852"/>
                  </a:lnTo>
                  <a:lnTo>
                    <a:pt x="242036" y="116852"/>
                  </a:lnTo>
                  <a:lnTo>
                    <a:pt x="241896" y="116751"/>
                  </a:lnTo>
                  <a:lnTo>
                    <a:pt x="243370" y="116725"/>
                  </a:lnTo>
                  <a:lnTo>
                    <a:pt x="243522" y="116852"/>
                  </a:lnTo>
                  <a:lnTo>
                    <a:pt x="243522" y="112509"/>
                  </a:lnTo>
                  <a:lnTo>
                    <a:pt x="243344" y="112509"/>
                  </a:lnTo>
                  <a:lnTo>
                    <a:pt x="243344" y="116674"/>
                  </a:lnTo>
                  <a:lnTo>
                    <a:pt x="241757" y="116649"/>
                  </a:lnTo>
                  <a:lnTo>
                    <a:pt x="241592" y="116370"/>
                  </a:lnTo>
                  <a:lnTo>
                    <a:pt x="240779" y="114173"/>
                  </a:lnTo>
                  <a:lnTo>
                    <a:pt x="241693" y="114173"/>
                  </a:lnTo>
                  <a:lnTo>
                    <a:pt x="242519" y="113817"/>
                  </a:lnTo>
                  <a:lnTo>
                    <a:pt x="243344" y="116674"/>
                  </a:lnTo>
                  <a:lnTo>
                    <a:pt x="243344" y="112509"/>
                  </a:lnTo>
                  <a:lnTo>
                    <a:pt x="239179" y="112445"/>
                  </a:lnTo>
                  <a:lnTo>
                    <a:pt x="239179" y="116852"/>
                  </a:lnTo>
                  <a:lnTo>
                    <a:pt x="237642" y="116852"/>
                  </a:lnTo>
                  <a:lnTo>
                    <a:pt x="237642" y="116725"/>
                  </a:lnTo>
                  <a:lnTo>
                    <a:pt x="239141" y="116725"/>
                  </a:lnTo>
                  <a:lnTo>
                    <a:pt x="239179" y="116852"/>
                  </a:lnTo>
                  <a:lnTo>
                    <a:pt x="239179" y="112445"/>
                  </a:lnTo>
                  <a:lnTo>
                    <a:pt x="239102" y="116611"/>
                  </a:lnTo>
                  <a:lnTo>
                    <a:pt x="237642" y="116598"/>
                  </a:lnTo>
                  <a:lnTo>
                    <a:pt x="236270" y="116560"/>
                  </a:lnTo>
                  <a:lnTo>
                    <a:pt x="236181" y="116370"/>
                  </a:lnTo>
                  <a:lnTo>
                    <a:pt x="234988" y="114173"/>
                  </a:lnTo>
                  <a:lnTo>
                    <a:pt x="235470" y="114173"/>
                  </a:lnTo>
                  <a:lnTo>
                    <a:pt x="236296" y="113677"/>
                  </a:lnTo>
                  <a:lnTo>
                    <a:pt x="237388" y="114173"/>
                  </a:lnTo>
                  <a:lnTo>
                    <a:pt x="238417" y="114173"/>
                  </a:lnTo>
                  <a:lnTo>
                    <a:pt x="239102" y="116611"/>
                  </a:lnTo>
                  <a:lnTo>
                    <a:pt x="239102" y="112445"/>
                  </a:lnTo>
                  <a:lnTo>
                    <a:pt x="234061" y="112382"/>
                  </a:lnTo>
                  <a:lnTo>
                    <a:pt x="234061" y="116852"/>
                  </a:lnTo>
                  <a:lnTo>
                    <a:pt x="231419" y="116852"/>
                  </a:lnTo>
                  <a:lnTo>
                    <a:pt x="231267" y="116725"/>
                  </a:lnTo>
                  <a:lnTo>
                    <a:pt x="233946" y="116725"/>
                  </a:lnTo>
                  <a:lnTo>
                    <a:pt x="234061" y="116852"/>
                  </a:lnTo>
                  <a:lnTo>
                    <a:pt x="234061" y="112382"/>
                  </a:lnTo>
                  <a:lnTo>
                    <a:pt x="233768" y="112382"/>
                  </a:lnTo>
                  <a:lnTo>
                    <a:pt x="233768" y="116547"/>
                  </a:lnTo>
                  <a:lnTo>
                    <a:pt x="231051" y="116509"/>
                  </a:lnTo>
                  <a:lnTo>
                    <a:pt x="230987" y="116370"/>
                  </a:lnTo>
                  <a:lnTo>
                    <a:pt x="229463" y="113677"/>
                  </a:lnTo>
                  <a:lnTo>
                    <a:pt x="232308" y="113677"/>
                  </a:lnTo>
                  <a:lnTo>
                    <a:pt x="233133" y="114173"/>
                  </a:lnTo>
                  <a:lnTo>
                    <a:pt x="233222" y="115506"/>
                  </a:lnTo>
                  <a:lnTo>
                    <a:pt x="233286" y="116370"/>
                  </a:lnTo>
                  <a:lnTo>
                    <a:pt x="233616" y="116370"/>
                  </a:lnTo>
                  <a:lnTo>
                    <a:pt x="233768" y="116547"/>
                  </a:lnTo>
                  <a:lnTo>
                    <a:pt x="233768" y="112382"/>
                  </a:lnTo>
                  <a:lnTo>
                    <a:pt x="232257" y="112356"/>
                  </a:lnTo>
                  <a:lnTo>
                    <a:pt x="230962" y="112356"/>
                  </a:lnTo>
                  <a:lnTo>
                    <a:pt x="229463" y="111074"/>
                  </a:lnTo>
                  <a:lnTo>
                    <a:pt x="228422" y="111582"/>
                  </a:lnTo>
                  <a:lnTo>
                    <a:pt x="228422" y="116852"/>
                  </a:lnTo>
                  <a:lnTo>
                    <a:pt x="226314" y="116852"/>
                  </a:lnTo>
                  <a:lnTo>
                    <a:pt x="226225" y="116725"/>
                  </a:lnTo>
                  <a:lnTo>
                    <a:pt x="228333" y="116725"/>
                  </a:lnTo>
                  <a:lnTo>
                    <a:pt x="228422" y="116852"/>
                  </a:lnTo>
                  <a:lnTo>
                    <a:pt x="228422" y="111582"/>
                  </a:lnTo>
                  <a:lnTo>
                    <a:pt x="228130" y="111721"/>
                  </a:lnTo>
                  <a:lnTo>
                    <a:pt x="228130" y="116471"/>
                  </a:lnTo>
                  <a:lnTo>
                    <a:pt x="226009" y="116370"/>
                  </a:lnTo>
                  <a:lnTo>
                    <a:pt x="226009" y="116852"/>
                  </a:lnTo>
                  <a:lnTo>
                    <a:pt x="221602" y="116852"/>
                  </a:lnTo>
                  <a:lnTo>
                    <a:pt x="221615" y="116725"/>
                  </a:lnTo>
                  <a:lnTo>
                    <a:pt x="225615" y="116725"/>
                  </a:lnTo>
                  <a:lnTo>
                    <a:pt x="226009" y="116852"/>
                  </a:lnTo>
                  <a:lnTo>
                    <a:pt x="226009" y="116370"/>
                  </a:lnTo>
                  <a:lnTo>
                    <a:pt x="225425" y="115506"/>
                  </a:lnTo>
                  <a:lnTo>
                    <a:pt x="225425" y="113474"/>
                  </a:lnTo>
                  <a:lnTo>
                    <a:pt x="227431" y="113474"/>
                  </a:lnTo>
                  <a:lnTo>
                    <a:pt x="227482" y="113677"/>
                  </a:lnTo>
                  <a:lnTo>
                    <a:pt x="227571" y="114173"/>
                  </a:lnTo>
                  <a:lnTo>
                    <a:pt x="227838" y="115506"/>
                  </a:lnTo>
                  <a:lnTo>
                    <a:pt x="227406" y="115506"/>
                  </a:lnTo>
                  <a:lnTo>
                    <a:pt x="228130" y="116471"/>
                  </a:lnTo>
                  <a:lnTo>
                    <a:pt x="228130" y="111721"/>
                  </a:lnTo>
                  <a:lnTo>
                    <a:pt x="224536" y="111747"/>
                  </a:lnTo>
                  <a:lnTo>
                    <a:pt x="224536" y="116281"/>
                  </a:lnTo>
                  <a:lnTo>
                    <a:pt x="221564" y="116128"/>
                  </a:lnTo>
                  <a:lnTo>
                    <a:pt x="220840" y="114173"/>
                  </a:lnTo>
                  <a:lnTo>
                    <a:pt x="221068" y="114173"/>
                  </a:lnTo>
                  <a:lnTo>
                    <a:pt x="222542" y="113474"/>
                  </a:lnTo>
                  <a:lnTo>
                    <a:pt x="224205" y="114173"/>
                  </a:lnTo>
                  <a:lnTo>
                    <a:pt x="223456" y="115506"/>
                  </a:lnTo>
                  <a:lnTo>
                    <a:pt x="223723" y="115506"/>
                  </a:lnTo>
                  <a:lnTo>
                    <a:pt x="224536" y="116281"/>
                  </a:lnTo>
                  <a:lnTo>
                    <a:pt x="224536" y="111747"/>
                  </a:lnTo>
                  <a:lnTo>
                    <a:pt x="218605" y="111747"/>
                  </a:lnTo>
                  <a:lnTo>
                    <a:pt x="218605" y="116852"/>
                  </a:lnTo>
                  <a:lnTo>
                    <a:pt x="217728" y="116852"/>
                  </a:lnTo>
                  <a:lnTo>
                    <a:pt x="217728" y="120789"/>
                  </a:lnTo>
                  <a:lnTo>
                    <a:pt x="217614" y="120535"/>
                  </a:lnTo>
                  <a:lnTo>
                    <a:pt x="217551" y="120408"/>
                  </a:lnTo>
                  <a:lnTo>
                    <a:pt x="217436" y="120154"/>
                  </a:lnTo>
                  <a:lnTo>
                    <a:pt x="217322" y="119900"/>
                  </a:lnTo>
                  <a:lnTo>
                    <a:pt x="217195" y="119646"/>
                  </a:lnTo>
                  <a:lnTo>
                    <a:pt x="217081" y="119392"/>
                  </a:lnTo>
                  <a:lnTo>
                    <a:pt x="216496" y="118122"/>
                  </a:lnTo>
                  <a:lnTo>
                    <a:pt x="216446" y="117995"/>
                  </a:lnTo>
                  <a:lnTo>
                    <a:pt x="217652" y="118503"/>
                  </a:lnTo>
                  <a:lnTo>
                    <a:pt x="217728" y="120789"/>
                  </a:lnTo>
                  <a:lnTo>
                    <a:pt x="217728" y="116852"/>
                  </a:lnTo>
                  <a:lnTo>
                    <a:pt x="216014" y="116852"/>
                  </a:lnTo>
                  <a:lnTo>
                    <a:pt x="216166" y="116725"/>
                  </a:lnTo>
                  <a:lnTo>
                    <a:pt x="218452" y="116725"/>
                  </a:lnTo>
                  <a:lnTo>
                    <a:pt x="218605" y="116852"/>
                  </a:lnTo>
                  <a:lnTo>
                    <a:pt x="218605" y="111747"/>
                  </a:lnTo>
                  <a:lnTo>
                    <a:pt x="217944" y="111747"/>
                  </a:lnTo>
                  <a:lnTo>
                    <a:pt x="217944" y="116293"/>
                  </a:lnTo>
                  <a:lnTo>
                    <a:pt x="215315" y="116471"/>
                  </a:lnTo>
                  <a:lnTo>
                    <a:pt x="215303" y="116725"/>
                  </a:lnTo>
                  <a:lnTo>
                    <a:pt x="215303" y="116852"/>
                  </a:lnTo>
                  <a:lnTo>
                    <a:pt x="210248" y="116852"/>
                  </a:lnTo>
                  <a:lnTo>
                    <a:pt x="210019" y="116725"/>
                  </a:lnTo>
                  <a:lnTo>
                    <a:pt x="215303" y="116725"/>
                  </a:lnTo>
                  <a:lnTo>
                    <a:pt x="215303" y="116471"/>
                  </a:lnTo>
                  <a:lnTo>
                    <a:pt x="215303" y="115506"/>
                  </a:lnTo>
                  <a:lnTo>
                    <a:pt x="214033" y="114173"/>
                  </a:lnTo>
                  <a:lnTo>
                    <a:pt x="215087" y="113474"/>
                  </a:lnTo>
                  <a:lnTo>
                    <a:pt x="216890" y="113474"/>
                  </a:lnTo>
                  <a:lnTo>
                    <a:pt x="216954" y="113677"/>
                  </a:lnTo>
                  <a:lnTo>
                    <a:pt x="217462" y="115506"/>
                  </a:lnTo>
                  <a:lnTo>
                    <a:pt x="217093" y="115506"/>
                  </a:lnTo>
                  <a:lnTo>
                    <a:pt x="217944" y="116293"/>
                  </a:lnTo>
                  <a:lnTo>
                    <a:pt x="217944" y="111747"/>
                  </a:lnTo>
                  <a:lnTo>
                    <a:pt x="212496" y="111747"/>
                  </a:lnTo>
                  <a:lnTo>
                    <a:pt x="212496" y="116420"/>
                  </a:lnTo>
                  <a:lnTo>
                    <a:pt x="209397" y="116344"/>
                  </a:lnTo>
                  <a:lnTo>
                    <a:pt x="208203" y="114173"/>
                  </a:lnTo>
                  <a:lnTo>
                    <a:pt x="208445" y="114173"/>
                  </a:lnTo>
                  <a:lnTo>
                    <a:pt x="209829" y="113474"/>
                  </a:lnTo>
                  <a:lnTo>
                    <a:pt x="211797" y="114173"/>
                  </a:lnTo>
                  <a:lnTo>
                    <a:pt x="212496" y="116420"/>
                  </a:lnTo>
                  <a:lnTo>
                    <a:pt x="212496" y="111747"/>
                  </a:lnTo>
                  <a:lnTo>
                    <a:pt x="207581" y="111747"/>
                  </a:lnTo>
                  <a:lnTo>
                    <a:pt x="207581" y="118122"/>
                  </a:lnTo>
                  <a:lnTo>
                    <a:pt x="207454" y="118503"/>
                  </a:lnTo>
                  <a:lnTo>
                    <a:pt x="206921" y="120281"/>
                  </a:lnTo>
                  <a:lnTo>
                    <a:pt x="204774" y="120535"/>
                  </a:lnTo>
                  <a:lnTo>
                    <a:pt x="204000" y="120535"/>
                  </a:lnTo>
                  <a:lnTo>
                    <a:pt x="202895" y="119900"/>
                  </a:lnTo>
                  <a:lnTo>
                    <a:pt x="202895" y="119646"/>
                  </a:lnTo>
                  <a:lnTo>
                    <a:pt x="202895" y="119011"/>
                  </a:lnTo>
                  <a:lnTo>
                    <a:pt x="202793" y="117589"/>
                  </a:lnTo>
                  <a:lnTo>
                    <a:pt x="202857" y="118122"/>
                  </a:lnTo>
                  <a:lnTo>
                    <a:pt x="202895" y="118503"/>
                  </a:lnTo>
                  <a:lnTo>
                    <a:pt x="207581" y="118122"/>
                  </a:lnTo>
                  <a:lnTo>
                    <a:pt x="207581" y="111747"/>
                  </a:lnTo>
                  <a:lnTo>
                    <a:pt x="207213" y="111747"/>
                  </a:lnTo>
                  <a:lnTo>
                    <a:pt x="207213" y="116522"/>
                  </a:lnTo>
                  <a:lnTo>
                    <a:pt x="207073" y="116535"/>
                  </a:lnTo>
                  <a:lnTo>
                    <a:pt x="207073" y="116852"/>
                  </a:lnTo>
                  <a:lnTo>
                    <a:pt x="205371" y="116852"/>
                  </a:lnTo>
                  <a:lnTo>
                    <a:pt x="205333" y="116725"/>
                  </a:lnTo>
                  <a:lnTo>
                    <a:pt x="206476" y="116725"/>
                  </a:lnTo>
                  <a:lnTo>
                    <a:pt x="206324" y="116751"/>
                  </a:lnTo>
                  <a:lnTo>
                    <a:pt x="207073" y="116852"/>
                  </a:lnTo>
                  <a:lnTo>
                    <a:pt x="207073" y="116535"/>
                  </a:lnTo>
                  <a:lnTo>
                    <a:pt x="205320" y="116662"/>
                  </a:lnTo>
                  <a:lnTo>
                    <a:pt x="205244" y="116370"/>
                  </a:lnTo>
                  <a:lnTo>
                    <a:pt x="204939" y="115506"/>
                  </a:lnTo>
                  <a:lnTo>
                    <a:pt x="204952" y="116687"/>
                  </a:lnTo>
                  <a:lnTo>
                    <a:pt x="204901" y="116370"/>
                  </a:lnTo>
                  <a:lnTo>
                    <a:pt x="204774" y="115506"/>
                  </a:lnTo>
                  <a:lnTo>
                    <a:pt x="204698" y="114173"/>
                  </a:lnTo>
                  <a:lnTo>
                    <a:pt x="205524" y="113474"/>
                  </a:lnTo>
                  <a:lnTo>
                    <a:pt x="207073" y="113474"/>
                  </a:lnTo>
                  <a:lnTo>
                    <a:pt x="207175" y="115506"/>
                  </a:lnTo>
                  <a:lnTo>
                    <a:pt x="207213" y="116522"/>
                  </a:lnTo>
                  <a:lnTo>
                    <a:pt x="207213" y="111747"/>
                  </a:lnTo>
                  <a:lnTo>
                    <a:pt x="203098" y="111747"/>
                  </a:lnTo>
                  <a:lnTo>
                    <a:pt x="203098" y="114173"/>
                  </a:lnTo>
                  <a:lnTo>
                    <a:pt x="202209" y="115506"/>
                  </a:lnTo>
                  <a:lnTo>
                    <a:pt x="201904" y="115506"/>
                  </a:lnTo>
                  <a:lnTo>
                    <a:pt x="202425" y="116725"/>
                  </a:lnTo>
                  <a:lnTo>
                    <a:pt x="200685" y="116725"/>
                  </a:lnTo>
                  <a:lnTo>
                    <a:pt x="200621" y="116560"/>
                  </a:lnTo>
                  <a:lnTo>
                    <a:pt x="200545" y="116370"/>
                  </a:lnTo>
                  <a:lnTo>
                    <a:pt x="200177" y="115506"/>
                  </a:lnTo>
                  <a:lnTo>
                    <a:pt x="200736" y="114173"/>
                  </a:lnTo>
                  <a:lnTo>
                    <a:pt x="202501" y="113474"/>
                  </a:lnTo>
                  <a:lnTo>
                    <a:pt x="202539" y="113677"/>
                  </a:lnTo>
                  <a:lnTo>
                    <a:pt x="202641" y="114173"/>
                  </a:lnTo>
                  <a:lnTo>
                    <a:pt x="203098" y="114173"/>
                  </a:lnTo>
                  <a:lnTo>
                    <a:pt x="203098" y="111747"/>
                  </a:lnTo>
                  <a:lnTo>
                    <a:pt x="199390" y="111747"/>
                  </a:lnTo>
                  <a:lnTo>
                    <a:pt x="199390" y="116725"/>
                  </a:lnTo>
                  <a:lnTo>
                    <a:pt x="198666" y="116725"/>
                  </a:lnTo>
                  <a:lnTo>
                    <a:pt x="195757" y="116382"/>
                  </a:lnTo>
                  <a:lnTo>
                    <a:pt x="195008" y="114173"/>
                  </a:lnTo>
                  <a:lnTo>
                    <a:pt x="195287" y="114173"/>
                  </a:lnTo>
                  <a:lnTo>
                    <a:pt x="195402" y="113474"/>
                  </a:lnTo>
                  <a:lnTo>
                    <a:pt x="198374" y="113474"/>
                  </a:lnTo>
                  <a:lnTo>
                    <a:pt x="198462" y="114173"/>
                  </a:lnTo>
                  <a:lnTo>
                    <a:pt x="198628" y="115506"/>
                  </a:lnTo>
                  <a:lnTo>
                    <a:pt x="198348" y="115506"/>
                  </a:lnTo>
                  <a:lnTo>
                    <a:pt x="199390" y="116725"/>
                  </a:lnTo>
                  <a:lnTo>
                    <a:pt x="199390" y="111747"/>
                  </a:lnTo>
                  <a:lnTo>
                    <a:pt x="197116" y="111747"/>
                  </a:lnTo>
                  <a:lnTo>
                    <a:pt x="194233" y="111709"/>
                  </a:lnTo>
                  <a:lnTo>
                    <a:pt x="194233" y="116205"/>
                  </a:lnTo>
                  <a:lnTo>
                    <a:pt x="191604" y="115900"/>
                  </a:lnTo>
                  <a:lnTo>
                    <a:pt x="191350" y="115506"/>
                  </a:lnTo>
                  <a:lnTo>
                    <a:pt x="190538" y="114173"/>
                  </a:lnTo>
                  <a:lnTo>
                    <a:pt x="190855" y="114173"/>
                  </a:lnTo>
                  <a:lnTo>
                    <a:pt x="191020" y="113677"/>
                  </a:lnTo>
                  <a:lnTo>
                    <a:pt x="191096" y="113474"/>
                  </a:lnTo>
                  <a:lnTo>
                    <a:pt x="193433" y="113677"/>
                  </a:lnTo>
                  <a:lnTo>
                    <a:pt x="194233" y="116205"/>
                  </a:lnTo>
                  <a:lnTo>
                    <a:pt x="194233" y="111709"/>
                  </a:lnTo>
                  <a:lnTo>
                    <a:pt x="189357" y="111633"/>
                  </a:lnTo>
                  <a:lnTo>
                    <a:pt x="189357" y="113677"/>
                  </a:lnTo>
                  <a:lnTo>
                    <a:pt x="189280" y="114173"/>
                  </a:lnTo>
                  <a:lnTo>
                    <a:pt x="189103" y="115506"/>
                  </a:lnTo>
                  <a:lnTo>
                    <a:pt x="188861" y="115506"/>
                  </a:lnTo>
                  <a:lnTo>
                    <a:pt x="188582" y="115531"/>
                  </a:lnTo>
                  <a:lnTo>
                    <a:pt x="187566" y="115862"/>
                  </a:lnTo>
                  <a:lnTo>
                    <a:pt x="186944" y="115506"/>
                  </a:lnTo>
                  <a:lnTo>
                    <a:pt x="187439" y="115506"/>
                  </a:lnTo>
                  <a:lnTo>
                    <a:pt x="186753" y="114173"/>
                  </a:lnTo>
                  <a:lnTo>
                    <a:pt x="187286" y="114173"/>
                  </a:lnTo>
                  <a:lnTo>
                    <a:pt x="188264" y="113677"/>
                  </a:lnTo>
                  <a:lnTo>
                    <a:pt x="189357" y="113677"/>
                  </a:lnTo>
                  <a:lnTo>
                    <a:pt x="189357" y="111633"/>
                  </a:lnTo>
                  <a:lnTo>
                    <a:pt x="184404" y="111556"/>
                  </a:lnTo>
                  <a:lnTo>
                    <a:pt x="184404" y="116713"/>
                  </a:lnTo>
                  <a:lnTo>
                    <a:pt x="184188" y="116700"/>
                  </a:lnTo>
                  <a:lnTo>
                    <a:pt x="183832" y="116370"/>
                  </a:lnTo>
                  <a:lnTo>
                    <a:pt x="182981" y="115506"/>
                  </a:lnTo>
                  <a:lnTo>
                    <a:pt x="182232" y="114173"/>
                  </a:lnTo>
                  <a:lnTo>
                    <a:pt x="182587" y="114173"/>
                  </a:lnTo>
                  <a:lnTo>
                    <a:pt x="182651" y="113474"/>
                  </a:lnTo>
                  <a:lnTo>
                    <a:pt x="184264" y="113474"/>
                  </a:lnTo>
                  <a:lnTo>
                    <a:pt x="184315" y="114173"/>
                  </a:lnTo>
                  <a:lnTo>
                    <a:pt x="184404" y="116713"/>
                  </a:lnTo>
                  <a:lnTo>
                    <a:pt x="184404" y="111556"/>
                  </a:lnTo>
                  <a:lnTo>
                    <a:pt x="182651" y="111518"/>
                  </a:lnTo>
                  <a:lnTo>
                    <a:pt x="181533" y="111493"/>
                  </a:lnTo>
                  <a:lnTo>
                    <a:pt x="181533" y="114173"/>
                  </a:lnTo>
                  <a:lnTo>
                    <a:pt x="179717" y="116370"/>
                  </a:lnTo>
                  <a:lnTo>
                    <a:pt x="179298" y="116395"/>
                  </a:lnTo>
                  <a:lnTo>
                    <a:pt x="178676" y="115506"/>
                  </a:lnTo>
                  <a:lnTo>
                    <a:pt x="177800" y="114173"/>
                  </a:lnTo>
                  <a:lnTo>
                    <a:pt x="177876" y="113677"/>
                  </a:lnTo>
                  <a:lnTo>
                    <a:pt x="177965" y="113093"/>
                  </a:lnTo>
                  <a:lnTo>
                    <a:pt x="178193" y="113093"/>
                  </a:lnTo>
                  <a:lnTo>
                    <a:pt x="179997" y="112737"/>
                  </a:lnTo>
                  <a:lnTo>
                    <a:pt x="180086" y="112903"/>
                  </a:lnTo>
                  <a:lnTo>
                    <a:pt x="180187" y="113093"/>
                  </a:lnTo>
                  <a:lnTo>
                    <a:pt x="180797" y="114173"/>
                  </a:lnTo>
                  <a:lnTo>
                    <a:pt x="181533" y="114173"/>
                  </a:lnTo>
                  <a:lnTo>
                    <a:pt x="181533" y="111493"/>
                  </a:lnTo>
                  <a:lnTo>
                    <a:pt x="175641" y="111315"/>
                  </a:lnTo>
                  <a:lnTo>
                    <a:pt x="175641" y="116166"/>
                  </a:lnTo>
                  <a:lnTo>
                    <a:pt x="174498" y="116090"/>
                  </a:lnTo>
                  <a:lnTo>
                    <a:pt x="173443" y="114173"/>
                  </a:lnTo>
                  <a:lnTo>
                    <a:pt x="172897" y="113474"/>
                  </a:lnTo>
                  <a:lnTo>
                    <a:pt x="172720" y="113474"/>
                  </a:lnTo>
                  <a:lnTo>
                    <a:pt x="172808" y="113093"/>
                  </a:lnTo>
                  <a:lnTo>
                    <a:pt x="172897" y="112737"/>
                  </a:lnTo>
                  <a:lnTo>
                    <a:pt x="172999" y="112356"/>
                  </a:lnTo>
                  <a:lnTo>
                    <a:pt x="174764" y="112356"/>
                  </a:lnTo>
                  <a:lnTo>
                    <a:pt x="174866" y="113677"/>
                  </a:lnTo>
                  <a:lnTo>
                    <a:pt x="174904" y="114173"/>
                  </a:lnTo>
                  <a:lnTo>
                    <a:pt x="175374" y="115506"/>
                  </a:lnTo>
                  <a:lnTo>
                    <a:pt x="175641" y="116166"/>
                  </a:lnTo>
                  <a:lnTo>
                    <a:pt x="175641" y="111315"/>
                  </a:lnTo>
                  <a:lnTo>
                    <a:pt x="170789" y="111163"/>
                  </a:lnTo>
                  <a:lnTo>
                    <a:pt x="170789" y="114173"/>
                  </a:lnTo>
                  <a:lnTo>
                    <a:pt x="168821" y="115506"/>
                  </a:lnTo>
                  <a:lnTo>
                    <a:pt x="168592" y="115506"/>
                  </a:lnTo>
                  <a:lnTo>
                    <a:pt x="168160" y="116852"/>
                  </a:lnTo>
                  <a:lnTo>
                    <a:pt x="167678" y="116852"/>
                  </a:lnTo>
                  <a:lnTo>
                    <a:pt x="166484" y="116370"/>
                  </a:lnTo>
                  <a:lnTo>
                    <a:pt x="165684" y="116370"/>
                  </a:lnTo>
                  <a:lnTo>
                    <a:pt x="165798" y="114173"/>
                  </a:lnTo>
                  <a:lnTo>
                    <a:pt x="165925" y="113677"/>
                  </a:lnTo>
                  <a:lnTo>
                    <a:pt x="165976" y="113474"/>
                  </a:lnTo>
                  <a:lnTo>
                    <a:pt x="164363" y="113474"/>
                  </a:lnTo>
                  <a:lnTo>
                    <a:pt x="168097" y="113093"/>
                  </a:lnTo>
                  <a:lnTo>
                    <a:pt x="170014" y="113093"/>
                  </a:lnTo>
                  <a:lnTo>
                    <a:pt x="170129" y="113677"/>
                  </a:lnTo>
                  <a:lnTo>
                    <a:pt x="170218" y="114173"/>
                  </a:lnTo>
                  <a:lnTo>
                    <a:pt x="170789" y="114173"/>
                  </a:lnTo>
                  <a:lnTo>
                    <a:pt x="170789" y="111163"/>
                  </a:lnTo>
                  <a:lnTo>
                    <a:pt x="164338" y="110972"/>
                  </a:lnTo>
                  <a:lnTo>
                    <a:pt x="164338" y="114173"/>
                  </a:lnTo>
                  <a:lnTo>
                    <a:pt x="163703" y="115036"/>
                  </a:lnTo>
                  <a:lnTo>
                    <a:pt x="163703" y="116852"/>
                  </a:lnTo>
                  <a:lnTo>
                    <a:pt x="163398" y="116852"/>
                  </a:lnTo>
                  <a:lnTo>
                    <a:pt x="163322" y="116725"/>
                  </a:lnTo>
                  <a:lnTo>
                    <a:pt x="163601" y="116725"/>
                  </a:lnTo>
                  <a:lnTo>
                    <a:pt x="163703" y="116852"/>
                  </a:lnTo>
                  <a:lnTo>
                    <a:pt x="163703" y="115036"/>
                  </a:lnTo>
                  <a:lnTo>
                    <a:pt x="163347" y="115506"/>
                  </a:lnTo>
                  <a:lnTo>
                    <a:pt x="162699" y="115506"/>
                  </a:lnTo>
                  <a:lnTo>
                    <a:pt x="162699" y="116370"/>
                  </a:lnTo>
                  <a:lnTo>
                    <a:pt x="162966" y="116014"/>
                  </a:lnTo>
                  <a:lnTo>
                    <a:pt x="163156" y="116370"/>
                  </a:lnTo>
                  <a:lnTo>
                    <a:pt x="163309" y="116370"/>
                  </a:lnTo>
                  <a:lnTo>
                    <a:pt x="163436" y="116535"/>
                  </a:lnTo>
                  <a:lnTo>
                    <a:pt x="163220" y="116509"/>
                  </a:lnTo>
                  <a:lnTo>
                    <a:pt x="163156" y="116370"/>
                  </a:lnTo>
                  <a:lnTo>
                    <a:pt x="162699" y="116370"/>
                  </a:lnTo>
                  <a:lnTo>
                    <a:pt x="162509" y="116446"/>
                  </a:lnTo>
                  <a:lnTo>
                    <a:pt x="161302" y="114173"/>
                  </a:lnTo>
                  <a:lnTo>
                    <a:pt x="161213" y="113677"/>
                  </a:lnTo>
                  <a:lnTo>
                    <a:pt x="161086" y="113093"/>
                  </a:lnTo>
                  <a:lnTo>
                    <a:pt x="163360" y="113093"/>
                  </a:lnTo>
                  <a:lnTo>
                    <a:pt x="164338" y="114173"/>
                  </a:lnTo>
                  <a:lnTo>
                    <a:pt x="164338" y="110972"/>
                  </a:lnTo>
                  <a:lnTo>
                    <a:pt x="159994" y="110845"/>
                  </a:lnTo>
                  <a:lnTo>
                    <a:pt x="159994" y="116852"/>
                  </a:lnTo>
                  <a:lnTo>
                    <a:pt x="156959" y="116852"/>
                  </a:lnTo>
                  <a:lnTo>
                    <a:pt x="156895" y="116725"/>
                  </a:lnTo>
                  <a:lnTo>
                    <a:pt x="159893" y="116725"/>
                  </a:lnTo>
                  <a:lnTo>
                    <a:pt x="159994" y="116852"/>
                  </a:lnTo>
                  <a:lnTo>
                    <a:pt x="159994" y="110845"/>
                  </a:lnTo>
                  <a:lnTo>
                    <a:pt x="159588" y="110832"/>
                  </a:lnTo>
                  <a:lnTo>
                    <a:pt x="159588" y="116166"/>
                  </a:lnTo>
                  <a:lnTo>
                    <a:pt x="156375" y="115849"/>
                  </a:lnTo>
                  <a:lnTo>
                    <a:pt x="156171" y="115506"/>
                  </a:lnTo>
                  <a:lnTo>
                    <a:pt x="156121" y="115303"/>
                  </a:lnTo>
                  <a:lnTo>
                    <a:pt x="156121" y="116852"/>
                  </a:lnTo>
                  <a:lnTo>
                    <a:pt x="151485" y="116852"/>
                  </a:lnTo>
                  <a:lnTo>
                    <a:pt x="151650" y="116725"/>
                  </a:lnTo>
                  <a:lnTo>
                    <a:pt x="155943" y="116725"/>
                  </a:lnTo>
                  <a:lnTo>
                    <a:pt x="156121" y="116852"/>
                  </a:lnTo>
                  <a:lnTo>
                    <a:pt x="156121" y="115303"/>
                  </a:lnTo>
                  <a:lnTo>
                    <a:pt x="155600" y="113093"/>
                  </a:lnTo>
                  <a:lnTo>
                    <a:pt x="158127" y="112356"/>
                  </a:lnTo>
                  <a:lnTo>
                    <a:pt x="159524" y="114173"/>
                  </a:lnTo>
                  <a:lnTo>
                    <a:pt x="159588" y="116166"/>
                  </a:lnTo>
                  <a:lnTo>
                    <a:pt x="159588" y="110832"/>
                  </a:lnTo>
                  <a:lnTo>
                    <a:pt x="154533" y="110680"/>
                  </a:lnTo>
                  <a:lnTo>
                    <a:pt x="154533" y="115671"/>
                  </a:lnTo>
                  <a:lnTo>
                    <a:pt x="153187" y="115544"/>
                  </a:lnTo>
                  <a:lnTo>
                    <a:pt x="152895" y="115506"/>
                  </a:lnTo>
                  <a:lnTo>
                    <a:pt x="152552" y="115481"/>
                  </a:lnTo>
                  <a:lnTo>
                    <a:pt x="150507" y="114312"/>
                  </a:lnTo>
                  <a:lnTo>
                    <a:pt x="150507" y="116852"/>
                  </a:lnTo>
                  <a:lnTo>
                    <a:pt x="143230" y="116852"/>
                  </a:lnTo>
                  <a:lnTo>
                    <a:pt x="143179" y="116725"/>
                  </a:lnTo>
                  <a:lnTo>
                    <a:pt x="144945" y="116725"/>
                  </a:lnTo>
                  <a:lnTo>
                    <a:pt x="145275" y="116725"/>
                  </a:lnTo>
                  <a:lnTo>
                    <a:pt x="150418" y="116725"/>
                  </a:lnTo>
                  <a:lnTo>
                    <a:pt x="150507" y="116852"/>
                  </a:lnTo>
                  <a:lnTo>
                    <a:pt x="150507" y="114312"/>
                  </a:lnTo>
                  <a:lnTo>
                    <a:pt x="150266" y="114173"/>
                  </a:lnTo>
                  <a:lnTo>
                    <a:pt x="150939" y="114173"/>
                  </a:lnTo>
                  <a:lnTo>
                    <a:pt x="151066" y="113677"/>
                  </a:lnTo>
                  <a:lnTo>
                    <a:pt x="151117" y="113474"/>
                  </a:lnTo>
                  <a:lnTo>
                    <a:pt x="151206" y="113093"/>
                  </a:lnTo>
                  <a:lnTo>
                    <a:pt x="151892" y="112737"/>
                  </a:lnTo>
                  <a:lnTo>
                    <a:pt x="152615" y="112356"/>
                  </a:lnTo>
                  <a:lnTo>
                    <a:pt x="153212" y="112356"/>
                  </a:lnTo>
                  <a:lnTo>
                    <a:pt x="153339" y="112903"/>
                  </a:lnTo>
                  <a:lnTo>
                    <a:pt x="153390" y="113093"/>
                  </a:lnTo>
                  <a:lnTo>
                    <a:pt x="153479" y="113474"/>
                  </a:lnTo>
                  <a:lnTo>
                    <a:pt x="153517" y="113677"/>
                  </a:lnTo>
                  <a:lnTo>
                    <a:pt x="153631" y="114173"/>
                  </a:lnTo>
                  <a:lnTo>
                    <a:pt x="154495" y="115506"/>
                  </a:lnTo>
                  <a:lnTo>
                    <a:pt x="154330" y="115506"/>
                  </a:lnTo>
                  <a:lnTo>
                    <a:pt x="154533" y="115671"/>
                  </a:lnTo>
                  <a:lnTo>
                    <a:pt x="154533" y="110680"/>
                  </a:lnTo>
                  <a:lnTo>
                    <a:pt x="151447" y="110578"/>
                  </a:lnTo>
                  <a:lnTo>
                    <a:pt x="149606" y="110502"/>
                  </a:lnTo>
                  <a:lnTo>
                    <a:pt x="149606" y="115328"/>
                  </a:lnTo>
                  <a:lnTo>
                    <a:pt x="146875" y="115328"/>
                  </a:lnTo>
                  <a:lnTo>
                    <a:pt x="146227" y="114173"/>
                  </a:lnTo>
                  <a:lnTo>
                    <a:pt x="146227" y="112903"/>
                  </a:lnTo>
                  <a:lnTo>
                    <a:pt x="146227" y="112737"/>
                  </a:lnTo>
                  <a:lnTo>
                    <a:pt x="149148" y="112903"/>
                  </a:lnTo>
                  <a:lnTo>
                    <a:pt x="149250" y="113474"/>
                  </a:lnTo>
                  <a:lnTo>
                    <a:pt x="149301" y="113677"/>
                  </a:lnTo>
                  <a:lnTo>
                    <a:pt x="149390" y="114173"/>
                  </a:lnTo>
                  <a:lnTo>
                    <a:pt x="149606" y="115328"/>
                  </a:lnTo>
                  <a:lnTo>
                    <a:pt x="149606" y="110502"/>
                  </a:lnTo>
                  <a:lnTo>
                    <a:pt x="145326" y="110324"/>
                  </a:lnTo>
                  <a:lnTo>
                    <a:pt x="144945" y="110312"/>
                  </a:lnTo>
                  <a:lnTo>
                    <a:pt x="144945" y="114173"/>
                  </a:lnTo>
                  <a:lnTo>
                    <a:pt x="144945" y="115328"/>
                  </a:lnTo>
                  <a:lnTo>
                    <a:pt x="143040" y="115328"/>
                  </a:lnTo>
                  <a:lnTo>
                    <a:pt x="143040" y="116852"/>
                  </a:lnTo>
                  <a:lnTo>
                    <a:pt x="138988" y="116852"/>
                  </a:lnTo>
                  <a:lnTo>
                    <a:pt x="138760" y="116751"/>
                  </a:lnTo>
                  <a:lnTo>
                    <a:pt x="142786" y="116725"/>
                  </a:lnTo>
                  <a:lnTo>
                    <a:pt x="143040" y="116852"/>
                  </a:lnTo>
                  <a:lnTo>
                    <a:pt x="143040" y="115328"/>
                  </a:lnTo>
                  <a:lnTo>
                    <a:pt x="142646" y="115328"/>
                  </a:lnTo>
                  <a:lnTo>
                    <a:pt x="142316" y="114173"/>
                  </a:lnTo>
                  <a:lnTo>
                    <a:pt x="142430" y="113677"/>
                  </a:lnTo>
                  <a:lnTo>
                    <a:pt x="142481" y="113474"/>
                  </a:lnTo>
                  <a:lnTo>
                    <a:pt x="142557" y="113093"/>
                  </a:lnTo>
                  <a:lnTo>
                    <a:pt x="142608" y="112903"/>
                  </a:lnTo>
                  <a:lnTo>
                    <a:pt x="144284" y="112903"/>
                  </a:lnTo>
                  <a:lnTo>
                    <a:pt x="144386" y="113093"/>
                  </a:lnTo>
                  <a:lnTo>
                    <a:pt x="144945" y="114173"/>
                  </a:lnTo>
                  <a:lnTo>
                    <a:pt x="144945" y="110312"/>
                  </a:lnTo>
                  <a:lnTo>
                    <a:pt x="140982" y="110147"/>
                  </a:lnTo>
                  <a:lnTo>
                    <a:pt x="140982" y="115328"/>
                  </a:lnTo>
                  <a:lnTo>
                    <a:pt x="140639" y="115328"/>
                  </a:lnTo>
                  <a:lnTo>
                    <a:pt x="137655" y="115239"/>
                  </a:lnTo>
                  <a:lnTo>
                    <a:pt x="137185" y="114173"/>
                  </a:lnTo>
                  <a:lnTo>
                    <a:pt x="137172" y="113474"/>
                  </a:lnTo>
                  <a:lnTo>
                    <a:pt x="137414" y="112903"/>
                  </a:lnTo>
                  <a:lnTo>
                    <a:pt x="139242" y="112903"/>
                  </a:lnTo>
                  <a:lnTo>
                    <a:pt x="140500" y="113677"/>
                  </a:lnTo>
                  <a:lnTo>
                    <a:pt x="140728" y="114173"/>
                  </a:lnTo>
                  <a:lnTo>
                    <a:pt x="140982" y="115328"/>
                  </a:lnTo>
                  <a:lnTo>
                    <a:pt x="140982" y="110147"/>
                  </a:lnTo>
                  <a:lnTo>
                    <a:pt x="135636" y="109918"/>
                  </a:lnTo>
                  <a:lnTo>
                    <a:pt x="135636" y="116852"/>
                  </a:lnTo>
                  <a:lnTo>
                    <a:pt x="134226" y="116852"/>
                  </a:lnTo>
                  <a:lnTo>
                    <a:pt x="134226" y="116725"/>
                  </a:lnTo>
                  <a:lnTo>
                    <a:pt x="135572" y="116725"/>
                  </a:lnTo>
                  <a:lnTo>
                    <a:pt x="135636" y="116852"/>
                  </a:lnTo>
                  <a:lnTo>
                    <a:pt x="135636" y="109918"/>
                  </a:lnTo>
                  <a:lnTo>
                    <a:pt x="134785" y="109880"/>
                  </a:lnTo>
                  <a:lnTo>
                    <a:pt x="134785" y="112356"/>
                  </a:lnTo>
                  <a:lnTo>
                    <a:pt x="134785" y="115150"/>
                  </a:lnTo>
                  <a:lnTo>
                    <a:pt x="134213" y="115138"/>
                  </a:lnTo>
                  <a:lnTo>
                    <a:pt x="133629" y="114274"/>
                  </a:lnTo>
                  <a:lnTo>
                    <a:pt x="133629" y="116852"/>
                  </a:lnTo>
                  <a:lnTo>
                    <a:pt x="127406" y="116852"/>
                  </a:lnTo>
                  <a:lnTo>
                    <a:pt x="127469" y="116725"/>
                  </a:lnTo>
                  <a:lnTo>
                    <a:pt x="133235" y="116725"/>
                  </a:lnTo>
                  <a:lnTo>
                    <a:pt x="133629" y="116852"/>
                  </a:lnTo>
                  <a:lnTo>
                    <a:pt x="133629" y="114274"/>
                  </a:lnTo>
                  <a:lnTo>
                    <a:pt x="133057" y="114173"/>
                  </a:lnTo>
                  <a:lnTo>
                    <a:pt x="132219" y="112737"/>
                  </a:lnTo>
                  <a:lnTo>
                    <a:pt x="134785" y="112356"/>
                  </a:lnTo>
                  <a:lnTo>
                    <a:pt x="134785" y="109880"/>
                  </a:lnTo>
                  <a:lnTo>
                    <a:pt x="134137" y="109842"/>
                  </a:lnTo>
                  <a:lnTo>
                    <a:pt x="130441" y="109842"/>
                  </a:lnTo>
                  <a:lnTo>
                    <a:pt x="130441" y="115023"/>
                  </a:lnTo>
                  <a:lnTo>
                    <a:pt x="128282" y="114947"/>
                  </a:lnTo>
                  <a:lnTo>
                    <a:pt x="126746" y="113093"/>
                  </a:lnTo>
                  <a:lnTo>
                    <a:pt x="126669" y="112903"/>
                  </a:lnTo>
                  <a:lnTo>
                    <a:pt x="126593" y="112737"/>
                  </a:lnTo>
                  <a:lnTo>
                    <a:pt x="126542" y="112598"/>
                  </a:lnTo>
                  <a:lnTo>
                    <a:pt x="126428" y="112356"/>
                  </a:lnTo>
                  <a:lnTo>
                    <a:pt x="126161" y="111747"/>
                  </a:lnTo>
                  <a:lnTo>
                    <a:pt x="128333" y="111747"/>
                  </a:lnTo>
                  <a:lnTo>
                    <a:pt x="129463" y="114173"/>
                  </a:lnTo>
                  <a:lnTo>
                    <a:pt x="129070" y="114173"/>
                  </a:lnTo>
                  <a:lnTo>
                    <a:pt x="130441" y="115023"/>
                  </a:lnTo>
                  <a:lnTo>
                    <a:pt x="130441" y="109842"/>
                  </a:lnTo>
                  <a:lnTo>
                    <a:pt x="125603" y="109842"/>
                  </a:lnTo>
                  <a:lnTo>
                    <a:pt x="125603" y="114846"/>
                  </a:lnTo>
                  <a:lnTo>
                    <a:pt x="124142" y="114795"/>
                  </a:lnTo>
                  <a:lnTo>
                    <a:pt x="121831" y="112356"/>
                  </a:lnTo>
                  <a:lnTo>
                    <a:pt x="122072" y="111518"/>
                  </a:lnTo>
                  <a:lnTo>
                    <a:pt x="124117" y="111747"/>
                  </a:lnTo>
                  <a:lnTo>
                    <a:pt x="125260" y="114173"/>
                  </a:lnTo>
                  <a:lnTo>
                    <a:pt x="125603" y="114846"/>
                  </a:lnTo>
                  <a:lnTo>
                    <a:pt x="125603" y="109842"/>
                  </a:lnTo>
                  <a:lnTo>
                    <a:pt x="121577" y="109842"/>
                  </a:lnTo>
                  <a:lnTo>
                    <a:pt x="121577" y="114693"/>
                  </a:lnTo>
                  <a:lnTo>
                    <a:pt x="118732" y="114592"/>
                  </a:lnTo>
                  <a:lnTo>
                    <a:pt x="119913" y="114274"/>
                  </a:lnTo>
                  <a:lnTo>
                    <a:pt x="121577" y="114693"/>
                  </a:lnTo>
                  <a:lnTo>
                    <a:pt x="121577" y="109842"/>
                  </a:lnTo>
                  <a:lnTo>
                    <a:pt x="121208" y="109842"/>
                  </a:lnTo>
                  <a:lnTo>
                    <a:pt x="121208" y="114173"/>
                  </a:lnTo>
                  <a:lnTo>
                    <a:pt x="120281" y="114173"/>
                  </a:lnTo>
                  <a:lnTo>
                    <a:pt x="119532" y="114173"/>
                  </a:lnTo>
                  <a:lnTo>
                    <a:pt x="118211" y="114173"/>
                  </a:lnTo>
                  <a:lnTo>
                    <a:pt x="117690" y="113677"/>
                  </a:lnTo>
                  <a:lnTo>
                    <a:pt x="117360" y="113474"/>
                  </a:lnTo>
                  <a:lnTo>
                    <a:pt x="116624" y="111747"/>
                  </a:lnTo>
                  <a:lnTo>
                    <a:pt x="116865" y="111518"/>
                  </a:lnTo>
                  <a:lnTo>
                    <a:pt x="117741" y="110680"/>
                  </a:lnTo>
                  <a:lnTo>
                    <a:pt x="119519" y="112356"/>
                  </a:lnTo>
                  <a:lnTo>
                    <a:pt x="121208" y="114173"/>
                  </a:lnTo>
                  <a:lnTo>
                    <a:pt x="121208" y="109842"/>
                  </a:lnTo>
                  <a:lnTo>
                    <a:pt x="116662" y="109842"/>
                  </a:lnTo>
                  <a:lnTo>
                    <a:pt x="115303" y="109791"/>
                  </a:lnTo>
                  <a:lnTo>
                    <a:pt x="115303" y="114452"/>
                  </a:lnTo>
                  <a:lnTo>
                    <a:pt x="115062" y="114439"/>
                  </a:lnTo>
                  <a:lnTo>
                    <a:pt x="114261" y="114490"/>
                  </a:lnTo>
                  <a:lnTo>
                    <a:pt x="114541" y="114173"/>
                  </a:lnTo>
                  <a:lnTo>
                    <a:pt x="113728" y="114173"/>
                  </a:lnTo>
                  <a:lnTo>
                    <a:pt x="112991" y="113677"/>
                  </a:lnTo>
                  <a:lnTo>
                    <a:pt x="111925" y="112737"/>
                  </a:lnTo>
                  <a:lnTo>
                    <a:pt x="111861" y="112598"/>
                  </a:lnTo>
                  <a:lnTo>
                    <a:pt x="111747" y="112356"/>
                  </a:lnTo>
                  <a:lnTo>
                    <a:pt x="111353" y="111518"/>
                  </a:lnTo>
                  <a:lnTo>
                    <a:pt x="113398" y="111518"/>
                  </a:lnTo>
                  <a:lnTo>
                    <a:pt x="115125" y="114173"/>
                  </a:lnTo>
                  <a:lnTo>
                    <a:pt x="115303" y="114452"/>
                  </a:lnTo>
                  <a:lnTo>
                    <a:pt x="115303" y="109791"/>
                  </a:lnTo>
                  <a:lnTo>
                    <a:pt x="109677" y="109537"/>
                  </a:lnTo>
                  <a:lnTo>
                    <a:pt x="109677" y="114173"/>
                  </a:lnTo>
                  <a:lnTo>
                    <a:pt x="109575" y="114744"/>
                  </a:lnTo>
                  <a:lnTo>
                    <a:pt x="106857" y="114896"/>
                  </a:lnTo>
                  <a:lnTo>
                    <a:pt x="105600" y="112712"/>
                  </a:lnTo>
                  <a:lnTo>
                    <a:pt x="105600" y="114947"/>
                  </a:lnTo>
                  <a:lnTo>
                    <a:pt x="101968" y="114947"/>
                  </a:lnTo>
                  <a:lnTo>
                    <a:pt x="101396" y="114173"/>
                  </a:lnTo>
                  <a:lnTo>
                    <a:pt x="101409" y="110883"/>
                  </a:lnTo>
                  <a:lnTo>
                    <a:pt x="103492" y="112356"/>
                  </a:lnTo>
                  <a:lnTo>
                    <a:pt x="103289" y="112356"/>
                  </a:lnTo>
                  <a:lnTo>
                    <a:pt x="104533" y="114173"/>
                  </a:lnTo>
                  <a:lnTo>
                    <a:pt x="105600" y="114947"/>
                  </a:lnTo>
                  <a:lnTo>
                    <a:pt x="105600" y="112712"/>
                  </a:lnTo>
                  <a:lnTo>
                    <a:pt x="104698" y="110883"/>
                  </a:lnTo>
                  <a:lnTo>
                    <a:pt x="104597" y="110680"/>
                  </a:lnTo>
                  <a:lnTo>
                    <a:pt x="108775" y="111747"/>
                  </a:lnTo>
                  <a:lnTo>
                    <a:pt x="109499" y="111747"/>
                  </a:lnTo>
                  <a:lnTo>
                    <a:pt x="109639" y="112356"/>
                  </a:lnTo>
                  <a:lnTo>
                    <a:pt x="109677" y="114173"/>
                  </a:lnTo>
                  <a:lnTo>
                    <a:pt x="109677" y="109537"/>
                  </a:lnTo>
                  <a:lnTo>
                    <a:pt x="109550" y="109524"/>
                  </a:lnTo>
                  <a:lnTo>
                    <a:pt x="100393" y="109347"/>
                  </a:lnTo>
                  <a:lnTo>
                    <a:pt x="100393" y="114947"/>
                  </a:lnTo>
                  <a:lnTo>
                    <a:pt x="98844" y="114947"/>
                  </a:lnTo>
                  <a:lnTo>
                    <a:pt x="97307" y="113677"/>
                  </a:lnTo>
                  <a:lnTo>
                    <a:pt x="96951" y="113474"/>
                  </a:lnTo>
                  <a:lnTo>
                    <a:pt x="95796" y="111747"/>
                  </a:lnTo>
                  <a:lnTo>
                    <a:pt x="96570" y="110883"/>
                  </a:lnTo>
                  <a:lnTo>
                    <a:pt x="98539" y="111518"/>
                  </a:lnTo>
                  <a:lnTo>
                    <a:pt x="99720" y="113474"/>
                  </a:lnTo>
                  <a:lnTo>
                    <a:pt x="99796" y="113677"/>
                  </a:lnTo>
                  <a:lnTo>
                    <a:pt x="100393" y="114947"/>
                  </a:lnTo>
                  <a:lnTo>
                    <a:pt x="100393" y="109347"/>
                  </a:lnTo>
                  <a:lnTo>
                    <a:pt x="95135" y="109232"/>
                  </a:lnTo>
                  <a:lnTo>
                    <a:pt x="94081" y="109232"/>
                  </a:lnTo>
                  <a:lnTo>
                    <a:pt x="94081" y="114947"/>
                  </a:lnTo>
                  <a:lnTo>
                    <a:pt x="93954" y="114795"/>
                  </a:lnTo>
                  <a:lnTo>
                    <a:pt x="94081" y="114947"/>
                  </a:lnTo>
                  <a:lnTo>
                    <a:pt x="94081" y="109232"/>
                  </a:lnTo>
                  <a:lnTo>
                    <a:pt x="93853" y="109232"/>
                  </a:lnTo>
                  <a:lnTo>
                    <a:pt x="93853" y="114173"/>
                  </a:lnTo>
                  <a:lnTo>
                    <a:pt x="93472" y="114173"/>
                  </a:lnTo>
                  <a:lnTo>
                    <a:pt x="93154" y="113779"/>
                  </a:lnTo>
                  <a:lnTo>
                    <a:pt x="92798" y="114173"/>
                  </a:lnTo>
                  <a:lnTo>
                    <a:pt x="91782" y="114173"/>
                  </a:lnTo>
                  <a:lnTo>
                    <a:pt x="91782" y="114947"/>
                  </a:lnTo>
                  <a:lnTo>
                    <a:pt x="91655" y="114947"/>
                  </a:lnTo>
                  <a:lnTo>
                    <a:pt x="91782" y="114947"/>
                  </a:lnTo>
                  <a:lnTo>
                    <a:pt x="91782" y="114173"/>
                  </a:lnTo>
                  <a:lnTo>
                    <a:pt x="91224" y="114173"/>
                  </a:lnTo>
                  <a:lnTo>
                    <a:pt x="90716" y="113474"/>
                  </a:lnTo>
                  <a:lnTo>
                    <a:pt x="89903" y="113093"/>
                  </a:lnTo>
                  <a:lnTo>
                    <a:pt x="89166" y="112356"/>
                  </a:lnTo>
                  <a:lnTo>
                    <a:pt x="88658" y="111747"/>
                  </a:lnTo>
                  <a:lnTo>
                    <a:pt x="88658" y="110680"/>
                  </a:lnTo>
                  <a:lnTo>
                    <a:pt x="92595" y="110883"/>
                  </a:lnTo>
                  <a:lnTo>
                    <a:pt x="92684" y="111074"/>
                  </a:lnTo>
                  <a:lnTo>
                    <a:pt x="92760" y="111226"/>
                  </a:lnTo>
                  <a:lnTo>
                    <a:pt x="93624" y="113093"/>
                  </a:lnTo>
                  <a:lnTo>
                    <a:pt x="93738" y="113474"/>
                  </a:lnTo>
                  <a:lnTo>
                    <a:pt x="93853" y="114173"/>
                  </a:lnTo>
                  <a:lnTo>
                    <a:pt x="93853" y="109232"/>
                  </a:lnTo>
                  <a:lnTo>
                    <a:pt x="87807" y="109232"/>
                  </a:lnTo>
                  <a:lnTo>
                    <a:pt x="87807" y="114947"/>
                  </a:lnTo>
                  <a:lnTo>
                    <a:pt x="86436" y="114947"/>
                  </a:lnTo>
                  <a:lnTo>
                    <a:pt x="83604" y="110578"/>
                  </a:lnTo>
                  <a:lnTo>
                    <a:pt x="83553" y="114947"/>
                  </a:lnTo>
                  <a:lnTo>
                    <a:pt x="81153" y="114947"/>
                  </a:lnTo>
                  <a:lnTo>
                    <a:pt x="80670" y="114173"/>
                  </a:lnTo>
                  <a:lnTo>
                    <a:pt x="79463" y="112395"/>
                  </a:lnTo>
                  <a:lnTo>
                    <a:pt x="79463" y="114947"/>
                  </a:lnTo>
                  <a:lnTo>
                    <a:pt x="76441" y="114947"/>
                  </a:lnTo>
                  <a:lnTo>
                    <a:pt x="75552" y="113677"/>
                  </a:lnTo>
                  <a:lnTo>
                    <a:pt x="75476" y="113474"/>
                  </a:lnTo>
                  <a:lnTo>
                    <a:pt x="75311" y="113093"/>
                  </a:lnTo>
                  <a:lnTo>
                    <a:pt x="75196" y="112903"/>
                  </a:lnTo>
                  <a:lnTo>
                    <a:pt x="75095" y="111518"/>
                  </a:lnTo>
                  <a:lnTo>
                    <a:pt x="77038" y="111074"/>
                  </a:lnTo>
                  <a:lnTo>
                    <a:pt x="77101" y="111226"/>
                  </a:lnTo>
                  <a:lnTo>
                    <a:pt x="77203" y="111518"/>
                  </a:lnTo>
                  <a:lnTo>
                    <a:pt x="77304" y="111747"/>
                  </a:lnTo>
                  <a:lnTo>
                    <a:pt x="77978" y="113474"/>
                  </a:lnTo>
                  <a:lnTo>
                    <a:pt x="78270" y="113677"/>
                  </a:lnTo>
                  <a:lnTo>
                    <a:pt x="79463" y="114947"/>
                  </a:lnTo>
                  <a:lnTo>
                    <a:pt x="79463" y="112395"/>
                  </a:lnTo>
                  <a:lnTo>
                    <a:pt x="79248" y="112356"/>
                  </a:lnTo>
                  <a:lnTo>
                    <a:pt x="79248" y="111074"/>
                  </a:lnTo>
                  <a:lnTo>
                    <a:pt x="79248" y="110883"/>
                  </a:lnTo>
                  <a:lnTo>
                    <a:pt x="82042" y="110680"/>
                  </a:lnTo>
                  <a:lnTo>
                    <a:pt x="82130" y="112903"/>
                  </a:lnTo>
                  <a:lnTo>
                    <a:pt x="83553" y="114947"/>
                  </a:lnTo>
                  <a:lnTo>
                    <a:pt x="83553" y="110477"/>
                  </a:lnTo>
                  <a:lnTo>
                    <a:pt x="83489" y="110324"/>
                  </a:lnTo>
                  <a:lnTo>
                    <a:pt x="85686" y="110578"/>
                  </a:lnTo>
                  <a:lnTo>
                    <a:pt x="86423" y="110578"/>
                  </a:lnTo>
                  <a:lnTo>
                    <a:pt x="86525" y="110883"/>
                  </a:lnTo>
                  <a:lnTo>
                    <a:pt x="86639" y="111226"/>
                  </a:lnTo>
                  <a:lnTo>
                    <a:pt x="86728" y="111518"/>
                  </a:lnTo>
                  <a:lnTo>
                    <a:pt x="86804" y="111747"/>
                  </a:lnTo>
                  <a:lnTo>
                    <a:pt x="87426" y="113677"/>
                  </a:lnTo>
                  <a:lnTo>
                    <a:pt x="87807" y="114947"/>
                  </a:lnTo>
                  <a:lnTo>
                    <a:pt x="87807" y="109232"/>
                  </a:lnTo>
                  <a:lnTo>
                    <a:pt x="81749" y="109232"/>
                  </a:lnTo>
                  <a:lnTo>
                    <a:pt x="74358" y="108889"/>
                  </a:lnTo>
                  <a:lnTo>
                    <a:pt x="73964" y="108877"/>
                  </a:lnTo>
                  <a:lnTo>
                    <a:pt x="73964" y="114947"/>
                  </a:lnTo>
                  <a:lnTo>
                    <a:pt x="71958" y="114947"/>
                  </a:lnTo>
                  <a:lnTo>
                    <a:pt x="71958" y="114173"/>
                  </a:lnTo>
                  <a:lnTo>
                    <a:pt x="72212" y="114173"/>
                  </a:lnTo>
                  <a:lnTo>
                    <a:pt x="71526" y="113677"/>
                  </a:lnTo>
                  <a:lnTo>
                    <a:pt x="71196" y="113474"/>
                  </a:lnTo>
                  <a:lnTo>
                    <a:pt x="71132" y="113093"/>
                  </a:lnTo>
                  <a:lnTo>
                    <a:pt x="71031" y="112356"/>
                  </a:lnTo>
                  <a:lnTo>
                    <a:pt x="70942" y="111747"/>
                  </a:lnTo>
                  <a:lnTo>
                    <a:pt x="70853" y="111226"/>
                  </a:lnTo>
                  <a:lnTo>
                    <a:pt x="71958" y="110883"/>
                  </a:lnTo>
                  <a:lnTo>
                    <a:pt x="73520" y="112356"/>
                  </a:lnTo>
                  <a:lnTo>
                    <a:pt x="73621" y="112903"/>
                  </a:lnTo>
                  <a:lnTo>
                    <a:pt x="73710" y="113474"/>
                  </a:lnTo>
                  <a:lnTo>
                    <a:pt x="73837" y="114173"/>
                  </a:lnTo>
                  <a:lnTo>
                    <a:pt x="73964" y="114947"/>
                  </a:lnTo>
                  <a:lnTo>
                    <a:pt x="73964" y="108877"/>
                  </a:lnTo>
                  <a:lnTo>
                    <a:pt x="70345" y="108648"/>
                  </a:lnTo>
                  <a:lnTo>
                    <a:pt x="70345" y="114909"/>
                  </a:lnTo>
                  <a:lnTo>
                    <a:pt x="69684" y="114884"/>
                  </a:lnTo>
                  <a:lnTo>
                    <a:pt x="68694" y="113474"/>
                  </a:lnTo>
                  <a:lnTo>
                    <a:pt x="68529" y="113474"/>
                  </a:lnTo>
                  <a:lnTo>
                    <a:pt x="67475" y="113093"/>
                  </a:lnTo>
                  <a:lnTo>
                    <a:pt x="67398" y="112903"/>
                  </a:lnTo>
                  <a:lnTo>
                    <a:pt x="67322" y="112737"/>
                  </a:lnTo>
                  <a:lnTo>
                    <a:pt x="67259" y="112598"/>
                  </a:lnTo>
                  <a:lnTo>
                    <a:pt x="67157" y="112356"/>
                  </a:lnTo>
                  <a:lnTo>
                    <a:pt x="66649" y="111226"/>
                  </a:lnTo>
                  <a:lnTo>
                    <a:pt x="66649" y="110121"/>
                  </a:lnTo>
                  <a:lnTo>
                    <a:pt x="66814" y="110121"/>
                  </a:lnTo>
                  <a:lnTo>
                    <a:pt x="67754" y="109842"/>
                  </a:lnTo>
                  <a:lnTo>
                    <a:pt x="69418" y="113474"/>
                  </a:lnTo>
                  <a:lnTo>
                    <a:pt x="69583" y="113677"/>
                  </a:lnTo>
                  <a:lnTo>
                    <a:pt x="70345" y="114909"/>
                  </a:lnTo>
                  <a:lnTo>
                    <a:pt x="70345" y="108648"/>
                  </a:lnTo>
                  <a:lnTo>
                    <a:pt x="66890" y="108419"/>
                  </a:lnTo>
                  <a:lnTo>
                    <a:pt x="63373" y="108572"/>
                  </a:lnTo>
                  <a:lnTo>
                    <a:pt x="63398" y="108889"/>
                  </a:lnTo>
                  <a:lnTo>
                    <a:pt x="63550" y="109232"/>
                  </a:lnTo>
                  <a:lnTo>
                    <a:pt x="63627" y="109524"/>
                  </a:lnTo>
                  <a:lnTo>
                    <a:pt x="63715" y="109842"/>
                  </a:lnTo>
                  <a:lnTo>
                    <a:pt x="63792" y="110121"/>
                  </a:lnTo>
                  <a:lnTo>
                    <a:pt x="63919" y="110578"/>
                  </a:lnTo>
                  <a:lnTo>
                    <a:pt x="63995" y="110883"/>
                  </a:lnTo>
                  <a:lnTo>
                    <a:pt x="64084" y="111226"/>
                  </a:lnTo>
                  <a:lnTo>
                    <a:pt x="64160" y="111518"/>
                  </a:lnTo>
                  <a:lnTo>
                    <a:pt x="64223" y="111747"/>
                  </a:lnTo>
                  <a:lnTo>
                    <a:pt x="64389" y="112356"/>
                  </a:lnTo>
                  <a:lnTo>
                    <a:pt x="64350" y="114719"/>
                  </a:lnTo>
                  <a:lnTo>
                    <a:pt x="63881" y="114693"/>
                  </a:lnTo>
                  <a:lnTo>
                    <a:pt x="63296" y="114566"/>
                  </a:lnTo>
                  <a:lnTo>
                    <a:pt x="64350" y="114719"/>
                  </a:lnTo>
                  <a:lnTo>
                    <a:pt x="64350" y="112356"/>
                  </a:lnTo>
                  <a:lnTo>
                    <a:pt x="64223" y="112356"/>
                  </a:lnTo>
                  <a:lnTo>
                    <a:pt x="64109" y="112737"/>
                  </a:lnTo>
                  <a:lnTo>
                    <a:pt x="63995" y="113093"/>
                  </a:lnTo>
                  <a:lnTo>
                    <a:pt x="63868" y="113474"/>
                  </a:lnTo>
                  <a:lnTo>
                    <a:pt x="63233" y="114173"/>
                  </a:lnTo>
                  <a:lnTo>
                    <a:pt x="61582" y="114173"/>
                  </a:lnTo>
                  <a:lnTo>
                    <a:pt x="61302" y="114109"/>
                  </a:lnTo>
                  <a:lnTo>
                    <a:pt x="61353" y="113677"/>
                  </a:lnTo>
                  <a:lnTo>
                    <a:pt x="61429" y="112903"/>
                  </a:lnTo>
                  <a:lnTo>
                    <a:pt x="61556" y="111747"/>
                  </a:lnTo>
                  <a:lnTo>
                    <a:pt x="61582" y="111518"/>
                  </a:lnTo>
                  <a:lnTo>
                    <a:pt x="61671" y="110578"/>
                  </a:lnTo>
                  <a:lnTo>
                    <a:pt x="61785" y="109524"/>
                  </a:lnTo>
                  <a:lnTo>
                    <a:pt x="63398" y="110121"/>
                  </a:lnTo>
                  <a:lnTo>
                    <a:pt x="63398" y="109524"/>
                  </a:lnTo>
                  <a:lnTo>
                    <a:pt x="63373" y="108572"/>
                  </a:lnTo>
                  <a:lnTo>
                    <a:pt x="60236" y="108572"/>
                  </a:lnTo>
                  <a:lnTo>
                    <a:pt x="60236" y="111518"/>
                  </a:lnTo>
                  <a:lnTo>
                    <a:pt x="57454" y="111226"/>
                  </a:lnTo>
                  <a:lnTo>
                    <a:pt x="57454" y="110578"/>
                  </a:lnTo>
                  <a:lnTo>
                    <a:pt x="59385" y="109575"/>
                  </a:lnTo>
                  <a:lnTo>
                    <a:pt x="60236" y="111518"/>
                  </a:lnTo>
                  <a:lnTo>
                    <a:pt x="60236" y="108572"/>
                  </a:lnTo>
                  <a:lnTo>
                    <a:pt x="59131" y="108572"/>
                  </a:lnTo>
                  <a:lnTo>
                    <a:pt x="53276" y="108089"/>
                  </a:lnTo>
                  <a:lnTo>
                    <a:pt x="55143" y="109524"/>
                  </a:lnTo>
                  <a:lnTo>
                    <a:pt x="55321" y="109842"/>
                  </a:lnTo>
                  <a:lnTo>
                    <a:pt x="55422" y="110324"/>
                  </a:lnTo>
                  <a:lnTo>
                    <a:pt x="55549" y="110883"/>
                  </a:lnTo>
                  <a:lnTo>
                    <a:pt x="55575" y="111747"/>
                  </a:lnTo>
                  <a:lnTo>
                    <a:pt x="54343" y="113474"/>
                  </a:lnTo>
                  <a:lnTo>
                    <a:pt x="54991" y="114173"/>
                  </a:lnTo>
                  <a:lnTo>
                    <a:pt x="55689" y="114947"/>
                  </a:lnTo>
                  <a:lnTo>
                    <a:pt x="55689" y="114173"/>
                  </a:lnTo>
                  <a:lnTo>
                    <a:pt x="55841" y="113677"/>
                  </a:lnTo>
                  <a:lnTo>
                    <a:pt x="55892" y="113474"/>
                  </a:lnTo>
                  <a:lnTo>
                    <a:pt x="55981" y="113093"/>
                  </a:lnTo>
                  <a:lnTo>
                    <a:pt x="56070" y="112737"/>
                  </a:lnTo>
                  <a:lnTo>
                    <a:pt x="56159" y="112356"/>
                  </a:lnTo>
                  <a:lnTo>
                    <a:pt x="56438" y="111226"/>
                  </a:lnTo>
                  <a:lnTo>
                    <a:pt x="57785" y="112356"/>
                  </a:lnTo>
                  <a:lnTo>
                    <a:pt x="58013" y="112598"/>
                  </a:lnTo>
                  <a:lnTo>
                    <a:pt x="59448" y="113944"/>
                  </a:lnTo>
                  <a:lnTo>
                    <a:pt x="58267" y="114693"/>
                  </a:lnTo>
                  <a:lnTo>
                    <a:pt x="55702" y="114185"/>
                  </a:lnTo>
                  <a:lnTo>
                    <a:pt x="55714" y="114985"/>
                  </a:lnTo>
                  <a:lnTo>
                    <a:pt x="55727" y="115328"/>
                  </a:lnTo>
                  <a:lnTo>
                    <a:pt x="55994" y="115328"/>
                  </a:lnTo>
                  <a:lnTo>
                    <a:pt x="55803" y="115506"/>
                  </a:lnTo>
                  <a:lnTo>
                    <a:pt x="54749" y="116535"/>
                  </a:lnTo>
                  <a:lnTo>
                    <a:pt x="54292" y="116192"/>
                  </a:lnTo>
                  <a:lnTo>
                    <a:pt x="51244" y="115887"/>
                  </a:lnTo>
                  <a:lnTo>
                    <a:pt x="49441" y="115709"/>
                  </a:lnTo>
                  <a:lnTo>
                    <a:pt x="42011" y="115887"/>
                  </a:lnTo>
                  <a:lnTo>
                    <a:pt x="41922" y="115709"/>
                  </a:lnTo>
                  <a:lnTo>
                    <a:pt x="40640" y="113106"/>
                  </a:lnTo>
                  <a:lnTo>
                    <a:pt x="37655" y="114007"/>
                  </a:lnTo>
                  <a:lnTo>
                    <a:pt x="29692" y="114706"/>
                  </a:lnTo>
                  <a:lnTo>
                    <a:pt x="19837" y="114706"/>
                  </a:lnTo>
                  <a:lnTo>
                    <a:pt x="19939" y="116192"/>
                  </a:lnTo>
                  <a:lnTo>
                    <a:pt x="20053" y="117589"/>
                  </a:lnTo>
                  <a:lnTo>
                    <a:pt x="20815" y="121500"/>
                  </a:lnTo>
                  <a:lnTo>
                    <a:pt x="20929" y="122707"/>
                  </a:lnTo>
                  <a:lnTo>
                    <a:pt x="21120" y="124625"/>
                  </a:lnTo>
                  <a:lnTo>
                    <a:pt x="22847" y="125895"/>
                  </a:lnTo>
                  <a:lnTo>
                    <a:pt x="22809" y="126238"/>
                  </a:lnTo>
                  <a:lnTo>
                    <a:pt x="22694" y="127139"/>
                  </a:lnTo>
                  <a:lnTo>
                    <a:pt x="22580" y="127990"/>
                  </a:lnTo>
                  <a:lnTo>
                    <a:pt x="22555" y="132295"/>
                  </a:lnTo>
                  <a:lnTo>
                    <a:pt x="22047" y="134429"/>
                  </a:lnTo>
                  <a:lnTo>
                    <a:pt x="24752" y="136296"/>
                  </a:lnTo>
                  <a:lnTo>
                    <a:pt x="24688" y="136740"/>
                  </a:lnTo>
                  <a:lnTo>
                    <a:pt x="24193" y="139674"/>
                  </a:lnTo>
                  <a:lnTo>
                    <a:pt x="24117" y="139852"/>
                  </a:lnTo>
                  <a:lnTo>
                    <a:pt x="22847" y="142963"/>
                  </a:lnTo>
                  <a:lnTo>
                    <a:pt x="23876" y="146723"/>
                  </a:lnTo>
                  <a:lnTo>
                    <a:pt x="23939" y="147066"/>
                  </a:lnTo>
                  <a:lnTo>
                    <a:pt x="24053" y="147701"/>
                  </a:lnTo>
                  <a:lnTo>
                    <a:pt x="25590" y="155663"/>
                  </a:lnTo>
                  <a:lnTo>
                    <a:pt x="28168" y="155232"/>
                  </a:lnTo>
                  <a:lnTo>
                    <a:pt x="28054" y="154660"/>
                  </a:lnTo>
                  <a:lnTo>
                    <a:pt x="27787" y="153238"/>
                  </a:lnTo>
                  <a:lnTo>
                    <a:pt x="27419" y="151028"/>
                  </a:lnTo>
                  <a:lnTo>
                    <a:pt x="27419" y="146227"/>
                  </a:lnTo>
                  <a:lnTo>
                    <a:pt x="30518" y="143700"/>
                  </a:lnTo>
                  <a:lnTo>
                    <a:pt x="30518" y="142455"/>
                  </a:lnTo>
                  <a:lnTo>
                    <a:pt x="29692" y="139674"/>
                  </a:lnTo>
                  <a:lnTo>
                    <a:pt x="28981" y="136296"/>
                  </a:lnTo>
                  <a:lnTo>
                    <a:pt x="28168" y="131673"/>
                  </a:lnTo>
                  <a:lnTo>
                    <a:pt x="29070" y="130149"/>
                  </a:lnTo>
                  <a:lnTo>
                    <a:pt x="29146" y="129540"/>
                  </a:lnTo>
                  <a:lnTo>
                    <a:pt x="29260" y="128701"/>
                  </a:lnTo>
                  <a:lnTo>
                    <a:pt x="29692" y="127139"/>
                  </a:lnTo>
                  <a:lnTo>
                    <a:pt x="31203" y="126238"/>
                  </a:lnTo>
                  <a:lnTo>
                    <a:pt x="35966" y="127139"/>
                  </a:lnTo>
                  <a:lnTo>
                    <a:pt x="35966" y="141274"/>
                  </a:lnTo>
                  <a:lnTo>
                    <a:pt x="37719" y="143700"/>
                  </a:lnTo>
                  <a:lnTo>
                    <a:pt x="38506" y="146723"/>
                  </a:lnTo>
                  <a:lnTo>
                    <a:pt x="38544" y="147701"/>
                  </a:lnTo>
                  <a:lnTo>
                    <a:pt x="38074" y="153606"/>
                  </a:lnTo>
                  <a:lnTo>
                    <a:pt x="39344" y="154660"/>
                  </a:lnTo>
                  <a:lnTo>
                    <a:pt x="40106" y="155232"/>
                  </a:lnTo>
                  <a:lnTo>
                    <a:pt x="40220" y="153238"/>
                  </a:lnTo>
                  <a:lnTo>
                    <a:pt x="40335" y="151028"/>
                  </a:lnTo>
                  <a:lnTo>
                    <a:pt x="40360" y="150634"/>
                  </a:lnTo>
                  <a:lnTo>
                    <a:pt x="40513" y="147701"/>
                  </a:lnTo>
                  <a:lnTo>
                    <a:pt x="40474" y="144373"/>
                  </a:lnTo>
                  <a:lnTo>
                    <a:pt x="40373" y="143700"/>
                  </a:lnTo>
                  <a:lnTo>
                    <a:pt x="40259" y="142963"/>
                  </a:lnTo>
                  <a:lnTo>
                    <a:pt x="40182" y="142455"/>
                  </a:lnTo>
                  <a:lnTo>
                    <a:pt x="40106" y="141947"/>
                  </a:lnTo>
                  <a:lnTo>
                    <a:pt x="40640" y="139852"/>
                  </a:lnTo>
                  <a:lnTo>
                    <a:pt x="39268" y="137947"/>
                  </a:lnTo>
                  <a:lnTo>
                    <a:pt x="39319" y="136740"/>
                  </a:lnTo>
                  <a:lnTo>
                    <a:pt x="39433" y="134429"/>
                  </a:lnTo>
                  <a:lnTo>
                    <a:pt x="39547" y="132029"/>
                  </a:lnTo>
                  <a:lnTo>
                    <a:pt x="39662" y="129540"/>
                  </a:lnTo>
                  <a:lnTo>
                    <a:pt x="40106" y="127139"/>
                  </a:lnTo>
                  <a:lnTo>
                    <a:pt x="43548" y="128701"/>
                  </a:lnTo>
                  <a:lnTo>
                    <a:pt x="47307" y="130975"/>
                  </a:lnTo>
                  <a:lnTo>
                    <a:pt x="50495" y="130975"/>
                  </a:lnTo>
                  <a:lnTo>
                    <a:pt x="51790" y="135356"/>
                  </a:lnTo>
                  <a:lnTo>
                    <a:pt x="51866" y="136740"/>
                  </a:lnTo>
                  <a:lnTo>
                    <a:pt x="51955" y="138493"/>
                  </a:lnTo>
                  <a:lnTo>
                    <a:pt x="52031" y="139852"/>
                  </a:lnTo>
                  <a:lnTo>
                    <a:pt x="52146" y="141947"/>
                  </a:lnTo>
                  <a:lnTo>
                    <a:pt x="52247" y="143700"/>
                  </a:lnTo>
                  <a:lnTo>
                    <a:pt x="52336" y="145465"/>
                  </a:lnTo>
                  <a:lnTo>
                    <a:pt x="52463" y="147701"/>
                  </a:lnTo>
                  <a:lnTo>
                    <a:pt x="52946" y="156476"/>
                  </a:lnTo>
                  <a:lnTo>
                    <a:pt x="55956" y="156908"/>
                  </a:lnTo>
                  <a:lnTo>
                    <a:pt x="55930" y="156476"/>
                  </a:lnTo>
                  <a:lnTo>
                    <a:pt x="55816" y="154889"/>
                  </a:lnTo>
                  <a:lnTo>
                    <a:pt x="55702" y="153238"/>
                  </a:lnTo>
                  <a:lnTo>
                    <a:pt x="54292" y="133502"/>
                  </a:lnTo>
                  <a:lnTo>
                    <a:pt x="53924" y="130530"/>
                  </a:lnTo>
                  <a:lnTo>
                    <a:pt x="56451" y="135356"/>
                  </a:lnTo>
                  <a:lnTo>
                    <a:pt x="56540" y="138493"/>
                  </a:lnTo>
                  <a:lnTo>
                    <a:pt x="56667" y="142455"/>
                  </a:lnTo>
                  <a:lnTo>
                    <a:pt x="56781" y="146367"/>
                  </a:lnTo>
                  <a:lnTo>
                    <a:pt x="56832" y="147701"/>
                  </a:lnTo>
                  <a:lnTo>
                    <a:pt x="56934" y="151028"/>
                  </a:lnTo>
                  <a:lnTo>
                    <a:pt x="57010" y="153606"/>
                  </a:lnTo>
                  <a:lnTo>
                    <a:pt x="58280" y="154660"/>
                  </a:lnTo>
                  <a:lnTo>
                    <a:pt x="59931" y="155943"/>
                  </a:lnTo>
                  <a:lnTo>
                    <a:pt x="62750" y="158280"/>
                  </a:lnTo>
                  <a:lnTo>
                    <a:pt x="67703" y="159232"/>
                  </a:lnTo>
                  <a:lnTo>
                    <a:pt x="68186" y="158584"/>
                  </a:lnTo>
                  <a:lnTo>
                    <a:pt x="69138" y="157340"/>
                  </a:lnTo>
                  <a:lnTo>
                    <a:pt x="65874" y="158584"/>
                  </a:lnTo>
                  <a:lnTo>
                    <a:pt x="62534" y="154749"/>
                  </a:lnTo>
                  <a:lnTo>
                    <a:pt x="66535" y="155232"/>
                  </a:lnTo>
                  <a:lnTo>
                    <a:pt x="71043" y="155943"/>
                  </a:lnTo>
                  <a:lnTo>
                    <a:pt x="68414" y="153238"/>
                  </a:lnTo>
                  <a:lnTo>
                    <a:pt x="64414" y="150634"/>
                  </a:lnTo>
                  <a:lnTo>
                    <a:pt x="62471" y="148018"/>
                  </a:lnTo>
                  <a:lnTo>
                    <a:pt x="62471" y="154660"/>
                  </a:lnTo>
                  <a:lnTo>
                    <a:pt x="61899" y="154660"/>
                  </a:lnTo>
                  <a:lnTo>
                    <a:pt x="61531" y="153606"/>
                  </a:lnTo>
                  <a:lnTo>
                    <a:pt x="59220" y="151028"/>
                  </a:lnTo>
                  <a:lnTo>
                    <a:pt x="59245" y="150634"/>
                  </a:lnTo>
                  <a:lnTo>
                    <a:pt x="59448" y="147701"/>
                  </a:lnTo>
                  <a:lnTo>
                    <a:pt x="59385" y="147535"/>
                  </a:lnTo>
                  <a:lnTo>
                    <a:pt x="58928" y="146227"/>
                  </a:lnTo>
                  <a:lnTo>
                    <a:pt x="58788" y="145796"/>
                  </a:lnTo>
                  <a:lnTo>
                    <a:pt x="59016" y="146367"/>
                  </a:lnTo>
                  <a:lnTo>
                    <a:pt x="59461" y="147535"/>
                  </a:lnTo>
                  <a:lnTo>
                    <a:pt x="59448" y="147701"/>
                  </a:lnTo>
                  <a:lnTo>
                    <a:pt x="61531" y="153606"/>
                  </a:lnTo>
                  <a:lnTo>
                    <a:pt x="62471" y="154660"/>
                  </a:lnTo>
                  <a:lnTo>
                    <a:pt x="62471" y="148018"/>
                  </a:lnTo>
                  <a:lnTo>
                    <a:pt x="61252" y="146367"/>
                  </a:lnTo>
                  <a:lnTo>
                    <a:pt x="61264" y="144373"/>
                  </a:lnTo>
                  <a:lnTo>
                    <a:pt x="61188" y="137947"/>
                  </a:lnTo>
                  <a:lnTo>
                    <a:pt x="59613" y="130530"/>
                  </a:lnTo>
                  <a:lnTo>
                    <a:pt x="59537" y="130149"/>
                  </a:lnTo>
                  <a:lnTo>
                    <a:pt x="59080" y="127990"/>
                  </a:lnTo>
                  <a:lnTo>
                    <a:pt x="58966" y="127482"/>
                  </a:lnTo>
                  <a:lnTo>
                    <a:pt x="58889" y="127139"/>
                  </a:lnTo>
                  <a:lnTo>
                    <a:pt x="57124" y="127990"/>
                  </a:lnTo>
                  <a:lnTo>
                    <a:pt x="54698" y="127482"/>
                  </a:lnTo>
                  <a:lnTo>
                    <a:pt x="46888" y="127482"/>
                  </a:lnTo>
                  <a:lnTo>
                    <a:pt x="45453" y="125755"/>
                  </a:lnTo>
                  <a:lnTo>
                    <a:pt x="42494" y="125056"/>
                  </a:lnTo>
                  <a:lnTo>
                    <a:pt x="41478" y="127482"/>
                  </a:lnTo>
                  <a:lnTo>
                    <a:pt x="41389" y="127139"/>
                  </a:lnTo>
                  <a:lnTo>
                    <a:pt x="41122" y="126238"/>
                  </a:lnTo>
                  <a:lnTo>
                    <a:pt x="41021" y="125895"/>
                  </a:lnTo>
                  <a:lnTo>
                    <a:pt x="40982" y="125755"/>
                  </a:lnTo>
                  <a:lnTo>
                    <a:pt x="40640" y="124625"/>
                  </a:lnTo>
                  <a:lnTo>
                    <a:pt x="39662" y="124396"/>
                  </a:lnTo>
                  <a:lnTo>
                    <a:pt x="39763" y="122707"/>
                  </a:lnTo>
                  <a:lnTo>
                    <a:pt x="39814" y="121805"/>
                  </a:lnTo>
                  <a:lnTo>
                    <a:pt x="39890" y="122059"/>
                  </a:lnTo>
                  <a:lnTo>
                    <a:pt x="40640" y="124625"/>
                  </a:lnTo>
                  <a:lnTo>
                    <a:pt x="42494" y="125056"/>
                  </a:lnTo>
                  <a:lnTo>
                    <a:pt x="42557" y="124917"/>
                  </a:lnTo>
                  <a:lnTo>
                    <a:pt x="43548" y="122707"/>
                  </a:lnTo>
                  <a:lnTo>
                    <a:pt x="45364" y="121805"/>
                  </a:lnTo>
                  <a:lnTo>
                    <a:pt x="47688" y="120662"/>
                  </a:lnTo>
                  <a:lnTo>
                    <a:pt x="51904" y="122059"/>
                  </a:lnTo>
                  <a:lnTo>
                    <a:pt x="52933" y="120662"/>
                  </a:lnTo>
                  <a:lnTo>
                    <a:pt x="53670" y="119646"/>
                  </a:lnTo>
                  <a:lnTo>
                    <a:pt x="55956" y="117411"/>
                  </a:lnTo>
                  <a:lnTo>
                    <a:pt x="59956" y="115328"/>
                  </a:lnTo>
                  <a:lnTo>
                    <a:pt x="61252" y="115328"/>
                  </a:lnTo>
                  <a:lnTo>
                    <a:pt x="61252" y="116725"/>
                  </a:lnTo>
                  <a:lnTo>
                    <a:pt x="126593" y="116725"/>
                  </a:lnTo>
                  <a:lnTo>
                    <a:pt x="126669" y="116852"/>
                  </a:lnTo>
                  <a:lnTo>
                    <a:pt x="61252" y="116852"/>
                  </a:lnTo>
                  <a:lnTo>
                    <a:pt x="61252" y="118122"/>
                  </a:lnTo>
                  <a:lnTo>
                    <a:pt x="60020" y="117995"/>
                  </a:lnTo>
                  <a:lnTo>
                    <a:pt x="58775" y="118503"/>
                  </a:lnTo>
                  <a:lnTo>
                    <a:pt x="58889" y="119900"/>
                  </a:lnTo>
                  <a:lnTo>
                    <a:pt x="61658" y="122440"/>
                  </a:lnTo>
                  <a:lnTo>
                    <a:pt x="61747" y="122313"/>
                  </a:lnTo>
                  <a:lnTo>
                    <a:pt x="62750" y="120916"/>
                  </a:lnTo>
                  <a:lnTo>
                    <a:pt x="64795" y="120535"/>
                  </a:lnTo>
                  <a:lnTo>
                    <a:pt x="66192" y="120408"/>
                  </a:lnTo>
                  <a:lnTo>
                    <a:pt x="66281" y="120535"/>
                  </a:lnTo>
                  <a:lnTo>
                    <a:pt x="67297" y="122059"/>
                  </a:lnTo>
                  <a:lnTo>
                    <a:pt x="68694" y="124472"/>
                  </a:lnTo>
                  <a:lnTo>
                    <a:pt x="68592" y="124726"/>
                  </a:lnTo>
                  <a:lnTo>
                    <a:pt x="68414" y="124853"/>
                  </a:lnTo>
                  <a:lnTo>
                    <a:pt x="68351" y="124980"/>
                  </a:lnTo>
                  <a:lnTo>
                    <a:pt x="68135" y="125361"/>
                  </a:lnTo>
                  <a:lnTo>
                    <a:pt x="67221" y="125361"/>
                  </a:lnTo>
                  <a:lnTo>
                    <a:pt x="67106" y="139585"/>
                  </a:lnTo>
                  <a:lnTo>
                    <a:pt x="68046" y="142760"/>
                  </a:lnTo>
                  <a:lnTo>
                    <a:pt x="69138" y="141998"/>
                  </a:lnTo>
                  <a:lnTo>
                    <a:pt x="69189" y="140982"/>
                  </a:lnTo>
                  <a:lnTo>
                    <a:pt x="69303" y="139077"/>
                  </a:lnTo>
                  <a:lnTo>
                    <a:pt x="69430" y="136918"/>
                  </a:lnTo>
                  <a:lnTo>
                    <a:pt x="69545" y="135013"/>
                  </a:lnTo>
                  <a:lnTo>
                    <a:pt x="69634" y="133489"/>
                  </a:lnTo>
                  <a:lnTo>
                    <a:pt x="69761" y="131330"/>
                  </a:lnTo>
                  <a:lnTo>
                    <a:pt x="69888" y="129171"/>
                  </a:lnTo>
                  <a:lnTo>
                    <a:pt x="71183" y="129171"/>
                  </a:lnTo>
                  <a:lnTo>
                    <a:pt x="73520" y="130441"/>
                  </a:lnTo>
                  <a:lnTo>
                    <a:pt x="74244" y="129171"/>
                  </a:lnTo>
                  <a:lnTo>
                    <a:pt x="73279" y="128028"/>
                  </a:lnTo>
                  <a:lnTo>
                    <a:pt x="73063" y="127774"/>
                  </a:lnTo>
                  <a:lnTo>
                    <a:pt x="70586" y="128028"/>
                  </a:lnTo>
                  <a:lnTo>
                    <a:pt x="70586" y="124091"/>
                  </a:lnTo>
                  <a:lnTo>
                    <a:pt x="69532" y="123075"/>
                  </a:lnTo>
                  <a:lnTo>
                    <a:pt x="69113" y="122567"/>
                  </a:lnTo>
                  <a:lnTo>
                    <a:pt x="69062" y="122313"/>
                  </a:lnTo>
                  <a:lnTo>
                    <a:pt x="68948" y="121678"/>
                  </a:lnTo>
                  <a:lnTo>
                    <a:pt x="68834" y="121043"/>
                  </a:lnTo>
                  <a:lnTo>
                    <a:pt x="68719" y="120408"/>
                  </a:lnTo>
                  <a:lnTo>
                    <a:pt x="68668" y="120154"/>
                  </a:lnTo>
                  <a:lnTo>
                    <a:pt x="71640" y="119646"/>
                  </a:lnTo>
                  <a:lnTo>
                    <a:pt x="73647" y="120535"/>
                  </a:lnTo>
                  <a:lnTo>
                    <a:pt x="75399" y="120281"/>
                  </a:lnTo>
                  <a:lnTo>
                    <a:pt x="77038" y="119900"/>
                  </a:lnTo>
                  <a:lnTo>
                    <a:pt x="76936" y="125742"/>
                  </a:lnTo>
                  <a:lnTo>
                    <a:pt x="76835" y="125996"/>
                  </a:lnTo>
                  <a:lnTo>
                    <a:pt x="76733" y="127139"/>
                  </a:lnTo>
                  <a:lnTo>
                    <a:pt x="77343" y="128155"/>
                  </a:lnTo>
                  <a:lnTo>
                    <a:pt x="77457" y="129171"/>
                  </a:lnTo>
                  <a:lnTo>
                    <a:pt x="77558" y="130187"/>
                  </a:lnTo>
                  <a:lnTo>
                    <a:pt x="77660" y="131965"/>
                  </a:lnTo>
                  <a:lnTo>
                    <a:pt x="80213" y="131965"/>
                  </a:lnTo>
                  <a:lnTo>
                    <a:pt x="80264" y="131203"/>
                  </a:lnTo>
                  <a:lnTo>
                    <a:pt x="87820" y="131203"/>
                  </a:lnTo>
                  <a:lnTo>
                    <a:pt x="87261" y="131660"/>
                  </a:lnTo>
                  <a:lnTo>
                    <a:pt x="87401" y="131965"/>
                  </a:lnTo>
                  <a:lnTo>
                    <a:pt x="80213" y="131965"/>
                  </a:lnTo>
                  <a:lnTo>
                    <a:pt x="80200" y="132092"/>
                  </a:lnTo>
                  <a:lnTo>
                    <a:pt x="87452" y="132092"/>
                  </a:lnTo>
                  <a:lnTo>
                    <a:pt x="87706" y="132613"/>
                  </a:lnTo>
                  <a:lnTo>
                    <a:pt x="88176" y="133502"/>
                  </a:lnTo>
                  <a:lnTo>
                    <a:pt x="88773" y="135470"/>
                  </a:lnTo>
                  <a:lnTo>
                    <a:pt x="90360" y="137426"/>
                  </a:lnTo>
                  <a:lnTo>
                    <a:pt x="89077" y="140576"/>
                  </a:lnTo>
                  <a:lnTo>
                    <a:pt x="89077" y="142455"/>
                  </a:lnTo>
                  <a:lnTo>
                    <a:pt x="89865" y="147294"/>
                  </a:lnTo>
                  <a:lnTo>
                    <a:pt x="89903" y="148272"/>
                  </a:lnTo>
                  <a:lnTo>
                    <a:pt x="90106" y="148958"/>
                  </a:lnTo>
                  <a:lnTo>
                    <a:pt x="90208" y="149377"/>
                  </a:lnTo>
                  <a:lnTo>
                    <a:pt x="90424" y="150533"/>
                  </a:lnTo>
                  <a:lnTo>
                    <a:pt x="90805" y="151549"/>
                  </a:lnTo>
                  <a:lnTo>
                    <a:pt x="90868" y="151828"/>
                  </a:lnTo>
                  <a:lnTo>
                    <a:pt x="90944" y="152146"/>
                  </a:lnTo>
                  <a:lnTo>
                    <a:pt x="91046" y="152577"/>
                  </a:lnTo>
                  <a:lnTo>
                    <a:pt x="91160" y="153187"/>
                  </a:lnTo>
                  <a:lnTo>
                    <a:pt x="91948" y="154216"/>
                  </a:lnTo>
                  <a:lnTo>
                    <a:pt x="92837" y="155244"/>
                  </a:lnTo>
                  <a:lnTo>
                    <a:pt x="95796" y="157911"/>
                  </a:lnTo>
                  <a:lnTo>
                    <a:pt x="99263" y="157759"/>
                  </a:lnTo>
                  <a:lnTo>
                    <a:pt x="95796" y="154978"/>
                  </a:lnTo>
                  <a:lnTo>
                    <a:pt x="94005" y="152577"/>
                  </a:lnTo>
                  <a:lnTo>
                    <a:pt x="93941" y="151828"/>
                  </a:lnTo>
                  <a:lnTo>
                    <a:pt x="93827" y="151549"/>
                  </a:lnTo>
                  <a:lnTo>
                    <a:pt x="93700" y="151244"/>
                  </a:lnTo>
                  <a:lnTo>
                    <a:pt x="93167" y="148958"/>
                  </a:lnTo>
                  <a:lnTo>
                    <a:pt x="92405" y="146354"/>
                  </a:lnTo>
                  <a:lnTo>
                    <a:pt x="92405" y="136448"/>
                  </a:lnTo>
                  <a:lnTo>
                    <a:pt x="94094" y="147853"/>
                  </a:lnTo>
                  <a:lnTo>
                    <a:pt x="94208" y="148132"/>
                  </a:lnTo>
                  <a:lnTo>
                    <a:pt x="94259" y="148272"/>
                  </a:lnTo>
                  <a:lnTo>
                    <a:pt x="95796" y="152146"/>
                  </a:lnTo>
                  <a:lnTo>
                    <a:pt x="98298" y="154216"/>
                  </a:lnTo>
                  <a:lnTo>
                    <a:pt x="99796" y="155244"/>
                  </a:lnTo>
                  <a:lnTo>
                    <a:pt x="102184" y="153466"/>
                  </a:lnTo>
                  <a:lnTo>
                    <a:pt x="98539" y="152146"/>
                  </a:lnTo>
                  <a:lnTo>
                    <a:pt x="96266" y="149377"/>
                  </a:lnTo>
                  <a:lnTo>
                    <a:pt x="96139" y="147853"/>
                  </a:lnTo>
                  <a:lnTo>
                    <a:pt x="96037" y="147294"/>
                  </a:lnTo>
                  <a:lnTo>
                    <a:pt x="95377" y="143484"/>
                  </a:lnTo>
                  <a:lnTo>
                    <a:pt x="93954" y="136448"/>
                  </a:lnTo>
                  <a:lnTo>
                    <a:pt x="93764" y="135470"/>
                  </a:lnTo>
                  <a:lnTo>
                    <a:pt x="93853" y="133502"/>
                  </a:lnTo>
                  <a:lnTo>
                    <a:pt x="93941" y="132613"/>
                  </a:lnTo>
                  <a:lnTo>
                    <a:pt x="93992" y="132092"/>
                  </a:lnTo>
                  <a:lnTo>
                    <a:pt x="102196" y="132092"/>
                  </a:lnTo>
                  <a:lnTo>
                    <a:pt x="102196" y="131965"/>
                  </a:lnTo>
                  <a:lnTo>
                    <a:pt x="94005" y="131965"/>
                  </a:lnTo>
                  <a:lnTo>
                    <a:pt x="94043" y="131660"/>
                  </a:lnTo>
                  <a:lnTo>
                    <a:pt x="94081" y="131203"/>
                  </a:lnTo>
                  <a:lnTo>
                    <a:pt x="102057" y="131203"/>
                  </a:lnTo>
                  <a:lnTo>
                    <a:pt x="101993" y="131076"/>
                  </a:lnTo>
                  <a:lnTo>
                    <a:pt x="94094" y="131076"/>
                  </a:lnTo>
                  <a:lnTo>
                    <a:pt x="94145" y="130530"/>
                  </a:lnTo>
                  <a:lnTo>
                    <a:pt x="94272" y="129286"/>
                  </a:lnTo>
                  <a:lnTo>
                    <a:pt x="93916" y="128231"/>
                  </a:lnTo>
                  <a:lnTo>
                    <a:pt x="93802" y="127889"/>
                  </a:lnTo>
                  <a:lnTo>
                    <a:pt x="93370" y="126631"/>
                  </a:lnTo>
                  <a:lnTo>
                    <a:pt x="101282" y="126631"/>
                  </a:lnTo>
                  <a:lnTo>
                    <a:pt x="101282" y="126504"/>
                  </a:lnTo>
                  <a:lnTo>
                    <a:pt x="93319" y="126504"/>
                  </a:lnTo>
                  <a:lnTo>
                    <a:pt x="93167" y="126022"/>
                  </a:lnTo>
                  <a:lnTo>
                    <a:pt x="92049" y="126504"/>
                  </a:lnTo>
                  <a:lnTo>
                    <a:pt x="91757" y="126504"/>
                  </a:lnTo>
                  <a:lnTo>
                    <a:pt x="91757" y="126631"/>
                  </a:lnTo>
                  <a:lnTo>
                    <a:pt x="91274" y="126847"/>
                  </a:lnTo>
                  <a:lnTo>
                    <a:pt x="89306" y="128231"/>
                  </a:lnTo>
                  <a:lnTo>
                    <a:pt x="88646" y="127482"/>
                  </a:lnTo>
                  <a:lnTo>
                    <a:pt x="88646" y="130530"/>
                  </a:lnTo>
                  <a:lnTo>
                    <a:pt x="87972" y="131076"/>
                  </a:lnTo>
                  <a:lnTo>
                    <a:pt x="80264" y="131076"/>
                  </a:lnTo>
                  <a:lnTo>
                    <a:pt x="80340" y="129933"/>
                  </a:lnTo>
                  <a:lnTo>
                    <a:pt x="80454" y="128155"/>
                  </a:lnTo>
                  <a:lnTo>
                    <a:pt x="80556" y="126631"/>
                  </a:lnTo>
                  <a:lnTo>
                    <a:pt x="83743" y="126631"/>
                  </a:lnTo>
                  <a:lnTo>
                    <a:pt x="82753" y="127482"/>
                  </a:lnTo>
                  <a:lnTo>
                    <a:pt x="83972" y="127889"/>
                  </a:lnTo>
                  <a:lnTo>
                    <a:pt x="84670" y="128231"/>
                  </a:lnTo>
                  <a:lnTo>
                    <a:pt x="88646" y="130530"/>
                  </a:lnTo>
                  <a:lnTo>
                    <a:pt x="88646" y="127482"/>
                  </a:lnTo>
                  <a:lnTo>
                    <a:pt x="87896" y="126631"/>
                  </a:lnTo>
                  <a:lnTo>
                    <a:pt x="91757" y="126631"/>
                  </a:lnTo>
                  <a:lnTo>
                    <a:pt x="91757" y="126504"/>
                  </a:lnTo>
                  <a:lnTo>
                    <a:pt x="87795" y="126504"/>
                  </a:lnTo>
                  <a:lnTo>
                    <a:pt x="87553" y="126225"/>
                  </a:lnTo>
                  <a:lnTo>
                    <a:pt x="85725" y="124929"/>
                  </a:lnTo>
                  <a:lnTo>
                    <a:pt x="83883" y="126504"/>
                  </a:lnTo>
                  <a:lnTo>
                    <a:pt x="80556" y="126504"/>
                  </a:lnTo>
                  <a:lnTo>
                    <a:pt x="80645" y="125234"/>
                  </a:lnTo>
                  <a:lnTo>
                    <a:pt x="80759" y="123329"/>
                  </a:lnTo>
                  <a:lnTo>
                    <a:pt x="80886" y="123075"/>
                  </a:lnTo>
                  <a:lnTo>
                    <a:pt x="82169" y="121678"/>
                  </a:lnTo>
                  <a:lnTo>
                    <a:pt x="85737" y="120535"/>
                  </a:lnTo>
                  <a:lnTo>
                    <a:pt x="87541" y="119900"/>
                  </a:lnTo>
                  <a:lnTo>
                    <a:pt x="88277" y="119646"/>
                  </a:lnTo>
                  <a:lnTo>
                    <a:pt x="91160" y="121678"/>
                  </a:lnTo>
                  <a:lnTo>
                    <a:pt x="93548" y="121424"/>
                  </a:lnTo>
                  <a:lnTo>
                    <a:pt x="95948" y="122440"/>
                  </a:lnTo>
                  <a:lnTo>
                    <a:pt x="98552" y="121678"/>
                  </a:lnTo>
                  <a:lnTo>
                    <a:pt x="102870" y="122059"/>
                  </a:lnTo>
                  <a:lnTo>
                    <a:pt x="101130" y="123075"/>
                  </a:lnTo>
                  <a:lnTo>
                    <a:pt x="101244" y="125742"/>
                  </a:lnTo>
                  <a:lnTo>
                    <a:pt x="101282" y="126504"/>
                  </a:lnTo>
                  <a:lnTo>
                    <a:pt x="102806" y="126504"/>
                  </a:lnTo>
                  <a:lnTo>
                    <a:pt x="102870" y="125996"/>
                  </a:lnTo>
                  <a:lnTo>
                    <a:pt x="102997" y="124980"/>
                  </a:lnTo>
                  <a:lnTo>
                    <a:pt x="103098" y="124091"/>
                  </a:lnTo>
                  <a:lnTo>
                    <a:pt x="105448" y="123329"/>
                  </a:lnTo>
                  <a:lnTo>
                    <a:pt x="105498" y="123075"/>
                  </a:lnTo>
                  <a:lnTo>
                    <a:pt x="105613" y="122567"/>
                  </a:lnTo>
                  <a:lnTo>
                    <a:pt x="105740" y="122059"/>
                  </a:lnTo>
                  <a:lnTo>
                    <a:pt x="105816" y="121678"/>
                  </a:lnTo>
                  <a:lnTo>
                    <a:pt x="105892" y="121424"/>
                  </a:lnTo>
                  <a:lnTo>
                    <a:pt x="105943" y="121297"/>
                  </a:lnTo>
                  <a:lnTo>
                    <a:pt x="106032" y="121043"/>
                  </a:lnTo>
                  <a:lnTo>
                    <a:pt x="106133" y="120789"/>
                  </a:lnTo>
                  <a:lnTo>
                    <a:pt x="106222" y="120535"/>
                  </a:lnTo>
                  <a:lnTo>
                    <a:pt x="106273" y="120408"/>
                  </a:lnTo>
                  <a:lnTo>
                    <a:pt x="106362" y="120154"/>
                  </a:lnTo>
                  <a:lnTo>
                    <a:pt x="106451" y="119900"/>
                  </a:lnTo>
                  <a:lnTo>
                    <a:pt x="106553" y="119646"/>
                  </a:lnTo>
                  <a:lnTo>
                    <a:pt x="106641" y="119392"/>
                  </a:lnTo>
                  <a:lnTo>
                    <a:pt x="107111" y="118122"/>
                  </a:lnTo>
                  <a:lnTo>
                    <a:pt x="107200" y="118249"/>
                  </a:lnTo>
                  <a:lnTo>
                    <a:pt x="109131" y="120789"/>
                  </a:lnTo>
                  <a:lnTo>
                    <a:pt x="109042" y="121424"/>
                  </a:lnTo>
                  <a:lnTo>
                    <a:pt x="108953" y="121551"/>
                  </a:lnTo>
                  <a:lnTo>
                    <a:pt x="108864" y="121678"/>
                  </a:lnTo>
                  <a:lnTo>
                    <a:pt x="108762" y="121805"/>
                  </a:lnTo>
                  <a:lnTo>
                    <a:pt x="108673" y="121932"/>
                  </a:lnTo>
                  <a:lnTo>
                    <a:pt x="108585" y="122059"/>
                  </a:lnTo>
                  <a:lnTo>
                    <a:pt x="108394" y="122313"/>
                  </a:lnTo>
                  <a:lnTo>
                    <a:pt x="108318" y="122567"/>
                  </a:lnTo>
                  <a:lnTo>
                    <a:pt x="108178" y="123075"/>
                  </a:lnTo>
                  <a:lnTo>
                    <a:pt x="108216" y="125234"/>
                  </a:lnTo>
                  <a:lnTo>
                    <a:pt x="108331" y="125742"/>
                  </a:lnTo>
                  <a:lnTo>
                    <a:pt x="108445" y="126250"/>
                  </a:lnTo>
                  <a:lnTo>
                    <a:pt x="108508" y="126504"/>
                  </a:lnTo>
                  <a:lnTo>
                    <a:pt x="112522" y="126504"/>
                  </a:lnTo>
                  <a:lnTo>
                    <a:pt x="112395" y="126250"/>
                  </a:lnTo>
                  <a:lnTo>
                    <a:pt x="112280" y="125996"/>
                  </a:lnTo>
                  <a:lnTo>
                    <a:pt x="112166" y="125742"/>
                  </a:lnTo>
                  <a:lnTo>
                    <a:pt x="112039" y="125488"/>
                  </a:lnTo>
                  <a:lnTo>
                    <a:pt x="111925" y="125234"/>
                  </a:lnTo>
                  <a:lnTo>
                    <a:pt x="110655" y="125742"/>
                  </a:lnTo>
                  <a:lnTo>
                    <a:pt x="110185" y="125996"/>
                  </a:lnTo>
                  <a:lnTo>
                    <a:pt x="110210" y="123075"/>
                  </a:lnTo>
                  <a:lnTo>
                    <a:pt x="110896" y="121678"/>
                  </a:lnTo>
                  <a:lnTo>
                    <a:pt x="112864" y="120535"/>
                  </a:lnTo>
                  <a:lnTo>
                    <a:pt x="114249" y="122440"/>
                  </a:lnTo>
                  <a:lnTo>
                    <a:pt x="115595" y="122567"/>
                  </a:lnTo>
                  <a:lnTo>
                    <a:pt x="116878" y="122567"/>
                  </a:lnTo>
                  <a:lnTo>
                    <a:pt x="116763" y="122313"/>
                  </a:lnTo>
                  <a:lnTo>
                    <a:pt x="116636" y="122059"/>
                  </a:lnTo>
                  <a:lnTo>
                    <a:pt x="116522" y="121805"/>
                  </a:lnTo>
                  <a:lnTo>
                    <a:pt x="116395" y="121551"/>
                  </a:lnTo>
                  <a:lnTo>
                    <a:pt x="116281" y="121297"/>
                  </a:lnTo>
                  <a:lnTo>
                    <a:pt x="116154" y="121043"/>
                  </a:lnTo>
                  <a:lnTo>
                    <a:pt x="116103" y="120916"/>
                  </a:lnTo>
                  <a:lnTo>
                    <a:pt x="116001" y="120789"/>
                  </a:lnTo>
                  <a:lnTo>
                    <a:pt x="115811" y="120535"/>
                  </a:lnTo>
                  <a:lnTo>
                    <a:pt x="115709" y="120408"/>
                  </a:lnTo>
                  <a:lnTo>
                    <a:pt x="115620" y="120281"/>
                  </a:lnTo>
                  <a:lnTo>
                    <a:pt x="115519" y="120154"/>
                  </a:lnTo>
                  <a:lnTo>
                    <a:pt x="115138" y="119646"/>
                  </a:lnTo>
                  <a:lnTo>
                    <a:pt x="114477" y="118757"/>
                  </a:lnTo>
                  <a:lnTo>
                    <a:pt x="112991" y="119392"/>
                  </a:lnTo>
                  <a:lnTo>
                    <a:pt x="109613" y="119392"/>
                  </a:lnTo>
                  <a:lnTo>
                    <a:pt x="109321" y="119646"/>
                  </a:lnTo>
                  <a:lnTo>
                    <a:pt x="109423" y="119011"/>
                  </a:lnTo>
                  <a:lnTo>
                    <a:pt x="109499" y="118503"/>
                  </a:lnTo>
                  <a:lnTo>
                    <a:pt x="109613" y="117741"/>
                  </a:lnTo>
                  <a:lnTo>
                    <a:pt x="117170" y="117233"/>
                  </a:lnTo>
                  <a:lnTo>
                    <a:pt x="117233" y="117360"/>
                  </a:lnTo>
                  <a:lnTo>
                    <a:pt x="117309" y="117487"/>
                  </a:lnTo>
                  <a:lnTo>
                    <a:pt x="117589" y="117995"/>
                  </a:lnTo>
                  <a:lnTo>
                    <a:pt x="117538" y="119011"/>
                  </a:lnTo>
                  <a:lnTo>
                    <a:pt x="117449" y="119392"/>
                  </a:lnTo>
                  <a:lnTo>
                    <a:pt x="117322" y="119900"/>
                  </a:lnTo>
                  <a:lnTo>
                    <a:pt x="117195" y="120408"/>
                  </a:lnTo>
                  <a:lnTo>
                    <a:pt x="117170" y="120535"/>
                  </a:lnTo>
                  <a:lnTo>
                    <a:pt x="118122" y="121297"/>
                  </a:lnTo>
                  <a:lnTo>
                    <a:pt x="120167" y="122440"/>
                  </a:lnTo>
                  <a:lnTo>
                    <a:pt x="120269" y="122313"/>
                  </a:lnTo>
                  <a:lnTo>
                    <a:pt x="121704" y="120535"/>
                  </a:lnTo>
                  <a:lnTo>
                    <a:pt x="123202" y="121678"/>
                  </a:lnTo>
                  <a:lnTo>
                    <a:pt x="124929" y="121678"/>
                  </a:lnTo>
                  <a:lnTo>
                    <a:pt x="126276" y="122313"/>
                  </a:lnTo>
                  <a:lnTo>
                    <a:pt x="127939" y="121932"/>
                  </a:lnTo>
                  <a:lnTo>
                    <a:pt x="131381" y="123583"/>
                  </a:lnTo>
                  <a:lnTo>
                    <a:pt x="135737" y="123583"/>
                  </a:lnTo>
                  <a:lnTo>
                    <a:pt x="140004" y="122567"/>
                  </a:lnTo>
                  <a:lnTo>
                    <a:pt x="139725" y="122567"/>
                  </a:lnTo>
                  <a:lnTo>
                    <a:pt x="141325" y="122059"/>
                  </a:lnTo>
                  <a:lnTo>
                    <a:pt x="142608" y="123583"/>
                  </a:lnTo>
                  <a:lnTo>
                    <a:pt x="145173" y="125742"/>
                  </a:lnTo>
                  <a:lnTo>
                    <a:pt x="145351" y="125742"/>
                  </a:lnTo>
                  <a:lnTo>
                    <a:pt x="145415" y="125488"/>
                  </a:lnTo>
                  <a:lnTo>
                    <a:pt x="145542" y="124980"/>
                  </a:lnTo>
                  <a:lnTo>
                    <a:pt x="145656" y="124472"/>
                  </a:lnTo>
                  <a:lnTo>
                    <a:pt x="145783" y="124091"/>
                  </a:lnTo>
                  <a:lnTo>
                    <a:pt x="145897" y="123710"/>
                  </a:lnTo>
                  <a:lnTo>
                    <a:pt x="146024" y="123329"/>
                  </a:lnTo>
                  <a:lnTo>
                    <a:pt x="146100" y="123075"/>
                  </a:lnTo>
                  <a:lnTo>
                    <a:pt x="146215" y="122694"/>
                  </a:lnTo>
                  <a:lnTo>
                    <a:pt x="147713" y="123202"/>
                  </a:lnTo>
                  <a:lnTo>
                    <a:pt x="149491" y="122567"/>
                  </a:lnTo>
                  <a:lnTo>
                    <a:pt x="150545" y="122199"/>
                  </a:lnTo>
                  <a:lnTo>
                    <a:pt x="152755" y="122567"/>
                  </a:lnTo>
                  <a:lnTo>
                    <a:pt x="150101" y="122567"/>
                  </a:lnTo>
                  <a:lnTo>
                    <a:pt x="158356" y="123075"/>
                  </a:lnTo>
                  <a:lnTo>
                    <a:pt x="156489" y="123075"/>
                  </a:lnTo>
                  <a:lnTo>
                    <a:pt x="160020" y="125234"/>
                  </a:lnTo>
                  <a:lnTo>
                    <a:pt x="160667" y="124091"/>
                  </a:lnTo>
                  <a:lnTo>
                    <a:pt x="160782" y="123583"/>
                  </a:lnTo>
                  <a:lnTo>
                    <a:pt x="160883" y="123075"/>
                  </a:lnTo>
                  <a:lnTo>
                    <a:pt x="160997" y="122567"/>
                  </a:lnTo>
                  <a:lnTo>
                    <a:pt x="162966" y="123075"/>
                  </a:lnTo>
                  <a:lnTo>
                    <a:pt x="164376" y="122059"/>
                  </a:lnTo>
                  <a:lnTo>
                    <a:pt x="165341" y="123583"/>
                  </a:lnTo>
                  <a:lnTo>
                    <a:pt x="163360" y="123964"/>
                  </a:lnTo>
                  <a:lnTo>
                    <a:pt x="164769" y="125361"/>
                  </a:lnTo>
                  <a:lnTo>
                    <a:pt x="164820" y="125488"/>
                  </a:lnTo>
                  <a:lnTo>
                    <a:pt x="164934" y="125742"/>
                  </a:lnTo>
                  <a:lnTo>
                    <a:pt x="165049" y="125996"/>
                  </a:lnTo>
                  <a:lnTo>
                    <a:pt x="165150" y="126250"/>
                  </a:lnTo>
                  <a:lnTo>
                    <a:pt x="165265" y="126504"/>
                  </a:lnTo>
                  <a:lnTo>
                    <a:pt x="167513" y="126504"/>
                  </a:lnTo>
                  <a:lnTo>
                    <a:pt x="168910" y="125361"/>
                  </a:lnTo>
                  <a:lnTo>
                    <a:pt x="168973" y="124980"/>
                  </a:lnTo>
                  <a:lnTo>
                    <a:pt x="169087" y="124218"/>
                  </a:lnTo>
                  <a:lnTo>
                    <a:pt x="169189" y="123583"/>
                  </a:lnTo>
                  <a:lnTo>
                    <a:pt x="170383" y="122059"/>
                  </a:lnTo>
                  <a:lnTo>
                    <a:pt x="170484" y="121932"/>
                  </a:lnTo>
                  <a:lnTo>
                    <a:pt x="170586" y="121805"/>
                  </a:lnTo>
                  <a:lnTo>
                    <a:pt x="170675" y="121678"/>
                  </a:lnTo>
                  <a:lnTo>
                    <a:pt x="170776" y="121551"/>
                  </a:lnTo>
                  <a:lnTo>
                    <a:pt x="170878" y="121424"/>
                  </a:lnTo>
                  <a:lnTo>
                    <a:pt x="170980" y="121297"/>
                  </a:lnTo>
                  <a:lnTo>
                    <a:pt x="173304" y="120535"/>
                  </a:lnTo>
                  <a:lnTo>
                    <a:pt x="174459" y="120154"/>
                  </a:lnTo>
                  <a:lnTo>
                    <a:pt x="174396" y="120281"/>
                  </a:lnTo>
                  <a:lnTo>
                    <a:pt x="174320" y="120408"/>
                  </a:lnTo>
                  <a:lnTo>
                    <a:pt x="174256" y="120535"/>
                  </a:lnTo>
                  <a:lnTo>
                    <a:pt x="173837" y="121297"/>
                  </a:lnTo>
                  <a:lnTo>
                    <a:pt x="173939" y="122567"/>
                  </a:lnTo>
                  <a:lnTo>
                    <a:pt x="174053" y="123075"/>
                  </a:lnTo>
                  <a:lnTo>
                    <a:pt x="174167" y="123583"/>
                  </a:lnTo>
                  <a:lnTo>
                    <a:pt x="175514" y="122694"/>
                  </a:lnTo>
                  <a:lnTo>
                    <a:pt x="178282" y="124599"/>
                  </a:lnTo>
                  <a:lnTo>
                    <a:pt x="181394" y="123202"/>
                  </a:lnTo>
                  <a:lnTo>
                    <a:pt x="182448" y="123202"/>
                  </a:lnTo>
                  <a:lnTo>
                    <a:pt x="182384" y="123075"/>
                  </a:lnTo>
                  <a:lnTo>
                    <a:pt x="181330" y="123075"/>
                  </a:lnTo>
                  <a:lnTo>
                    <a:pt x="181076" y="122567"/>
                  </a:lnTo>
                  <a:lnTo>
                    <a:pt x="180949" y="122313"/>
                  </a:lnTo>
                  <a:lnTo>
                    <a:pt x="180835" y="122059"/>
                  </a:lnTo>
                  <a:lnTo>
                    <a:pt x="180708" y="121805"/>
                  </a:lnTo>
                  <a:lnTo>
                    <a:pt x="180581" y="121551"/>
                  </a:lnTo>
                  <a:lnTo>
                    <a:pt x="180467" y="121297"/>
                  </a:lnTo>
                  <a:lnTo>
                    <a:pt x="180340" y="121043"/>
                  </a:lnTo>
                  <a:lnTo>
                    <a:pt x="180213" y="120789"/>
                  </a:lnTo>
                  <a:lnTo>
                    <a:pt x="180086" y="120535"/>
                  </a:lnTo>
                  <a:lnTo>
                    <a:pt x="180022" y="120408"/>
                  </a:lnTo>
                  <a:lnTo>
                    <a:pt x="179908" y="120154"/>
                  </a:lnTo>
                  <a:lnTo>
                    <a:pt x="182168" y="119138"/>
                  </a:lnTo>
                  <a:lnTo>
                    <a:pt x="182079" y="119646"/>
                  </a:lnTo>
                  <a:lnTo>
                    <a:pt x="181952" y="120408"/>
                  </a:lnTo>
                  <a:lnTo>
                    <a:pt x="181864" y="122059"/>
                  </a:lnTo>
                  <a:lnTo>
                    <a:pt x="182384" y="123075"/>
                  </a:lnTo>
                  <a:lnTo>
                    <a:pt x="183299" y="123075"/>
                  </a:lnTo>
                  <a:lnTo>
                    <a:pt x="186232" y="120789"/>
                  </a:lnTo>
                  <a:lnTo>
                    <a:pt x="189331" y="119646"/>
                  </a:lnTo>
                  <a:lnTo>
                    <a:pt x="191020" y="122567"/>
                  </a:lnTo>
                  <a:lnTo>
                    <a:pt x="190766" y="122567"/>
                  </a:lnTo>
                  <a:lnTo>
                    <a:pt x="192100" y="123075"/>
                  </a:lnTo>
                  <a:lnTo>
                    <a:pt x="200736" y="123075"/>
                  </a:lnTo>
                  <a:lnTo>
                    <a:pt x="200291" y="122059"/>
                  </a:lnTo>
                  <a:lnTo>
                    <a:pt x="201688" y="122567"/>
                  </a:lnTo>
                  <a:lnTo>
                    <a:pt x="202260" y="122567"/>
                  </a:lnTo>
                  <a:lnTo>
                    <a:pt x="202501" y="123075"/>
                  </a:lnTo>
                  <a:lnTo>
                    <a:pt x="211696" y="123075"/>
                  </a:lnTo>
                  <a:lnTo>
                    <a:pt x="211797" y="122567"/>
                  </a:lnTo>
                  <a:lnTo>
                    <a:pt x="212699" y="122059"/>
                  </a:lnTo>
                  <a:lnTo>
                    <a:pt x="213372" y="121678"/>
                  </a:lnTo>
                  <a:lnTo>
                    <a:pt x="215023" y="122313"/>
                  </a:lnTo>
                  <a:lnTo>
                    <a:pt x="216154" y="121678"/>
                  </a:lnTo>
                  <a:lnTo>
                    <a:pt x="217271" y="121043"/>
                  </a:lnTo>
                  <a:lnTo>
                    <a:pt x="217500" y="120967"/>
                  </a:lnTo>
                  <a:lnTo>
                    <a:pt x="216242" y="122567"/>
                  </a:lnTo>
                  <a:lnTo>
                    <a:pt x="217233" y="122567"/>
                  </a:lnTo>
                  <a:lnTo>
                    <a:pt x="224637" y="121424"/>
                  </a:lnTo>
                  <a:lnTo>
                    <a:pt x="226453" y="120916"/>
                  </a:lnTo>
                  <a:lnTo>
                    <a:pt x="226339" y="120535"/>
                  </a:lnTo>
                  <a:lnTo>
                    <a:pt x="226263" y="120281"/>
                  </a:lnTo>
                  <a:lnTo>
                    <a:pt x="226148" y="119900"/>
                  </a:lnTo>
                  <a:lnTo>
                    <a:pt x="226072" y="119646"/>
                  </a:lnTo>
                  <a:lnTo>
                    <a:pt x="225996" y="119392"/>
                  </a:lnTo>
                  <a:lnTo>
                    <a:pt x="225869" y="119011"/>
                  </a:lnTo>
                  <a:lnTo>
                    <a:pt x="225793" y="118757"/>
                  </a:lnTo>
                  <a:lnTo>
                    <a:pt x="225717" y="118503"/>
                  </a:lnTo>
                  <a:lnTo>
                    <a:pt x="225640" y="118249"/>
                  </a:lnTo>
                  <a:lnTo>
                    <a:pt x="227469" y="119011"/>
                  </a:lnTo>
                  <a:lnTo>
                    <a:pt x="227863" y="119011"/>
                  </a:lnTo>
                  <a:lnTo>
                    <a:pt x="226377" y="121043"/>
                  </a:lnTo>
                  <a:lnTo>
                    <a:pt x="225640" y="122313"/>
                  </a:lnTo>
                  <a:lnTo>
                    <a:pt x="225717" y="122440"/>
                  </a:lnTo>
                  <a:lnTo>
                    <a:pt x="225793" y="122567"/>
                  </a:lnTo>
                  <a:lnTo>
                    <a:pt x="226072" y="123075"/>
                  </a:lnTo>
                  <a:lnTo>
                    <a:pt x="228727" y="123075"/>
                  </a:lnTo>
                  <a:lnTo>
                    <a:pt x="230365" y="121297"/>
                  </a:lnTo>
                  <a:lnTo>
                    <a:pt x="230479" y="121424"/>
                  </a:lnTo>
                  <a:lnTo>
                    <a:pt x="230593" y="121551"/>
                  </a:lnTo>
                  <a:lnTo>
                    <a:pt x="230695" y="121678"/>
                  </a:lnTo>
                  <a:lnTo>
                    <a:pt x="230809" y="121805"/>
                  </a:lnTo>
                  <a:lnTo>
                    <a:pt x="230924" y="121932"/>
                  </a:lnTo>
                  <a:lnTo>
                    <a:pt x="231038" y="122059"/>
                  </a:lnTo>
                  <a:lnTo>
                    <a:pt x="231254" y="122313"/>
                  </a:lnTo>
                  <a:lnTo>
                    <a:pt x="231165" y="122440"/>
                  </a:lnTo>
                  <a:lnTo>
                    <a:pt x="231076" y="122567"/>
                  </a:lnTo>
                  <a:lnTo>
                    <a:pt x="230708" y="123075"/>
                  </a:lnTo>
                  <a:lnTo>
                    <a:pt x="236880" y="123075"/>
                  </a:lnTo>
                  <a:lnTo>
                    <a:pt x="237642" y="122059"/>
                  </a:lnTo>
                  <a:lnTo>
                    <a:pt x="240055" y="121805"/>
                  </a:lnTo>
                  <a:lnTo>
                    <a:pt x="239991" y="122059"/>
                  </a:lnTo>
                  <a:lnTo>
                    <a:pt x="239877" y="122440"/>
                  </a:lnTo>
                  <a:lnTo>
                    <a:pt x="239839" y="122567"/>
                  </a:lnTo>
                  <a:lnTo>
                    <a:pt x="239699" y="123075"/>
                  </a:lnTo>
                  <a:lnTo>
                    <a:pt x="241223" y="123075"/>
                  </a:lnTo>
                  <a:lnTo>
                    <a:pt x="241261" y="122567"/>
                  </a:lnTo>
                  <a:lnTo>
                    <a:pt x="241973" y="122567"/>
                  </a:lnTo>
                  <a:lnTo>
                    <a:pt x="242684" y="122440"/>
                  </a:lnTo>
                  <a:lnTo>
                    <a:pt x="242747" y="122567"/>
                  </a:lnTo>
                  <a:lnTo>
                    <a:pt x="243001" y="123075"/>
                  </a:lnTo>
                  <a:lnTo>
                    <a:pt x="254533" y="123075"/>
                  </a:lnTo>
                  <a:lnTo>
                    <a:pt x="254241" y="123202"/>
                  </a:lnTo>
                  <a:lnTo>
                    <a:pt x="255524" y="123202"/>
                  </a:lnTo>
                  <a:lnTo>
                    <a:pt x="255435" y="123075"/>
                  </a:lnTo>
                  <a:lnTo>
                    <a:pt x="254889" y="123075"/>
                  </a:lnTo>
                  <a:lnTo>
                    <a:pt x="255092" y="122834"/>
                  </a:lnTo>
                  <a:lnTo>
                    <a:pt x="255193" y="122707"/>
                  </a:lnTo>
                  <a:lnTo>
                    <a:pt x="255435" y="123075"/>
                  </a:lnTo>
                  <a:lnTo>
                    <a:pt x="268998" y="123075"/>
                  </a:lnTo>
                  <a:lnTo>
                    <a:pt x="268820" y="122618"/>
                  </a:lnTo>
                  <a:lnTo>
                    <a:pt x="269125" y="123075"/>
                  </a:lnTo>
                  <a:lnTo>
                    <a:pt x="289661" y="123075"/>
                  </a:lnTo>
                  <a:lnTo>
                    <a:pt x="289661" y="123317"/>
                  </a:lnTo>
                  <a:lnTo>
                    <a:pt x="289623" y="124777"/>
                  </a:lnTo>
                  <a:lnTo>
                    <a:pt x="288328" y="124777"/>
                  </a:lnTo>
                  <a:lnTo>
                    <a:pt x="292163" y="125234"/>
                  </a:lnTo>
                  <a:lnTo>
                    <a:pt x="294398" y="124777"/>
                  </a:lnTo>
                  <a:lnTo>
                    <a:pt x="297726" y="124091"/>
                  </a:lnTo>
                  <a:lnTo>
                    <a:pt x="297662" y="123748"/>
                  </a:lnTo>
                  <a:lnTo>
                    <a:pt x="297586" y="123317"/>
                  </a:lnTo>
                  <a:lnTo>
                    <a:pt x="297472" y="122707"/>
                  </a:lnTo>
                  <a:lnTo>
                    <a:pt x="297408" y="122364"/>
                  </a:lnTo>
                  <a:lnTo>
                    <a:pt x="297307" y="121793"/>
                  </a:lnTo>
                  <a:lnTo>
                    <a:pt x="297091" y="120650"/>
                  </a:lnTo>
                  <a:lnTo>
                    <a:pt x="295008" y="120319"/>
                  </a:lnTo>
                  <a:lnTo>
                    <a:pt x="295008" y="118706"/>
                  </a:lnTo>
                  <a:lnTo>
                    <a:pt x="305511" y="118338"/>
                  </a:lnTo>
                  <a:lnTo>
                    <a:pt x="307936" y="121056"/>
                  </a:lnTo>
                  <a:lnTo>
                    <a:pt x="306908" y="122364"/>
                  </a:lnTo>
                  <a:lnTo>
                    <a:pt x="306793" y="122707"/>
                  </a:lnTo>
                  <a:lnTo>
                    <a:pt x="305841" y="125577"/>
                  </a:lnTo>
                  <a:lnTo>
                    <a:pt x="305295" y="128689"/>
                  </a:lnTo>
                  <a:lnTo>
                    <a:pt x="304838" y="129286"/>
                  </a:lnTo>
                  <a:lnTo>
                    <a:pt x="304584" y="129578"/>
                  </a:lnTo>
                  <a:lnTo>
                    <a:pt x="304571" y="129286"/>
                  </a:lnTo>
                  <a:lnTo>
                    <a:pt x="304520" y="128689"/>
                  </a:lnTo>
                  <a:lnTo>
                    <a:pt x="304406" y="127139"/>
                  </a:lnTo>
                  <a:lnTo>
                    <a:pt x="304355" y="126568"/>
                  </a:lnTo>
                  <a:lnTo>
                    <a:pt x="304253" y="125234"/>
                  </a:lnTo>
                  <a:lnTo>
                    <a:pt x="304139" y="123748"/>
                  </a:lnTo>
                  <a:lnTo>
                    <a:pt x="305092" y="122707"/>
                  </a:lnTo>
                  <a:lnTo>
                    <a:pt x="306908" y="122364"/>
                  </a:lnTo>
                  <a:lnTo>
                    <a:pt x="305511" y="121056"/>
                  </a:lnTo>
                  <a:lnTo>
                    <a:pt x="297954" y="122529"/>
                  </a:lnTo>
                  <a:lnTo>
                    <a:pt x="297992" y="122707"/>
                  </a:lnTo>
                  <a:lnTo>
                    <a:pt x="298450" y="124523"/>
                  </a:lnTo>
                  <a:lnTo>
                    <a:pt x="303212" y="126568"/>
                  </a:lnTo>
                  <a:lnTo>
                    <a:pt x="302298" y="129286"/>
                  </a:lnTo>
                  <a:lnTo>
                    <a:pt x="297446" y="129286"/>
                  </a:lnTo>
                  <a:lnTo>
                    <a:pt x="297561" y="127139"/>
                  </a:lnTo>
                  <a:lnTo>
                    <a:pt x="297649" y="125577"/>
                  </a:lnTo>
                  <a:lnTo>
                    <a:pt x="297726" y="124091"/>
                  </a:lnTo>
                  <a:lnTo>
                    <a:pt x="294728" y="124777"/>
                  </a:lnTo>
                  <a:lnTo>
                    <a:pt x="294398" y="124777"/>
                  </a:lnTo>
                  <a:lnTo>
                    <a:pt x="292582" y="127139"/>
                  </a:lnTo>
                  <a:lnTo>
                    <a:pt x="293560" y="131318"/>
                  </a:lnTo>
                  <a:lnTo>
                    <a:pt x="294589" y="131673"/>
                  </a:lnTo>
                  <a:lnTo>
                    <a:pt x="294487" y="133146"/>
                  </a:lnTo>
                  <a:lnTo>
                    <a:pt x="294386" y="134594"/>
                  </a:lnTo>
                  <a:lnTo>
                    <a:pt x="294271" y="136296"/>
                  </a:lnTo>
                  <a:lnTo>
                    <a:pt x="294144" y="140220"/>
                  </a:lnTo>
                  <a:lnTo>
                    <a:pt x="296392" y="144005"/>
                  </a:lnTo>
                  <a:lnTo>
                    <a:pt x="297002" y="144360"/>
                  </a:lnTo>
                  <a:lnTo>
                    <a:pt x="297230" y="144538"/>
                  </a:lnTo>
                  <a:lnTo>
                    <a:pt x="300202" y="144005"/>
                  </a:lnTo>
                  <a:lnTo>
                    <a:pt x="300253" y="143852"/>
                  </a:lnTo>
                  <a:lnTo>
                    <a:pt x="302260" y="138493"/>
                  </a:lnTo>
                  <a:lnTo>
                    <a:pt x="303364" y="138493"/>
                  </a:lnTo>
                  <a:lnTo>
                    <a:pt x="305739" y="140995"/>
                  </a:lnTo>
                  <a:lnTo>
                    <a:pt x="305625" y="143357"/>
                  </a:lnTo>
                  <a:lnTo>
                    <a:pt x="305511" y="144538"/>
                  </a:lnTo>
                  <a:lnTo>
                    <a:pt x="305409" y="145732"/>
                  </a:lnTo>
                  <a:lnTo>
                    <a:pt x="305282" y="147066"/>
                  </a:lnTo>
                  <a:lnTo>
                    <a:pt x="309181" y="148513"/>
                  </a:lnTo>
                  <a:lnTo>
                    <a:pt x="309410" y="148513"/>
                  </a:lnTo>
                  <a:lnTo>
                    <a:pt x="309511" y="148005"/>
                  </a:lnTo>
                  <a:lnTo>
                    <a:pt x="309880" y="146227"/>
                  </a:lnTo>
                  <a:lnTo>
                    <a:pt x="309981" y="142951"/>
                  </a:lnTo>
                  <a:lnTo>
                    <a:pt x="311238" y="141605"/>
                  </a:lnTo>
                  <a:lnTo>
                    <a:pt x="315099" y="141605"/>
                  </a:lnTo>
                  <a:lnTo>
                    <a:pt x="316941" y="143357"/>
                  </a:lnTo>
                  <a:lnTo>
                    <a:pt x="316839" y="144005"/>
                  </a:lnTo>
                  <a:lnTo>
                    <a:pt x="316750" y="144538"/>
                  </a:lnTo>
                  <a:lnTo>
                    <a:pt x="316560" y="145732"/>
                  </a:lnTo>
                  <a:lnTo>
                    <a:pt x="316534" y="147066"/>
                  </a:lnTo>
                  <a:lnTo>
                    <a:pt x="317665" y="150139"/>
                  </a:lnTo>
                  <a:lnTo>
                    <a:pt x="317309" y="150634"/>
                  </a:lnTo>
                  <a:lnTo>
                    <a:pt x="317385" y="151028"/>
                  </a:lnTo>
                  <a:lnTo>
                    <a:pt x="319062" y="148945"/>
                  </a:lnTo>
                  <a:lnTo>
                    <a:pt x="319913" y="148005"/>
                  </a:lnTo>
                  <a:lnTo>
                    <a:pt x="319989" y="148513"/>
                  </a:lnTo>
                  <a:lnTo>
                    <a:pt x="320052" y="148945"/>
                  </a:lnTo>
                  <a:lnTo>
                    <a:pt x="320776" y="153479"/>
                  </a:lnTo>
                  <a:lnTo>
                    <a:pt x="320878" y="153860"/>
                  </a:lnTo>
                  <a:lnTo>
                    <a:pt x="320967" y="154203"/>
                  </a:lnTo>
                  <a:lnTo>
                    <a:pt x="321017" y="154419"/>
                  </a:lnTo>
                  <a:lnTo>
                    <a:pt x="321576" y="156464"/>
                  </a:lnTo>
                  <a:lnTo>
                    <a:pt x="321576" y="157772"/>
                  </a:lnTo>
                  <a:lnTo>
                    <a:pt x="323608" y="157086"/>
                  </a:lnTo>
                  <a:lnTo>
                    <a:pt x="323684" y="156819"/>
                  </a:lnTo>
                  <a:lnTo>
                    <a:pt x="323786" y="156464"/>
                  </a:lnTo>
                  <a:lnTo>
                    <a:pt x="324650" y="153479"/>
                  </a:lnTo>
                  <a:lnTo>
                    <a:pt x="324675" y="153085"/>
                  </a:lnTo>
                  <a:lnTo>
                    <a:pt x="324802" y="151257"/>
                  </a:lnTo>
                  <a:lnTo>
                    <a:pt x="324878" y="150139"/>
                  </a:lnTo>
                  <a:lnTo>
                    <a:pt x="324980" y="148513"/>
                  </a:lnTo>
                  <a:lnTo>
                    <a:pt x="325945" y="146723"/>
                  </a:lnTo>
                  <a:lnTo>
                    <a:pt x="326085" y="146367"/>
                  </a:lnTo>
                  <a:lnTo>
                    <a:pt x="326123" y="145732"/>
                  </a:lnTo>
                  <a:lnTo>
                    <a:pt x="326224" y="143852"/>
                  </a:lnTo>
                  <a:lnTo>
                    <a:pt x="326351" y="142951"/>
                  </a:lnTo>
                  <a:lnTo>
                    <a:pt x="327494" y="141439"/>
                  </a:lnTo>
                  <a:lnTo>
                    <a:pt x="330873" y="141605"/>
                  </a:lnTo>
                  <a:lnTo>
                    <a:pt x="329526" y="142468"/>
                  </a:lnTo>
                  <a:lnTo>
                    <a:pt x="330441" y="143852"/>
                  </a:lnTo>
                  <a:lnTo>
                    <a:pt x="330517" y="144005"/>
                  </a:lnTo>
                  <a:lnTo>
                    <a:pt x="331584" y="146227"/>
                  </a:lnTo>
                  <a:lnTo>
                    <a:pt x="331698" y="151028"/>
                  </a:lnTo>
                  <a:lnTo>
                    <a:pt x="331762" y="151257"/>
                  </a:lnTo>
                  <a:lnTo>
                    <a:pt x="333108" y="153860"/>
                  </a:lnTo>
                  <a:lnTo>
                    <a:pt x="334772" y="153581"/>
                  </a:lnTo>
                  <a:lnTo>
                    <a:pt x="334683" y="154419"/>
                  </a:lnTo>
                  <a:lnTo>
                    <a:pt x="334568" y="155524"/>
                  </a:lnTo>
                  <a:lnTo>
                    <a:pt x="334441" y="156641"/>
                  </a:lnTo>
                  <a:lnTo>
                    <a:pt x="334429" y="156819"/>
                  </a:lnTo>
                  <a:lnTo>
                    <a:pt x="336600" y="156819"/>
                  </a:lnTo>
                  <a:lnTo>
                    <a:pt x="336524" y="155524"/>
                  </a:lnTo>
                  <a:lnTo>
                    <a:pt x="336410" y="153479"/>
                  </a:lnTo>
                  <a:lnTo>
                    <a:pt x="336321" y="152158"/>
                  </a:lnTo>
                  <a:lnTo>
                    <a:pt x="337032" y="148945"/>
                  </a:lnTo>
                  <a:lnTo>
                    <a:pt x="337121" y="148513"/>
                  </a:lnTo>
                  <a:lnTo>
                    <a:pt x="337235" y="148005"/>
                  </a:lnTo>
                  <a:lnTo>
                    <a:pt x="337515" y="146723"/>
                  </a:lnTo>
                  <a:lnTo>
                    <a:pt x="339991" y="146227"/>
                  </a:lnTo>
                  <a:lnTo>
                    <a:pt x="341769" y="146367"/>
                  </a:lnTo>
                  <a:lnTo>
                    <a:pt x="343014" y="148945"/>
                  </a:lnTo>
                  <a:lnTo>
                    <a:pt x="342798" y="149771"/>
                  </a:lnTo>
                  <a:lnTo>
                    <a:pt x="342328" y="151028"/>
                  </a:lnTo>
                  <a:lnTo>
                    <a:pt x="342442" y="152158"/>
                  </a:lnTo>
                  <a:lnTo>
                    <a:pt x="342531" y="153085"/>
                  </a:lnTo>
                  <a:lnTo>
                    <a:pt x="342607" y="154419"/>
                  </a:lnTo>
                  <a:lnTo>
                    <a:pt x="341972" y="155663"/>
                  </a:lnTo>
                  <a:lnTo>
                    <a:pt x="342214" y="156464"/>
                  </a:lnTo>
                  <a:lnTo>
                    <a:pt x="342099" y="157086"/>
                  </a:lnTo>
                  <a:lnTo>
                    <a:pt x="342011" y="157568"/>
                  </a:lnTo>
                  <a:lnTo>
                    <a:pt x="341972" y="157772"/>
                  </a:lnTo>
                  <a:lnTo>
                    <a:pt x="343255" y="156464"/>
                  </a:lnTo>
                  <a:lnTo>
                    <a:pt x="345338" y="156464"/>
                  </a:lnTo>
                  <a:lnTo>
                    <a:pt x="345884" y="156641"/>
                  </a:lnTo>
                  <a:lnTo>
                    <a:pt x="346329" y="156641"/>
                  </a:lnTo>
                  <a:lnTo>
                    <a:pt x="347548" y="157556"/>
                  </a:lnTo>
                  <a:lnTo>
                    <a:pt x="347573" y="158737"/>
                  </a:lnTo>
                  <a:lnTo>
                    <a:pt x="348475" y="158737"/>
                  </a:lnTo>
                  <a:lnTo>
                    <a:pt x="348538" y="144360"/>
                  </a:lnTo>
                  <a:lnTo>
                    <a:pt x="348551" y="140995"/>
                  </a:lnTo>
                  <a:lnTo>
                    <a:pt x="348564" y="139026"/>
                  </a:lnTo>
                  <a:lnTo>
                    <a:pt x="348602" y="130276"/>
                  </a:lnTo>
                  <a:lnTo>
                    <a:pt x="348665" y="129578"/>
                  </a:lnTo>
                  <a:lnTo>
                    <a:pt x="348742" y="128689"/>
                  </a:lnTo>
                  <a:lnTo>
                    <a:pt x="349224" y="123317"/>
                  </a:lnTo>
                  <a:lnTo>
                    <a:pt x="349300" y="122364"/>
                  </a:lnTo>
                  <a:lnTo>
                    <a:pt x="349415" y="121056"/>
                  </a:lnTo>
                  <a:lnTo>
                    <a:pt x="349491" y="120167"/>
                  </a:lnTo>
                  <a:lnTo>
                    <a:pt x="349631" y="118706"/>
                  </a:lnTo>
                  <a:lnTo>
                    <a:pt x="353085" y="118706"/>
                  </a:lnTo>
                  <a:close/>
                </a:path>
                <a:path w="592455" h="231140">
                  <a:moveTo>
                    <a:pt x="358940" y="177952"/>
                  </a:moveTo>
                  <a:lnTo>
                    <a:pt x="333273" y="177952"/>
                  </a:lnTo>
                  <a:lnTo>
                    <a:pt x="333044" y="178587"/>
                  </a:lnTo>
                  <a:lnTo>
                    <a:pt x="332917" y="178841"/>
                  </a:lnTo>
                  <a:lnTo>
                    <a:pt x="332803" y="179095"/>
                  </a:lnTo>
                  <a:lnTo>
                    <a:pt x="332676" y="179349"/>
                  </a:lnTo>
                  <a:lnTo>
                    <a:pt x="332562" y="179603"/>
                  </a:lnTo>
                  <a:lnTo>
                    <a:pt x="332320" y="180111"/>
                  </a:lnTo>
                  <a:lnTo>
                    <a:pt x="331431" y="181762"/>
                  </a:lnTo>
                  <a:lnTo>
                    <a:pt x="330593" y="183413"/>
                  </a:lnTo>
                  <a:lnTo>
                    <a:pt x="328904" y="185572"/>
                  </a:lnTo>
                  <a:lnTo>
                    <a:pt x="326059" y="190271"/>
                  </a:lnTo>
                  <a:lnTo>
                    <a:pt x="324243" y="192049"/>
                  </a:lnTo>
                  <a:lnTo>
                    <a:pt x="348818" y="192049"/>
                  </a:lnTo>
                  <a:lnTo>
                    <a:pt x="348729" y="191541"/>
                  </a:lnTo>
                  <a:lnTo>
                    <a:pt x="354088" y="190779"/>
                  </a:lnTo>
                  <a:lnTo>
                    <a:pt x="354164" y="187477"/>
                  </a:lnTo>
                  <a:lnTo>
                    <a:pt x="354279" y="185826"/>
                  </a:lnTo>
                  <a:lnTo>
                    <a:pt x="354406" y="184556"/>
                  </a:lnTo>
                  <a:lnTo>
                    <a:pt x="354482" y="183794"/>
                  </a:lnTo>
                  <a:lnTo>
                    <a:pt x="354609" y="182524"/>
                  </a:lnTo>
                  <a:lnTo>
                    <a:pt x="354685" y="181762"/>
                  </a:lnTo>
                  <a:lnTo>
                    <a:pt x="354812" y="180492"/>
                  </a:lnTo>
                  <a:lnTo>
                    <a:pt x="354926" y="179349"/>
                  </a:lnTo>
                  <a:lnTo>
                    <a:pt x="356247" y="178841"/>
                  </a:lnTo>
                  <a:lnTo>
                    <a:pt x="357568" y="178460"/>
                  </a:lnTo>
                  <a:lnTo>
                    <a:pt x="358940" y="177952"/>
                  </a:lnTo>
                  <a:close/>
                </a:path>
                <a:path w="592455" h="231140">
                  <a:moveTo>
                    <a:pt x="359930" y="192303"/>
                  </a:moveTo>
                  <a:lnTo>
                    <a:pt x="359905" y="192049"/>
                  </a:lnTo>
                  <a:lnTo>
                    <a:pt x="348818" y="192049"/>
                  </a:lnTo>
                  <a:lnTo>
                    <a:pt x="348869" y="192303"/>
                  </a:lnTo>
                  <a:lnTo>
                    <a:pt x="359930" y="192303"/>
                  </a:lnTo>
                  <a:close/>
                </a:path>
                <a:path w="592455" h="231140">
                  <a:moveTo>
                    <a:pt x="360019" y="193192"/>
                  </a:moveTo>
                  <a:lnTo>
                    <a:pt x="360006" y="193065"/>
                  </a:lnTo>
                  <a:lnTo>
                    <a:pt x="349008" y="193065"/>
                  </a:lnTo>
                  <a:lnTo>
                    <a:pt x="348957" y="192811"/>
                  </a:lnTo>
                  <a:lnTo>
                    <a:pt x="348869" y="192303"/>
                  </a:lnTo>
                  <a:lnTo>
                    <a:pt x="323989" y="192303"/>
                  </a:lnTo>
                  <a:lnTo>
                    <a:pt x="319252" y="197256"/>
                  </a:lnTo>
                  <a:lnTo>
                    <a:pt x="319252" y="198399"/>
                  </a:lnTo>
                  <a:lnTo>
                    <a:pt x="319062" y="198399"/>
                  </a:lnTo>
                  <a:lnTo>
                    <a:pt x="317525" y="197256"/>
                  </a:lnTo>
                  <a:lnTo>
                    <a:pt x="319252" y="197256"/>
                  </a:lnTo>
                  <a:lnTo>
                    <a:pt x="308190" y="194716"/>
                  </a:lnTo>
                  <a:lnTo>
                    <a:pt x="302361" y="193459"/>
                  </a:lnTo>
                  <a:lnTo>
                    <a:pt x="302031" y="193319"/>
                  </a:lnTo>
                  <a:lnTo>
                    <a:pt x="299504" y="192366"/>
                  </a:lnTo>
                  <a:lnTo>
                    <a:pt x="299504" y="200863"/>
                  </a:lnTo>
                  <a:lnTo>
                    <a:pt x="299351" y="201587"/>
                  </a:lnTo>
                  <a:lnTo>
                    <a:pt x="299148" y="202323"/>
                  </a:lnTo>
                  <a:lnTo>
                    <a:pt x="297243" y="201587"/>
                  </a:lnTo>
                  <a:lnTo>
                    <a:pt x="295236" y="200863"/>
                  </a:lnTo>
                  <a:lnTo>
                    <a:pt x="293941" y="200139"/>
                  </a:lnTo>
                  <a:lnTo>
                    <a:pt x="292887" y="199542"/>
                  </a:lnTo>
                  <a:lnTo>
                    <a:pt x="289763" y="199212"/>
                  </a:lnTo>
                  <a:lnTo>
                    <a:pt x="287655" y="198970"/>
                  </a:lnTo>
                  <a:lnTo>
                    <a:pt x="284327" y="198755"/>
                  </a:lnTo>
                  <a:lnTo>
                    <a:pt x="281139" y="199212"/>
                  </a:lnTo>
                  <a:lnTo>
                    <a:pt x="279717" y="200139"/>
                  </a:lnTo>
                  <a:lnTo>
                    <a:pt x="279806" y="199986"/>
                  </a:lnTo>
                  <a:lnTo>
                    <a:pt x="280733" y="198208"/>
                  </a:lnTo>
                  <a:lnTo>
                    <a:pt x="281051" y="197764"/>
                  </a:lnTo>
                  <a:lnTo>
                    <a:pt x="297878" y="197764"/>
                  </a:lnTo>
                  <a:lnTo>
                    <a:pt x="298437" y="198043"/>
                  </a:lnTo>
                  <a:lnTo>
                    <a:pt x="299148" y="198755"/>
                  </a:lnTo>
                  <a:lnTo>
                    <a:pt x="299275" y="199986"/>
                  </a:lnTo>
                  <a:lnTo>
                    <a:pt x="299313" y="200139"/>
                  </a:lnTo>
                  <a:lnTo>
                    <a:pt x="299504" y="200863"/>
                  </a:lnTo>
                  <a:lnTo>
                    <a:pt x="299504" y="192366"/>
                  </a:lnTo>
                  <a:lnTo>
                    <a:pt x="299339" y="192303"/>
                  </a:lnTo>
                  <a:lnTo>
                    <a:pt x="323989" y="192303"/>
                  </a:lnTo>
                  <a:lnTo>
                    <a:pt x="324243" y="192049"/>
                  </a:lnTo>
                  <a:lnTo>
                    <a:pt x="297459" y="192049"/>
                  </a:lnTo>
                  <a:lnTo>
                    <a:pt x="297459" y="197510"/>
                  </a:lnTo>
                  <a:lnTo>
                    <a:pt x="281241" y="197510"/>
                  </a:lnTo>
                  <a:lnTo>
                    <a:pt x="282105" y="196354"/>
                  </a:lnTo>
                  <a:lnTo>
                    <a:pt x="282105" y="196024"/>
                  </a:lnTo>
                  <a:lnTo>
                    <a:pt x="284200" y="195262"/>
                  </a:lnTo>
                  <a:lnTo>
                    <a:pt x="285534" y="194881"/>
                  </a:lnTo>
                  <a:lnTo>
                    <a:pt x="288493" y="195262"/>
                  </a:lnTo>
                  <a:lnTo>
                    <a:pt x="290626" y="195262"/>
                  </a:lnTo>
                  <a:lnTo>
                    <a:pt x="292785" y="195440"/>
                  </a:lnTo>
                  <a:lnTo>
                    <a:pt x="297243" y="197370"/>
                  </a:lnTo>
                  <a:lnTo>
                    <a:pt x="297459" y="197510"/>
                  </a:lnTo>
                  <a:lnTo>
                    <a:pt x="297459" y="192049"/>
                  </a:lnTo>
                  <a:lnTo>
                    <a:pt x="286829" y="190944"/>
                  </a:lnTo>
                  <a:lnTo>
                    <a:pt x="284200" y="191604"/>
                  </a:lnTo>
                  <a:lnTo>
                    <a:pt x="282676" y="192049"/>
                  </a:lnTo>
                  <a:lnTo>
                    <a:pt x="281863" y="192049"/>
                  </a:lnTo>
                  <a:lnTo>
                    <a:pt x="281863" y="192303"/>
                  </a:lnTo>
                  <a:lnTo>
                    <a:pt x="278917" y="192671"/>
                  </a:lnTo>
                  <a:lnTo>
                    <a:pt x="277749" y="193611"/>
                  </a:lnTo>
                  <a:lnTo>
                    <a:pt x="276313" y="194335"/>
                  </a:lnTo>
                  <a:lnTo>
                    <a:pt x="275844" y="194335"/>
                  </a:lnTo>
                  <a:lnTo>
                    <a:pt x="275844" y="194589"/>
                  </a:lnTo>
                  <a:lnTo>
                    <a:pt x="275285" y="194589"/>
                  </a:lnTo>
                  <a:lnTo>
                    <a:pt x="274662" y="194589"/>
                  </a:lnTo>
                  <a:lnTo>
                    <a:pt x="273583" y="194475"/>
                  </a:lnTo>
                  <a:lnTo>
                    <a:pt x="275285" y="194589"/>
                  </a:lnTo>
                  <a:lnTo>
                    <a:pt x="275844" y="194589"/>
                  </a:lnTo>
                  <a:lnTo>
                    <a:pt x="275844" y="194335"/>
                  </a:lnTo>
                  <a:lnTo>
                    <a:pt x="272491" y="194335"/>
                  </a:lnTo>
                  <a:lnTo>
                    <a:pt x="272211" y="194310"/>
                  </a:lnTo>
                  <a:lnTo>
                    <a:pt x="272211" y="197675"/>
                  </a:lnTo>
                  <a:lnTo>
                    <a:pt x="271830" y="197523"/>
                  </a:lnTo>
                  <a:lnTo>
                    <a:pt x="272186" y="197510"/>
                  </a:lnTo>
                  <a:lnTo>
                    <a:pt x="272211" y="197675"/>
                  </a:lnTo>
                  <a:lnTo>
                    <a:pt x="272211" y="194310"/>
                  </a:lnTo>
                  <a:lnTo>
                    <a:pt x="270319" y="194081"/>
                  </a:lnTo>
                  <a:lnTo>
                    <a:pt x="269862" y="193992"/>
                  </a:lnTo>
                  <a:lnTo>
                    <a:pt x="265379" y="192303"/>
                  </a:lnTo>
                  <a:lnTo>
                    <a:pt x="281863" y="192303"/>
                  </a:lnTo>
                  <a:lnTo>
                    <a:pt x="281863" y="192049"/>
                  </a:lnTo>
                  <a:lnTo>
                    <a:pt x="265176" y="192049"/>
                  </a:lnTo>
                  <a:lnTo>
                    <a:pt x="265176" y="198755"/>
                  </a:lnTo>
                  <a:lnTo>
                    <a:pt x="265176" y="202323"/>
                  </a:lnTo>
                  <a:lnTo>
                    <a:pt x="263410" y="201587"/>
                  </a:lnTo>
                  <a:lnTo>
                    <a:pt x="261505" y="200863"/>
                  </a:lnTo>
                  <a:lnTo>
                    <a:pt x="260172" y="200139"/>
                  </a:lnTo>
                  <a:lnTo>
                    <a:pt x="259080" y="199542"/>
                  </a:lnTo>
                  <a:lnTo>
                    <a:pt x="255739" y="199212"/>
                  </a:lnTo>
                  <a:lnTo>
                    <a:pt x="255905" y="199212"/>
                  </a:lnTo>
                  <a:lnTo>
                    <a:pt x="253885" y="198970"/>
                  </a:lnTo>
                  <a:lnTo>
                    <a:pt x="250342" y="198755"/>
                  </a:lnTo>
                  <a:lnTo>
                    <a:pt x="247294" y="199212"/>
                  </a:lnTo>
                  <a:lnTo>
                    <a:pt x="245795" y="200139"/>
                  </a:lnTo>
                  <a:lnTo>
                    <a:pt x="246964" y="198208"/>
                  </a:lnTo>
                  <a:lnTo>
                    <a:pt x="247040" y="198043"/>
                  </a:lnTo>
                  <a:lnTo>
                    <a:pt x="247167" y="197764"/>
                  </a:lnTo>
                  <a:lnTo>
                    <a:pt x="263982" y="197764"/>
                  </a:lnTo>
                  <a:lnTo>
                    <a:pt x="264541" y="198043"/>
                  </a:lnTo>
                  <a:lnTo>
                    <a:pt x="265176" y="198755"/>
                  </a:lnTo>
                  <a:lnTo>
                    <a:pt x="265176" y="192049"/>
                  </a:lnTo>
                  <a:lnTo>
                    <a:pt x="263601" y="192049"/>
                  </a:lnTo>
                  <a:lnTo>
                    <a:pt x="263601" y="197510"/>
                  </a:lnTo>
                  <a:lnTo>
                    <a:pt x="247294" y="197510"/>
                  </a:lnTo>
                  <a:lnTo>
                    <a:pt x="247865" y="196354"/>
                  </a:lnTo>
                  <a:lnTo>
                    <a:pt x="248119" y="196024"/>
                  </a:lnTo>
                  <a:lnTo>
                    <a:pt x="248462" y="196024"/>
                  </a:lnTo>
                  <a:lnTo>
                    <a:pt x="250278" y="195262"/>
                  </a:lnTo>
                  <a:lnTo>
                    <a:pt x="251714" y="194881"/>
                  </a:lnTo>
                  <a:lnTo>
                    <a:pt x="254723" y="195262"/>
                  </a:lnTo>
                  <a:lnTo>
                    <a:pt x="256819" y="195262"/>
                  </a:lnTo>
                  <a:lnTo>
                    <a:pt x="258902" y="195440"/>
                  </a:lnTo>
                  <a:lnTo>
                    <a:pt x="263410" y="197370"/>
                  </a:lnTo>
                  <a:lnTo>
                    <a:pt x="263601" y="197510"/>
                  </a:lnTo>
                  <a:lnTo>
                    <a:pt x="263601" y="192049"/>
                  </a:lnTo>
                  <a:lnTo>
                    <a:pt x="263448" y="192049"/>
                  </a:lnTo>
                  <a:lnTo>
                    <a:pt x="258368" y="191528"/>
                  </a:lnTo>
                  <a:lnTo>
                    <a:pt x="257924" y="191414"/>
                  </a:lnTo>
                  <a:lnTo>
                    <a:pt x="257670" y="191465"/>
                  </a:lnTo>
                  <a:lnTo>
                    <a:pt x="252755" y="190944"/>
                  </a:lnTo>
                  <a:lnTo>
                    <a:pt x="248716" y="192049"/>
                  </a:lnTo>
                  <a:lnTo>
                    <a:pt x="247853" y="192049"/>
                  </a:lnTo>
                  <a:lnTo>
                    <a:pt x="247853" y="192303"/>
                  </a:lnTo>
                  <a:lnTo>
                    <a:pt x="245084" y="192671"/>
                  </a:lnTo>
                  <a:lnTo>
                    <a:pt x="243890" y="193611"/>
                  </a:lnTo>
                  <a:lnTo>
                    <a:pt x="243547" y="193776"/>
                  </a:lnTo>
                  <a:lnTo>
                    <a:pt x="241261" y="194183"/>
                  </a:lnTo>
                  <a:lnTo>
                    <a:pt x="241261" y="194970"/>
                  </a:lnTo>
                  <a:lnTo>
                    <a:pt x="241020" y="195110"/>
                  </a:lnTo>
                  <a:lnTo>
                    <a:pt x="240690" y="195224"/>
                  </a:lnTo>
                  <a:lnTo>
                    <a:pt x="238760" y="195224"/>
                  </a:lnTo>
                  <a:lnTo>
                    <a:pt x="238785" y="194970"/>
                  </a:lnTo>
                  <a:lnTo>
                    <a:pt x="241261" y="194970"/>
                  </a:lnTo>
                  <a:lnTo>
                    <a:pt x="241261" y="194183"/>
                  </a:lnTo>
                  <a:lnTo>
                    <a:pt x="238493" y="194652"/>
                  </a:lnTo>
                  <a:lnTo>
                    <a:pt x="232498" y="192303"/>
                  </a:lnTo>
                  <a:lnTo>
                    <a:pt x="247853" y="192303"/>
                  </a:lnTo>
                  <a:lnTo>
                    <a:pt x="247853" y="192049"/>
                  </a:lnTo>
                  <a:lnTo>
                    <a:pt x="232384" y="192049"/>
                  </a:lnTo>
                  <a:lnTo>
                    <a:pt x="232384" y="200863"/>
                  </a:lnTo>
                  <a:lnTo>
                    <a:pt x="232054" y="202323"/>
                  </a:lnTo>
                  <a:lnTo>
                    <a:pt x="228384" y="200863"/>
                  </a:lnTo>
                  <a:lnTo>
                    <a:pt x="227050" y="200139"/>
                  </a:lnTo>
                  <a:lnTo>
                    <a:pt x="225971" y="199542"/>
                  </a:lnTo>
                  <a:lnTo>
                    <a:pt x="222669" y="199212"/>
                  </a:lnTo>
                  <a:lnTo>
                    <a:pt x="222834" y="199212"/>
                  </a:lnTo>
                  <a:lnTo>
                    <a:pt x="220865" y="198970"/>
                  </a:lnTo>
                  <a:lnTo>
                    <a:pt x="217195" y="198755"/>
                  </a:lnTo>
                  <a:lnTo>
                    <a:pt x="214261" y="199212"/>
                  </a:lnTo>
                  <a:lnTo>
                    <a:pt x="212839" y="200139"/>
                  </a:lnTo>
                  <a:lnTo>
                    <a:pt x="212915" y="199986"/>
                  </a:lnTo>
                  <a:lnTo>
                    <a:pt x="213918" y="198043"/>
                  </a:lnTo>
                  <a:lnTo>
                    <a:pt x="214083" y="197764"/>
                  </a:lnTo>
                  <a:lnTo>
                    <a:pt x="231013" y="197764"/>
                  </a:lnTo>
                  <a:lnTo>
                    <a:pt x="232384" y="200863"/>
                  </a:lnTo>
                  <a:lnTo>
                    <a:pt x="232384" y="192049"/>
                  </a:lnTo>
                  <a:lnTo>
                    <a:pt x="230581" y="192049"/>
                  </a:lnTo>
                  <a:lnTo>
                    <a:pt x="230479" y="197510"/>
                  </a:lnTo>
                  <a:lnTo>
                    <a:pt x="214223" y="197510"/>
                  </a:lnTo>
                  <a:lnTo>
                    <a:pt x="214922" y="196354"/>
                  </a:lnTo>
                  <a:lnTo>
                    <a:pt x="215011" y="196024"/>
                  </a:lnTo>
                  <a:lnTo>
                    <a:pt x="215341" y="196024"/>
                  </a:lnTo>
                  <a:lnTo>
                    <a:pt x="217081" y="195262"/>
                  </a:lnTo>
                  <a:lnTo>
                    <a:pt x="217220" y="195224"/>
                  </a:lnTo>
                  <a:lnTo>
                    <a:pt x="221272" y="195224"/>
                  </a:lnTo>
                  <a:lnTo>
                    <a:pt x="221589" y="195262"/>
                  </a:lnTo>
                  <a:lnTo>
                    <a:pt x="223647" y="195262"/>
                  </a:lnTo>
                  <a:lnTo>
                    <a:pt x="225653" y="195440"/>
                  </a:lnTo>
                  <a:lnTo>
                    <a:pt x="230174" y="197370"/>
                  </a:lnTo>
                  <a:lnTo>
                    <a:pt x="230479" y="197510"/>
                  </a:lnTo>
                  <a:lnTo>
                    <a:pt x="230479" y="192049"/>
                  </a:lnTo>
                  <a:lnTo>
                    <a:pt x="226047" y="191579"/>
                  </a:lnTo>
                  <a:lnTo>
                    <a:pt x="225856" y="191566"/>
                  </a:lnTo>
                  <a:lnTo>
                    <a:pt x="219925" y="190944"/>
                  </a:lnTo>
                  <a:lnTo>
                    <a:pt x="219240" y="191109"/>
                  </a:lnTo>
                  <a:lnTo>
                    <a:pt x="219240" y="194970"/>
                  </a:lnTo>
                  <a:lnTo>
                    <a:pt x="218186" y="194970"/>
                  </a:lnTo>
                  <a:lnTo>
                    <a:pt x="218528" y="194881"/>
                  </a:lnTo>
                  <a:lnTo>
                    <a:pt x="219240" y="194970"/>
                  </a:lnTo>
                  <a:lnTo>
                    <a:pt x="219240" y="191109"/>
                  </a:lnTo>
                  <a:lnTo>
                    <a:pt x="217131" y="191604"/>
                  </a:lnTo>
                  <a:lnTo>
                    <a:pt x="215531" y="192049"/>
                  </a:lnTo>
                  <a:lnTo>
                    <a:pt x="214668" y="192049"/>
                  </a:lnTo>
                  <a:lnTo>
                    <a:pt x="214668" y="192303"/>
                  </a:lnTo>
                  <a:lnTo>
                    <a:pt x="211975" y="192671"/>
                  </a:lnTo>
                  <a:lnTo>
                    <a:pt x="210781" y="193611"/>
                  </a:lnTo>
                  <a:lnTo>
                    <a:pt x="208216" y="194970"/>
                  </a:lnTo>
                  <a:lnTo>
                    <a:pt x="205028" y="194970"/>
                  </a:lnTo>
                  <a:lnTo>
                    <a:pt x="205676" y="195224"/>
                  </a:lnTo>
                  <a:lnTo>
                    <a:pt x="207619" y="195224"/>
                  </a:lnTo>
                  <a:lnTo>
                    <a:pt x="206540" y="195605"/>
                  </a:lnTo>
                  <a:lnTo>
                    <a:pt x="206324" y="195478"/>
                  </a:lnTo>
                  <a:lnTo>
                    <a:pt x="205676" y="195224"/>
                  </a:lnTo>
                  <a:lnTo>
                    <a:pt x="204368" y="195224"/>
                  </a:lnTo>
                  <a:lnTo>
                    <a:pt x="204381" y="194970"/>
                  </a:lnTo>
                  <a:lnTo>
                    <a:pt x="205028" y="194970"/>
                  </a:lnTo>
                  <a:lnTo>
                    <a:pt x="204381" y="194716"/>
                  </a:lnTo>
                  <a:lnTo>
                    <a:pt x="204190" y="194703"/>
                  </a:lnTo>
                  <a:lnTo>
                    <a:pt x="198069" y="192328"/>
                  </a:lnTo>
                  <a:lnTo>
                    <a:pt x="198069" y="200863"/>
                  </a:lnTo>
                  <a:lnTo>
                    <a:pt x="197942" y="201587"/>
                  </a:lnTo>
                  <a:lnTo>
                    <a:pt x="197789" y="202323"/>
                  </a:lnTo>
                  <a:lnTo>
                    <a:pt x="195757" y="201587"/>
                  </a:lnTo>
                  <a:lnTo>
                    <a:pt x="194017" y="200863"/>
                  </a:lnTo>
                  <a:lnTo>
                    <a:pt x="192671" y="200139"/>
                  </a:lnTo>
                  <a:lnTo>
                    <a:pt x="191579" y="199542"/>
                  </a:lnTo>
                  <a:lnTo>
                    <a:pt x="188201" y="199212"/>
                  </a:lnTo>
                  <a:lnTo>
                    <a:pt x="188341" y="199212"/>
                  </a:lnTo>
                  <a:lnTo>
                    <a:pt x="186232" y="198970"/>
                  </a:lnTo>
                  <a:lnTo>
                    <a:pt x="182892" y="198755"/>
                  </a:lnTo>
                  <a:lnTo>
                    <a:pt x="179895" y="199212"/>
                  </a:lnTo>
                  <a:lnTo>
                    <a:pt x="178358" y="200139"/>
                  </a:lnTo>
                  <a:lnTo>
                    <a:pt x="178447" y="199986"/>
                  </a:lnTo>
                  <a:lnTo>
                    <a:pt x="179158" y="198755"/>
                  </a:lnTo>
                  <a:lnTo>
                    <a:pt x="180517" y="196354"/>
                  </a:lnTo>
                  <a:lnTo>
                    <a:pt x="180670" y="196024"/>
                  </a:lnTo>
                  <a:lnTo>
                    <a:pt x="182651" y="195262"/>
                  </a:lnTo>
                  <a:lnTo>
                    <a:pt x="182791" y="195224"/>
                  </a:lnTo>
                  <a:lnTo>
                    <a:pt x="186766" y="195224"/>
                  </a:lnTo>
                  <a:lnTo>
                    <a:pt x="187071" y="195262"/>
                  </a:lnTo>
                  <a:lnTo>
                    <a:pt x="189128" y="195262"/>
                  </a:lnTo>
                  <a:lnTo>
                    <a:pt x="197878" y="200139"/>
                  </a:lnTo>
                  <a:lnTo>
                    <a:pt x="198069" y="200863"/>
                  </a:lnTo>
                  <a:lnTo>
                    <a:pt x="198069" y="192328"/>
                  </a:lnTo>
                  <a:lnTo>
                    <a:pt x="214668" y="192303"/>
                  </a:lnTo>
                  <a:lnTo>
                    <a:pt x="214668" y="192049"/>
                  </a:lnTo>
                  <a:lnTo>
                    <a:pt x="196100" y="192049"/>
                  </a:lnTo>
                  <a:lnTo>
                    <a:pt x="185369" y="190944"/>
                  </a:lnTo>
                  <a:lnTo>
                    <a:pt x="184746" y="191109"/>
                  </a:lnTo>
                  <a:lnTo>
                    <a:pt x="184746" y="194970"/>
                  </a:lnTo>
                  <a:lnTo>
                    <a:pt x="183718" y="194970"/>
                  </a:lnTo>
                  <a:lnTo>
                    <a:pt x="184048" y="194881"/>
                  </a:lnTo>
                  <a:lnTo>
                    <a:pt x="184746" y="194970"/>
                  </a:lnTo>
                  <a:lnTo>
                    <a:pt x="184746" y="191109"/>
                  </a:lnTo>
                  <a:lnTo>
                    <a:pt x="182765" y="191604"/>
                  </a:lnTo>
                  <a:lnTo>
                    <a:pt x="181241" y="192049"/>
                  </a:lnTo>
                  <a:lnTo>
                    <a:pt x="180441" y="192049"/>
                  </a:lnTo>
                  <a:lnTo>
                    <a:pt x="180441" y="192303"/>
                  </a:lnTo>
                  <a:lnTo>
                    <a:pt x="177546" y="192671"/>
                  </a:lnTo>
                  <a:lnTo>
                    <a:pt x="177342" y="192811"/>
                  </a:lnTo>
                  <a:lnTo>
                    <a:pt x="176987" y="192811"/>
                  </a:lnTo>
                  <a:lnTo>
                    <a:pt x="176987" y="193065"/>
                  </a:lnTo>
                  <a:lnTo>
                    <a:pt x="176225" y="193611"/>
                  </a:lnTo>
                  <a:lnTo>
                    <a:pt x="174980" y="194335"/>
                  </a:lnTo>
                  <a:lnTo>
                    <a:pt x="174498" y="194335"/>
                  </a:lnTo>
                  <a:lnTo>
                    <a:pt x="174498" y="194589"/>
                  </a:lnTo>
                  <a:lnTo>
                    <a:pt x="173774" y="194970"/>
                  </a:lnTo>
                  <a:lnTo>
                    <a:pt x="173393" y="194970"/>
                  </a:lnTo>
                  <a:lnTo>
                    <a:pt x="173393" y="195160"/>
                  </a:lnTo>
                  <a:lnTo>
                    <a:pt x="173101" y="195097"/>
                  </a:lnTo>
                  <a:lnTo>
                    <a:pt x="173393" y="195160"/>
                  </a:lnTo>
                  <a:lnTo>
                    <a:pt x="173393" y="194970"/>
                  </a:lnTo>
                  <a:lnTo>
                    <a:pt x="172732" y="194970"/>
                  </a:lnTo>
                  <a:lnTo>
                    <a:pt x="171958" y="194716"/>
                  </a:lnTo>
                  <a:lnTo>
                    <a:pt x="171335" y="194589"/>
                  </a:lnTo>
                  <a:lnTo>
                    <a:pt x="171107" y="194589"/>
                  </a:lnTo>
                  <a:lnTo>
                    <a:pt x="170688" y="194462"/>
                  </a:lnTo>
                  <a:lnTo>
                    <a:pt x="171335" y="194589"/>
                  </a:lnTo>
                  <a:lnTo>
                    <a:pt x="174498" y="194589"/>
                  </a:lnTo>
                  <a:lnTo>
                    <a:pt x="174498" y="194335"/>
                  </a:lnTo>
                  <a:lnTo>
                    <a:pt x="170294" y="194335"/>
                  </a:lnTo>
                  <a:lnTo>
                    <a:pt x="170078" y="194271"/>
                  </a:lnTo>
                  <a:lnTo>
                    <a:pt x="167017" y="193065"/>
                  </a:lnTo>
                  <a:lnTo>
                    <a:pt x="176987" y="193065"/>
                  </a:lnTo>
                  <a:lnTo>
                    <a:pt x="176987" y="192811"/>
                  </a:lnTo>
                  <a:lnTo>
                    <a:pt x="166370" y="192811"/>
                  </a:lnTo>
                  <a:lnTo>
                    <a:pt x="165074" y="192303"/>
                  </a:lnTo>
                  <a:lnTo>
                    <a:pt x="180441" y="192303"/>
                  </a:lnTo>
                  <a:lnTo>
                    <a:pt x="180441" y="192049"/>
                  </a:lnTo>
                  <a:lnTo>
                    <a:pt x="164757" y="192049"/>
                  </a:lnTo>
                  <a:lnTo>
                    <a:pt x="164757" y="198755"/>
                  </a:lnTo>
                  <a:lnTo>
                    <a:pt x="164757" y="202323"/>
                  </a:lnTo>
                  <a:lnTo>
                    <a:pt x="162966" y="201587"/>
                  </a:lnTo>
                  <a:lnTo>
                    <a:pt x="160997" y="200863"/>
                  </a:lnTo>
                  <a:lnTo>
                    <a:pt x="159702" y="200139"/>
                  </a:lnTo>
                  <a:lnTo>
                    <a:pt x="158648" y="199542"/>
                  </a:lnTo>
                  <a:lnTo>
                    <a:pt x="155295" y="199212"/>
                  </a:lnTo>
                  <a:lnTo>
                    <a:pt x="155448" y="199212"/>
                  </a:lnTo>
                  <a:lnTo>
                    <a:pt x="153377" y="198970"/>
                  </a:lnTo>
                  <a:lnTo>
                    <a:pt x="149834" y="198755"/>
                  </a:lnTo>
                  <a:lnTo>
                    <a:pt x="146799" y="199212"/>
                  </a:lnTo>
                  <a:lnTo>
                    <a:pt x="145389" y="200139"/>
                  </a:lnTo>
                  <a:lnTo>
                    <a:pt x="145465" y="199986"/>
                  </a:lnTo>
                  <a:lnTo>
                    <a:pt x="146532" y="198043"/>
                  </a:lnTo>
                  <a:lnTo>
                    <a:pt x="147586" y="196354"/>
                  </a:lnTo>
                  <a:lnTo>
                    <a:pt x="147713" y="196024"/>
                  </a:lnTo>
                  <a:lnTo>
                    <a:pt x="149682" y="195262"/>
                  </a:lnTo>
                  <a:lnTo>
                    <a:pt x="149809" y="195224"/>
                  </a:lnTo>
                  <a:lnTo>
                    <a:pt x="154038" y="195224"/>
                  </a:lnTo>
                  <a:lnTo>
                    <a:pt x="154381" y="195262"/>
                  </a:lnTo>
                  <a:lnTo>
                    <a:pt x="156286" y="195262"/>
                  </a:lnTo>
                  <a:lnTo>
                    <a:pt x="158254" y="195440"/>
                  </a:lnTo>
                  <a:lnTo>
                    <a:pt x="162966" y="197370"/>
                  </a:lnTo>
                  <a:lnTo>
                    <a:pt x="163372" y="197726"/>
                  </a:lnTo>
                  <a:lnTo>
                    <a:pt x="163969" y="198043"/>
                  </a:lnTo>
                  <a:lnTo>
                    <a:pt x="164757" y="198755"/>
                  </a:lnTo>
                  <a:lnTo>
                    <a:pt x="164757" y="192049"/>
                  </a:lnTo>
                  <a:lnTo>
                    <a:pt x="163156" y="192049"/>
                  </a:lnTo>
                  <a:lnTo>
                    <a:pt x="162953" y="192036"/>
                  </a:lnTo>
                  <a:lnTo>
                    <a:pt x="162229" y="191795"/>
                  </a:lnTo>
                  <a:lnTo>
                    <a:pt x="161061" y="191833"/>
                  </a:lnTo>
                  <a:lnTo>
                    <a:pt x="152501" y="190944"/>
                  </a:lnTo>
                  <a:lnTo>
                    <a:pt x="151828" y="191122"/>
                  </a:lnTo>
                  <a:lnTo>
                    <a:pt x="151828" y="194970"/>
                  </a:lnTo>
                  <a:lnTo>
                    <a:pt x="150723" y="194970"/>
                  </a:lnTo>
                  <a:lnTo>
                    <a:pt x="151053" y="194881"/>
                  </a:lnTo>
                  <a:lnTo>
                    <a:pt x="151828" y="194970"/>
                  </a:lnTo>
                  <a:lnTo>
                    <a:pt x="151828" y="191122"/>
                  </a:lnTo>
                  <a:lnTo>
                    <a:pt x="149834" y="191604"/>
                  </a:lnTo>
                  <a:lnTo>
                    <a:pt x="147459" y="192227"/>
                  </a:lnTo>
                  <a:lnTo>
                    <a:pt x="147777" y="192227"/>
                  </a:lnTo>
                  <a:lnTo>
                    <a:pt x="144576" y="192671"/>
                  </a:lnTo>
                  <a:lnTo>
                    <a:pt x="144373" y="192811"/>
                  </a:lnTo>
                  <a:lnTo>
                    <a:pt x="144030" y="192811"/>
                  </a:lnTo>
                  <a:lnTo>
                    <a:pt x="144030" y="193065"/>
                  </a:lnTo>
                  <a:lnTo>
                    <a:pt x="143294" y="193611"/>
                  </a:lnTo>
                  <a:lnTo>
                    <a:pt x="141859" y="194373"/>
                  </a:lnTo>
                  <a:lnTo>
                    <a:pt x="140868" y="194970"/>
                  </a:lnTo>
                  <a:lnTo>
                    <a:pt x="140144" y="194970"/>
                  </a:lnTo>
                  <a:lnTo>
                    <a:pt x="138938" y="194716"/>
                  </a:lnTo>
                  <a:lnTo>
                    <a:pt x="137033" y="194475"/>
                  </a:lnTo>
                  <a:lnTo>
                    <a:pt x="137744" y="194589"/>
                  </a:lnTo>
                  <a:lnTo>
                    <a:pt x="137312" y="194589"/>
                  </a:lnTo>
                  <a:lnTo>
                    <a:pt x="136956" y="194462"/>
                  </a:lnTo>
                  <a:lnTo>
                    <a:pt x="133311" y="193065"/>
                  </a:lnTo>
                  <a:lnTo>
                    <a:pt x="144030" y="193065"/>
                  </a:lnTo>
                  <a:lnTo>
                    <a:pt x="144030" y="192811"/>
                  </a:lnTo>
                  <a:lnTo>
                    <a:pt x="132638" y="192811"/>
                  </a:lnTo>
                  <a:lnTo>
                    <a:pt x="131368" y="192328"/>
                  </a:lnTo>
                  <a:lnTo>
                    <a:pt x="131368" y="200863"/>
                  </a:lnTo>
                  <a:lnTo>
                    <a:pt x="131254" y="201587"/>
                  </a:lnTo>
                  <a:lnTo>
                    <a:pt x="131152" y="202107"/>
                  </a:lnTo>
                  <a:lnTo>
                    <a:pt x="131114" y="202323"/>
                  </a:lnTo>
                  <a:lnTo>
                    <a:pt x="129413" y="201587"/>
                  </a:lnTo>
                  <a:lnTo>
                    <a:pt x="127406" y="200863"/>
                  </a:lnTo>
                  <a:lnTo>
                    <a:pt x="126047" y="200139"/>
                  </a:lnTo>
                  <a:lnTo>
                    <a:pt x="124929" y="199542"/>
                  </a:lnTo>
                  <a:lnTo>
                    <a:pt x="121589" y="199212"/>
                  </a:lnTo>
                  <a:lnTo>
                    <a:pt x="121742" y="199212"/>
                  </a:lnTo>
                  <a:lnTo>
                    <a:pt x="119710" y="198970"/>
                  </a:lnTo>
                  <a:lnTo>
                    <a:pt x="116243" y="198755"/>
                  </a:lnTo>
                  <a:lnTo>
                    <a:pt x="113195" y="199212"/>
                  </a:lnTo>
                  <a:lnTo>
                    <a:pt x="111772" y="200139"/>
                  </a:lnTo>
                  <a:lnTo>
                    <a:pt x="111848" y="199986"/>
                  </a:lnTo>
                  <a:lnTo>
                    <a:pt x="112890" y="198043"/>
                  </a:lnTo>
                  <a:lnTo>
                    <a:pt x="113880" y="196354"/>
                  </a:lnTo>
                  <a:lnTo>
                    <a:pt x="113880" y="196024"/>
                  </a:lnTo>
                  <a:lnTo>
                    <a:pt x="114249" y="196024"/>
                  </a:lnTo>
                  <a:lnTo>
                    <a:pt x="116103" y="195262"/>
                  </a:lnTo>
                  <a:lnTo>
                    <a:pt x="117563" y="194881"/>
                  </a:lnTo>
                  <a:lnTo>
                    <a:pt x="120637" y="195262"/>
                  </a:lnTo>
                  <a:lnTo>
                    <a:pt x="122516" y="195262"/>
                  </a:lnTo>
                  <a:lnTo>
                    <a:pt x="124587" y="195440"/>
                  </a:lnTo>
                  <a:lnTo>
                    <a:pt x="129413" y="197370"/>
                  </a:lnTo>
                  <a:lnTo>
                    <a:pt x="129819" y="197726"/>
                  </a:lnTo>
                  <a:lnTo>
                    <a:pt x="130390" y="198043"/>
                  </a:lnTo>
                  <a:lnTo>
                    <a:pt x="131114" y="198755"/>
                  </a:lnTo>
                  <a:lnTo>
                    <a:pt x="131229" y="200139"/>
                  </a:lnTo>
                  <a:lnTo>
                    <a:pt x="131368" y="200863"/>
                  </a:lnTo>
                  <a:lnTo>
                    <a:pt x="131368" y="192328"/>
                  </a:lnTo>
                  <a:lnTo>
                    <a:pt x="131114" y="192227"/>
                  </a:lnTo>
                  <a:lnTo>
                    <a:pt x="118846" y="190944"/>
                  </a:lnTo>
                  <a:lnTo>
                    <a:pt x="116103" y="191604"/>
                  </a:lnTo>
                  <a:lnTo>
                    <a:pt x="113779" y="192227"/>
                  </a:lnTo>
                  <a:lnTo>
                    <a:pt x="114096" y="192227"/>
                  </a:lnTo>
                  <a:lnTo>
                    <a:pt x="110896" y="192671"/>
                  </a:lnTo>
                  <a:lnTo>
                    <a:pt x="110693" y="192811"/>
                  </a:lnTo>
                  <a:lnTo>
                    <a:pt x="110350" y="192811"/>
                  </a:lnTo>
                  <a:lnTo>
                    <a:pt x="110350" y="193065"/>
                  </a:lnTo>
                  <a:lnTo>
                    <a:pt x="109613" y="193611"/>
                  </a:lnTo>
                  <a:lnTo>
                    <a:pt x="108394" y="194335"/>
                  </a:lnTo>
                  <a:lnTo>
                    <a:pt x="107924" y="194335"/>
                  </a:lnTo>
                  <a:lnTo>
                    <a:pt x="107924" y="194589"/>
                  </a:lnTo>
                  <a:lnTo>
                    <a:pt x="106959" y="195110"/>
                  </a:lnTo>
                  <a:lnTo>
                    <a:pt x="104508" y="196024"/>
                  </a:lnTo>
                  <a:lnTo>
                    <a:pt x="104190" y="196024"/>
                  </a:lnTo>
                  <a:lnTo>
                    <a:pt x="104190" y="196240"/>
                  </a:lnTo>
                  <a:lnTo>
                    <a:pt x="102831" y="196240"/>
                  </a:lnTo>
                  <a:lnTo>
                    <a:pt x="102844" y="195732"/>
                  </a:lnTo>
                  <a:lnTo>
                    <a:pt x="104584" y="195732"/>
                  </a:lnTo>
                  <a:lnTo>
                    <a:pt x="102870" y="194716"/>
                  </a:lnTo>
                  <a:lnTo>
                    <a:pt x="102628" y="194678"/>
                  </a:lnTo>
                  <a:lnTo>
                    <a:pt x="102400" y="194589"/>
                  </a:lnTo>
                  <a:lnTo>
                    <a:pt x="107924" y="194589"/>
                  </a:lnTo>
                  <a:lnTo>
                    <a:pt x="107924" y="194335"/>
                  </a:lnTo>
                  <a:lnTo>
                    <a:pt x="101739" y="194335"/>
                  </a:lnTo>
                  <a:lnTo>
                    <a:pt x="98437" y="193065"/>
                  </a:lnTo>
                  <a:lnTo>
                    <a:pt x="110350" y="193065"/>
                  </a:lnTo>
                  <a:lnTo>
                    <a:pt x="110350" y="192811"/>
                  </a:lnTo>
                  <a:lnTo>
                    <a:pt x="97777" y="192811"/>
                  </a:lnTo>
                  <a:lnTo>
                    <a:pt x="96456" y="192303"/>
                  </a:lnTo>
                  <a:lnTo>
                    <a:pt x="96456" y="200863"/>
                  </a:lnTo>
                  <a:lnTo>
                    <a:pt x="96177" y="202323"/>
                  </a:lnTo>
                  <a:lnTo>
                    <a:pt x="92417" y="200863"/>
                  </a:lnTo>
                  <a:lnTo>
                    <a:pt x="91160" y="200139"/>
                  </a:lnTo>
                  <a:lnTo>
                    <a:pt x="90157" y="199542"/>
                  </a:lnTo>
                  <a:lnTo>
                    <a:pt x="86766" y="199212"/>
                  </a:lnTo>
                  <a:lnTo>
                    <a:pt x="86906" y="199212"/>
                  </a:lnTo>
                  <a:lnTo>
                    <a:pt x="84772" y="198970"/>
                  </a:lnTo>
                  <a:lnTo>
                    <a:pt x="81343" y="198755"/>
                  </a:lnTo>
                  <a:lnTo>
                    <a:pt x="78384" y="199212"/>
                  </a:lnTo>
                  <a:lnTo>
                    <a:pt x="76796" y="200139"/>
                  </a:lnTo>
                  <a:lnTo>
                    <a:pt x="76898" y="199986"/>
                  </a:lnTo>
                  <a:lnTo>
                    <a:pt x="78130" y="198043"/>
                  </a:lnTo>
                  <a:lnTo>
                    <a:pt x="78282" y="197764"/>
                  </a:lnTo>
                  <a:lnTo>
                    <a:pt x="95008" y="197764"/>
                  </a:lnTo>
                  <a:lnTo>
                    <a:pt x="95504" y="198043"/>
                  </a:lnTo>
                  <a:lnTo>
                    <a:pt x="96177" y="198755"/>
                  </a:lnTo>
                  <a:lnTo>
                    <a:pt x="96266" y="199986"/>
                  </a:lnTo>
                  <a:lnTo>
                    <a:pt x="96304" y="200139"/>
                  </a:lnTo>
                  <a:lnTo>
                    <a:pt x="96456" y="200863"/>
                  </a:lnTo>
                  <a:lnTo>
                    <a:pt x="96456" y="192303"/>
                  </a:lnTo>
                  <a:lnTo>
                    <a:pt x="96266" y="192227"/>
                  </a:lnTo>
                  <a:lnTo>
                    <a:pt x="94526" y="192049"/>
                  </a:lnTo>
                  <a:lnTo>
                    <a:pt x="94526" y="197510"/>
                  </a:lnTo>
                  <a:lnTo>
                    <a:pt x="78435" y="197510"/>
                  </a:lnTo>
                  <a:lnTo>
                    <a:pt x="79095" y="196354"/>
                  </a:lnTo>
                  <a:lnTo>
                    <a:pt x="79095" y="196024"/>
                  </a:lnTo>
                  <a:lnTo>
                    <a:pt x="79248" y="196024"/>
                  </a:lnTo>
                  <a:lnTo>
                    <a:pt x="81165" y="195262"/>
                  </a:lnTo>
                  <a:lnTo>
                    <a:pt x="82473" y="194881"/>
                  </a:lnTo>
                  <a:lnTo>
                    <a:pt x="85737" y="195262"/>
                  </a:lnTo>
                  <a:lnTo>
                    <a:pt x="87833" y="195262"/>
                  </a:lnTo>
                  <a:lnTo>
                    <a:pt x="89649" y="195440"/>
                  </a:lnTo>
                  <a:lnTo>
                    <a:pt x="94259" y="197370"/>
                  </a:lnTo>
                  <a:lnTo>
                    <a:pt x="94526" y="197510"/>
                  </a:lnTo>
                  <a:lnTo>
                    <a:pt x="94526" y="192049"/>
                  </a:lnTo>
                  <a:lnTo>
                    <a:pt x="90017" y="191579"/>
                  </a:lnTo>
                  <a:lnTo>
                    <a:pt x="89877" y="191566"/>
                  </a:lnTo>
                  <a:lnTo>
                    <a:pt x="86868" y="191249"/>
                  </a:lnTo>
                  <a:lnTo>
                    <a:pt x="86601" y="191223"/>
                  </a:lnTo>
                  <a:lnTo>
                    <a:pt x="83972" y="190944"/>
                  </a:lnTo>
                  <a:lnTo>
                    <a:pt x="81165" y="191604"/>
                  </a:lnTo>
                  <a:lnTo>
                    <a:pt x="79057" y="192227"/>
                  </a:lnTo>
                  <a:lnTo>
                    <a:pt x="79425" y="192227"/>
                  </a:lnTo>
                  <a:lnTo>
                    <a:pt x="76111" y="192671"/>
                  </a:lnTo>
                  <a:lnTo>
                    <a:pt x="74879" y="193497"/>
                  </a:lnTo>
                  <a:lnTo>
                    <a:pt x="72453" y="193319"/>
                  </a:lnTo>
                  <a:lnTo>
                    <a:pt x="71043" y="193319"/>
                  </a:lnTo>
                  <a:lnTo>
                    <a:pt x="69519" y="191795"/>
                  </a:lnTo>
                  <a:lnTo>
                    <a:pt x="69443" y="191541"/>
                  </a:lnTo>
                  <a:lnTo>
                    <a:pt x="69329" y="191160"/>
                  </a:lnTo>
                  <a:lnTo>
                    <a:pt x="69215" y="190779"/>
                  </a:lnTo>
                  <a:lnTo>
                    <a:pt x="69138" y="190525"/>
                  </a:lnTo>
                  <a:lnTo>
                    <a:pt x="69011" y="189382"/>
                  </a:lnTo>
                  <a:lnTo>
                    <a:pt x="68922" y="188493"/>
                  </a:lnTo>
                  <a:lnTo>
                    <a:pt x="68808" y="187477"/>
                  </a:lnTo>
                  <a:lnTo>
                    <a:pt x="68745" y="186842"/>
                  </a:lnTo>
                  <a:lnTo>
                    <a:pt x="68630" y="185826"/>
                  </a:lnTo>
                  <a:lnTo>
                    <a:pt x="68605" y="185572"/>
                  </a:lnTo>
                  <a:lnTo>
                    <a:pt x="68491" y="184556"/>
                  </a:lnTo>
                  <a:lnTo>
                    <a:pt x="68364" y="183413"/>
                  </a:lnTo>
                  <a:lnTo>
                    <a:pt x="68275" y="182524"/>
                  </a:lnTo>
                  <a:lnTo>
                    <a:pt x="68186" y="181762"/>
                  </a:lnTo>
                  <a:lnTo>
                    <a:pt x="68122" y="181127"/>
                  </a:lnTo>
                  <a:lnTo>
                    <a:pt x="68059" y="180492"/>
                  </a:lnTo>
                  <a:lnTo>
                    <a:pt x="67957" y="180111"/>
                  </a:lnTo>
                  <a:lnTo>
                    <a:pt x="67792" y="179476"/>
                  </a:lnTo>
                  <a:lnTo>
                    <a:pt x="67703" y="179095"/>
                  </a:lnTo>
                  <a:lnTo>
                    <a:pt x="67602" y="178841"/>
                  </a:lnTo>
                  <a:lnTo>
                    <a:pt x="67513" y="178587"/>
                  </a:lnTo>
                  <a:lnTo>
                    <a:pt x="67462" y="178460"/>
                  </a:lnTo>
                  <a:lnTo>
                    <a:pt x="67221" y="177825"/>
                  </a:lnTo>
                  <a:lnTo>
                    <a:pt x="66763" y="176301"/>
                  </a:lnTo>
                  <a:lnTo>
                    <a:pt x="66687" y="176174"/>
                  </a:lnTo>
                  <a:lnTo>
                    <a:pt x="66611" y="176047"/>
                  </a:lnTo>
                  <a:lnTo>
                    <a:pt x="63042" y="176047"/>
                  </a:lnTo>
                  <a:lnTo>
                    <a:pt x="57975" y="176047"/>
                  </a:lnTo>
                  <a:lnTo>
                    <a:pt x="57861" y="176174"/>
                  </a:lnTo>
                  <a:lnTo>
                    <a:pt x="57746" y="176301"/>
                  </a:lnTo>
                  <a:lnTo>
                    <a:pt x="56299" y="177952"/>
                  </a:lnTo>
                  <a:lnTo>
                    <a:pt x="55270" y="178587"/>
                  </a:lnTo>
                  <a:lnTo>
                    <a:pt x="54292" y="178841"/>
                  </a:lnTo>
                  <a:lnTo>
                    <a:pt x="53263" y="179476"/>
                  </a:lnTo>
                  <a:lnTo>
                    <a:pt x="53225" y="179349"/>
                  </a:lnTo>
                  <a:lnTo>
                    <a:pt x="53136" y="179095"/>
                  </a:lnTo>
                  <a:lnTo>
                    <a:pt x="52832" y="178841"/>
                  </a:lnTo>
                  <a:lnTo>
                    <a:pt x="52705" y="178587"/>
                  </a:lnTo>
                  <a:lnTo>
                    <a:pt x="52641" y="178460"/>
                  </a:lnTo>
                  <a:lnTo>
                    <a:pt x="53924" y="177190"/>
                  </a:lnTo>
                  <a:lnTo>
                    <a:pt x="54698" y="176809"/>
                  </a:lnTo>
                  <a:lnTo>
                    <a:pt x="54394" y="176174"/>
                  </a:lnTo>
                  <a:lnTo>
                    <a:pt x="54330" y="176047"/>
                  </a:lnTo>
                  <a:lnTo>
                    <a:pt x="54203" y="175793"/>
                  </a:lnTo>
                  <a:lnTo>
                    <a:pt x="54140" y="175666"/>
                  </a:lnTo>
                  <a:lnTo>
                    <a:pt x="53594" y="174650"/>
                  </a:lnTo>
                  <a:lnTo>
                    <a:pt x="53136" y="173888"/>
                  </a:lnTo>
                  <a:lnTo>
                    <a:pt x="51447" y="173634"/>
                  </a:lnTo>
                  <a:lnTo>
                    <a:pt x="47929" y="173634"/>
                  </a:lnTo>
                  <a:lnTo>
                    <a:pt x="47155" y="174396"/>
                  </a:lnTo>
                  <a:lnTo>
                    <a:pt x="46431" y="175412"/>
                  </a:lnTo>
                  <a:lnTo>
                    <a:pt x="45631" y="176174"/>
                  </a:lnTo>
                  <a:lnTo>
                    <a:pt x="45059" y="176047"/>
                  </a:lnTo>
                  <a:lnTo>
                    <a:pt x="25908" y="176047"/>
                  </a:lnTo>
                  <a:lnTo>
                    <a:pt x="25806" y="176174"/>
                  </a:lnTo>
                  <a:lnTo>
                    <a:pt x="25704" y="176301"/>
                  </a:lnTo>
                  <a:lnTo>
                    <a:pt x="24358" y="177952"/>
                  </a:lnTo>
                  <a:lnTo>
                    <a:pt x="23075" y="179349"/>
                  </a:lnTo>
                  <a:lnTo>
                    <a:pt x="23126" y="181127"/>
                  </a:lnTo>
                  <a:lnTo>
                    <a:pt x="23418" y="182524"/>
                  </a:lnTo>
                  <a:lnTo>
                    <a:pt x="23622" y="183794"/>
                  </a:lnTo>
                  <a:lnTo>
                    <a:pt x="22847" y="184048"/>
                  </a:lnTo>
                  <a:lnTo>
                    <a:pt x="21869" y="184302"/>
                  </a:lnTo>
                  <a:lnTo>
                    <a:pt x="21031" y="184556"/>
                  </a:lnTo>
                  <a:lnTo>
                    <a:pt x="21247" y="185826"/>
                  </a:lnTo>
                  <a:lnTo>
                    <a:pt x="21653" y="187223"/>
                  </a:lnTo>
                  <a:lnTo>
                    <a:pt x="21704" y="187477"/>
                  </a:lnTo>
                  <a:lnTo>
                    <a:pt x="21932" y="188493"/>
                  </a:lnTo>
                  <a:lnTo>
                    <a:pt x="35674" y="189382"/>
                  </a:lnTo>
                  <a:lnTo>
                    <a:pt x="49212" y="190398"/>
                  </a:lnTo>
                  <a:lnTo>
                    <a:pt x="49098" y="190779"/>
                  </a:lnTo>
                  <a:lnTo>
                    <a:pt x="48971" y="191160"/>
                  </a:lnTo>
                  <a:lnTo>
                    <a:pt x="48856" y="191541"/>
                  </a:lnTo>
                  <a:lnTo>
                    <a:pt x="48729" y="191922"/>
                  </a:lnTo>
                  <a:lnTo>
                    <a:pt x="48615" y="192303"/>
                  </a:lnTo>
                  <a:lnTo>
                    <a:pt x="48488" y="192684"/>
                  </a:lnTo>
                  <a:lnTo>
                    <a:pt x="48361" y="193065"/>
                  </a:lnTo>
                  <a:lnTo>
                    <a:pt x="48285" y="193319"/>
                  </a:lnTo>
                  <a:lnTo>
                    <a:pt x="48171" y="193700"/>
                  </a:lnTo>
                  <a:lnTo>
                    <a:pt x="48044" y="194081"/>
                  </a:lnTo>
                  <a:lnTo>
                    <a:pt x="47967" y="194335"/>
                  </a:lnTo>
                  <a:lnTo>
                    <a:pt x="47840" y="194716"/>
                  </a:lnTo>
                  <a:lnTo>
                    <a:pt x="48133" y="194589"/>
                  </a:lnTo>
                  <a:lnTo>
                    <a:pt x="51638" y="194589"/>
                  </a:lnTo>
                  <a:lnTo>
                    <a:pt x="51638" y="194335"/>
                  </a:lnTo>
                  <a:lnTo>
                    <a:pt x="48552" y="194335"/>
                  </a:lnTo>
                  <a:lnTo>
                    <a:pt x="48323" y="194462"/>
                  </a:lnTo>
                  <a:lnTo>
                    <a:pt x="48882" y="194081"/>
                  </a:lnTo>
                  <a:lnTo>
                    <a:pt x="51638" y="193319"/>
                  </a:lnTo>
                  <a:lnTo>
                    <a:pt x="51638" y="194335"/>
                  </a:lnTo>
                  <a:lnTo>
                    <a:pt x="73533" y="194335"/>
                  </a:lnTo>
                  <a:lnTo>
                    <a:pt x="73037" y="194589"/>
                  </a:lnTo>
                  <a:lnTo>
                    <a:pt x="51638" y="194589"/>
                  </a:lnTo>
                  <a:lnTo>
                    <a:pt x="51752" y="196748"/>
                  </a:lnTo>
                  <a:lnTo>
                    <a:pt x="51790" y="197510"/>
                  </a:lnTo>
                  <a:lnTo>
                    <a:pt x="69291" y="197510"/>
                  </a:lnTo>
                  <a:lnTo>
                    <a:pt x="69316" y="197764"/>
                  </a:lnTo>
                  <a:lnTo>
                    <a:pt x="51790" y="197764"/>
                  </a:lnTo>
                  <a:lnTo>
                    <a:pt x="51790" y="198907"/>
                  </a:lnTo>
                  <a:lnTo>
                    <a:pt x="51536" y="198907"/>
                  </a:lnTo>
                  <a:lnTo>
                    <a:pt x="50558" y="198399"/>
                  </a:lnTo>
                  <a:lnTo>
                    <a:pt x="49364" y="197764"/>
                  </a:lnTo>
                  <a:lnTo>
                    <a:pt x="46405" y="197764"/>
                  </a:lnTo>
                  <a:lnTo>
                    <a:pt x="46355" y="198018"/>
                  </a:lnTo>
                  <a:lnTo>
                    <a:pt x="46278" y="198399"/>
                  </a:lnTo>
                  <a:lnTo>
                    <a:pt x="38646" y="197764"/>
                  </a:lnTo>
                  <a:lnTo>
                    <a:pt x="31203" y="197510"/>
                  </a:lnTo>
                  <a:lnTo>
                    <a:pt x="23622" y="197015"/>
                  </a:lnTo>
                  <a:lnTo>
                    <a:pt x="23723" y="198399"/>
                  </a:lnTo>
                  <a:lnTo>
                    <a:pt x="23812" y="199796"/>
                  </a:lnTo>
                  <a:lnTo>
                    <a:pt x="23888" y="200812"/>
                  </a:lnTo>
                  <a:lnTo>
                    <a:pt x="24003" y="201955"/>
                  </a:lnTo>
                  <a:lnTo>
                    <a:pt x="24079" y="202844"/>
                  </a:lnTo>
                  <a:lnTo>
                    <a:pt x="24193" y="203987"/>
                  </a:lnTo>
                  <a:lnTo>
                    <a:pt x="24295" y="205765"/>
                  </a:lnTo>
                  <a:lnTo>
                    <a:pt x="24409" y="207543"/>
                  </a:lnTo>
                  <a:lnTo>
                    <a:pt x="54356" y="208940"/>
                  </a:lnTo>
                  <a:lnTo>
                    <a:pt x="54432" y="208559"/>
                  </a:lnTo>
                  <a:lnTo>
                    <a:pt x="54546" y="205765"/>
                  </a:lnTo>
                  <a:lnTo>
                    <a:pt x="55270" y="205257"/>
                  </a:lnTo>
                  <a:lnTo>
                    <a:pt x="56083" y="204495"/>
                  </a:lnTo>
                  <a:lnTo>
                    <a:pt x="55956" y="201955"/>
                  </a:lnTo>
                  <a:lnTo>
                    <a:pt x="55841" y="201447"/>
                  </a:lnTo>
                  <a:lnTo>
                    <a:pt x="55702" y="200812"/>
                  </a:lnTo>
                  <a:lnTo>
                    <a:pt x="55765" y="200558"/>
                  </a:lnTo>
                  <a:lnTo>
                    <a:pt x="55829" y="200304"/>
                  </a:lnTo>
                  <a:lnTo>
                    <a:pt x="55956" y="199796"/>
                  </a:lnTo>
                  <a:lnTo>
                    <a:pt x="56019" y="198907"/>
                  </a:lnTo>
                  <a:lnTo>
                    <a:pt x="56083" y="198018"/>
                  </a:lnTo>
                  <a:lnTo>
                    <a:pt x="58280" y="198018"/>
                  </a:lnTo>
                  <a:lnTo>
                    <a:pt x="65024" y="198399"/>
                  </a:lnTo>
                  <a:lnTo>
                    <a:pt x="69380" y="198399"/>
                  </a:lnTo>
                  <a:lnTo>
                    <a:pt x="69418" y="198653"/>
                  </a:lnTo>
                  <a:lnTo>
                    <a:pt x="69088" y="198907"/>
                  </a:lnTo>
                  <a:lnTo>
                    <a:pt x="69443" y="198907"/>
                  </a:lnTo>
                  <a:lnTo>
                    <a:pt x="69494" y="199212"/>
                  </a:lnTo>
                  <a:lnTo>
                    <a:pt x="69596" y="200139"/>
                  </a:lnTo>
                  <a:lnTo>
                    <a:pt x="69684" y="200863"/>
                  </a:lnTo>
                  <a:lnTo>
                    <a:pt x="69926" y="202971"/>
                  </a:lnTo>
                  <a:lnTo>
                    <a:pt x="70027" y="204431"/>
                  </a:lnTo>
                  <a:lnTo>
                    <a:pt x="71640" y="204597"/>
                  </a:lnTo>
                  <a:lnTo>
                    <a:pt x="72923" y="204939"/>
                  </a:lnTo>
                  <a:lnTo>
                    <a:pt x="74714" y="205841"/>
                  </a:lnTo>
                  <a:lnTo>
                    <a:pt x="72301" y="207987"/>
                  </a:lnTo>
                  <a:lnTo>
                    <a:pt x="73075" y="210693"/>
                  </a:lnTo>
                  <a:lnTo>
                    <a:pt x="73990" y="213271"/>
                  </a:lnTo>
                  <a:lnTo>
                    <a:pt x="74066" y="213398"/>
                  </a:lnTo>
                  <a:lnTo>
                    <a:pt x="77901" y="220027"/>
                  </a:lnTo>
                  <a:lnTo>
                    <a:pt x="83642" y="230568"/>
                  </a:lnTo>
                  <a:lnTo>
                    <a:pt x="88519" y="225310"/>
                  </a:lnTo>
                  <a:lnTo>
                    <a:pt x="90246" y="222935"/>
                  </a:lnTo>
                  <a:lnTo>
                    <a:pt x="93383" y="218617"/>
                  </a:lnTo>
                  <a:lnTo>
                    <a:pt x="93878" y="216839"/>
                  </a:lnTo>
                  <a:lnTo>
                    <a:pt x="94602" y="214972"/>
                  </a:lnTo>
                  <a:lnTo>
                    <a:pt x="95377" y="213398"/>
                  </a:lnTo>
                  <a:lnTo>
                    <a:pt x="95364" y="213271"/>
                  </a:lnTo>
                  <a:lnTo>
                    <a:pt x="94754" y="209384"/>
                  </a:lnTo>
                  <a:lnTo>
                    <a:pt x="94094" y="205574"/>
                  </a:lnTo>
                  <a:lnTo>
                    <a:pt x="93167" y="203365"/>
                  </a:lnTo>
                  <a:lnTo>
                    <a:pt x="93167" y="209384"/>
                  </a:lnTo>
                  <a:lnTo>
                    <a:pt x="93091" y="209562"/>
                  </a:lnTo>
                  <a:lnTo>
                    <a:pt x="91084" y="214426"/>
                  </a:lnTo>
                  <a:lnTo>
                    <a:pt x="85394" y="222935"/>
                  </a:lnTo>
                  <a:lnTo>
                    <a:pt x="83845" y="221830"/>
                  </a:lnTo>
                  <a:lnTo>
                    <a:pt x="85432" y="218617"/>
                  </a:lnTo>
                  <a:lnTo>
                    <a:pt x="86918" y="215468"/>
                  </a:lnTo>
                  <a:lnTo>
                    <a:pt x="87833" y="214045"/>
                  </a:lnTo>
                  <a:lnTo>
                    <a:pt x="88341" y="212191"/>
                  </a:lnTo>
                  <a:lnTo>
                    <a:pt x="88417" y="211924"/>
                  </a:lnTo>
                  <a:lnTo>
                    <a:pt x="88519" y="211556"/>
                  </a:lnTo>
                  <a:lnTo>
                    <a:pt x="88049" y="212191"/>
                  </a:lnTo>
                  <a:lnTo>
                    <a:pt x="84988" y="211924"/>
                  </a:lnTo>
                  <a:lnTo>
                    <a:pt x="83972" y="211924"/>
                  </a:lnTo>
                  <a:lnTo>
                    <a:pt x="83413" y="210693"/>
                  </a:lnTo>
                  <a:lnTo>
                    <a:pt x="80441" y="210693"/>
                  </a:lnTo>
                  <a:lnTo>
                    <a:pt x="78384" y="207987"/>
                  </a:lnTo>
                  <a:lnTo>
                    <a:pt x="82029" y="203771"/>
                  </a:lnTo>
                  <a:lnTo>
                    <a:pt x="87261" y="203771"/>
                  </a:lnTo>
                  <a:lnTo>
                    <a:pt x="90157" y="203923"/>
                  </a:lnTo>
                  <a:lnTo>
                    <a:pt x="90805" y="203923"/>
                  </a:lnTo>
                  <a:lnTo>
                    <a:pt x="92062" y="206603"/>
                  </a:lnTo>
                  <a:lnTo>
                    <a:pt x="93167" y="209384"/>
                  </a:lnTo>
                  <a:lnTo>
                    <a:pt x="93167" y="203365"/>
                  </a:lnTo>
                  <a:lnTo>
                    <a:pt x="93002" y="202971"/>
                  </a:lnTo>
                  <a:lnTo>
                    <a:pt x="94780" y="204266"/>
                  </a:lnTo>
                  <a:lnTo>
                    <a:pt x="96266" y="203923"/>
                  </a:lnTo>
                  <a:lnTo>
                    <a:pt x="96354" y="203771"/>
                  </a:lnTo>
                  <a:lnTo>
                    <a:pt x="96786" y="202971"/>
                  </a:lnTo>
                  <a:lnTo>
                    <a:pt x="96888" y="202793"/>
                  </a:lnTo>
                  <a:lnTo>
                    <a:pt x="97142" y="202323"/>
                  </a:lnTo>
                  <a:lnTo>
                    <a:pt x="97256" y="202107"/>
                  </a:lnTo>
                  <a:lnTo>
                    <a:pt x="98044" y="199986"/>
                  </a:lnTo>
                  <a:lnTo>
                    <a:pt x="98742" y="198208"/>
                  </a:lnTo>
                  <a:lnTo>
                    <a:pt x="102806" y="197523"/>
                  </a:lnTo>
                  <a:lnTo>
                    <a:pt x="104317" y="199288"/>
                  </a:lnTo>
                  <a:lnTo>
                    <a:pt x="104394" y="200139"/>
                  </a:lnTo>
                  <a:lnTo>
                    <a:pt x="104508" y="201587"/>
                  </a:lnTo>
                  <a:lnTo>
                    <a:pt x="104597" y="202793"/>
                  </a:lnTo>
                  <a:lnTo>
                    <a:pt x="104648" y="202971"/>
                  </a:lnTo>
                  <a:lnTo>
                    <a:pt x="105016" y="204431"/>
                  </a:lnTo>
                  <a:lnTo>
                    <a:pt x="106387" y="204597"/>
                  </a:lnTo>
                  <a:lnTo>
                    <a:pt x="107772" y="204939"/>
                  </a:lnTo>
                  <a:lnTo>
                    <a:pt x="109550" y="205841"/>
                  </a:lnTo>
                  <a:lnTo>
                    <a:pt x="107111" y="207987"/>
                  </a:lnTo>
                  <a:lnTo>
                    <a:pt x="108013" y="210693"/>
                  </a:lnTo>
                  <a:lnTo>
                    <a:pt x="108991" y="213271"/>
                  </a:lnTo>
                  <a:lnTo>
                    <a:pt x="109067" y="213398"/>
                  </a:lnTo>
                  <a:lnTo>
                    <a:pt x="112776" y="220027"/>
                  </a:lnTo>
                  <a:lnTo>
                    <a:pt x="118452" y="230568"/>
                  </a:lnTo>
                  <a:lnTo>
                    <a:pt x="123202" y="225310"/>
                  </a:lnTo>
                  <a:lnTo>
                    <a:pt x="124942" y="222935"/>
                  </a:lnTo>
                  <a:lnTo>
                    <a:pt x="128092" y="218617"/>
                  </a:lnTo>
                  <a:lnTo>
                    <a:pt x="128790" y="216839"/>
                  </a:lnTo>
                  <a:lnTo>
                    <a:pt x="129413" y="214972"/>
                  </a:lnTo>
                  <a:lnTo>
                    <a:pt x="130314" y="213398"/>
                  </a:lnTo>
                  <a:lnTo>
                    <a:pt x="130289" y="213271"/>
                  </a:lnTo>
                  <a:lnTo>
                    <a:pt x="129603" y="209384"/>
                  </a:lnTo>
                  <a:lnTo>
                    <a:pt x="129044" y="205574"/>
                  </a:lnTo>
                  <a:lnTo>
                    <a:pt x="127952" y="203390"/>
                  </a:lnTo>
                  <a:lnTo>
                    <a:pt x="127952" y="209384"/>
                  </a:lnTo>
                  <a:lnTo>
                    <a:pt x="127876" y="209562"/>
                  </a:lnTo>
                  <a:lnTo>
                    <a:pt x="125945" y="214426"/>
                  </a:lnTo>
                  <a:lnTo>
                    <a:pt x="120459" y="222935"/>
                  </a:lnTo>
                  <a:lnTo>
                    <a:pt x="118668" y="221830"/>
                  </a:lnTo>
                  <a:lnTo>
                    <a:pt x="120370" y="218617"/>
                  </a:lnTo>
                  <a:lnTo>
                    <a:pt x="121831" y="215468"/>
                  </a:lnTo>
                  <a:lnTo>
                    <a:pt x="122770" y="214045"/>
                  </a:lnTo>
                  <a:lnTo>
                    <a:pt x="122885" y="213398"/>
                  </a:lnTo>
                  <a:lnTo>
                    <a:pt x="122910" y="213271"/>
                  </a:lnTo>
                  <a:lnTo>
                    <a:pt x="123101" y="212191"/>
                  </a:lnTo>
                  <a:lnTo>
                    <a:pt x="123202" y="211556"/>
                  </a:lnTo>
                  <a:lnTo>
                    <a:pt x="122834" y="212191"/>
                  </a:lnTo>
                  <a:lnTo>
                    <a:pt x="120091" y="211924"/>
                  </a:lnTo>
                  <a:lnTo>
                    <a:pt x="118846" y="211924"/>
                  </a:lnTo>
                  <a:lnTo>
                    <a:pt x="118135" y="210693"/>
                  </a:lnTo>
                  <a:lnTo>
                    <a:pt x="115468" y="210693"/>
                  </a:lnTo>
                  <a:lnTo>
                    <a:pt x="113195" y="207987"/>
                  </a:lnTo>
                  <a:lnTo>
                    <a:pt x="114477" y="206603"/>
                  </a:lnTo>
                  <a:lnTo>
                    <a:pt x="116941" y="203771"/>
                  </a:lnTo>
                  <a:lnTo>
                    <a:pt x="122212" y="203771"/>
                  </a:lnTo>
                  <a:lnTo>
                    <a:pt x="124929" y="203923"/>
                  </a:lnTo>
                  <a:lnTo>
                    <a:pt x="125945" y="203923"/>
                  </a:lnTo>
                  <a:lnTo>
                    <a:pt x="127063" y="206603"/>
                  </a:lnTo>
                  <a:lnTo>
                    <a:pt x="127952" y="209384"/>
                  </a:lnTo>
                  <a:lnTo>
                    <a:pt x="127952" y="203390"/>
                  </a:lnTo>
                  <a:lnTo>
                    <a:pt x="127749" y="202971"/>
                  </a:lnTo>
                  <a:lnTo>
                    <a:pt x="129628" y="204266"/>
                  </a:lnTo>
                  <a:lnTo>
                    <a:pt x="131114" y="203923"/>
                  </a:lnTo>
                  <a:lnTo>
                    <a:pt x="131191" y="203771"/>
                  </a:lnTo>
                  <a:lnTo>
                    <a:pt x="131584" y="202971"/>
                  </a:lnTo>
                  <a:lnTo>
                    <a:pt x="131673" y="202793"/>
                  </a:lnTo>
                  <a:lnTo>
                    <a:pt x="131902" y="202323"/>
                  </a:lnTo>
                  <a:lnTo>
                    <a:pt x="132016" y="202107"/>
                  </a:lnTo>
                  <a:lnTo>
                    <a:pt x="133083" y="200139"/>
                  </a:lnTo>
                  <a:lnTo>
                    <a:pt x="133121" y="199986"/>
                  </a:lnTo>
                  <a:lnTo>
                    <a:pt x="133248" y="199542"/>
                  </a:lnTo>
                  <a:lnTo>
                    <a:pt x="133337" y="199212"/>
                  </a:lnTo>
                  <a:lnTo>
                    <a:pt x="133400" y="198970"/>
                  </a:lnTo>
                  <a:lnTo>
                    <a:pt x="133464" y="198755"/>
                  </a:lnTo>
                  <a:lnTo>
                    <a:pt x="133616" y="198208"/>
                  </a:lnTo>
                  <a:lnTo>
                    <a:pt x="137718" y="197523"/>
                  </a:lnTo>
                  <a:lnTo>
                    <a:pt x="137858" y="197599"/>
                  </a:lnTo>
                  <a:lnTo>
                    <a:pt x="137972" y="198755"/>
                  </a:lnTo>
                  <a:lnTo>
                    <a:pt x="138074" y="200139"/>
                  </a:lnTo>
                  <a:lnTo>
                    <a:pt x="138188" y="202793"/>
                  </a:lnTo>
                  <a:lnTo>
                    <a:pt x="138226" y="202971"/>
                  </a:lnTo>
                  <a:lnTo>
                    <a:pt x="138544" y="204431"/>
                  </a:lnTo>
                  <a:lnTo>
                    <a:pt x="139941" y="204597"/>
                  </a:lnTo>
                  <a:lnTo>
                    <a:pt x="141414" y="204939"/>
                  </a:lnTo>
                  <a:lnTo>
                    <a:pt x="143294" y="205841"/>
                  </a:lnTo>
                  <a:lnTo>
                    <a:pt x="140855" y="207987"/>
                  </a:lnTo>
                  <a:lnTo>
                    <a:pt x="141795" y="210693"/>
                  </a:lnTo>
                  <a:lnTo>
                    <a:pt x="142608" y="213271"/>
                  </a:lnTo>
                  <a:lnTo>
                    <a:pt x="142684" y="213398"/>
                  </a:lnTo>
                  <a:lnTo>
                    <a:pt x="145643" y="218770"/>
                  </a:lnTo>
                  <a:lnTo>
                    <a:pt x="152247" y="230568"/>
                  </a:lnTo>
                  <a:lnTo>
                    <a:pt x="156883" y="225310"/>
                  </a:lnTo>
                  <a:lnTo>
                    <a:pt x="158584" y="222935"/>
                  </a:lnTo>
                  <a:lnTo>
                    <a:pt x="161658" y="218617"/>
                  </a:lnTo>
                  <a:lnTo>
                    <a:pt x="162318" y="216839"/>
                  </a:lnTo>
                  <a:lnTo>
                    <a:pt x="162966" y="214972"/>
                  </a:lnTo>
                  <a:lnTo>
                    <a:pt x="163779" y="213398"/>
                  </a:lnTo>
                  <a:lnTo>
                    <a:pt x="163766" y="213271"/>
                  </a:lnTo>
                  <a:lnTo>
                    <a:pt x="163245" y="209384"/>
                  </a:lnTo>
                  <a:lnTo>
                    <a:pt x="162674" y="205574"/>
                  </a:lnTo>
                  <a:lnTo>
                    <a:pt x="161658" y="203390"/>
                  </a:lnTo>
                  <a:lnTo>
                    <a:pt x="161658" y="209384"/>
                  </a:lnTo>
                  <a:lnTo>
                    <a:pt x="161582" y="209562"/>
                  </a:lnTo>
                  <a:lnTo>
                    <a:pt x="159588" y="214426"/>
                  </a:lnTo>
                  <a:lnTo>
                    <a:pt x="154076" y="222935"/>
                  </a:lnTo>
                  <a:lnTo>
                    <a:pt x="152285" y="221830"/>
                  </a:lnTo>
                  <a:lnTo>
                    <a:pt x="154089" y="218617"/>
                  </a:lnTo>
                  <a:lnTo>
                    <a:pt x="156286" y="214045"/>
                  </a:lnTo>
                  <a:lnTo>
                    <a:pt x="156730" y="212191"/>
                  </a:lnTo>
                  <a:lnTo>
                    <a:pt x="156794" y="211924"/>
                  </a:lnTo>
                  <a:lnTo>
                    <a:pt x="156883" y="211556"/>
                  </a:lnTo>
                  <a:lnTo>
                    <a:pt x="156489" y="212191"/>
                  </a:lnTo>
                  <a:lnTo>
                    <a:pt x="153555" y="211924"/>
                  </a:lnTo>
                  <a:lnTo>
                    <a:pt x="152501" y="211924"/>
                  </a:lnTo>
                  <a:lnTo>
                    <a:pt x="151904" y="210693"/>
                  </a:lnTo>
                  <a:lnTo>
                    <a:pt x="149148" y="210693"/>
                  </a:lnTo>
                  <a:lnTo>
                    <a:pt x="146799" y="207987"/>
                  </a:lnTo>
                  <a:lnTo>
                    <a:pt x="148310" y="206603"/>
                  </a:lnTo>
                  <a:lnTo>
                    <a:pt x="150622" y="203771"/>
                  </a:lnTo>
                  <a:lnTo>
                    <a:pt x="155727" y="203771"/>
                  </a:lnTo>
                  <a:lnTo>
                    <a:pt x="158648" y="203923"/>
                  </a:lnTo>
                  <a:lnTo>
                    <a:pt x="159550" y="203923"/>
                  </a:lnTo>
                  <a:lnTo>
                    <a:pt x="160616" y="206603"/>
                  </a:lnTo>
                  <a:lnTo>
                    <a:pt x="161658" y="209384"/>
                  </a:lnTo>
                  <a:lnTo>
                    <a:pt x="161658" y="203390"/>
                  </a:lnTo>
                  <a:lnTo>
                    <a:pt x="161467" y="202971"/>
                  </a:lnTo>
                  <a:lnTo>
                    <a:pt x="163271" y="204266"/>
                  </a:lnTo>
                  <a:lnTo>
                    <a:pt x="164884" y="203923"/>
                  </a:lnTo>
                  <a:lnTo>
                    <a:pt x="164960" y="203771"/>
                  </a:lnTo>
                  <a:lnTo>
                    <a:pt x="165379" y="202971"/>
                  </a:lnTo>
                  <a:lnTo>
                    <a:pt x="166738" y="199986"/>
                  </a:lnTo>
                  <a:lnTo>
                    <a:pt x="166852" y="199542"/>
                  </a:lnTo>
                  <a:lnTo>
                    <a:pt x="166941" y="199212"/>
                  </a:lnTo>
                  <a:lnTo>
                    <a:pt x="167055" y="198755"/>
                  </a:lnTo>
                  <a:lnTo>
                    <a:pt x="167208" y="198208"/>
                  </a:lnTo>
                  <a:lnTo>
                    <a:pt x="170789" y="197599"/>
                  </a:lnTo>
                  <a:lnTo>
                    <a:pt x="170903" y="198755"/>
                  </a:lnTo>
                  <a:lnTo>
                    <a:pt x="171018" y="200139"/>
                  </a:lnTo>
                  <a:lnTo>
                    <a:pt x="171132" y="201587"/>
                  </a:lnTo>
                  <a:lnTo>
                    <a:pt x="171246" y="202971"/>
                  </a:lnTo>
                  <a:lnTo>
                    <a:pt x="171538" y="204431"/>
                  </a:lnTo>
                  <a:lnTo>
                    <a:pt x="172974" y="204597"/>
                  </a:lnTo>
                  <a:lnTo>
                    <a:pt x="174472" y="204939"/>
                  </a:lnTo>
                  <a:lnTo>
                    <a:pt x="176225" y="205841"/>
                  </a:lnTo>
                  <a:lnTo>
                    <a:pt x="173685" y="207987"/>
                  </a:lnTo>
                  <a:lnTo>
                    <a:pt x="174764" y="210693"/>
                  </a:lnTo>
                  <a:lnTo>
                    <a:pt x="175514" y="213271"/>
                  </a:lnTo>
                  <a:lnTo>
                    <a:pt x="175590" y="213398"/>
                  </a:lnTo>
                  <a:lnTo>
                    <a:pt x="179489" y="220027"/>
                  </a:lnTo>
                  <a:lnTo>
                    <a:pt x="185191" y="230568"/>
                  </a:lnTo>
                  <a:lnTo>
                    <a:pt x="189852" y="225310"/>
                  </a:lnTo>
                  <a:lnTo>
                    <a:pt x="191617" y="222935"/>
                  </a:lnTo>
                  <a:lnTo>
                    <a:pt x="194830" y="218617"/>
                  </a:lnTo>
                  <a:lnTo>
                    <a:pt x="195427" y="216839"/>
                  </a:lnTo>
                  <a:lnTo>
                    <a:pt x="195999" y="214972"/>
                  </a:lnTo>
                  <a:lnTo>
                    <a:pt x="196926" y="213398"/>
                  </a:lnTo>
                  <a:lnTo>
                    <a:pt x="196900" y="213271"/>
                  </a:lnTo>
                  <a:lnTo>
                    <a:pt x="196240" y="209384"/>
                  </a:lnTo>
                  <a:lnTo>
                    <a:pt x="195757" y="205574"/>
                  </a:lnTo>
                  <a:lnTo>
                    <a:pt x="194703" y="203403"/>
                  </a:lnTo>
                  <a:lnTo>
                    <a:pt x="194703" y="209384"/>
                  </a:lnTo>
                  <a:lnTo>
                    <a:pt x="194627" y="209562"/>
                  </a:lnTo>
                  <a:lnTo>
                    <a:pt x="192506" y="214426"/>
                  </a:lnTo>
                  <a:lnTo>
                    <a:pt x="186855" y="222935"/>
                  </a:lnTo>
                  <a:lnTo>
                    <a:pt x="185369" y="221830"/>
                  </a:lnTo>
                  <a:lnTo>
                    <a:pt x="186931" y="218617"/>
                  </a:lnTo>
                  <a:lnTo>
                    <a:pt x="188595" y="215468"/>
                  </a:lnTo>
                  <a:lnTo>
                    <a:pt x="189128" y="214045"/>
                  </a:lnTo>
                  <a:lnTo>
                    <a:pt x="189357" y="213271"/>
                  </a:lnTo>
                  <a:lnTo>
                    <a:pt x="189572" y="212191"/>
                  </a:lnTo>
                  <a:lnTo>
                    <a:pt x="186575" y="211924"/>
                  </a:lnTo>
                  <a:lnTo>
                    <a:pt x="185369" y="211924"/>
                  </a:lnTo>
                  <a:lnTo>
                    <a:pt x="184772" y="210693"/>
                  </a:lnTo>
                  <a:lnTo>
                    <a:pt x="182143" y="210693"/>
                  </a:lnTo>
                  <a:lnTo>
                    <a:pt x="179984" y="207987"/>
                  </a:lnTo>
                  <a:lnTo>
                    <a:pt x="181241" y="206603"/>
                  </a:lnTo>
                  <a:lnTo>
                    <a:pt x="183553" y="203771"/>
                  </a:lnTo>
                  <a:lnTo>
                    <a:pt x="188595" y="203771"/>
                  </a:lnTo>
                  <a:lnTo>
                    <a:pt x="191579" y="203923"/>
                  </a:lnTo>
                  <a:lnTo>
                    <a:pt x="192392" y="203923"/>
                  </a:lnTo>
                  <a:lnTo>
                    <a:pt x="193484" y="206603"/>
                  </a:lnTo>
                  <a:lnTo>
                    <a:pt x="194703" y="209384"/>
                  </a:lnTo>
                  <a:lnTo>
                    <a:pt x="194703" y="203403"/>
                  </a:lnTo>
                  <a:lnTo>
                    <a:pt x="194500" y="202971"/>
                  </a:lnTo>
                  <a:lnTo>
                    <a:pt x="196265" y="204266"/>
                  </a:lnTo>
                  <a:lnTo>
                    <a:pt x="197840" y="203923"/>
                  </a:lnTo>
                  <a:lnTo>
                    <a:pt x="197916" y="203771"/>
                  </a:lnTo>
                  <a:lnTo>
                    <a:pt x="198272" y="202971"/>
                  </a:lnTo>
                  <a:lnTo>
                    <a:pt x="198361" y="202793"/>
                  </a:lnTo>
                  <a:lnTo>
                    <a:pt x="198577" y="202323"/>
                  </a:lnTo>
                  <a:lnTo>
                    <a:pt x="199567" y="200139"/>
                  </a:lnTo>
                  <a:lnTo>
                    <a:pt x="199618" y="199986"/>
                  </a:lnTo>
                  <a:lnTo>
                    <a:pt x="200164" y="198208"/>
                  </a:lnTo>
                  <a:lnTo>
                    <a:pt x="202819" y="197764"/>
                  </a:lnTo>
                  <a:lnTo>
                    <a:pt x="204266" y="197764"/>
                  </a:lnTo>
                  <a:lnTo>
                    <a:pt x="203822" y="197599"/>
                  </a:lnTo>
                  <a:lnTo>
                    <a:pt x="204266" y="197523"/>
                  </a:lnTo>
                  <a:lnTo>
                    <a:pt x="205066" y="197510"/>
                  </a:lnTo>
                  <a:lnTo>
                    <a:pt x="205092" y="197764"/>
                  </a:lnTo>
                  <a:lnTo>
                    <a:pt x="204266" y="197764"/>
                  </a:lnTo>
                  <a:lnTo>
                    <a:pt x="204978" y="198399"/>
                  </a:lnTo>
                  <a:lnTo>
                    <a:pt x="205168" y="198399"/>
                  </a:lnTo>
                  <a:lnTo>
                    <a:pt x="205181" y="198602"/>
                  </a:lnTo>
                  <a:lnTo>
                    <a:pt x="204622" y="198907"/>
                  </a:lnTo>
                  <a:lnTo>
                    <a:pt x="205219" y="198907"/>
                  </a:lnTo>
                  <a:lnTo>
                    <a:pt x="205282" y="199542"/>
                  </a:lnTo>
                  <a:lnTo>
                    <a:pt x="205371" y="200139"/>
                  </a:lnTo>
                  <a:lnTo>
                    <a:pt x="205473" y="200863"/>
                  </a:lnTo>
                  <a:lnTo>
                    <a:pt x="205955" y="204431"/>
                  </a:lnTo>
                  <a:lnTo>
                    <a:pt x="207403" y="204597"/>
                  </a:lnTo>
                  <a:lnTo>
                    <a:pt x="208711" y="204939"/>
                  </a:lnTo>
                  <a:lnTo>
                    <a:pt x="210781" y="205841"/>
                  </a:lnTo>
                  <a:lnTo>
                    <a:pt x="208089" y="207987"/>
                  </a:lnTo>
                  <a:lnTo>
                    <a:pt x="209156" y="210693"/>
                  </a:lnTo>
                  <a:lnTo>
                    <a:pt x="210058" y="213271"/>
                  </a:lnTo>
                  <a:lnTo>
                    <a:pt x="210134" y="213398"/>
                  </a:lnTo>
                  <a:lnTo>
                    <a:pt x="213639" y="220027"/>
                  </a:lnTo>
                  <a:lnTo>
                    <a:pt x="219392" y="230568"/>
                  </a:lnTo>
                  <a:lnTo>
                    <a:pt x="224243" y="225310"/>
                  </a:lnTo>
                  <a:lnTo>
                    <a:pt x="226034" y="222935"/>
                  </a:lnTo>
                  <a:lnTo>
                    <a:pt x="229285" y="218617"/>
                  </a:lnTo>
                  <a:lnTo>
                    <a:pt x="229857" y="216839"/>
                  </a:lnTo>
                  <a:lnTo>
                    <a:pt x="230365" y="214972"/>
                  </a:lnTo>
                  <a:lnTo>
                    <a:pt x="231267" y="213398"/>
                  </a:lnTo>
                  <a:lnTo>
                    <a:pt x="231241" y="213271"/>
                  </a:lnTo>
                  <a:lnTo>
                    <a:pt x="230174" y="205574"/>
                  </a:lnTo>
                  <a:lnTo>
                    <a:pt x="229285" y="203873"/>
                  </a:lnTo>
                  <a:lnTo>
                    <a:pt x="229285" y="209384"/>
                  </a:lnTo>
                  <a:lnTo>
                    <a:pt x="226949" y="214426"/>
                  </a:lnTo>
                  <a:lnTo>
                    <a:pt x="221589" y="222935"/>
                  </a:lnTo>
                  <a:lnTo>
                    <a:pt x="219798" y="221830"/>
                  </a:lnTo>
                  <a:lnTo>
                    <a:pt x="221411" y="218617"/>
                  </a:lnTo>
                  <a:lnTo>
                    <a:pt x="223647" y="214045"/>
                  </a:lnTo>
                  <a:lnTo>
                    <a:pt x="224091" y="212191"/>
                  </a:lnTo>
                  <a:lnTo>
                    <a:pt x="224155" y="211924"/>
                  </a:lnTo>
                  <a:lnTo>
                    <a:pt x="224243" y="211556"/>
                  </a:lnTo>
                  <a:lnTo>
                    <a:pt x="223850" y="212191"/>
                  </a:lnTo>
                  <a:lnTo>
                    <a:pt x="221183" y="211924"/>
                  </a:lnTo>
                  <a:lnTo>
                    <a:pt x="219925" y="211924"/>
                  </a:lnTo>
                  <a:lnTo>
                    <a:pt x="219227" y="210693"/>
                  </a:lnTo>
                  <a:lnTo>
                    <a:pt x="216357" y="210693"/>
                  </a:lnTo>
                  <a:lnTo>
                    <a:pt x="214350" y="207987"/>
                  </a:lnTo>
                  <a:lnTo>
                    <a:pt x="215671" y="206603"/>
                  </a:lnTo>
                  <a:lnTo>
                    <a:pt x="217982" y="203771"/>
                  </a:lnTo>
                  <a:lnTo>
                    <a:pt x="223113" y="203771"/>
                  </a:lnTo>
                  <a:lnTo>
                    <a:pt x="225971" y="203923"/>
                  </a:lnTo>
                  <a:lnTo>
                    <a:pt x="226949" y="203923"/>
                  </a:lnTo>
                  <a:lnTo>
                    <a:pt x="227977" y="206603"/>
                  </a:lnTo>
                  <a:lnTo>
                    <a:pt x="229285" y="209384"/>
                  </a:lnTo>
                  <a:lnTo>
                    <a:pt x="229285" y="203873"/>
                  </a:lnTo>
                  <a:lnTo>
                    <a:pt x="228815" y="202971"/>
                  </a:lnTo>
                  <a:lnTo>
                    <a:pt x="230720" y="204266"/>
                  </a:lnTo>
                  <a:lnTo>
                    <a:pt x="232308" y="203923"/>
                  </a:lnTo>
                  <a:lnTo>
                    <a:pt x="232371" y="203771"/>
                  </a:lnTo>
                  <a:lnTo>
                    <a:pt x="232740" y="202971"/>
                  </a:lnTo>
                  <a:lnTo>
                    <a:pt x="233045" y="202323"/>
                  </a:lnTo>
                  <a:lnTo>
                    <a:pt x="233146" y="202107"/>
                  </a:lnTo>
                  <a:lnTo>
                    <a:pt x="234086" y="200139"/>
                  </a:lnTo>
                  <a:lnTo>
                    <a:pt x="234137" y="199986"/>
                  </a:lnTo>
                  <a:lnTo>
                    <a:pt x="234721" y="198208"/>
                  </a:lnTo>
                  <a:lnTo>
                    <a:pt x="236347" y="197929"/>
                  </a:lnTo>
                  <a:lnTo>
                    <a:pt x="237858" y="197764"/>
                  </a:lnTo>
                  <a:lnTo>
                    <a:pt x="237223" y="197764"/>
                  </a:lnTo>
                  <a:lnTo>
                    <a:pt x="238239" y="197586"/>
                  </a:lnTo>
                  <a:lnTo>
                    <a:pt x="238252" y="197726"/>
                  </a:lnTo>
                  <a:lnTo>
                    <a:pt x="237858" y="197764"/>
                  </a:lnTo>
                  <a:lnTo>
                    <a:pt x="238264" y="197764"/>
                  </a:lnTo>
                  <a:lnTo>
                    <a:pt x="238531" y="199542"/>
                  </a:lnTo>
                  <a:lnTo>
                    <a:pt x="238594" y="200139"/>
                  </a:lnTo>
                  <a:lnTo>
                    <a:pt x="238683" y="200863"/>
                  </a:lnTo>
                  <a:lnTo>
                    <a:pt x="238772" y="201587"/>
                  </a:lnTo>
                  <a:lnTo>
                    <a:pt x="238848" y="202323"/>
                  </a:lnTo>
                  <a:lnTo>
                    <a:pt x="238925" y="202971"/>
                  </a:lnTo>
                  <a:lnTo>
                    <a:pt x="239052" y="204431"/>
                  </a:lnTo>
                  <a:lnTo>
                    <a:pt x="240550" y="204597"/>
                  </a:lnTo>
                  <a:lnTo>
                    <a:pt x="241858" y="204939"/>
                  </a:lnTo>
                  <a:lnTo>
                    <a:pt x="243700" y="205841"/>
                  </a:lnTo>
                  <a:lnTo>
                    <a:pt x="241261" y="207987"/>
                  </a:lnTo>
                  <a:lnTo>
                    <a:pt x="242239" y="210693"/>
                  </a:lnTo>
                  <a:lnTo>
                    <a:pt x="243255" y="213271"/>
                  </a:lnTo>
                  <a:lnTo>
                    <a:pt x="243332" y="213398"/>
                  </a:lnTo>
                  <a:lnTo>
                    <a:pt x="246811" y="220027"/>
                  </a:lnTo>
                  <a:lnTo>
                    <a:pt x="252666" y="230568"/>
                  </a:lnTo>
                  <a:lnTo>
                    <a:pt x="257530" y="225310"/>
                  </a:lnTo>
                  <a:lnTo>
                    <a:pt x="259245" y="222935"/>
                  </a:lnTo>
                  <a:lnTo>
                    <a:pt x="262369" y="218617"/>
                  </a:lnTo>
                  <a:lnTo>
                    <a:pt x="263093" y="216839"/>
                  </a:lnTo>
                  <a:lnTo>
                    <a:pt x="263410" y="214972"/>
                  </a:lnTo>
                  <a:lnTo>
                    <a:pt x="264287" y="213398"/>
                  </a:lnTo>
                  <a:lnTo>
                    <a:pt x="264261" y="213271"/>
                  </a:lnTo>
                  <a:lnTo>
                    <a:pt x="263093" y="205574"/>
                  </a:lnTo>
                  <a:lnTo>
                    <a:pt x="262343" y="203733"/>
                  </a:lnTo>
                  <a:lnTo>
                    <a:pt x="262343" y="209384"/>
                  </a:lnTo>
                  <a:lnTo>
                    <a:pt x="262267" y="209562"/>
                  </a:lnTo>
                  <a:lnTo>
                    <a:pt x="260096" y="214426"/>
                  </a:lnTo>
                  <a:lnTo>
                    <a:pt x="254482" y="222935"/>
                  </a:lnTo>
                  <a:lnTo>
                    <a:pt x="252755" y="221830"/>
                  </a:lnTo>
                  <a:lnTo>
                    <a:pt x="254419" y="218617"/>
                  </a:lnTo>
                  <a:lnTo>
                    <a:pt x="256933" y="214045"/>
                  </a:lnTo>
                  <a:lnTo>
                    <a:pt x="257378" y="212191"/>
                  </a:lnTo>
                  <a:lnTo>
                    <a:pt x="257441" y="211924"/>
                  </a:lnTo>
                  <a:lnTo>
                    <a:pt x="257530" y="211556"/>
                  </a:lnTo>
                  <a:lnTo>
                    <a:pt x="256933" y="212191"/>
                  </a:lnTo>
                  <a:lnTo>
                    <a:pt x="254393" y="211924"/>
                  </a:lnTo>
                  <a:lnTo>
                    <a:pt x="252755" y="211924"/>
                  </a:lnTo>
                  <a:lnTo>
                    <a:pt x="252653" y="211556"/>
                  </a:lnTo>
                  <a:lnTo>
                    <a:pt x="252399" y="210693"/>
                  </a:lnTo>
                  <a:lnTo>
                    <a:pt x="249618" y="210693"/>
                  </a:lnTo>
                  <a:lnTo>
                    <a:pt x="247459" y="207987"/>
                  </a:lnTo>
                  <a:lnTo>
                    <a:pt x="248589" y="206603"/>
                  </a:lnTo>
                  <a:lnTo>
                    <a:pt x="251053" y="203771"/>
                  </a:lnTo>
                  <a:lnTo>
                    <a:pt x="256133" y="203771"/>
                  </a:lnTo>
                  <a:lnTo>
                    <a:pt x="259080" y="203923"/>
                  </a:lnTo>
                  <a:lnTo>
                    <a:pt x="260096" y="203923"/>
                  </a:lnTo>
                  <a:lnTo>
                    <a:pt x="261124" y="206603"/>
                  </a:lnTo>
                  <a:lnTo>
                    <a:pt x="262343" y="209384"/>
                  </a:lnTo>
                  <a:lnTo>
                    <a:pt x="262343" y="203733"/>
                  </a:lnTo>
                  <a:lnTo>
                    <a:pt x="262039" y="202971"/>
                  </a:lnTo>
                  <a:lnTo>
                    <a:pt x="263715" y="204266"/>
                  </a:lnTo>
                  <a:lnTo>
                    <a:pt x="265176" y="203923"/>
                  </a:lnTo>
                  <a:lnTo>
                    <a:pt x="265252" y="203771"/>
                  </a:lnTo>
                  <a:lnTo>
                    <a:pt x="265709" y="202971"/>
                  </a:lnTo>
                  <a:lnTo>
                    <a:pt x="265811" y="202793"/>
                  </a:lnTo>
                  <a:lnTo>
                    <a:pt x="266077" y="202323"/>
                  </a:lnTo>
                  <a:lnTo>
                    <a:pt x="266192" y="202107"/>
                  </a:lnTo>
                  <a:lnTo>
                    <a:pt x="267258" y="200139"/>
                  </a:lnTo>
                  <a:lnTo>
                    <a:pt x="267868" y="198208"/>
                  </a:lnTo>
                  <a:lnTo>
                    <a:pt x="270433" y="197764"/>
                  </a:lnTo>
                  <a:lnTo>
                    <a:pt x="272224" y="197764"/>
                  </a:lnTo>
                  <a:lnTo>
                    <a:pt x="272402" y="198970"/>
                  </a:lnTo>
                  <a:lnTo>
                    <a:pt x="272516" y="199986"/>
                  </a:lnTo>
                  <a:lnTo>
                    <a:pt x="272605" y="200863"/>
                  </a:lnTo>
                  <a:lnTo>
                    <a:pt x="272732" y="202107"/>
                  </a:lnTo>
                  <a:lnTo>
                    <a:pt x="272796" y="204431"/>
                  </a:lnTo>
                  <a:lnTo>
                    <a:pt x="274281" y="204597"/>
                  </a:lnTo>
                  <a:lnTo>
                    <a:pt x="275780" y="204939"/>
                  </a:lnTo>
                  <a:lnTo>
                    <a:pt x="277444" y="205841"/>
                  </a:lnTo>
                  <a:lnTo>
                    <a:pt x="275247" y="207987"/>
                  </a:lnTo>
                  <a:lnTo>
                    <a:pt x="276999" y="213271"/>
                  </a:lnTo>
                  <a:lnTo>
                    <a:pt x="277075" y="213398"/>
                  </a:lnTo>
                  <a:lnTo>
                    <a:pt x="280733" y="220027"/>
                  </a:lnTo>
                  <a:lnTo>
                    <a:pt x="286410" y="230568"/>
                  </a:lnTo>
                  <a:lnTo>
                    <a:pt x="291350" y="225310"/>
                  </a:lnTo>
                  <a:lnTo>
                    <a:pt x="293116" y="222935"/>
                  </a:lnTo>
                  <a:lnTo>
                    <a:pt x="296291" y="218617"/>
                  </a:lnTo>
                  <a:lnTo>
                    <a:pt x="296760" y="216839"/>
                  </a:lnTo>
                  <a:lnTo>
                    <a:pt x="297459" y="214972"/>
                  </a:lnTo>
                  <a:lnTo>
                    <a:pt x="298437" y="213398"/>
                  </a:lnTo>
                  <a:lnTo>
                    <a:pt x="298411" y="213271"/>
                  </a:lnTo>
                  <a:lnTo>
                    <a:pt x="297688" y="209384"/>
                  </a:lnTo>
                  <a:lnTo>
                    <a:pt x="297091" y="205574"/>
                  </a:lnTo>
                  <a:lnTo>
                    <a:pt x="296049" y="203504"/>
                  </a:lnTo>
                  <a:lnTo>
                    <a:pt x="296049" y="209384"/>
                  </a:lnTo>
                  <a:lnTo>
                    <a:pt x="295973" y="209562"/>
                  </a:lnTo>
                  <a:lnTo>
                    <a:pt x="294017" y="214426"/>
                  </a:lnTo>
                  <a:lnTo>
                    <a:pt x="288378" y="222935"/>
                  </a:lnTo>
                  <a:lnTo>
                    <a:pt x="286651" y="221830"/>
                  </a:lnTo>
                  <a:lnTo>
                    <a:pt x="288442" y="218617"/>
                  </a:lnTo>
                  <a:lnTo>
                    <a:pt x="289928" y="215468"/>
                  </a:lnTo>
                  <a:lnTo>
                    <a:pt x="290753" y="214045"/>
                  </a:lnTo>
                  <a:lnTo>
                    <a:pt x="291198" y="212191"/>
                  </a:lnTo>
                  <a:lnTo>
                    <a:pt x="291274" y="211924"/>
                  </a:lnTo>
                  <a:lnTo>
                    <a:pt x="291350" y="211556"/>
                  </a:lnTo>
                  <a:lnTo>
                    <a:pt x="290753" y="212191"/>
                  </a:lnTo>
                  <a:lnTo>
                    <a:pt x="287985" y="211924"/>
                  </a:lnTo>
                  <a:lnTo>
                    <a:pt x="286829" y="211924"/>
                  </a:lnTo>
                  <a:lnTo>
                    <a:pt x="286207" y="210693"/>
                  </a:lnTo>
                  <a:lnTo>
                    <a:pt x="283451" y="210693"/>
                  </a:lnTo>
                  <a:lnTo>
                    <a:pt x="281419" y="207987"/>
                  </a:lnTo>
                  <a:lnTo>
                    <a:pt x="284797" y="203771"/>
                  </a:lnTo>
                  <a:lnTo>
                    <a:pt x="290068" y="203771"/>
                  </a:lnTo>
                  <a:lnTo>
                    <a:pt x="292887" y="203923"/>
                  </a:lnTo>
                  <a:lnTo>
                    <a:pt x="294017" y="203923"/>
                  </a:lnTo>
                  <a:lnTo>
                    <a:pt x="294132" y="204266"/>
                  </a:lnTo>
                  <a:lnTo>
                    <a:pt x="294246" y="204597"/>
                  </a:lnTo>
                  <a:lnTo>
                    <a:pt x="294373" y="204939"/>
                  </a:lnTo>
                  <a:lnTo>
                    <a:pt x="294944" y="206603"/>
                  </a:lnTo>
                  <a:lnTo>
                    <a:pt x="296049" y="209384"/>
                  </a:lnTo>
                  <a:lnTo>
                    <a:pt x="296049" y="203504"/>
                  </a:lnTo>
                  <a:lnTo>
                    <a:pt x="295783" y="202971"/>
                  </a:lnTo>
                  <a:lnTo>
                    <a:pt x="297713" y="204266"/>
                  </a:lnTo>
                  <a:lnTo>
                    <a:pt x="299148" y="203923"/>
                  </a:lnTo>
                  <a:lnTo>
                    <a:pt x="299250" y="203771"/>
                  </a:lnTo>
                  <a:lnTo>
                    <a:pt x="299745" y="202971"/>
                  </a:lnTo>
                  <a:lnTo>
                    <a:pt x="299859" y="202793"/>
                  </a:lnTo>
                  <a:lnTo>
                    <a:pt x="300151" y="202323"/>
                  </a:lnTo>
                  <a:lnTo>
                    <a:pt x="300278" y="202107"/>
                  </a:lnTo>
                  <a:lnTo>
                    <a:pt x="301028" y="200139"/>
                  </a:lnTo>
                  <a:lnTo>
                    <a:pt x="301066" y="199986"/>
                  </a:lnTo>
                  <a:lnTo>
                    <a:pt x="301180" y="199542"/>
                  </a:lnTo>
                  <a:lnTo>
                    <a:pt x="301256" y="199212"/>
                  </a:lnTo>
                  <a:lnTo>
                    <a:pt x="301358" y="198755"/>
                  </a:lnTo>
                  <a:lnTo>
                    <a:pt x="301498" y="198208"/>
                  </a:lnTo>
                  <a:lnTo>
                    <a:pt x="304203" y="197764"/>
                  </a:lnTo>
                  <a:lnTo>
                    <a:pt x="304774" y="197764"/>
                  </a:lnTo>
                  <a:lnTo>
                    <a:pt x="304520" y="197726"/>
                  </a:lnTo>
                  <a:lnTo>
                    <a:pt x="307454" y="198018"/>
                  </a:lnTo>
                  <a:lnTo>
                    <a:pt x="310705" y="198018"/>
                  </a:lnTo>
                  <a:lnTo>
                    <a:pt x="316674" y="199796"/>
                  </a:lnTo>
                  <a:lnTo>
                    <a:pt x="319341" y="199796"/>
                  </a:lnTo>
                  <a:lnTo>
                    <a:pt x="319265" y="198564"/>
                  </a:lnTo>
                  <a:lnTo>
                    <a:pt x="320941" y="199796"/>
                  </a:lnTo>
                  <a:lnTo>
                    <a:pt x="319328" y="199923"/>
                  </a:lnTo>
                  <a:lnTo>
                    <a:pt x="319252" y="202463"/>
                  </a:lnTo>
                  <a:lnTo>
                    <a:pt x="320382" y="201447"/>
                  </a:lnTo>
                  <a:lnTo>
                    <a:pt x="320992" y="200812"/>
                  </a:lnTo>
                  <a:lnTo>
                    <a:pt x="321094" y="200558"/>
                  </a:lnTo>
                  <a:lnTo>
                    <a:pt x="321183" y="200304"/>
                  </a:lnTo>
                  <a:lnTo>
                    <a:pt x="321373" y="199796"/>
                  </a:lnTo>
                  <a:lnTo>
                    <a:pt x="322326" y="197256"/>
                  </a:lnTo>
                  <a:lnTo>
                    <a:pt x="323710" y="196240"/>
                  </a:lnTo>
                  <a:lnTo>
                    <a:pt x="323469" y="196240"/>
                  </a:lnTo>
                  <a:lnTo>
                    <a:pt x="324053" y="195986"/>
                  </a:lnTo>
                  <a:lnTo>
                    <a:pt x="323710" y="196240"/>
                  </a:lnTo>
                  <a:lnTo>
                    <a:pt x="335089" y="196240"/>
                  </a:lnTo>
                  <a:lnTo>
                    <a:pt x="334530" y="195732"/>
                  </a:lnTo>
                  <a:lnTo>
                    <a:pt x="324624" y="195732"/>
                  </a:lnTo>
                  <a:lnTo>
                    <a:pt x="325793" y="195224"/>
                  </a:lnTo>
                  <a:lnTo>
                    <a:pt x="327494" y="194716"/>
                  </a:lnTo>
                  <a:lnTo>
                    <a:pt x="329311" y="194081"/>
                  </a:lnTo>
                  <a:lnTo>
                    <a:pt x="332295" y="193700"/>
                  </a:lnTo>
                  <a:lnTo>
                    <a:pt x="334530" y="195732"/>
                  </a:lnTo>
                  <a:lnTo>
                    <a:pt x="349504" y="195732"/>
                  </a:lnTo>
                  <a:lnTo>
                    <a:pt x="349465" y="195478"/>
                  </a:lnTo>
                  <a:lnTo>
                    <a:pt x="349364" y="194970"/>
                  </a:lnTo>
                  <a:lnTo>
                    <a:pt x="349250" y="194335"/>
                  </a:lnTo>
                  <a:lnTo>
                    <a:pt x="349135" y="193700"/>
                  </a:lnTo>
                  <a:lnTo>
                    <a:pt x="349034" y="193192"/>
                  </a:lnTo>
                  <a:lnTo>
                    <a:pt x="360019" y="193192"/>
                  </a:lnTo>
                  <a:close/>
                </a:path>
                <a:path w="592455" h="231140">
                  <a:moveTo>
                    <a:pt x="360349" y="196240"/>
                  </a:moveTo>
                  <a:lnTo>
                    <a:pt x="360299" y="195732"/>
                  </a:lnTo>
                  <a:lnTo>
                    <a:pt x="349504" y="195732"/>
                  </a:lnTo>
                  <a:lnTo>
                    <a:pt x="349605" y="196240"/>
                  </a:lnTo>
                  <a:lnTo>
                    <a:pt x="360349" y="196240"/>
                  </a:lnTo>
                  <a:close/>
                </a:path>
                <a:path w="592455" h="231140">
                  <a:moveTo>
                    <a:pt x="361607" y="175793"/>
                  </a:moveTo>
                  <a:lnTo>
                    <a:pt x="348729" y="174650"/>
                  </a:lnTo>
                  <a:lnTo>
                    <a:pt x="341566" y="174142"/>
                  </a:lnTo>
                  <a:lnTo>
                    <a:pt x="334416" y="173507"/>
                  </a:lnTo>
                  <a:lnTo>
                    <a:pt x="334289" y="174142"/>
                  </a:lnTo>
                  <a:lnTo>
                    <a:pt x="334200" y="174650"/>
                  </a:lnTo>
                  <a:lnTo>
                    <a:pt x="334098" y="175158"/>
                  </a:lnTo>
                  <a:lnTo>
                    <a:pt x="334022" y="175412"/>
                  </a:lnTo>
                  <a:lnTo>
                    <a:pt x="333933" y="175793"/>
                  </a:lnTo>
                  <a:lnTo>
                    <a:pt x="361607" y="175793"/>
                  </a:lnTo>
                  <a:close/>
                </a:path>
                <a:path w="592455" h="231140">
                  <a:moveTo>
                    <a:pt x="363067" y="177825"/>
                  </a:moveTo>
                  <a:lnTo>
                    <a:pt x="363054" y="176047"/>
                  </a:lnTo>
                  <a:lnTo>
                    <a:pt x="333857" y="176047"/>
                  </a:lnTo>
                  <a:lnTo>
                    <a:pt x="333794" y="176301"/>
                  </a:lnTo>
                  <a:lnTo>
                    <a:pt x="333667" y="176809"/>
                  </a:lnTo>
                  <a:lnTo>
                    <a:pt x="333311" y="177825"/>
                  </a:lnTo>
                  <a:lnTo>
                    <a:pt x="363067" y="177825"/>
                  </a:lnTo>
                  <a:close/>
                </a:path>
                <a:path w="592455" h="231140">
                  <a:moveTo>
                    <a:pt x="363080" y="178460"/>
                  </a:moveTo>
                  <a:lnTo>
                    <a:pt x="363067" y="177952"/>
                  </a:lnTo>
                  <a:lnTo>
                    <a:pt x="358940" y="177952"/>
                  </a:lnTo>
                  <a:lnTo>
                    <a:pt x="358978" y="178460"/>
                  </a:lnTo>
                  <a:lnTo>
                    <a:pt x="363080" y="178460"/>
                  </a:lnTo>
                  <a:close/>
                </a:path>
                <a:path w="592455" h="231140">
                  <a:moveTo>
                    <a:pt x="363385" y="191922"/>
                  </a:moveTo>
                  <a:lnTo>
                    <a:pt x="363258" y="189382"/>
                  </a:lnTo>
                  <a:lnTo>
                    <a:pt x="363169" y="187477"/>
                  </a:lnTo>
                  <a:lnTo>
                    <a:pt x="363080" y="178587"/>
                  </a:lnTo>
                  <a:lnTo>
                    <a:pt x="358978" y="178587"/>
                  </a:lnTo>
                  <a:lnTo>
                    <a:pt x="359092" y="180111"/>
                  </a:lnTo>
                  <a:lnTo>
                    <a:pt x="359206" y="181762"/>
                  </a:lnTo>
                  <a:lnTo>
                    <a:pt x="359321" y="183413"/>
                  </a:lnTo>
                  <a:lnTo>
                    <a:pt x="359397" y="184556"/>
                  </a:lnTo>
                  <a:lnTo>
                    <a:pt x="359473" y="185826"/>
                  </a:lnTo>
                  <a:lnTo>
                    <a:pt x="359562" y="187477"/>
                  </a:lnTo>
                  <a:lnTo>
                    <a:pt x="359676" y="189382"/>
                  </a:lnTo>
                  <a:lnTo>
                    <a:pt x="359803" y="191160"/>
                  </a:lnTo>
                  <a:lnTo>
                    <a:pt x="359905" y="192049"/>
                  </a:lnTo>
                  <a:lnTo>
                    <a:pt x="363385" y="192049"/>
                  </a:lnTo>
                  <a:lnTo>
                    <a:pt x="363385" y="191922"/>
                  </a:lnTo>
                  <a:close/>
                </a:path>
                <a:path w="592455" h="231140">
                  <a:moveTo>
                    <a:pt x="363435" y="193065"/>
                  </a:moveTo>
                  <a:lnTo>
                    <a:pt x="363397" y="192303"/>
                  </a:lnTo>
                  <a:lnTo>
                    <a:pt x="359930" y="192303"/>
                  </a:lnTo>
                  <a:lnTo>
                    <a:pt x="360006" y="193065"/>
                  </a:lnTo>
                  <a:lnTo>
                    <a:pt x="363435" y="193065"/>
                  </a:lnTo>
                  <a:close/>
                </a:path>
                <a:path w="592455" h="231140">
                  <a:moveTo>
                    <a:pt x="364477" y="176047"/>
                  </a:moveTo>
                  <a:lnTo>
                    <a:pt x="363054" y="175933"/>
                  </a:lnTo>
                  <a:lnTo>
                    <a:pt x="364477" y="176047"/>
                  </a:lnTo>
                  <a:close/>
                </a:path>
                <a:path w="592455" h="231140">
                  <a:moveTo>
                    <a:pt x="364896" y="195732"/>
                  </a:moveTo>
                  <a:lnTo>
                    <a:pt x="364121" y="194716"/>
                  </a:lnTo>
                  <a:lnTo>
                    <a:pt x="364045" y="194589"/>
                  </a:lnTo>
                  <a:lnTo>
                    <a:pt x="363537" y="193700"/>
                  </a:lnTo>
                  <a:lnTo>
                    <a:pt x="363448" y="193192"/>
                  </a:lnTo>
                  <a:lnTo>
                    <a:pt x="360019" y="193192"/>
                  </a:lnTo>
                  <a:lnTo>
                    <a:pt x="360146" y="194335"/>
                  </a:lnTo>
                  <a:lnTo>
                    <a:pt x="360273" y="195478"/>
                  </a:lnTo>
                  <a:lnTo>
                    <a:pt x="360299" y="195732"/>
                  </a:lnTo>
                  <a:lnTo>
                    <a:pt x="364896" y="195732"/>
                  </a:lnTo>
                  <a:close/>
                </a:path>
                <a:path w="592455" h="231140">
                  <a:moveTo>
                    <a:pt x="365620" y="196621"/>
                  </a:moveTo>
                  <a:lnTo>
                    <a:pt x="365315" y="196240"/>
                  </a:lnTo>
                  <a:lnTo>
                    <a:pt x="360349" y="196240"/>
                  </a:lnTo>
                  <a:lnTo>
                    <a:pt x="360464" y="197256"/>
                  </a:lnTo>
                  <a:lnTo>
                    <a:pt x="360718" y="197256"/>
                  </a:lnTo>
                  <a:lnTo>
                    <a:pt x="362356" y="198018"/>
                  </a:lnTo>
                  <a:lnTo>
                    <a:pt x="363461" y="198399"/>
                  </a:lnTo>
                  <a:lnTo>
                    <a:pt x="363372" y="198907"/>
                  </a:lnTo>
                  <a:lnTo>
                    <a:pt x="363308" y="199288"/>
                  </a:lnTo>
                  <a:lnTo>
                    <a:pt x="363220" y="199796"/>
                  </a:lnTo>
                  <a:lnTo>
                    <a:pt x="363131" y="200304"/>
                  </a:lnTo>
                  <a:lnTo>
                    <a:pt x="363054" y="200812"/>
                  </a:lnTo>
                  <a:lnTo>
                    <a:pt x="362927" y="201955"/>
                  </a:lnTo>
                  <a:lnTo>
                    <a:pt x="362839" y="202844"/>
                  </a:lnTo>
                  <a:lnTo>
                    <a:pt x="362712" y="203987"/>
                  </a:lnTo>
                  <a:lnTo>
                    <a:pt x="362661" y="204495"/>
                  </a:lnTo>
                  <a:lnTo>
                    <a:pt x="362546" y="205511"/>
                  </a:lnTo>
                  <a:lnTo>
                    <a:pt x="363461" y="205511"/>
                  </a:lnTo>
                  <a:lnTo>
                    <a:pt x="364490" y="205765"/>
                  </a:lnTo>
                  <a:lnTo>
                    <a:pt x="365264" y="205765"/>
                  </a:lnTo>
                  <a:lnTo>
                    <a:pt x="365290" y="205511"/>
                  </a:lnTo>
                  <a:lnTo>
                    <a:pt x="365391" y="204495"/>
                  </a:lnTo>
                  <a:lnTo>
                    <a:pt x="365442" y="203987"/>
                  </a:lnTo>
                  <a:lnTo>
                    <a:pt x="365556" y="202844"/>
                  </a:lnTo>
                  <a:lnTo>
                    <a:pt x="365620" y="196621"/>
                  </a:lnTo>
                  <a:close/>
                </a:path>
                <a:path w="592455" h="231140">
                  <a:moveTo>
                    <a:pt x="369138" y="78003"/>
                  </a:moveTo>
                  <a:lnTo>
                    <a:pt x="368985" y="77520"/>
                  </a:lnTo>
                  <a:lnTo>
                    <a:pt x="368452" y="77520"/>
                  </a:lnTo>
                  <a:lnTo>
                    <a:pt x="368007" y="78003"/>
                  </a:lnTo>
                  <a:lnTo>
                    <a:pt x="368007" y="79044"/>
                  </a:lnTo>
                  <a:lnTo>
                    <a:pt x="368452" y="79844"/>
                  </a:lnTo>
                  <a:lnTo>
                    <a:pt x="368630" y="79844"/>
                  </a:lnTo>
                  <a:lnTo>
                    <a:pt x="368985" y="79844"/>
                  </a:lnTo>
                  <a:lnTo>
                    <a:pt x="369138" y="79044"/>
                  </a:lnTo>
                  <a:lnTo>
                    <a:pt x="369138" y="78003"/>
                  </a:lnTo>
                  <a:close/>
                </a:path>
                <a:path w="592455" h="231140">
                  <a:moveTo>
                    <a:pt x="372935" y="85026"/>
                  </a:moveTo>
                  <a:lnTo>
                    <a:pt x="371792" y="83566"/>
                  </a:lnTo>
                  <a:lnTo>
                    <a:pt x="371538" y="83235"/>
                  </a:lnTo>
                  <a:lnTo>
                    <a:pt x="369773" y="81978"/>
                  </a:lnTo>
                  <a:lnTo>
                    <a:pt x="367588" y="81978"/>
                  </a:lnTo>
                  <a:lnTo>
                    <a:pt x="364540" y="82677"/>
                  </a:lnTo>
                  <a:lnTo>
                    <a:pt x="363042" y="83400"/>
                  </a:lnTo>
                  <a:lnTo>
                    <a:pt x="361696" y="84848"/>
                  </a:lnTo>
                  <a:lnTo>
                    <a:pt x="361581" y="85178"/>
                  </a:lnTo>
                  <a:lnTo>
                    <a:pt x="361480" y="85471"/>
                  </a:lnTo>
                  <a:lnTo>
                    <a:pt x="361327" y="85902"/>
                  </a:lnTo>
                  <a:lnTo>
                    <a:pt x="361403" y="88722"/>
                  </a:lnTo>
                  <a:lnTo>
                    <a:pt x="361518" y="89242"/>
                  </a:lnTo>
                  <a:lnTo>
                    <a:pt x="361683" y="89941"/>
                  </a:lnTo>
                  <a:lnTo>
                    <a:pt x="361696" y="91249"/>
                  </a:lnTo>
                  <a:lnTo>
                    <a:pt x="363042" y="91440"/>
                  </a:lnTo>
                  <a:lnTo>
                    <a:pt x="363131" y="91249"/>
                  </a:lnTo>
                  <a:lnTo>
                    <a:pt x="363220" y="91084"/>
                  </a:lnTo>
                  <a:lnTo>
                    <a:pt x="363766" y="89941"/>
                  </a:lnTo>
                  <a:lnTo>
                    <a:pt x="362813" y="88722"/>
                  </a:lnTo>
                  <a:lnTo>
                    <a:pt x="362356" y="87236"/>
                  </a:lnTo>
                  <a:lnTo>
                    <a:pt x="362127" y="86258"/>
                  </a:lnTo>
                  <a:lnTo>
                    <a:pt x="363524" y="85178"/>
                  </a:lnTo>
                  <a:lnTo>
                    <a:pt x="364210" y="84531"/>
                  </a:lnTo>
                  <a:lnTo>
                    <a:pt x="365683" y="84099"/>
                  </a:lnTo>
                  <a:lnTo>
                    <a:pt x="366331" y="84531"/>
                  </a:lnTo>
                  <a:lnTo>
                    <a:pt x="366953" y="85471"/>
                  </a:lnTo>
                  <a:lnTo>
                    <a:pt x="366953" y="89242"/>
                  </a:lnTo>
                  <a:lnTo>
                    <a:pt x="366064" y="90170"/>
                  </a:lnTo>
                  <a:lnTo>
                    <a:pt x="366141" y="90462"/>
                  </a:lnTo>
                  <a:lnTo>
                    <a:pt x="366217" y="90690"/>
                  </a:lnTo>
                  <a:lnTo>
                    <a:pt x="366331" y="91084"/>
                  </a:lnTo>
                  <a:lnTo>
                    <a:pt x="367106" y="91249"/>
                  </a:lnTo>
                  <a:lnTo>
                    <a:pt x="367322" y="91249"/>
                  </a:lnTo>
                  <a:lnTo>
                    <a:pt x="367372" y="91084"/>
                  </a:lnTo>
                  <a:lnTo>
                    <a:pt x="367474" y="90690"/>
                  </a:lnTo>
                  <a:lnTo>
                    <a:pt x="367538" y="90462"/>
                  </a:lnTo>
                  <a:lnTo>
                    <a:pt x="367614" y="90170"/>
                  </a:lnTo>
                  <a:lnTo>
                    <a:pt x="367677" y="89941"/>
                  </a:lnTo>
                  <a:lnTo>
                    <a:pt x="368007" y="88722"/>
                  </a:lnTo>
                  <a:lnTo>
                    <a:pt x="367893" y="84099"/>
                  </a:lnTo>
                  <a:lnTo>
                    <a:pt x="367766" y="83566"/>
                  </a:lnTo>
                  <a:lnTo>
                    <a:pt x="368998" y="83566"/>
                  </a:lnTo>
                  <a:lnTo>
                    <a:pt x="370433" y="84099"/>
                  </a:lnTo>
                  <a:lnTo>
                    <a:pt x="371055" y="85902"/>
                  </a:lnTo>
                  <a:lnTo>
                    <a:pt x="370967" y="88722"/>
                  </a:lnTo>
                  <a:lnTo>
                    <a:pt x="370840" y="89242"/>
                  </a:lnTo>
                  <a:lnTo>
                    <a:pt x="369531" y="90690"/>
                  </a:lnTo>
                  <a:lnTo>
                    <a:pt x="370535" y="91249"/>
                  </a:lnTo>
                  <a:lnTo>
                    <a:pt x="371729" y="90462"/>
                  </a:lnTo>
                  <a:lnTo>
                    <a:pt x="372579" y="88722"/>
                  </a:lnTo>
                  <a:lnTo>
                    <a:pt x="372757" y="88277"/>
                  </a:lnTo>
                  <a:lnTo>
                    <a:pt x="372821" y="87236"/>
                  </a:lnTo>
                  <a:lnTo>
                    <a:pt x="372935" y="85026"/>
                  </a:lnTo>
                  <a:close/>
                </a:path>
                <a:path w="592455" h="231140">
                  <a:moveTo>
                    <a:pt x="394017" y="98412"/>
                  </a:moveTo>
                  <a:lnTo>
                    <a:pt x="383768" y="97345"/>
                  </a:lnTo>
                  <a:lnTo>
                    <a:pt x="382828" y="99428"/>
                  </a:lnTo>
                  <a:lnTo>
                    <a:pt x="394017" y="101168"/>
                  </a:lnTo>
                  <a:lnTo>
                    <a:pt x="394017" y="98412"/>
                  </a:lnTo>
                  <a:close/>
                </a:path>
                <a:path w="592455" h="231140">
                  <a:moveTo>
                    <a:pt x="402577" y="62636"/>
                  </a:moveTo>
                  <a:lnTo>
                    <a:pt x="401320" y="61671"/>
                  </a:lnTo>
                  <a:lnTo>
                    <a:pt x="401231" y="61506"/>
                  </a:lnTo>
                  <a:lnTo>
                    <a:pt x="401066" y="61188"/>
                  </a:lnTo>
                  <a:lnTo>
                    <a:pt x="399834" y="59232"/>
                  </a:lnTo>
                  <a:lnTo>
                    <a:pt x="399872" y="58381"/>
                  </a:lnTo>
                  <a:lnTo>
                    <a:pt x="400431" y="56210"/>
                  </a:lnTo>
                  <a:lnTo>
                    <a:pt x="400354" y="56032"/>
                  </a:lnTo>
                  <a:lnTo>
                    <a:pt x="400240" y="55803"/>
                  </a:lnTo>
                  <a:lnTo>
                    <a:pt x="400164" y="55626"/>
                  </a:lnTo>
                  <a:lnTo>
                    <a:pt x="399237" y="53619"/>
                  </a:lnTo>
                  <a:lnTo>
                    <a:pt x="399338" y="52654"/>
                  </a:lnTo>
                  <a:lnTo>
                    <a:pt x="399453" y="52209"/>
                  </a:lnTo>
                  <a:lnTo>
                    <a:pt x="399605" y="51676"/>
                  </a:lnTo>
                  <a:lnTo>
                    <a:pt x="400431" y="49580"/>
                  </a:lnTo>
                  <a:lnTo>
                    <a:pt x="400380" y="48691"/>
                  </a:lnTo>
                  <a:lnTo>
                    <a:pt x="400265" y="46799"/>
                  </a:lnTo>
                  <a:lnTo>
                    <a:pt x="400227" y="46164"/>
                  </a:lnTo>
                  <a:lnTo>
                    <a:pt x="399542" y="44602"/>
                  </a:lnTo>
                  <a:lnTo>
                    <a:pt x="398221" y="41325"/>
                  </a:lnTo>
                  <a:lnTo>
                    <a:pt x="379641" y="41529"/>
                  </a:lnTo>
                  <a:lnTo>
                    <a:pt x="379641" y="49580"/>
                  </a:lnTo>
                  <a:lnTo>
                    <a:pt x="379082" y="51181"/>
                  </a:lnTo>
                  <a:lnTo>
                    <a:pt x="379298" y="51676"/>
                  </a:lnTo>
                  <a:lnTo>
                    <a:pt x="377799" y="53060"/>
                  </a:lnTo>
                  <a:lnTo>
                    <a:pt x="376974" y="52209"/>
                  </a:lnTo>
                  <a:lnTo>
                    <a:pt x="377952" y="49403"/>
                  </a:lnTo>
                  <a:lnTo>
                    <a:pt x="379641" y="49580"/>
                  </a:lnTo>
                  <a:lnTo>
                    <a:pt x="379641" y="41529"/>
                  </a:lnTo>
                  <a:lnTo>
                    <a:pt x="376377" y="41554"/>
                  </a:lnTo>
                  <a:lnTo>
                    <a:pt x="376377" y="42646"/>
                  </a:lnTo>
                  <a:lnTo>
                    <a:pt x="375005" y="44005"/>
                  </a:lnTo>
                  <a:lnTo>
                    <a:pt x="374624" y="44602"/>
                  </a:lnTo>
                  <a:lnTo>
                    <a:pt x="374535" y="45148"/>
                  </a:lnTo>
                  <a:lnTo>
                    <a:pt x="374307" y="45567"/>
                  </a:lnTo>
                  <a:lnTo>
                    <a:pt x="376072" y="46799"/>
                  </a:lnTo>
                  <a:lnTo>
                    <a:pt x="376072" y="49580"/>
                  </a:lnTo>
                  <a:lnTo>
                    <a:pt x="375526" y="50812"/>
                  </a:lnTo>
                  <a:lnTo>
                    <a:pt x="375526" y="53619"/>
                  </a:lnTo>
                  <a:lnTo>
                    <a:pt x="375742" y="54178"/>
                  </a:lnTo>
                  <a:lnTo>
                    <a:pt x="375653" y="55803"/>
                  </a:lnTo>
                  <a:lnTo>
                    <a:pt x="377621" y="57619"/>
                  </a:lnTo>
                  <a:lnTo>
                    <a:pt x="377748" y="60185"/>
                  </a:lnTo>
                  <a:lnTo>
                    <a:pt x="377799" y="60858"/>
                  </a:lnTo>
                  <a:lnTo>
                    <a:pt x="378637" y="62420"/>
                  </a:lnTo>
                  <a:lnTo>
                    <a:pt x="378752" y="61671"/>
                  </a:lnTo>
                  <a:lnTo>
                    <a:pt x="378777" y="61506"/>
                  </a:lnTo>
                  <a:lnTo>
                    <a:pt x="378879" y="60858"/>
                  </a:lnTo>
                  <a:lnTo>
                    <a:pt x="378993" y="60185"/>
                  </a:lnTo>
                  <a:lnTo>
                    <a:pt x="379095" y="59499"/>
                  </a:lnTo>
                  <a:lnTo>
                    <a:pt x="379145" y="59232"/>
                  </a:lnTo>
                  <a:lnTo>
                    <a:pt x="379247" y="58534"/>
                  </a:lnTo>
                  <a:lnTo>
                    <a:pt x="379272" y="58381"/>
                  </a:lnTo>
                  <a:lnTo>
                    <a:pt x="379387" y="57619"/>
                  </a:lnTo>
                  <a:lnTo>
                    <a:pt x="379450" y="56807"/>
                  </a:lnTo>
                  <a:lnTo>
                    <a:pt x="379526" y="53060"/>
                  </a:lnTo>
                  <a:lnTo>
                    <a:pt x="379488" y="52654"/>
                  </a:lnTo>
                  <a:lnTo>
                    <a:pt x="379437" y="52209"/>
                  </a:lnTo>
                  <a:lnTo>
                    <a:pt x="379920" y="52209"/>
                  </a:lnTo>
                  <a:lnTo>
                    <a:pt x="381977" y="51676"/>
                  </a:lnTo>
                  <a:lnTo>
                    <a:pt x="384937" y="50812"/>
                  </a:lnTo>
                  <a:lnTo>
                    <a:pt x="385953" y="52463"/>
                  </a:lnTo>
                  <a:lnTo>
                    <a:pt x="385838" y="54775"/>
                  </a:lnTo>
                  <a:lnTo>
                    <a:pt x="385762" y="55003"/>
                  </a:lnTo>
                  <a:lnTo>
                    <a:pt x="385559" y="55626"/>
                  </a:lnTo>
                  <a:lnTo>
                    <a:pt x="385470" y="56032"/>
                  </a:lnTo>
                  <a:lnTo>
                    <a:pt x="385343" y="56210"/>
                  </a:lnTo>
                  <a:lnTo>
                    <a:pt x="386181" y="56807"/>
                  </a:lnTo>
                  <a:lnTo>
                    <a:pt x="388162" y="59499"/>
                  </a:lnTo>
                  <a:lnTo>
                    <a:pt x="387413" y="61506"/>
                  </a:lnTo>
                  <a:lnTo>
                    <a:pt x="387362" y="61671"/>
                  </a:lnTo>
                  <a:lnTo>
                    <a:pt x="386727" y="64046"/>
                  </a:lnTo>
                  <a:lnTo>
                    <a:pt x="388696" y="65392"/>
                  </a:lnTo>
                  <a:lnTo>
                    <a:pt x="389293" y="60325"/>
                  </a:lnTo>
                  <a:lnTo>
                    <a:pt x="389382" y="60185"/>
                  </a:lnTo>
                  <a:lnTo>
                    <a:pt x="390550" y="58381"/>
                  </a:lnTo>
                  <a:lnTo>
                    <a:pt x="392074" y="54775"/>
                  </a:lnTo>
                  <a:lnTo>
                    <a:pt x="389407" y="54775"/>
                  </a:lnTo>
                  <a:lnTo>
                    <a:pt x="388162" y="53619"/>
                  </a:lnTo>
                  <a:lnTo>
                    <a:pt x="388239" y="52463"/>
                  </a:lnTo>
                  <a:lnTo>
                    <a:pt x="388366" y="50812"/>
                  </a:lnTo>
                  <a:lnTo>
                    <a:pt x="388404" y="50165"/>
                  </a:lnTo>
                  <a:lnTo>
                    <a:pt x="390753" y="49403"/>
                  </a:lnTo>
                  <a:lnTo>
                    <a:pt x="391236" y="49237"/>
                  </a:lnTo>
                  <a:lnTo>
                    <a:pt x="396138" y="48691"/>
                  </a:lnTo>
                  <a:lnTo>
                    <a:pt x="396036" y="49237"/>
                  </a:lnTo>
                  <a:lnTo>
                    <a:pt x="395973" y="49580"/>
                  </a:lnTo>
                  <a:lnTo>
                    <a:pt x="395859" y="50165"/>
                  </a:lnTo>
                  <a:lnTo>
                    <a:pt x="395732" y="50812"/>
                  </a:lnTo>
                  <a:lnTo>
                    <a:pt x="395820" y="52654"/>
                  </a:lnTo>
                  <a:lnTo>
                    <a:pt x="395922" y="53060"/>
                  </a:lnTo>
                  <a:lnTo>
                    <a:pt x="396011" y="53416"/>
                  </a:lnTo>
                  <a:lnTo>
                    <a:pt x="396062" y="53619"/>
                  </a:lnTo>
                  <a:lnTo>
                    <a:pt x="396430" y="55003"/>
                  </a:lnTo>
                  <a:lnTo>
                    <a:pt x="398221" y="56032"/>
                  </a:lnTo>
                  <a:lnTo>
                    <a:pt x="398183" y="60325"/>
                  </a:lnTo>
                  <a:lnTo>
                    <a:pt x="398068" y="60858"/>
                  </a:lnTo>
                  <a:lnTo>
                    <a:pt x="398005" y="61188"/>
                  </a:lnTo>
                  <a:lnTo>
                    <a:pt x="397903" y="61671"/>
                  </a:lnTo>
                  <a:lnTo>
                    <a:pt x="397179" y="63792"/>
                  </a:lnTo>
                  <a:lnTo>
                    <a:pt x="399440" y="65735"/>
                  </a:lnTo>
                  <a:lnTo>
                    <a:pt x="401015" y="65392"/>
                  </a:lnTo>
                  <a:lnTo>
                    <a:pt x="400659" y="65392"/>
                  </a:lnTo>
                  <a:lnTo>
                    <a:pt x="401472" y="64046"/>
                  </a:lnTo>
                  <a:lnTo>
                    <a:pt x="402577" y="62636"/>
                  </a:lnTo>
                  <a:close/>
                </a:path>
                <a:path w="592455" h="231140">
                  <a:moveTo>
                    <a:pt x="404114" y="154546"/>
                  </a:moveTo>
                  <a:lnTo>
                    <a:pt x="404050" y="154203"/>
                  </a:lnTo>
                  <a:lnTo>
                    <a:pt x="403961" y="153720"/>
                  </a:lnTo>
                  <a:lnTo>
                    <a:pt x="403872" y="153479"/>
                  </a:lnTo>
                  <a:lnTo>
                    <a:pt x="403809" y="153314"/>
                  </a:lnTo>
                  <a:lnTo>
                    <a:pt x="402056" y="148463"/>
                  </a:lnTo>
                  <a:lnTo>
                    <a:pt x="402107" y="151257"/>
                  </a:lnTo>
                  <a:lnTo>
                    <a:pt x="403809" y="154203"/>
                  </a:lnTo>
                  <a:lnTo>
                    <a:pt x="404114" y="154546"/>
                  </a:lnTo>
                  <a:close/>
                </a:path>
                <a:path w="592455" h="231140">
                  <a:moveTo>
                    <a:pt x="405447" y="6769"/>
                  </a:moveTo>
                  <a:lnTo>
                    <a:pt x="405333" y="3746"/>
                  </a:lnTo>
                  <a:lnTo>
                    <a:pt x="403237" y="2819"/>
                  </a:lnTo>
                  <a:lnTo>
                    <a:pt x="402424" y="3746"/>
                  </a:lnTo>
                  <a:lnTo>
                    <a:pt x="401637" y="5600"/>
                  </a:lnTo>
                  <a:lnTo>
                    <a:pt x="400850" y="4775"/>
                  </a:lnTo>
                  <a:lnTo>
                    <a:pt x="400431" y="3746"/>
                  </a:lnTo>
                  <a:lnTo>
                    <a:pt x="400850" y="2438"/>
                  </a:lnTo>
                  <a:lnTo>
                    <a:pt x="402107" y="1143"/>
                  </a:lnTo>
                  <a:lnTo>
                    <a:pt x="402577" y="0"/>
                  </a:lnTo>
                  <a:lnTo>
                    <a:pt x="399948" y="647"/>
                  </a:lnTo>
                  <a:lnTo>
                    <a:pt x="398818" y="1917"/>
                  </a:lnTo>
                  <a:lnTo>
                    <a:pt x="398221" y="3746"/>
                  </a:lnTo>
                  <a:lnTo>
                    <a:pt x="399135" y="6146"/>
                  </a:lnTo>
                  <a:lnTo>
                    <a:pt x="401205" y="7480"/>
                  </a:lnTo>
                  <a:lnTo>
                    <a:pt x="402424" y="7061"/>
                  </a:lnTo>
                  <a:lnTo>
                    <a:pt x="405447" y="6769"/>
                  </a:lnTo>
                  <a:close/>
                </a:path>
                <a:path w="592455" h="231140">
                  <a:moveTo>
                    <a:pt x="409867" y="88544"/>
                  </a:moveTo>
                  <a:lnTo>
                    <a:pt x="409803" y="88265"/>
                  </a:lnTo>
                  <a:lnTo>
                    <a:pt x="409689" y="87693"/>
                  </a:lnTo>
                  <a:lnTo>
                    <a:pt x="409600" y="87236"/>
                  </a:lnTo>
                  <a:lnTo>
                    <a:pt x="409486" y="86702"/>
                  </a:lnTo>
                  <a:lnTo>
                    <a:pt x="409409" y="86334"/>
                  </a:lnTo>
                  <a:lnTo>
                    <a:pt x="409321" y="85915"/>
                  </a:lnTo>
                  <a:lnTo>
                    <a:pt x="408914" y="85483"/>
                  </a:lnTo>
                  <a:lnTo>
                    <a:pt x="408254" y="84797"/>
                  </a:lnTo>
                  <a:lnTo>
                    <a:pt x="406069" y="85483"/>
                  </a:lnTo>
                  <a:lnTo>
                    <a:pt x="404406" y="85140"/>
                  </a:lnTo>
                  <a:lnTo>
                    <a:pt x="404406" y="78371"/>
                  </a:lnTo>
                  <a:lnTo>
                    <a:pt x="404342" y="74815"/>
                  </a:lnTo>
                  <a:lnTo>
                    <a:pt x="404215" y="74307"/>
                  </a:lnTo>
                  <a:lnTo>
                    <a:pt x="395808" y="73736"/>
                  </a:lnTo>
                  <a:lnTo>
                    <a:pt x="382219" y="72961"/>
                  </a:lnTo>
                  <a:lnTo>
                    <a:pt x="377532" y="73736"/>
                  </a:lnTo>
                  <a:lnTo>
                    <a:pt x="376402" y="72275"/>
                  </a:lnTo>
                  <a:lnTo>
                    <a:pt x="376072" y="73266"/>
                  </a:lnTo>
                  <a:lnTo>
                    <a:pt x="375208" y="73736"/>
                  </a:lnTo>
                  <a:lnTo>
                    <a:pt x="375208" y="74815"/>
                  </a:lnTo>
                  <a:lnTo>
                    <a:pt x="376961" y="77165"/>
                  </a:lnTo>
                  <a:lnTo>
                    <a:pt x="376123" y="80530"/>
                  </a:lnTo>
                  <a:lnTo>
                    <a:pt x="375996" y="81292"/>
                  </a:lnTo>
                  <a:lnTo>
                    <a:pt x="375894" y="82169"/>
                  </a:lnTo>
                  <a:lnTo>
                    <a:pt x="375767" y="83146"/>
                  </a:lnTo>
                  <a:lnTo>
                    <a:pt x="375729" y="83400"/>
                  </a:lnTo>
                  <a:lnTo>
                    <a:pt x="375627" y="84201"/>
                  </a:lnTo>
                  <a:lnTo>
                    <a:pt x="375513" y="85140"/>
                  </a:lnTo>
                  <a:lnTo>
                    <a:pt x="375386" y="86106"/>
                  </a:lnTo>
                  <a:lnTo>
                    <a:pt x="375361" y="86334"/>
                  </a:lnTo>
                  <a:lnTo>
                    <a:pt x="376402" y="87236"/>
                  </a:lnTo>
                  <a:lnTo>
                    <a:pt x="379564" y="89585"/>
                  </a:lnTo>
                  <a:lnTo>
                    <a:pt x="379641" y="89776"/>
                  </a:lnTo>
                  <a:lnTo>
                    <a:pt x="380466" y="91998"/>
                  </a:lnTo>
                  <a:lnTo>
                    <a:pt x="382816" y="94640"/>
                  </a:lnTo>
                  <a:lnTo>
                    <a:pt x="382892" y="94195"/>
                  </a:lnTo>
                  <a:lnTo>
                    <a:pt x="382993" y="93662"/>
                  </a:lnTo>
                  <a:lnTo>
                    <a:pt x="383349" y="91567"/>
                  </a:lnTo>
                  <a:lnTo>
                    <a:pt x="384289" y="89776"/>
                  </a:lnTo>
                  <a:lnTo>
                    <a:pt x="386194" y="89446"/>
                  </a:lnTo>
                  <a:lnTo>
                    <a:pt x="387172" y="88265"/>
                  </a:lnTo>
                  <a:lnTo>
                    <a:pt x="387096" y="88112"/>
                  </a:lnTo>
                  <a:lnTo>
                    <a:pt x="386397" y="86702"/>
                  </a:lnTo>
                  <a:lnTo>
                    <a:pt x="386283" y="86334"/>
                  </a:lnTo>
                  <a:lnTo>
                    <a:pt x="386168" y="85915"/>
                  </a:lnTo>
                  <a:lnTo>
                    <a:pt x="386041" y="85483"/>
                  </a:lnTo>
                  <a:lnTo>
                    <a:pt x="385953" y="85140"/>
                  </a:lnTo>
                  <a:lnTo>
                    <a:pt x="385851" y="84797"/>
                  </a:lnTo>
                  <a:lnTo>
                    <a:pt x="385673" y="84201"/>
                  </a:lnTo>
                  <a:lnTo>
                    <a:pt x="383540" y="84201"/>
                  </a:lnTo>
                  <a:lnTo>
                    <a:pt x="383921" y="82169"/>
                  </a:lnTo>
                  <a:lnTo>
                    <a:pt x="386194" y="81292"/>
                  </a:lnTo>
                  <a:lnTo>
                    <a:pt x="387553" y="81813"/>
                  </a:lnTo>
                  <a:lnTo>
                    <a:pt x="390144" y="82169"/>
                  </a:lnTo>
                  <a:lnTo>
                    <a:pt x="390944" y="82169"/>
                  </a:lnTo>
                  <a:lnTo>
                    <a:pt x="391007" y="86334"/>
                  </a:lnTo>
                  <a:lnTo>
                    <a:pt x="391083" y="86702"/>
                  </a:lnTo>
                  <a:lnTo>
                    <a:pt x="391210" y="87236"/>
                  </a:lnTo>
                  <a:lnTo>
                    <a:pt x="391312" y="87693"/>
                  </a:lnTo>
                  <a:lnTo>
                    <a:pt x="391414" y="88112"/>
                  </a:lnTo>
                  <a:lnTo>
                    <a:pt x="391515" y="88544"/>
                  </a:lnTo>
                  <a:lnTo>
                    <a:pt x="391591" y="90805"/>
                  </a:lnTo>
                  <a:lnTo>
                    <a:pt x="391706" y="91020"/>
                  </a:lnTo>
                  <a:lnTo>
                    <a:pt x="393026" y="93662"/>
                  </a:lnTo>
                  <a:lnTo>
                    <a:pt x="393661" y="95046"/>
                  </a:lnTo>
                  <a:lnTo>
                    <a:pt x="395389" y="91020"/>
                  </a:lnTo>
                  <a:lnTo>
                    <a:pt x="397725" y="87833"/>
                  </a:lnTo>
                  <a:lnTo>
                    <a:pt x="395122" y="87236"/>
                  </a:lnTo>
                  <a:lnTo>
                    <a:pt x="395097" y="86702"/>
                  </a:lnTo>
                  <a:lnTo>
                    <a:pt x="394970" y="84797"/>
                  </a:lnTo>
                  <a:lnTo>
                    <a:pt x="395566" y="83400"/>
                  </a:lnTo>
                  <a:lnTo>
                    <a:pt x="398043" y="81965"/>
                  </a:lnTo>
                  <a:lnTo>
                    <a:pt x="398157" y="81813"/>
                  </a:lnTo>
                  <a:lnTo>
                    <a:pt x="398564" y="81292"/>
                  </a:lnTo>
                  <a:lnTo>
                    <a:pt x="399148" y="80530"/>
                  </a:lnTo>
                  <a:lnTo>
                    <a:pt x="399542" y="78371"/>
                  </a:lnTo>
                  <a:lnTo>
                    <a:pt x="401993" y="78371"/>
                  </a:lnTo>
                  <a:lnTo>
                    <a:pt x="402107" y="81292"/>
                  </a:lnTo>
                  <a:lnTo>
                    <a:pt x="402183" y="86106"/>
                  </a:lnTo>
                  <a:lnTo>
                    <a:pt x="402297" y="86334"/>
                  </a:lnTo>
                  <a:lnTo>
                    <a:pt x="403148" y="88112"/>
                  </a:lnTo>
                  <a:lnTo>
                    <a:pt x="404406" y="88544"/>
                  </a:lnTo>
                  <a:lnTo>
                    <a:pt x="406133" y="87693"/>
                  </a:lnTo>
                  <a:lnTo>
                    <a:pt x="406019" y="88544"/>
                  </a:lnTo>
                  <a:lnTo>
                    <a:pt x="405904" y="91567"/>
                  </a:lnTo>
                  <a:lnTo>
                    <a:pt x="406819" y="94195"/>
                  </a:lnTo>
                  <a:lnTo>
                    <a:pt x="408787" y="90385"/>
                  </a:lnTo>
                  <a:lnTo>
                    <a:pt x="409867" y="88544"/>
                  </a:lnTo>
                  <a:close/>
                </a:path>
                <a:path w="592455" h="231140">
                  <a:moveTo>
                    <a:pt x="419760" y="19519"/>
                  </a:moveTo>
                  <a:lnTo>
                    <a:pt x="419735" y="18897"/>
                  </a:lnTo>
                  <a:lnTo>
                    <a:pt x="419608" y="16179"/>
                  </a:lnTo>
                  <a:lnTo>
                    <a:pt x="419595" y="15862"/>
                  </a:lnTo>
                  <a:lnTo>
                    <a:pt x="418299" y="13068"/>
                  </a:lnTo>
                  <a:lnTo>
                    <a:pt x="415861" y="12115"/>
                  </a:lnTo>
                  <a:lnTo>
                    <a:pt x="413727" y="13068"/>
                  </a:lnTo>
                  <a:lnTo>
                    <a:pt x="413727" y="11582"/>
                  </a:lnTo>
                  <a:lnTo>
                    <a:pt x="413727" y="10337"/>
                  </a:lnTo>
                  <a:lnTo>
                    <a:pt x="410933" y="8128"/>
                  </a:lnTo>
                  <a:lnTo>
                    <a:pt x="408470" y="8128"/>
                  </a:lnTo>
                  <a:lnTo>
                    <a:pt x="407530" y="10337"/>
                  </a:lnTo>
                  <a:lnTo>
                    <a:pt x="408165" y="11582"/>
                  </a:lnTo>
                  <a:lnTo>
                    <a:pt x="408647" y="12369"/>
                  </a:lnTo>
                  <a:lnTo>
                    <a:pt x="409333" y="11582"/>
                  </a:lnTo>
                  <a:lnTo>
                    <a:pt x="410248" y="13411"/>
                  </a:lnTo>
                  <a:lnTo>
                    <a:pt x="409867" y="14541"/>
                  </a:lnTo>
                  <a:lnTo>
                    <a:pt x="411327" y="18897"/>
                  </a:lnTo>
                  <a:lnTo>
                    <a:pt x="411416" y="19253"/>
                  </a:lnTo>
                  <a:lnTo>
                    <a:pt x="411530" y="19646"/>
                  </a:lnTo>
                  <a:lnTo>
                    <a:pt x="411594" y="19875"/>
                  </a:lnTo>
                  <a:lnTo>
                    <a:pt x="411949" y="21234"/>
                  </a:lnTo>
                  <a:lnTo>
                    <a:pt x="414667" y="21234"/>
                  </a:lnTo>
                  <a:lnTo>
                    <a:pt x="416102" y="19253"/>
                  </a:lnTo>
                  <a:lnTo>
                    <a:pt x="416001" y="18732"/>
                  </a:lnTo>
                  <a:lnTo>
                    <a:pt x="415861" y="18503"/>
                  </a:lnTo>
                  <a:lnTo>
                    <a:pt x="415544" y="17487"/>
                  </a:lnTo>
                  <a:lnTo>
                    <a:pt x="417512" y="16179"/>
                  </a:lnTo>
                  <a:lnTo>
                    <a:pt x="418680" y="19646"/>
                  </a:lnTo>
                  <a:lnTo>
                    <a:pt x="419760" y="19519"/>
                  </a:lnTo>
                  <a:close/>
                </a:path>
                <a:path w="592455" h="231140">
                  <a:moveTo>
                    <a:pt x="423722" y="26517"/>
                  </a:moveTo>
                  <a:lnTo>
                    <a:pt x="421652" y="24333"/>
                  </a:lnTo>
                  <a:lnTo>
                    <a:pt x="422478" y="21234"/>
                  </a:lnTo>
                  <a:lnTo>
                    <a:pt x="422059" y="19253"/>
                  </a:lnTo>
                  <a:lnTo>
                    <a:pt x="419773" y="19875"/>
                  </a:lnTo>
                  <a:lnTo>
                    <a:pt x="419595" y="21234"/>
                  </a:lnTo>
                  <a:lnTo>
                    <a:pt x="419061" y="23558"/>
                  </a:lnTo>
                  <a:lnTo>
                    <a:pt x="419595" y="25425"/>
                  </a:lnTo>
                  <a:lnTo>
                    <a:pt x="420179" y="26022"/>
                  </a:lnTo>
                  <a:lnTo>
                    <a:pt x="420497" y="26517"/>
                  </a:lnTo>
                  <a:lnTo>
                    <a:pt x="421843" y="27825"/>
                  </a:lnTo>
                  <a:lnTo>
                    <a:pt x="423722" y="26517"/>
                  </a:lnTo>
                  <a:close/>
                </a:path>
                <a:path w="592455" h="231140">
                  <a:moveTo>
                    <a:pt x="433514" y="8026"/>
                  </a:moveTo>
                  <a:lnTo>
                    <a:pt x="429577" y="4508"/>
                  </a:lnTo>
                  <a:lnTo>
                    <a:pt x="428625" y="6146"/>
                  </a:lnTo>
                  <a:lnTo>
                    <a:pt x="432358" y="9525"/>
                  </a:lnTo>
                  <a:lnTo>
                    <a:pt x="433514" y="8026"/>
                  </a:lnTo>
                  <a:close/>
                </a:path>
                <a:path w="592455" h="231140">
                  <a:moveTo>
                    <a:pt x="435851" y="12788"/>
                  </a:moveTo>
                  <a:lnTo>
                    <a:pt x="434911" y="11264"/>
                  </a:lnTo>
                  <a:lnTo>
                    <a:pt x="433095" y="11582"/>
                  </a:lnTo>
                  <a:lnTo>
                    <a:pt x="431749" y="15303"/>
                  </a:lnTo>
                  <a:lnTo>
                    <a:pt x="431825" y="15760"/>
                  </a:lnTo>
                  <a:lnTo>
                    <a:pt x="431952" y="16598"/>
                  </a:lnTo>
                  <a:lnTo>
                    <a:pt x="432015" y="17005"/>
                  </a:lnTo>
                  <a:lnTo>
                    <a:pt x="432346" y="19253"/>
                  </a:lnTo>
                  <a:lnTo>
                    <a:pt x="429120" y="21551"/>
                  </a:lnTo>
                  <a:lnTo>
                    <a:pt x="429120" y="26568"/>
                  </a:lnTo>
                  <a:lnTo>
                    <a:pt x="427926" y="23749"/>
                  </a:lnTo>
                  <a:lnTo>
                    <a:pt x="427062" y="21551"/>
                  </a:lnTo>
                  <a:lnTo>
                    <a:pt x="427062" y="19253"/>
                  </a:lnTo>
                  <a:lnTo>
                    <a:pt x="427494" y="18110"/>
                  </a:lnTo>
                  <a:lnTo>
                    <a:pt x="428078" y="16598"/>
                  </a:lnTo>
                  <a:lnTo>
                    <a:pt x="426897" y="18110"/>
                  </a:lnTo>
                  <a:lnTo>
                    <a:pt x="426110" y="15760"/>
                  </a:lnTo>
                  <a:lnTo>
                    <a:pt x="426186" y="15532"/>
                  </a:lnTo>
                  <a:lnTo>
                    <a:pt x="426275" y="15303"/>
                  </a:lnTo>
                  <a:lnTo>
                    <a:pt x="426402" y="14947"/>
                  </a:lnTo>
                  <a:lnTo>
                    <a:pt x="426707" y="14287"/>
                  </a:lnTo>
                  <a:lnTo>
                    <a:pt x="427215" y="13766"/>
                  </a:lnTo>
                  <a:lnTo>
                    <a:pt x="425780" y="9144"/>
                  </a:lnTo>
                  <a:lnTo>
                    <a:pt x="425780" y="7010"/>
                  </a:lnTo>
                  <a:lnTo>
                    <a:pt x="425996" y="6311"/>
                  </a:lnTo>
                  <a:lnTo>
                    <a:pt x="426707" y="4076"/>
                  </a:lnTo>
                  <a:lnTo>
                    <a:pt x="425488" y="2806"/>
                  </a:lnTo>
                  <a:lnTo>
                    <a:pt x="423240" y="6311"/>
                  </a:lnTo>
                  <a:lnTo>
                    <a:pt x="420725" y="3860"/>
                  </a:lnTo>
                  <a:lnTo>
                    <a:pt x="419481" y="5473"/>
                  </a:lnTo>
                  <a:lnTo>
                    <a:pt x="422884" y="8890"/>
                  </a:lnTo>
                  <a:lnTo>
                    <a:pt x="422795" y="9144"/>
                  </a:lnTo>
                  <a:lnTo>
                    <a:pt x="422071" y="11188"/>
                  </a:lnTo>
                  <a:lnTo>
                    <a:pt x="422148" y="11582"/>
                  </a:lnTo>
                  <a:lnTo>
                    <a:pt x="422821" y="15532"/>
                  </a:lnTo>
                  <a:lnTo>
                    <a:pt x="425297" y="17005"/>
                  </a:lnTo>
                  <a:lnTo>
                    <a:pt x="423824" y="20434"/>
                  </a:lnTo>
                  <a:lnTo>
                    <a:pt x="424167" y="22174"/>
                  </a:lnTo>
                  <a:lnTo>
                    <a:pt x="424446" y="22618"/>
                  </a:lnTo>
                  <a:lnTo>
                    <a:pt x="425831" y="25476"/>
                  </a:lnTo>
                  <a:lnTo>
                    <a:pt x="426046" y="26187"/>
                  </a:lnTo>
                  <a:lnTo>
                    <a:pt x="426110" y="26873"/>
                  </a:lnTo>
                  <a:lnTo>
                    <a:pt x="427431" y="28181"/>
                  </a:lnTo>
                  <a:lnTo>
                    <a:pt x="430441" y="28016"/>
                  </a:lnTo>
                  <a:lnTo>
                    <a:pt x="430491" y="28181"/>
                  </a:lnTo>
                  <a:lnTo>
                    <a:pt x="432346" y="33388"/>
                  </a:lnTo>
                  <a:lnTo>
                    <a:pt x="433844" y="34290"/>
                  </a:lnTo>
                  <a:lnTo>
                    <a:pt x="434416" y="31153"/>
                  </a:lnTo>
                  <a:lnTo>
                    <a:pt x="433158" y="28016"/>
                  </a:lnTo>
                  <a:lnTo>
                    <a:pt x="432574" y="26568"/>
                  </a:lnTo>
                  <a:lnTo>
                    <a:pt x="431749" y="24511"/>
                  </a:lnTo>
                  <a:lnTo>
                    <a:pt x="432498" y="21894"/>
                  </a:lnTo>
                  <a:lnTo>
                    <a:pt x="434416" y="20434"/>
                  </a:lnTo>
                  <a:lnTo>
                    <a:pt x="434517" y="19253"/>
                  </a:lnTo>
                  <a:lnTo>
                    <a:pt x="434632" y="18110"/>
                  </a:lnTo>
                  <a:lnTo>
                    <a:pt x="434733" y="17005"/>
                  </a:lnTo>
                  <a:lnTo>
                    <a:pt x="434848" y="16598"/>
                  </a:lnTo>
                  <a:lnTo>
                    <a:pt x="435851" y="12788"/>
                  </a:lnTo>
                  <a:close/>
                </a:path>
                <a:path w="592455" h="231140">
                  <a:moveTo>
                    <a:pt x="441540" y="9144"/>
                  </a:moveTo>
                  <a:lnTo>
                    <a:pt x="439902" y="7581"/>
                  </a:lnTo>
                  <a:lnTo>
                    <a:pt x="438683" y="7061"/>
                  </a:lnTo>
                  <a:lnTo>
                    <a:pt x="439064" y="9283"/>
                  </a:lnTo>
                  <a:lnTo>
                    <a:pt x="440232" y="9423"/>
                  </a:lnTo>
                  <a:lnTo>
                    <a:pt x="440626" y="10642"/>
                  </a:lnTo>
                  <a:lnTo>
                    <a:pt x="439610" y="12623"/>
                  </a:lnTo>
                  <a:lnTo>
                    <a:pt x="437515" y="14947"/>
                  </a:lnTo>
                  <a:lnTo>
                    <a:pt x="436867" y="19888"/>
                  </a:lnTo>
                  <a:lnTo>
                    <a:pt x="438683" y="21310"/>
                  </a:lnTo>
                  <a:lnTo>
                    <a:pt x="438886" y="16598"/>
                  </a:lnTo>
                  <a:lnTo>
                    <a:pt x="441248" y="13944"/>
                  </a:lnTo>
                  <a:lnTo>
                    <a:pt x="441439" y="11188"/>
                  </a:lnTo>
                  <a:lnTo>
                    <a:pt x="441540" y="9144"/>
                  </a:lnTo>
                  <a:close/>
                </a:path>
                <a:path w="592455" h="231140">
                  <a:moveTo>
                    <a:pt x="442315" y="214706"/>
                  </a:moveTo>
                  <a:lnTo>
                    <a:pt x="441172" y="209042"/>
                  </a:lnTo>
                  <a:lnTo>
                    <a:pt x="409549" y="209042"/>
                  </a:lnTo>
                  <a:lnTo>
                    <a:pt x="412343" y="210693"/>
                  </a:lnTo>
                  <a:lnTo>
                    <a:pt x="413956" y="213258"/>
                  </a:lnTo>
                  <a:lnTo>
                    <a:pt x="418884" y="214972"/>
                  </a:lnTo>
                  <a:lnTo>
                    <a:pt x="420979" y="214972"/>
                  </a:lnTo>
                  <a:lnTo>
                    <a:pt x="442315" y="214706"/>
                  </a:lnTo>
                  <a:close/>
                </a:path>
                <a:path w="592455" h="231140">
                  <a:moveTo>
                    <a:pt x="475615" y="39738"/>
                  </a:moveTo>
                  <a:lnTo>
                    <a:pt x="463677" y="40538"/>
                  </a:lnTo>
                  <a:lnTo>
                    <a:pt x="460895" y="40538"/>
                  </a:lnTo>
                  <a:lnTo>
                    <a:pt x="456349" y="40386"/>
                  </a:lnTo>
                  <a:lnTo>
                    <a:pt x="455066" y="36487"/>
                  </a:lnTo>
                  <a:lnTo>
                    <a:pt x="454850" y="36233"/>
                  </a:lnTo>
                  <a:lnTo>
                    <a:pt x="452501" y="40386"/>
                  </a:lnTo>
                  <a:lnTo>
                    <a:pt x="446265" y="40995"/>
                  </a:lnTo>
                  <a:lnTo>
                    <a:pt x="444080" y="40995"/>
                  </a:lnTo>
                  <a:lnTo>
                    <a:pt x="443522" y="40538"/>
                  </a:lnTo>
                  <a:lnTo>
                    <a:pt x="443395" y="40386"/>
                  </a:lnTo>
                  <a:lnTo>
                    <a:pt x="443039" y="39941"/>
                  </a:lnTo>
                  <a:lnTo>
                    <a:pt x="443090" y="39738"/>
                  </a:lnTo>
                  <a:lnTo>
                    <a:pt x="444055" y="36093"/>
                  </a:lnTo>
                  <a:lnTo>
                    <a:pt x="444474" y="34290"/>
                  </a:lnTo>
                  <a:lnTo>
                    <a:pt x="445490" y="33388"/>
                  </a:lnTo>
                  <a:lnTo>
                    <a:pt x="473633" y="33235"/>
                  </a:lnTo>
                  <a:lnTo>
                    <a:pt x="475005" y="27686"/>
                  </a:lnTo>
                  <a:lnTo>
                    <a:pt x="475081" y="27330"/>
                  </a:lnTo>
                  <a:lnTo>
                    <a:pt x="475195" y="26873"/>
                  </a:lnTo>
                  <a:lnTo>
                    <a:pt x="457123" y="27686"/>
                  </a:lnTo>
                  <a:lnTo>
                    <a:pt x="457034" y="27330"/>
                  </a:lnTo>
                  <a:lnTo>
                    <a:pt x="456247" y="24511"/>
                  </a:lnTo>
                  <a:lnTo>
                    <a:pt x="456120" y="23939"/>
                  </a:lnTo>
                  <a:lnTo>
                    <a:pt x="452589" y="27330"/>
                  </a:lnTo>
                  <a:lnTo>
                    <a:pt x="447624" y="27686"/>
                  </a:lnTo>
                  <a:lnTo>
                    <a:pt x="446582" y="27686"/>
                  </a:lnTo>
                  <a:lnTo>
                    <a:pt x="446646" y="27330"/>
                  </a:lnTo>
                  <a:lnTo>
                    <a:pt x="446722" y="26873"/>
                  </a:lnTo>
                  <a:lnTo>
                    <a:pt x="446849" y="26187"/>
                  </a:lnTo>
                  <a:lnTo>
                    <a:pt x="448106" y="19253"/>
                  </a:lnTo>
                  <a:lnTo>
                    <a:pt x="445249" y="18491"/>
                  </a:lnTo>
                  <a:lnTo>
                    <a:pt x="445160" y="19253"/>
                  </a:lnTo>
                  <a:lnTo>
                    <a:pt x="444804" y="22034"/>
                  </a:lnTo>
                  <a:lnTo>
                    <a:pt x="439737" y="23939"/>
                  </a:lnTo>
                  <a:lnTo>
                    <a:pt x="438327" y="26187"/>
                  </a:lnTo>
                  <a:lnTo>
                    <a:pt x="436257" y="29349"/>
                  </a:lnTo>
                  <a:lnTo>
                    <a:pt x="435838" y="29756"/>
                  </a:lnTo>
                  <a:lnTo>
                    <a:pt x="437388" y="31788"/>
                  </a:lnTo>
                  <a:lnTo>
                    <a:pt x="438264" y="36487"/>
                  </a:lnTo>
                  <a:lnTo>
                    <a:pt x="435914" y="40538"/>
                  </a:lnTo>
                  <a:lnTo>
                    <a:pt x="434733" y="40957"/>
                  </a:lnTo>
                  <a:lnTo>
                    <a:pt x="434733" y="50698"/>
                  </a:lnTo>
                  <a:lnTo>
                    <a:pt x="432498" y="55892"/>
                  </a:lnTo>
                  <a:lnTo>
                    <a:pt x="429272" y="56464"/>
                  </a:lnTo>
                  <a:lnTo>
                    <a:pt x="429158" y="56807"/>
                  </a:lnTo>
                  <a:lnTo>
                    <a:pt x="429069" y="57035"/>
                  </a:lnTo>
                  <a:lnTo>
                    <a:pt x="428231" y="59334"/>
                  </a:lnTo>
                  <a:lnTo>
                    <a:pt x="427075" y="58254"/>
                  </a:lnTo>
                  <a:lnTo>
                    <a:pt x="426694" y="57886"/>
                  </a:lnTo>
                  <a:lnTo>
                    <a:pt x="426059" y="56807"/>
                  </a:lnTo>
                  <a:lnTo>
                    <a:pt x="424713" y="56972"/>
                  </a:lnTo>
                  <a:lnTo>
                    <a:pt x="422490" y="58254"/>
                  </a:lnTo>
                  <a:lnTo>
                    <a:pt x="419925" y="58089"/>
                  </a:lnTo>
                  <a:lnTo>
                    <a:pt x="418007" y="57886"/>
                  </a:lnTo>
                  <a:lnTo>
                    <a:pt x="416534" y="57886"/>
                  </a:lnTo>
                  <a:lnTo>
                    <a:pt x="416534" y="57188"/>
                  </a:lnTo>
                  <a:lnTo>
                    <a:pt x="414159" y="54190"/>
                  </a:lnTo>
                  <a:lnTo>
                    <a:pt x="414058" y="52412"/>
                  </a:lnTo>
                  <a:lnTo>
                    <a:pt x="413956" y="48501"/>
                  </a:lnTo>
                  <a:lnTo>
                    <a:pt x="416674" y="45148"/>
                  </a:lnTo>
                  <a:lnTo>
                    <a:pt x="418757" y="45148"/>
                  </a:lnTo>
                  <a:lnTo>
                    <a:pt x="419785" y="44272"/>
                  </a:lnTo>
                  <a:lnTo>
                    <a:pt x="420458" y="43992"/>
                  </a:lnTo>
                  <a:lnTo>
                    <a:pt x="421690" y="43484"/>
                  </a:lnTo>
                  <a:lnTo>
                    <a:pt x="422643" y="43992"/>
                  </a:lnTo>
                  <a:lnTo>
                    <a:pt x="422389" y="44094"/>
                  </a:lnTo>
                  <a:lnTo>
                    <a:pt x="420966" y="45491"/>
                  </a:lnTo>
                  <a:lnTo>
                    <a:pt x="421297" y="46482"/>
                  </a:lnTo>
                  <a:lnTo>
                    <a:pt x="423659" y="49403"/>
                  </a:lnTo>
                  <a:lnTo>
                    <a:pt x="426707" y="49403"/>
                  </a:lnTo>
                  <a:lnTo>
                    <a:pt x="426821" y="50152"/>
                  </a:lnTo>
                  <a:lnTo>
                    <a:pt x="426897" y="53416"/>
                  </a:lnTo>
                  <a:lnTo>
                    <a:pt x="428078" y="54190"/>
                  </a:lnTo>
                  <a:lnTo>
                    <a:pt x="429691" y="49403"/>
                  </a:lnTo>
                  <a:lnTo>
                    <a:pt x="431165" y="48971"/>
                  </a:lnTo>
                  <a:lnTo>
                    <a:pt x="432790" y="48501"/>
                  </a:lnTo>
                  <a:lnTo>
                    <a:pt x="434733" y="50698"/>
                  </a:lnTo>
                  <a:lnTo>
                    <a:pt x="434733" y="40957"/>
                  </a:lnTo>
                  <a:lnTo>
                    <a:pt x="430771" y="42341"/>
                  </a:lnTo>
                  <a:lnTo>
                    <a:pt x="434416" y="44780"/>
                  </a:lnTo>
                  <a:lnTo>
                    <a:pt x="431876" y="46939"/>
                  </a:lnTo>
                  <a:lnTo>
                    <a:pt x="431634" y="47320"/>
                  </a:lnTo>
                  <a:lnTo>
                    <a:pt x="431279" y="47663"/>
                  </a:lnTo>
                  <a:lnTo>
                    <a:pt x="429272" y="46482"/>
                  </a:lnTo>
                  <a:lnTo>
                    <a:pt x="428078" y="48971"/>
                  </a:lnTo>
                  <a:lnTo>
                    <a:pt x="423951" y="43446"/>
                  </a:lnTo>
                  <a:lnTo>
                    <a:pt x="423456" y="43649"/>
                  </a:lnTo>
                  <a:lnTo>
                    <a:pt x="421906" y="40995"/>
                  </a:lnTo>
                  <a:lnTo>
                    <a:pt x="421665" y="40601"/>
                  </a:lnTo>
                  <a:lnTo>
                    <a:pt x="419925" y="39166"/>
                  </a:lnTo>
                  <a:lnTo>
                    <a:pt x="418287" y="38227"/>
                  </a:lnTo>
                  <a:lnTo>
                    <a:pt x="415544" y="36779"/>
                  </a:lnTo>
                  <a:lnTo>
                    <a:pt x="414375" y="34671"/>
                  </a:lnTo>
                  <a:lnTo>
                    <a:pt x="414070" y="34213"/>
                  </a:lnTo>
                  <a:lnTo>
                    <a:pt x="413054" y="33388"/>
                  </a:lnTo>
                  <a:lnTo>
                    <a:pt x="413169" y="31445"/>
                  </a:lnTo>
                  <a:lnTo>
                    <a:pt x="413270" y="29489"/>
                  </a:lnTo>
                  <a:lnTo>
                    <a:pt x="413600" y="28816"/>
                  </a:lnTo>
                  <a:lnTo>
                    <a:pt x="413753" y="28371"/>
                  </a:lnTo>
                  <a:lnTo>
                    <a:pt x="413766" y="25438"/>
                  </a:lnTo>
                  <a:lnTo>
                    <a:pt x="411022" y="28016"/>
                  </a:lnTo>
                  <a:lnTo>
                    <a:pt x="410616" y="28816"/>
                  </a:lnTo>
                  <a:lnTo>
                    <a:pt x="410019" y="29489"/>
                  </a:lnTo>
                  <a:lnTo>
                    <a:pt x="410616" y="31445"/>
                  </a:lnTo>
                  <a:lnTo>
                    <a:pt x="411340" y="37338"/>
                  </a:lnTo>
                  <a:lnTo>
                    <a:pt x="413956" y="38468"/>
                  </a:lnTo>
                  <a:lnTo>
                    <a:pt x="415810" y="39738"/>
                  </a:lnTo>
                  <a:lnTo>
                    <a:pt x="417626" y="41262"/>
                  </a:lnTo>
                  <a:lnTo>
                    <a:pt x="419303" y="40995"/>
                  </a:lnTo>
                  <a:lnTo>
                    <a:pt x="417626" y="43484"/>
                  </a:lnTo>
                  <a:lnTo>
                    <a:pt x="416534" y="42189"/>
                  </a:lnTo>
                  <a:lnTo>
                    <a:pt x="411683" y="43992"/>
                  </a:lnTo>
                  <a:lnTo>
                    <a:pt x="410933" y="43992"/>
                  </a:lnTo>
                  <a:lnTo>
                    <a:pt x="408863" y="40995"/>
                  </a:lnTo>
                  <a:lnTo>
                    <a:pt x="408051" y="38989"/>
                  </a:lnTo>
                  <a:lnTo>
                    <a:pt x="406819" y="35852"/>
                  </a:lnTo>
                  <a:lnTo>
                    <a:pt x="406463" y="35852"/>
                  </a:lnTo>
                  <a:lnTo>
                    <a:pt x="406501" y="29489"/>
                  </a:lnTo>
                  <a:lnTo>
                    <a:pt x="406615" y="27762"/>
                  </a:lnTo>
                  <a:lnTo>
                    <a:pt x="406717" y="26085"/>
                  </a:lnTo>
                  <a:lnTo>
                    <a:pt x="406768" y="25438"/>
                  </a:lnTo>
                  <a:lnTo>
                    <a:pt x="408800" y="20434"/>
                  </a:lnTo>
                  <a:lnTo>
                    <a:pt x="406768" y="20434"/>
                  </a:lnTo>
                  <a:lnTo>
                    <a:pt x="406768" y="18745"/>
                  </a:lnTo>
                  <a:lnTo>
                    <a:pt x="404761" y="18275"/>
                  </a:lnTo>
                  <a:lnTo>
                    <a:pt x="404761" y="17132"/>
                  </a:lnTo>
                  <a:lnTo>
                    <a:pt x="404761" y="16192"/>
                  </a:lnTo>
                  <a:lnTo>
                    <a:pt x="402590" y="17132"/>
                  </a:lnTo>
                  <a:lnTo>
                    <a:pt x="402590" y="12446"/>
                  </a:lnTo>
                  <a:lnTo>
                    <a:pt x="399808" y="15836"/>
                  </a:lnTo>
                  <a:lnTo>
                    <a:pt x="401472" y="19265"/>
                  </a:lnTo>
                  <a:lnTo>
                    <a:pt x="403948" y="20637"/>
                  </a:lnTo>
                  <a:lnTo>
                    <a:pt x="404672" y="22872"/>
                  </a:lnTo>
                  <a:lnTo>
                    <a:pt x="403758" y="26085"/>
                  </a:lnTo>
                  <a:lnTo>
                    <a:pt x="403504" y="28371"/>
                  </a:lnTo>
                  <a:lnTo>
                    <a:pt x="406082" y="27762"/>
                  </a:lnTo>
                  <a:lnTo>
                    <a:pt x="405980" y="28016"/>
                  </a:lnTo>
                  <a:lnTo>
                    <a:pt x="405866" y="28371"/>
                  </a:lnTo>
                  <a:lnTo>
                    <a:pt x="405472" y="29489"/>
                  </a:lnTo>
                  <a:lnTo>
                    <a:pt x="403948" y="32524"/>
                  </a:lnTo>
                  <a:lnTo>
                    <a:pt x="403847" y="33388"/>
                  </a:lnTo>
                  <a:lnTo>
                    <a:pt x="403758" y="34213"/>
                  </a:lnTo>
                  <a:lnTo>
                    <a:pt x="403669" y="34671"/>
                  </a:lnTo>
                  <a:lnTo>
                    <a:pt x="403504" y="35521"/>
                  </a:lnTo>
                  <a:lnTo>
                    <a:pt x="403580" y="35852"/>
                  </a:lnTo>
                  <a:lnTo>
                    <a:pt x="404228" y="38989"/>
                  </a:lnTo>
                  <a:lnTo>
                    <a:pt x="404317" y="39166"/>
                  </a:lnTo>
                  <a:lnTo>
                    <a:pt x="405726" y="41605"/>
                  </a:lnTo>
                  <a:lnTo>
                    <a:pt x="404406" y="43992"/>
                  </a:lnTo>
                  <a:lnTo>
                    <a:pt x="405726" y="46786"/>
                  </a:lnTo>
                  <a:lnTo>
                    <a:pt x="407835" y="48323"/>
                  </a:lnTo>
                  <a:lnTo>
                    <a:pt x="410616" y="49885"/>
                  </a:lnTo>
                  <a:lnTo>
                    <a:pt x="409867" y="52412"/>
                  </a:lnTo>
                  <a:lnTo>
                    <a:pt x="409981" y="54190"/>
                  </a:lnTo>
                  <a:lnTo>
                    <a:pt x="410019" y="54775"/>
                  </a:lnTo>
                  <a:lnTo>
                    <a:pt x="411276" y="56464"/>
                  </a:lnTo>
                  <a:lnTo>
                    <a:pt x="412432" y="58254"/>
                  </a:lnTo>
                  <a:lnTo>
                    <a:pt x="414502" y="61188"/>
                  </a:lnTo>
                  <a:lnTo>
                    <a:pt x="415061" y="61671"/>
                  </a:lnTo>
                  <a:lnTo>
                    <a:pt x="415340" y="62001"/>
                  </a:lnTo>
                  <a:lnTo>
                    <a:pt x="414909" y="62001"/>
                  </a:lnTo>
                  <a:lnTo>
                    <a:pt x="418071" y="62712"/>
                  </a:lnTo>
                  <a:lnTo>
                    <a:pt x="421297" y="62001"/>
                  </a:lnTo>
                  <a:lnTo>
                    <a:pt x="423303" y="64389"/>
                  </a:lnTo>
                  <a:lnTo>
                    <a:pt x="426707" y="64046"/>
                  </a:lnTo>
                  <a:lnTo>
                    <a:pt x="424345" y="66192"/>
                  </a:lnTo>
                  <a:lnTo>
                    <a:pt x="427939" y="66814"/>
                  </a:lnTo>
                  <a:lnTo>
                    <a:pt x="434289" y="66408"/>
                  </a:lnTo>
                  <a:lnTo>
                    <a:pt x="434416" y="66814"/>
                  </a:lnTo>
                  <a:lnTo>
                    <a:pt x="435241" y="69735"/>
                  </a:lnTo>
                  <a:lnTo>
                    <a:pt x="433705" y="71081"/>
                  </a:lnTo>
                  <a:lnTo>
                    <a:pt x="433057" y="70104"/>
                  </a:lnTo>
                  <a:lnTo>
                    <a:pt x="432587" y="69405"/>
                  </a:lnTo>
                  <a:lnTo>
                    <a:pt x="425843" y="70104"/>
                  </a:lnTo>
                  <a:lnTo>
                    <a:pt x="425958" y="68287"/>
                  </a:lnTo>
                  <a:lnTo>
                    <a:pt x="426059" y="66814"/>
                  </a:lnTo>
                  <a:lnTo>
                    <a:pt x="423811" y="71501"/>
                  </a:lnTo>
                  <a:lnTo>
                    <a:pt x="419925" y="72402"/>
                  </a:lnTo>
                  <a:lnTo>
                    <a:pt x="419925" y="74650"/>
                  </a:lnTo>
                  <a:lnTo>
                    <a:pt x="430441" y="74650"/>
                  </a:lnTo>
                  <a:lnTo>
                    <a:pt x="432498" y="76276"/>
                  </a:lnTo>
                  <a:lnTo>
                    <a:pt x="436270" y="75641"/>
                  </a:lnTo>
                  <a:lnTo>
                    <a:pt x="443509" y="76098"/>
                  </a:lnTo>
                  <a:lnTo>
                    <a:pt x="443420" y="76276"/>
                  </a:lnTo>
                  <a:lnTo>
                    <a:pt x="442315" y="78562"/>
                  </a:lnTo>
                  <a:lnTo>
                    <a:pt x="441642" y="78295"/>
                  </a:lnTo>
                  <a:lnTo>
                    <a:pt x="439013" y="77304"/>
                  </a:lnTo>
                  <a:lnTo>
                    <a:pt x="435813" y="77304"/>
                  </a:lnTo>
                  <a:lnTo>
                    <a:pt x="434530" y="76555"/>
                  </a:lnTo>
                  <a:lnTo>
                    <a:pt x="433006" y="78295"/>
                  </a:lnTo>
                  <a:lnTo>
                    <a:pt x="430644" y="76555"/>
                  </a:lnTo>
                  <a:lnTo>
                    <a:pt x="428625" y="76835"/>
                  </a:lnTo>
                  <a:lnTo>
                    <a:pt x="427723" y="79260"/>
                  </a:lnTo>
                  <a:lnTo>
                    <a:pt x="425005" y="82689"/>
                  </a:lnTo>
                  <a:lnTo>
                    <a:pt x="425107" y="82931"/>
                  </a:lnTo>
                  <a:lnTo>
                    <a:pt x="425208" y="83146"/>
                  </a:lnTo>
                  <a:lnTo>
                    <a:pt x="425297" y="83337"/>
                  </a:lnTo>
                  <a:lnTo>
                    <a:pt x="426008" y="84950"/>
                  </a:lnTo>
                  <a:lnTo>
                    <a:pt x="426059" y="85877"/>
                  </a:lnTo>
                  <a:lnTo>
                    <a:pt x="426300" y="86880"/>
                  </a:lnTo>
                  <a:lnTo>
                    <a:pt x="426770" y="88544"/>
                  </a:lnTo>
                  <a:lnTo>
                    <a:pt x="426821" y="89941"/>
                  </a:lnTo>
                  <a:lnTo>
                    <a:pt x="425157" y="92481"/>
                  </a:lnTo>
                  <a:lnTo>
                    <a:pt x="425107" y="92202"/>
                  </a:lnTo>
                  <a:lnTo>
                    <a:pt x="424713" y="89941"/>
                  </a:lnTo>
                  <a:lnTo>
                    <a:pt x="422884" y="90589"/>
                  </a:lnTo>
                  <a:lnTo>
                    <a:pt x="423341" y="93218"/>
                  </a:lnTo>
                  <a:lnTo>
                    <a:pt x="423367" y="94284"/>
                  </a:lnTo>
                  <a:lnTo>
                    <a:pt x="420166" y="94538"/>
                  </a:lnTo>
                  <a:lnTo>
                    <a:pt x="416356" y="95935"/>
                  </a:lnTo>
                  <a:lnTo>
                    <a:pt x="415150" y="95935"/>
                  </a:lnTo>
                  <a:lnTo>
                    <a:pt x="436295" y="97967"/>
                  </a:lnTo>
                  <a:lnTo>
                    <a:pt x="439724" y="97967"/>
                  </a:lnTo>
                  <a:lnTo>
                    <a:pt x="442887" y="96354"/>
                  </a:lnTo>
                  <a:lnTo>
                    <a:pt x="442950" y="98361"/>
                  </a:lnTo>
                  <a:lnTo>
                    <a:pt x="446798" y="99568"/>
                  </a:lnTo>
                  <a:lnTo>
                    <a:pt x="445490" y="98221"/>
                  </a:lnTo>
                  <a:lnTo>
                    <a:pt x="445414" y="97967"/>
                  </a:lnTo>
                  <a:lnTo>
                    <a:pt x="444995" y="96354"/>
                  </a:lnTo>
                  <a:lnTo>
                    <a:pt x="444881" y="95935"/>
                  </a:lnTo>
                  <a:lnTo>
                    <a:pt x="444639" y="95059"/>
                  </a:lnTo>
                  <a:lnTo>
                    <a:pt x="443941" y="93040"/>
                  </a:lnTo>
                  <a:lnTo>
                    <a:pt x="444538" y="92481"/>
                  </a:lnTo>
                  <a:lnTo>
                    <a:pt x="445668" y="91427"/>
                  </a:lnTo>
                  <a:lnTo>
                    <a:pt x="448119" y="90385"/>
                  </a:lnTo>
                  <a:lnTo>
                    <a:pt x="445249" y="88722"/>
                  </a:lnTo>
                  <a:lnTo>
                    <a:pt x="444601" y="88544"/>
                  </a:lnTo>
                  <a:lnTo>
                    <a:pt x="443941" y="88265"/>
                  </a:lnTo>
                  <a:lnTo>
                    <a:pt x="443941" y="85877"/>
                  </a:lnTo>
                  <a:lnTo>
                    <a:pt x="444804" y="83337"/>
                  </a:lnTo>
                  <a:lnTo>
                    <a:pt x="449808" y="82689"/>
                  </a:lnTo>
                  <a:lnTo>
                    <a:pt x="449808" y="84201"/>
                  </a:lnTo>
                  <a:lnTo>
                    <a:pt x="449262" y="85877"/>
                  </a:lnTo>
                  <a:lnTo>
                    <a:pt x="449592" y="86880"/>
                  </a:lnTo>
                  <a:lnTo>
                    <a:pt x="450088" y="88036"/>
                  </a:lnTo>
                  <a:lnTo>
                    <a:pt x="450507" y="88722"/>
                  </a:lnTo>
                  <a:lnTo>
                    <a:pt x="450621" y="89141"/>
                  </a:lnTo>
                  <a:lnTo>
                    <a:pt x="450748" y="89573"/>
                  </a:lnTo>
                  <a:lnTo>
                    <a:pt x="452501" y="89941"/>
                  </a:lnTo>
                  <a:lnTo>
                    <a:pt x="450900" y="92202"/>
                  </a:lnTo>
                  <a:lnTo>
                    <a:pt x="450786" y="92481"/>
                  </a:lnTo>
                  <a:lnTo>
                    <a:pt x="450570" y="93040"/>
                  </a:lnTo>
                  <a:lnTo>
                    <a:pt x="450596" y="94284"/>
                  </a:lnTo>
                  <a:lnTo>
                    <a:pt x="451154" y="95262"/>
                  </a:lnTo>
                  <a:lnTo>
                    <a:pt x="455320" y="97967"/>
                  </a:lnTo>
                  <a:lnTo>
                    <a:pt x="455168" y="97116"/>
                  </a:lnTo>
                  <a:lnTo>
                    <a:pt x="455231" y="94538"/>
                  </a:lnTo>
                  <a:lnTo>
                    <a:pt x="455320" y="94056"/>
                  </a:lnTo>
                  <a:lnTo>
                    <a:pt x="456260" y="93040"/>
                  </a:lnTo>
                  <a:lnTo>
                    <a:pt x="456730" y="92481"/>
                  </a:lnTo>
                  <a:lnTo>
                    <a:pt x="458419" y="89573"/>
                  </a:lnTo>
                  <a:lnTo>
                    <a:pt x="455764" y="88544"/>
                  </a:lnTo>
                  <a:lnTo>
                    <a:pt x="454685" y="86880"/>
                  </a:lnTo>
                  <a:lnTo>
                    <a:pt x="456095" y="84950"/>
                  </a:lnTo>
                  <a:lnTo>
                    <a:pt x="458203" y="82689"/>
                  </a:lnTo>
                  <a:lnTo>
                    <a:pt x="460768" y="80784"/>
                  </a:lnTo>
                  <a:lnTo>
                    <a:pt x="461137" y="82931"/>
                  </a:lnTo>
                  <a:lnTo>
                    <a:pt x="463994" y="83146"/>
                  </a:lnTo>
                  <a:lnTo>
                    <a:pt x="463969" y="83337"/>
                  </a:lnTo>
                  <a:lnTo>
                    <a:pt x="463867" y="84201"/>
                  </a:lnTo>
                  <a:lnTo>
                    <a:pt x="463765" y="84950"/>
                  </a:lnTo>
                  <a:lnTo>
                    <a:pt x="463638" y="85877"/>
                  </a:lnTo>
                  <a:lnTo>
                    <a:pt x="461568" y="88036"/>
                  </a:lnTo>
                  <a:lnTo>
                    <a:pt x="461441" y="88265"/>
                  </a:lnTo>
                  <a:lnTo>
                    <a:pt x="461340" y="88544"/>
                  </a:lnTo>
                  <a:lnTo>
                    <a:pt x="461276" y="88722"/>
                  </a:lnTo>
                  <a:lnTo>
                    <a:pt x="461175" y="89141"/>
                  </a:lnTo>
                  <a:lnTo>
                    <a:pt x="463994" y="89941"/>
                  </a:lnTo>
                  <a:lnTo>
                    <a:pt x="464299" y="89941"/>
                  </a:lnTo>
                  <a:lnTo>
                    <a:pt x="464375" y="90589"/>
                  </a:lnTo>
                  <a:lnTo>
                    <a:pt x="464489" y="91427"/>
                  </a:lnTo>
                  <a:lnTo>
                    <a:pt x="464578" y="92202"/>
                  </a:lnTo>
                  <a:lnTo>
                    <a:pt x="464693" y="93040"/>
                  </a:lnTo>
                  <a:lnTo>
                    <a:pt x="464743" y="93497"/>
                  </a:lnTo>
                  <a:lnTo>
                    <a:pt x="463842" y="95059"/>
                  </a:lnTo>
                  <a:lnTo>
                    <a:pt x="465645" y="96710"/>
                  </a:lnTo>
                  <a:lnTo>
                    <a:pt x="462749" y="99352"/>
                  </a:lnTo>
                  <a:lnTo>
                    <a:pt x="471398" y="100012"/>
                  </a:lnTo>
                  <a:lnTo>
                    <a:pt x="472008" y="98361"/>
                  </a:lnTo>
                  <a:lnTo>
                    <a:pt x="472071" y="97967"/>
                  </a:lnTo>
                  <a:lnTo>
                    <a:pt x="472211" y="97116"/>
                  </a:lnTo>
                  <a:lnTo>
                    <a:pt x="473176" y="95935"/>
                  </a:lnTo>
                  <a:lnTo>
                    <a:pt x="473049" y="80784"/>
                  </a:lnTo>
                  <a:lnTo>
                    <a:pt x="473024" y="78562"/>
                  </a:lnTo>
                  <a:lnTo>
                    <a:pt x="473011" y="75641"/>
                  </a:lnTo>
                  <a:lnTo>
                    <a:pt x="472998" y="74193"/>
                  </a:lnTo>
                  <a:lnTo>
                    <a:pt x="472986" y="73736"/>
                  </a:lnTo>
                  <a:lnTo>
                    <a:pt x="472986" y="73152"/>
                  </a:lnTo>
                  <a:lnTo>
                    <a:pt x="450507" y="73736"/>
                  </a:lnTo>
                  <a:lnTo>
                    <a:pt x="450418" y="73152"/>
                  </a:lnTo>
                  <a:lnTo>
                    <a:pt x="450303" y="72402"/>
                  </a:lnTo>
                  <a:lnTo>
                    <a:pt x="449707" y="68287"/>
                  </a:lnTo>
                  <a:lnTo>
                    <a:pt x="447675" y="69570"/>
                  </a:lnTo>
                  <a:lnTo>
                    <a:pt x="447675" y="73152"/>
                  </a:lnTo>
                  <a:lnTo>
                    <a:pt x="448691" y="73152"/>
                  </a:lnTo>
                  <a:lnTo>
                    <a:pt x="439724" y="74193"/>
                  </a:lnTo>
                  <a:lnTo>
                    <a:pt x="439686" y="71081"/>
                  </a:lnTo>
                  <a:lnTo>
                    <a:pt x="439648" y="66408"/>
                  </a:lnTo>
                  <a:lnTo>
                    <a:pt x="439623" y="64046"/>
                  </a:lnTo>
                  <a:lnTo>
                    <a:pt x="439597" y="62915"/>
                  </a:lnTo>
                  <a:lnTo>
                    <a:pt x="440829" y="62763"/>
                  </a:lnTo>
                  <a:lnTo>
                    <a:pt x="442112" y="64046"/>
                  </a:lnTo>
                  <a:lnTo>
                    <a:pt x="449999" y="62725"/>
                  </a:lnTo>
                  <a:lnTo>
                    <a:pt x="449834" y="62725"/>
                  </a:lnTo>
                  <a:lnTo>
                    <a:pt x="450735" y="59918"/>
                  </a:lnTo>
                  <a:lnTo>
                    <a:pt x="450773" y="59740"/>
                  </a:lnTo>
                  <a:lnTo>
                    <a:pt x="450875" y="59169"/>
                  </a:lnTo>
                  <a:lnTo>
                    <a:pt x="450977" y="58674"/>
                  </a:lnTo>
                  <a:lnTo>
                    <a:pt x="451167" y="57607"/>
                  </a:lnTo>
                  <a:lnTo>
                    <a:pt x="452501" y="56019"/>
                  </a:lnTo>
                  <a:lnTo>
                    <a:pt x="452589" y="55892"/>
                  </a:lnTo>
                  <a:lnTo>
                    <a:pt x="453555" y="54368"/>
                  </a:lnTo>
                  <a:lnTo>
                    <a:pt x="453961" y="55613"/>
                  </a:lnTo>
                  <a:lnTo>
                    <a:pt x="455650" y="55613"/>
                  </a:lnTo>
                  <a:lnTo>
                    <a:pt x="457123" y="55460"/>
                  </a:lnTo>
                  <a:lnTo>
                    <a:pt x="457187" y="55613"/>
                  </a:lnTo>
                  <a:lnTo>
                    <a:pt x="457276" y="55892"/>
                  </a:lnTo>
                  <a:lnTo>
                    <a:pt x="457327" y="56019"/>
                  </a:lnTo>
                  <a:lnTo>
                    <a:pt x="458393" y="59169"/>
                  </a:lnTo>
                  <a:lnTo>
                    <a:pt x="458774" y="60871"/>
                  </a:lnTo>
                  <a:lnTo>
                    <a:pt x="458127" y="61785"/>
                  </a:lnTo>
                  <a:lnTo>
                    <a:pt x="457377" y="62725"/>
                  </a:lnTo>
                  <a:lnTo>
                    <a:pt x="458533" y="64389"/>
                  </a:lnTo>
                  <a:lnTo>
                    <a:pt x="460984" y="64389"/>
                  </a:lnTo>
                  <a:lnTo>
                    <a:pt x="461022" y="63119"/>
                  </a:lnTo>
                  <a:lnTo>
                    <a:pt x="461149" y="59169"/>
                  </a:lnTo>
                  <a:lnTo>
                    <a:pt x="461264" y="55460"/>
                  </a:lnTo>
                  <a:lnTo>
                    <a:pt x="461289" y="54775"/>
                  </a:lnTo>
                  <a:lnTo>
                    <a:pt x="461505" y="54368"/>
                  </a:lnTo>
                  <a:lnTo>
                    <a:pt x="461594" y="54190"/>
                  </a:lnTo>
                  <a:lnTo>
                    <a:pt x="462534" y="52412"/>
                  </a:lnTo>
                  <a:lnTo>
                    <a:pt x="463296" y="51066"/>
                  </a:lnTo>
                  <a:lnTo>
                    <a:pt x="464299" y="49403"/>
                  </a:lnTo>
                  <a:lnTo>
                    <a:pt x="464743" y="49568"/>
                  </a:lnTo>
                  <a:lnTo>
                    <a:pt x="465518" y="49568"/>
                  </a:lnTo>
                  <a:lnTo>
                    <a:pt x="466331" y="49403"/>
                  </a:lnTo>
                  <a:lnTo>
                    <a:pt x="467372" y="50152"/>
                  </a:lnTo>
                  <a:lnTo>
                    <a:pt x="467741" y="51066"/>
                  </a:lnTo>
                  <a:lnTo>
                    <a:pt x="468122" y="51816"/>
                  </a:lnTo>
                  <a:lnTo>
                    <a:pt x="467372" y="55003"/>
                  </a:lnTo>
                  <a:lnTo>
                    <a:pt x="465861" y="56464"/>
                  </a:lnTo>
                  <a:lnTo>
                    <a:pt x="465366" y="56629"/>
                  </a:lnTo>
                  <a:lnTo>
                    <a:pt x="464959" y="56807"/>
                  </a:lnTo>
                  <a:lnTo>
                    <a:pt x="462889" y="56807"/>
                  </a:lnTo>
                  <a:lnTo>
                    <a:pt x="462076" y="57035"/>
                  </a:lnTo>
                  <a:lnTo>
                    <a:pt x="462737" y="58674"/>
                  </a:lnTo>
                  <a:lnTo>
                    <a:pt x="464743" y="59169"/>
                  </a:lnTo>
                  <a:lnTo>
                    <a:pt x="467588" y="57759"/>
                  </a:lnTo>
                  <a:lnTo>
                    <a:pt x="468566" y="64236"/>
                  </a:lnTo>
                  <a:lnTo>
                    <a:pt x="475615" y="63119"/>
                  </a:lnTo>
                  <a:lnTo>
                    <a:pt x="475615" y="57759"/>
                  </a:lnTo>
                  <a:lnTo>
                    <a:pt x="475615" y="49403"/>
                  </a:lnTo>
                  <a:lnTo>
                    <a:pt x="475615" y="48501"/>
                  </a:lnTo>
                  <a:lnTo>
                    <a:pt x="475615" y="47663"/>
                  </a:lnTo>
                  <a:lnTo>
                    <a:pt x="475615" y="40995"/>
                  </a:lnTo>
                  <a:lnTo>
                    <a:pt x="475615" y="40538"/>
                  </a:lnTo>
                  <a:lnTo>
                    <a:pt x="475615" y="39738"/>
                  </a:lnTo>
                  <a:close/>
                </a:path>
                <a:path w="592455" h="231140">
                  <a:moveTo>
                    <a:pt x="476478" y="99199"/>
                  </a:moveTo>
                  <a:lnTo>
                    <a:pt x="474383" y="100101"/>
                  </a:lnTo>
                  <a:lnTo>
                    <a:pt x="474281" y="101409"/>
                  </a:lnTo>
                  <a:lnTo>
                    <a:pt x="474243" y="102019"/>
                  </a:lnTo>
                  <a:lnTo>
                    <a:pt x="473163" y="103327"/>
                  </a:lnTo>
                  <a:lnTo>
                    <a:pt x="473036" y="103924"/>
                  </a:lnTo>
                  <a:lnTo>
                    <a:pt x="472922" y="104508"/>
                  </a:lnTo>
                  <a:lnTo>
                    <a:pt x="472859" y="104787"/>
                  </a:lnTo>
                  <a:lnTo>
                    <a:pt x="472770" y="105232"/>
                  </a:lnTo>
                  <a:lnTo>
                    <a:pt x="470954" y="106451"/>
                  </a:lnTo>
                  <a:lnTo>
                    <a:pt x="468134" y="106133"/>
                  </a:lnTo>
                  <a:lnTo>
                    <a:pt x="466750" y="105968"/>
                  </a:lnTo>
                  <a:lnTo>
                    <a:pt x="463651" y="105232"/>
                  </a:lnTo>
                  <a:lnTo>
                    <a:pt x="448297" y="105232"/>
                  </a:lnTo>
                  <a:lnTo>
                    <a:pt x="446265" y="101409"/>
                  </a:lnTo>
                  <a:lnTo>
                    <a:pt x="444195" y="105232"/>
                  </a:lnTo>
                  <a:lnTo>
                    <a:pt x="440245" y="106133"/>
                  </a:lnTo>
                  <a:lnTo>
                    <a:pt x="440143" y="105968"/>
                  </a:lnTo>
                  <a:lnTo>
                    <a:pt x="438327" y="103073"/>
                  </a:lnTo>
                  <a:lnTo>
                    <a:pt x="435368" y="105638"/>
                  </a:lnTo>
                  <a:lnTo>
                    <a:pt x="435254" y="105968"/>
                  </a:lnTo>
                  <a:lnTo>
                    <a:pt x="435152" y="106286"/>
                  </a:lnTo>
                  <a:lnTo>
                    <a:pt x="435089" y="106451"/>
                  </a:lnTo>
                  <a:lnTo>
                    <a:pt x="434543" y="108089"/>
                  </a:lnTo>
                  <a:lnTo>
                    <a:pt x="423367" y="107911"/>
                  </a:lnTo>
                  <a:lnTo>
                    <a:pt x="418668" y="107149"/>
                  </a:lnTo>
                  <a:lnTo>
                    <a:pt x="413245" y="108089"/>
                  </a:lnTo>
                  <a:lnTo>
                    <a:pt x="411530" y="107149"/>
                  </a:lnTo>
                  <a:lnTo>
                    <a:pt x="410222" y="106451"/>
                  </a:lnTo>
                  <a:lnTo>
                    <a:pt x="407695" y="104876"/>
                  </a:lnTo>
                  <a:lnTo>
                    <a:pt x="403250" y="106286"/>
                  </a:lnTo>
                  <a:lnTo>
                    <a:pt x="400964" y="106451"/>
                  </a:lnTo>
                  <a:lnTo>
                    <a:pt x="398272" y="104787"/>
                  </a:lnTo>
                  <a:lnTo>
                    <a:pt x="397179" y="104114"/>
                  </a:lnTo>
                  <a:lnTo>
                    <a:pt x="394512" y="103073"/>
                  </a:lnTo>
                  <a:lnTo>
                    <a:pt x="390944" y="103924"/>
                  </a:lnTo>
                  <a:lnTo>
                    <a:pt x="387680" y="104508"/>
                  </a:lnTo>
                  <a:lnTo>
                    <a:pt x="385140" y="104787"/>
                  </a:lnTo>
                  <a:lnTo>
                    <a:pt x="381977" y="103771"/>
                  </a:lnTo>
                  <a:lnTo>
                    <a:pt x="382104" y="104787"/>
                  </a:lnTo>
                  <a:lnTo>
                    <a:pt x="382206" y="105638"/>
                  </a:lnTo>
                  <a:lnTo>
                    <a:pt x="382308" y="106451"/>
                  </a:lnTo>
                  <a:lnTo>
                    <a:pt x="382435" y="107467"/>
                  </a:lnTo>
                  <a:lnTo>
                    <a:pt x="382485" y="107911"/>
                  </a:lnTo>
                  <a:lnTo>
                    <a:pt x="392315" y="108089"/>
                  </a:lnTo>
                  <a:lnTo>
                    <a:pt x="399986" y="108559"/>
                  </a:lnTo>
                  <a:lnTo>
                    <a:pt x="402513" y="108559"/>
                  </a:lnTo>
                  <a:lnTo>
                    <a:pt x="404063" y="108089"/>
                  </a:lnTo>
                  <a:lnTo>
                    <a:pt x="406463" y="107149"/>
                  </a:lnTo>
                  <a:lnTo>
                    <a:pt x="408635" y="107149"/>
                  </a:lnTo>
                  <a:lnTo>
                    <a:pt x="410667" y="111607"/>
                  </a:lnTo>
                  <a:lnTo>
                    <a:pt x="435597" y="111099"/>
                  </a:lnTo>
                  <a:lnTo>
                    <a:pt x="433844" y="116979"/>
                  </a:lnTo>
                  <a:lnTo>
                    <a:pt x="430530" y="117805"/>
                  </a:lnTo>
                  <a:lnTo>
                    <a:pt x="430657" y="118770"/>
                  </a:lnTo>
                  <a:lnTo>
                    <a:pt x="430771" y="119646"/>
                  </a:lnTo>
                  <a:lnTo>
                    <a:pt x="430872" y="120472"/>
                  </a:lnTo>
                  <a:lnTo>
                    <a:pt x="430974" y="121158"/>
                  </a:lnTo>
                  <a:lnTo>
                    <a:pt x="429564" y="120472"/>
                  </a:lnTo>
                  <a:lnTo>
                    <a:pt x="426885" y="119151"/>
                  </a:lnTo>
                  <a:lnTo>
                    <a:pt x="420738" y="120472"/>
                  </a:lnTo>
                  <a:lnTo>
                    <a:pt x="416521" y="119646"/>
                  </a:lnTo>
                  <a:lnTo>
                    <a:pt x="413270" y="118770"/>
                  </a:lnTo>
                  <a:lnTo>
                    <a:pt x="409600" y="118097"/>
                  </a:lnTo>
                  <a:lnTo>
                    <a:pt x="407377" y="118160"/>
                  </a:lnTo>
                  <a:lnTo>
                    <a:pt x="407377" y="123418"/>
                  </a:lnTo>
                  <a:lnTo>
                    <a:pt x="404672" y="123647"/>
                  </a:lnTo>
                  <a:lnTo>
                    <a:pt x="401739" y="120281"/>
                  </a:lnTo>
                  <a:lnTo>
                    <a:pt x="407339" y="120650"/>
                  </a:lnTo>
                  <a:lnTo>
                    <a:pt x="407377" y="123418"/>
                  </a:lnTo>
                  <a:lnTo>
                    <a:pt x="407377" y="118160"/>
                  </a:lnTo>
                  <a:lnTo>
                    <a:pt x="404215" y="118237"/>
                  </a:lnTo>
                  <a:lnTo>
                    <a:pt x="402374" y="120269"/>
                  </a:lnTo>
                  <a:lnTo>
                    <a:pt x="401739" y="120269"/>
                  </a:lnTo>
                  <a:lnTo>
                    <a:pt x="399986" y="118237"/>
                  </a:lnTo>
                  <a:lnTo>
                    <a:pt x="382219" y="117944"/>
                  </a:lnTo>
                  <a:lnTo>
                    <a:pt x="382104" y="127139"/>
                  </a:lnTo>
                  <a:lnTo>
                    <a:pt x="381977" y="136728"/>
                  </a:lnTo>
                  <a:lnTo>
                    <a:pt x="381977" y="136931"/>
                  </a:lnTo>
                  <a:lnTo>
                    <a:pt x="387172" y="136931"/>
                  </a:lnTo>
                  <a:lnTo>
                    <a:pt x="387223" y="139661"/>
                  </a:lnTo>
                  <a:lnTo>
                    <a:pt x="388137" y="143357"/>
                  </a:lnTo>
                  <a:lnTo>
                    <a:pt x="387807" y="143357"/>
                  </a:lnTo>
                  <a:lnTo>
                    <a:pt x="390753" y="144360"/>
                  </a:lnTo>
                  <a:lnTo>
                    <a:pt x="390855" y="144945"/>
                  </a:lnTo>
                  <a:lnTo>
                    <a:pt x="390982" y="148463"/>
                  </a:lnTo>
                  <a:lnTo>
                    <a:pt x="391033" y="153479"/>
                  </a:lnTo>
                  <a:lnTo>
                    <a:pt x="394970" y="151701"/>
                  </a:lnTo>
                  <a:lnTo>
                    <a:pt x="394995" y="149923"/>
                  </a:lnTo>
                  <a:lnTo>
                    <a:pt x="395122" y="142709"/>
                  </a:lnTo>
                  <a:lnTo>
                    <a:pt x="397725" y="141439"/>
                  </a:lnTo>
                  <a:lnTo>
                    <a:pt x="397598" y="139471"/>
                  </a:lnTo>
                  <a:lnTo>
                    <a:pt x="394627" y="139471"/>
                  </a:lnTo>
                  <a:lnTo>
                    <a:pt x="394677" y="135369"/>
                  </a:lnTo>
                  <a:lnTo>
                    <a:pt x="395122" y="133337"/>
                  </a:lnTo>
                  <a:lnTo>
                    <a:pt x="395947" y="130670"/>
                  </a:lnTo>
                  <a:lnTo>
                    <a:pt x="402424" y="128689"/>
                  </a:lnTo>
                  <a:lnTo>
                    <a:pt x="403745" y="129159"/>
                  </a:lnTo>
                  <a:lnTo>
                    <a:pt x="403656" y="129578"/>
                  </a:lnTo>
                  <a:lnTo>
                    <a:pt x="403580" y="129933"/>
                  </a:lnTo>
                  <a:lnTo>
                    <a:pt x="403529" y="130187"/>
                  </a:lnTo>
                  <a:lnTo>
                    <a:pt x="403415" y="130670"/>
                  </a:lnTo>
                  <a:lnTo>
                    <a:pt x="403326" y="131089"/>
                  </a:lnTo>
                  <a:lnTo>
                    <a:pt x="403237" y="131483"/>
                  </a:lnTo>
                  <a:lnTo>
                    <a:pt x="403123" y="131673"/>
                  </a:lnTo>
                  <a:lnTo>
                    <a:pt x="403034" y="131826"/>
                  </a:lnTo>
                  <a:lnTo>
                    <a:pt x="401916" y="133578"/>
                  </a:lnTo>
                  <a:lnTo>
                    <a:pt x="402043" y="139471"/>
                  </a:lnTo>
                  <a:lnTo>
                    <a:pt x="402107" y="140995"/>
                  </a:lnTo>
                  <a:lnTo>
                    <a:pt x="403517" y="142087"/>
                  </a:lnTo>
                  <a:lnTo>
                    <a:pt x="402082" y="144754"/>
                  </a:lnTo>
                  <a:lnTo>
                    <a:pt x="402132" y="148120"/>
                  </a:lnTo>
                  <a:lnTo>
                    <a:pt x="403745" y="146456"/>
                  </a:lnTo>
                  <a:lnTo>
                    <a:pt x="405269" y="144754"/>
                  </a:lnTo>
                  <a:lnTo>
                    <a:pt x="407377" y="145465"/>
                  </a:lnTo>
                  <a:lnTo>
                    <a:pt x="405714" y="141249"/>
                  </a:lnTo>
                  <a:lnTo>
                    <a:pt x="404761" y="140576"/>
                  </a:lnTo>
                  <a:lnTo>
                    <a:pt x="403745" y="139661"/>
                  </a:lnTo>
                  <a:lnTo>
                    <a:pt x="403872" y="135877"/>
                  </a:lnTo>
                  <a:lnTo>
                    <a:pt x="403936" y="135369"/>
                  </a:lnTo>
                  <a:lnTo>
                    <a:pt x="404114" y="133845"/>
                  </a:lnTo>
                  <a:lnTo>
                    <a:pt x="404228" y="133578"/>
                  </a:lnTo>
                  <a:lnTo>
                    <a:pt x="404342" y="133337"/>
                  </a:lnTo>
                  <a:lnTo>
                    <a:pt x="405269" y="131318"/>
                  </a:lnTo>
                  <a:lnTo>
                    <a:pt x="411035" y="131826"/>
                  </a:lnTo>
                  <a:lnTo>
                    <a:pt x="411010" y="131318"/>
                  </a:lnTo>
                  <a:lnTo>
                    <a:pt x="410946" y="129933"/>
                  </a:lnTo>
                  <a:lnTo>
                    <a:pt x="406463" y="129578"/>
                  </a:lnTo>
                  <a:lnTo>
                    <a:pt x="406387" y="129159"/>
                  </a:lnTo>
                  <a:lnTo>
                    <a:pt x="406298" y="128689"/>
                  </a:lnTo>
                  <a:lnTo>
                    <a:pt x="406222" y="128219"/>
                  </a:lnTo>
                  <a:lnTo>
                    <a:pt x="406133" y="127723"/>
                  </a:lnTo>
                  <a:lnTo>
                    <a:pt x="408647" y="127139"/>
                  </a:lnTo>
                  <a:lnTo>
                    <a:pt x="412762" y="127876"/>
                  </a:lnTo>
                  <a:lnTo>
                    <a:pt x="412864" y="128689"/>
                  </a:lnTo>
                  <a:lnTo>
                    <a:pt x="412978" y="129578"/>
                  </a:lnTo>
                  <a:lnTo>
                    <a:pt x="413054" y="130187"/>
                  </a:lnTo>
                  <a:lnTo>
                    <a:pt x="413143" y="130898"/>
                  </a:lnTo>
                  <a:lnTo>
                    <a:pt x="415455" y="128689"/>
                  </a:lnTo>
                  <a:lnTo>
                    <a:pt x="415036" y="127139"/>
                  </a:lnTo>
                  <a:lnTo>
                    <a:pt x="414172" y="124002"/>
                  </a:lnTo>
                  <a:lnTo>
                    <a:pt x="414299" y="123647"/>
                  </a:lnTo>
                  <a:lnTo>
                    <a:pt x="414375" y="123418"/>
                  </a:lnTo>
                  <a:lnTo>
                    <a:pt x="415048" y="121488"/>
                  </a:lnTo>
                  <a:lnTo>
                    <a:pt x="417957" y="122529"/>
                  </a:lnTo>
                  <a:lnTo>
                    <a:pt x="419493" y="125793"/>
                  </a:lnTo>
                  <a:lnTo>
                    <a:pt x="417461" y="128219"/>
                  </a:lnTo>
                  <a:lnTo>
                    <a:pt x="414680" y="131826"/>
                  </a:lnTo>
                  <a:lnTo>
                    <a:pt x="415861" y="133337"/>
                  </a:lnTo>
                  <a:lnTo>
                    <a:pt x="415734" y="133845"/>
                  </a:lnTo>
                  <a:lnTo>
                    <a:pt x="414680" y="138112"/>
                  </a:lnTo>
                  <a:lnTo>
                    <a:pt x="414794" y="138493"/>
                  </a:lnTo>
                  <a:lnTo>
                    <a:pt x="414845" y="138645"/>
                  </a:lnTo>
                  <a:lnTo>
                    <a:pt x="415861" y="141719"/>
                  </a:lnTo>
                  <a:lnTo>
                    <a:pt x="419138" y="144360"/>
                  </a:lnTo>
                  <a:lnTo>
                    <a:pt x="421627" y="144360"/>
                  </a:lnTo>
                  <a:lnTo>
                    <a:pt x="421500" y="146456"/>
                  </a:lnTo>
                  <a:lnTo>
                    <a:pt x="421424" y="147840"/>
                  </a:lnTo>
                  <a:lnTo>
                    <a:pt x="423849" y="149923"/>
                  </a:lnTo>
                  <a:lnTo>
                    <a:pt x="427075" y="149923"/>
                  </a:lnTo>
                  <a:lnTo>
                    <a:pt x="429996" y="149644"/>
                  </a:lnTo>
                  <a:lnTo>
                    <a:pt x="430060" y="149923"/>
                  </a:lnTo>
                  <a:lnTo>
                    <a:pt x="430149" y="150215"/>
                  </a:lnTo>
                  <a:lnTo>
                    <a:pt x="430415" y="151257"/>
                  </a:lnTo>
                  <a:lnTo>
                    <a:pt x="430733" y="151841"/>
                  </a:lnTo>
                  <a:lnTo>
                    <a:pt x="432282" y="154546"/>
                  </a:lnTo>
                  <a:lnTo>
                    <a:pt x="432612" y="155524"/>
                  </a:lnTo>
                  <a:lnTo>
                    <a:pt x="433285" y="157772"/>
                  </a:lnTo>
                  <a:lnTo>
                    <a:pt x="431787" y="158978"/>
                  </a:lnTo>
                  <a:lnTo>
                    <a:pt x="430974" y="158978"/>
                  </a:lnTo>
                  <a:lnTo>
                    <a:pt x="430974" y="164604"/>
                  </a:lnTo>
                  <a:lnTo>
                    <a:pt x="430974" y="166624"/>
                  </a:lnTo>
                  <a:lnTo>
                    <a:pt x="425488" y="167449"/>
                  </a:lnTo>
                  <a:lnTo>
                    <a:pt x="423824" y="165735"/>
                  </a:lnTo>
                  <a:lnTo>
                    <a:pt x="424357" y="164833"/>
                  </a:lnTo>
                  <a:lnTo>
                    <a:pt x="425005" y="164604"/>
                  </a:lnTo>
                  <a:lnTo>
                    <a:pt x="425602" y="164452"/>
                  </a:lnTo>
                  <a:lnTo>
                    <a:pt x="427736" y="164604"/>
                  </a:lnTo>
                  <a:lnTo>
                    <a:pt x="430974" y="164604"/>
                  </a:lnTo>
                  <a:lnTo>
                    <a:pt x="430974" y="158978"/>
                  </a:lnTo>
                  <a:lnTo>
                    <a:pt x="423265" y="158978"/>
                  </a:lnTo>
                  <a:lnTo>
                    <a:pt x="419595" y="158102"/>
                  </a:lnTo>
                  <a:lnTo>
                    <a:pt x="417957" y="161518"/>
                  </a:lnTo>
                  <a:lnTo>
                    <a:pt x="421157" y="161683"/>
                  </a:lnTo>
                  <a:lnTo>
                    <a:pt x="421157" y="163639"/>
                  </a:lnTo>
                  <a:lnTo>
                    <a:pt x="420166" y="167449"/>
                  </a:lnTo>
                  <a:lnTo>
                    <a:pt x="420281" y="167805"/>
                  </a:lnTo>
                  <a:lnTo>
                    <a:pt x="420700" y="169087"/>
                  </a:lnTo>
                  <a:lnTo>
                    <a:pt x="422109" y="168516"/>
                  </a:lnTo>
                  <a:lnTo>
                    <a:pt x="420738" y="169722"/>
                  </a:lnTo>
                  <a:lnTo>
                    <a:pt x="417537" y="172199"/>
                  </a:lnTo>
                  <a:lnTo>
                    <a:pt x="417017" y="172199"/>
                  </a:lnTo>
                  <a:lnTo>
                    <a:pt x="415455" y="171932"/>
                  </a:lnTo>
                  <a:lnTo>
                    <a:pt x="415340" y="171475"/>
                  </a:lnTo>
                  <a:lnTo>
                    <a:pt x="415264" y="171145"/>
                  </a:lnTo>
                  <a:lnTo>
                    <a:pt x="415061" y="170370"/>
                  </a:lnTo>
                  <a:lnTo>
                    <a:pt x="411327" y="171145"/>
                  </a:lnTo>
                  <a:lnTo>
                    <a:pt x="411251" y="171475"/>
                  </a:lnTo>
                  <a:lnTo>
                    <a:pt x="411137" y="171932"/>
                  </a:lnTo>
                  <a:lnTo>
                    <a:pt x="411060" y="172199"/>
                  </a:lnTo>
                  <a:lnTo>
                    <a:pt x="410997" y="172478"/>
                  </a:lnTo>
                  <a:lnTo>
                    <a:pt x="410921" y="172783"/>
                  </a:lnTo>
                  <a:lnTo>
                    <a:pt x="410679" y="173748"/>
                  </a:lnTo>
                  <a:lnTo>
                    <a:pt x="413397" y="172478"/>
                  </a:lnTo>
                  <a:lnTo>
                    <a:pt x="414680" y="173748"/>
                  </a:lnTo>
                  <a:lnTo>
                    <a:pt x="413956" y="174790"/>
                  </a:lnTo>
                  <a:lnTo>
                    <a:pt x="413956" y="197891"/>
                  </a:lnTo>
                  <a:lnTo>
                    <a:pt x="413956" y="203301"/>
                  </a:lnTo>
                  <a:lnTo>
                    <a:pt x="408254" y="201739"/>
                  </a:lnTo>
                  <a:lnTo>
                    <a:pt x="404215" y="201587"/>
                  </a:lnTo>
                  <a:lnTo>
                    <a:pt x="403987" y="200939"/>
                  </a:lnTo>
                  <a:lnTo>
                    <a:pt x="403745" y="200291"/>
                  </a:lnTo>
                  <a:lnTo>
                    <a:pt x="398233" y="200939"/>
                  </a:lnTo>
                  <a:lnTo>
                    <a:pt x="396798" y="197891"/>
                  </a:lnTo>
                  <a:lnTo>
                    <a:pt x="382485" y="198031"/>
                  </a:lnTo>
                  <a:lnTo>
                    <a:pt x="383565" y="203923"/>
                  </a:lnTo>
                  <a:lnTo>
                    <a:pt x="382231" y="206044"/>
                  </a:lnTo>
                  <a:lnTo>
                    <a:pt x="371525" y="205333"/>
                  </a:lnTo>
                  <a:lnTo>
                    <a:pt x="371640" y="201739"/>
                  </a:lnTo>
                  <a:lnTo>
                    <a:pt x="371754" y="198031"/>
                  </a:lnTo>
                  <a:lnTo>
                    <a:pt x="371868" y="194564"/>
                  </a:lnTo>
                  <a:lnTo>
                    <a:pt x="371957" y="192036"/>
                  </a:lnTo>
                  <a:lnTo>
                    <a:pt x="372008" y="190296"/>
                  </a:lnTo>
                  <a:lnTo>
                    <a:pt x="372300" y="181178"/>
                  </a:lnTo>
                  <a:lnTo>
                    <a:pt x="381266" y="181178"/>
                  </a:lnTo>
                  <a:lnTo>
                    <a:pt x="380453" y="190296"/>
                  </a:lnTo>
                  <a:lnTo>
                    <a:pt x="388708" y="190868"/>
                  </a:lnTo>
                  <a:lnTo>
                    <a:pt x="393357" y="192036"/>
                  </a:lnTo>
                  <a:lnTo>
                    <a:pt x="408470" y="196494"/>
                  </a:lnTo>
                  <a:lnTo>
                    <a:pt x="413956" y="197891"/>
                  </a:lnTo>
                  <a:lnTo>
                    <a:pt x="413956" y="174790"/>
                  </a:lnTo>
                  <a:lnTo>
                    <a:pt x="412432" y="176961"/>
                  </a:lnTo>
                  <a:lnTo>
                    <a:pt x="409600" y="175691"/>
                  </a:lnTo>
                  <a:lnTo>
                    <a:pt x="409511" y="175831"/>
                  </a:lnTo>
                  <a:lnTo>
                    <a:pt x="409384" y="176022"/>
                  </a:lnTo>
                  <a:lnTo>
                    <a:pt x="408254" y="177812"/>
                  </a:lnTo>
                  <a:lnTo>
                    <a:pt x="410235" y="178866"/>
                  </a:lnTo>
                  <a:lnTo>
                    <a:pt x="404672" y="179705"/>
                  </a:lnTo>
                  <a:lnTo>
                    <a:pt x="403745" y="179705"/>
                  </a:lnTo>
                  <a:lnTo>
                    <a:pt x="394639" y="179565"/>
                  </a:lnTo>
                  <a:lnTo>
                    <a:pt x="403377" y="177812"/>
                  </a:lnTo>
                  <a:lnTo>
                    <a:pt x="405422" y="176022"/>
                  </a:lnTo>
                  <a:lnTo>
                    <a:pt x="405117" y="176022"/>
                  </a:lnTo>
                  <a:lnTo>
                    <a:pt x="404672" y="175844"/>
                  </a:lnTo>
                  <a:lnTo>
                    <a:pt x="406069" y="176022"/>
                  </a:lnTo>
                  <a:lnTo>
                    <a:pt x="406755" y="175691"/>
                  </a:lnTo>
                  <a:lnTo>
                    <a:pt x="407695" y="175412"/>
                  </a:lnTo>
                  <a:lnTo>
                    <a:pt x="407339" y="175412"/>
                  </a:lnTo>
                  <a:lnTo>
                    <a:pt x="407403" y="175094"/>
                  </a:lnTo>
                  <a:lnTo>
                    <a:pt x="408076" y="171475"/>
                  </a:lnTo>
                  <a:lnTo>
                    <a:pt x="408101" y="171284"/>
                  </a:lnTo>
                  <a:lnTo>
                    <a:pt x="405714" y="168948"/>
                  </a:lnTo>
                  <a:lnTo>
                    <a:pt x="405574" y="168948"/>
                  </a:lnTo>
                  <a:lnTo>
                    <a:pt x="405574" y="173748"/>
                  </a:lnTo>
                  <a:lnTo>
                    <a:pt x="404672" y="175831"/>
                  </a:lnTo>
                  <a:lnTo>
                    <a:pt x="403961" y="175526"/>
                  </a:lnTo>
                  <a:lnTo>
                    <a:pt x="400672" y="176022"/>
                  </a:lnTo>
                  <a:lnTo>
                    <a:pt x="400748" y="175412"/>
                  </a:lnTo>
                  <a:lnTo>
                    <a:pt x="400786" y="175094"/>
                  </a:lnTo>
                  <a:lnTo>
                    <a:pt x="401066" y="172783"/>
                  </a:lnTo>
                  <a:lnTo>
                    <a:pt x="399542" y="172275"/>
                  </a:lnTo>
                  <a:lnTo>
                    <a:pt x="399453" y="172783"/>
                  </a:lnTo>
                  <a:lnTo>
                    <a:pt x="399326" y="173431"/>
                  </a:lnTo>
                  <a:lnTo>
                    <a:pt x="399262" y="173748"/>
                  </a:lnTo>
                  <a:lnTo>
                    <a:pt x="398995" y="175094"/>
                  </a:lnTo>
                  <a:lnTo>
                    <a:pt x="371043" y="175412"/>
                  </a:lnTo>
                  <a:lnTo>
                    <a:pt x="371132" y="175094"/>
                  </a:lnTo>
                  <a:lnTo>
                    <a:pt x="371856" y="172199"/>
                  </a:lnTo>
                  <a:lnTo>
                    <a:pt x="380453" y="171932"/>
                  </a:lnTo>
                  <a:lnTo>
                    <a:pt x="402094" y="171742"/>
                  </a:lnTo>
                  <a:lnTo>
                    <a:pt x="405447" y="171475"/>
                  </a:lnTo>
                  <a:lnTo>
                    <a:pt x="405549" y="172199"/>
                  </a:lnTo>
                  <a:lnTo>
                    <a:pt x="405574" y="173748"/>
                  </a:lnTo>
                  <a:lnTo>
                    <a:pt x="405574" y="168948"/>
                  </a:lnTo>
                  <a:lnTo>
                    <a:pt x="370166" y="168783"/>
                  </a:lnTo>
                  <a:lnTo>
                    <a:pt x="370166" y="149923"/>
                  </a:lnTo>
                  <a:lnTo>
                    <a:pt x="370547" y="149466"/>
                  </a:lnTo>
                  <a:lnTo>
                    <a:pt x="371043" y="149072"/>
                  </a:lnTo>
                  <a:lnTo>
                    <a:pt x="372186" y="146723"/>
                  </a:lnTo>
                  <a:lnTo>
                    <a:pt x="369697" y="144068"/>
                  </a:lnTo>
                  <a:lnTo>
                    <a:pt x="369747" y="143065"/>
                  </a:lnTo>
                  <a:lnTo>
                    <a:pt x="371335" y="110667"/>
                  </a:lnTo>
                  <a:lnTo>
                    <a:pt x="371360" y="110185"/>
                  </a:lnTo>
                  <a:lnTo>
                    <a:pt x="371716" y="102870"/>
                  </a:lnTo>
                  <a:lnTo>
                    <a:pt x="371741" y="102463"/>
                  </a:lnTo>
                  <a:lnTo>
                    <a:pt x="368630" y="101663"/>
                  </a:lnTo>
                  <a:lnTo>
                    <a:pt x="369417" y="99847"/>
                  </a:lnTo>
                  <a:lnTo>
                    <a:pt x="376364" y="99847"/>
                  </a:lnTo>
                  <a:lnTo>
                    <a:pt x="375373" y="97345"/>
                  </a:lnTo>
                  <a:lnTo>
                    <a:pt x="355917" y="98717"/>
                  </a:lnTo>
                  <a:lnTo>
                    <a:pt x="356235" y="100711"/>
                  </a:lnTo>
                  <a:lnTo>
                    <a:pt x="361099" y="100711"/>
                  </a:lnTo>
                  <a:lnTo>
                    <a:pt x="361264" y="100711"/>
                  </a:lnTo>
                  <a:lnTo>
                    <a:pt x="364566" y="100711"/>
                  </a:lnTo>
                  <a:lnTo>
                    <a:pt x="364121" y="102870"/>
                  </a:lnTo>
                  <a:lnTo>
                    <a:pt x="361251" y="100838"/>
                  </a:lnTo>
                  <a:lnTo>
                    <a:pt x="361175" y="103060"/>
                  </a:lnTo>
                  <a:lnTo>
                    <a:pt x="361086" y="110883"/>
                  </a:lnTo>
                  <a:lnTo>
                    <a:pt x="360743" y="143065"/>
                  </a:lnTo>
                  <a:lnTo>
                    <a:pt x="358546" y="143383"/>
                  </a:lnTo>
                  <a:lnTo>
                    <a:pt x="357289" y="146367"/>
                  </a:lnTo>
                  <a:lnTo>
                    <a:pt x="360680" y="147421"/>
                  </a:lnTo>
                  <a:lnTo>
                    <a:pt x="360743" y="173431"/>
                  </a:lnTo>
                  <a:lnTo>
                    <a:pt x="363054" y="171932"/>
                  </a:lnTo>
                  <a:lnTo>
                    <a:pt x="363080" y="168948"/>
                  </a:lnTo>
                  <a:lnTo>
                    <a:pt x="363194" y="150126"/>
                  </a:lnTo>
                  <a:lnTo>
                    <a:pt x="363245" y="143065"/>
                  </a:lnTo>
                  <a:lnTo>
                    <a:pt x="363461" y="110185"/>
                  </a:lnTo>
                  <a:lnTo>
                    <a:pt x="365683" y="110883"/>
                  </a:lnTo>
                  <a:lnTo>
                    <a:pt x="368985" y="110667"/>
                  </a:lnTo>
                  <a:lnTo>
                    <a:pt x="368973" y="110883"/>
                  </a:lnTo>
                  <a:lnTo>
                    <a:pt x="368020" y="147421"/>
                  </a:lnTo>
                  <a:lnTo>
                    <a:pt x="367944" y="207251"/>
                  </a:lnTo>
                  <a:lnTo>
                    <a:pt x="376326" y="208737"/>
                  </a:lnTo>
                  <a:lnTo>
                    <a:pt x="377139" y="208737"/>
                  </a:lnTo>
                  <a:lnTo>
                    <a:pt x="381266" y="208241"/>
                  </a:lnTo>
                  <a:lnTo>
                    <a:pt x="384670" y="207987"/>
                  </a:lnTo>
                  <a:lnTo>
                    <a:pt x="390245" y="206832"/>
                  </a:lnTo>
                  <a:lnTo>
                    <a:pt x="393661" y="207987"/>
                  </a:lnTo>
                  <a:lnTo>
                    <a:pt x="393598" y="208241"/>
                  </a:lnTo>
                  <a:lnTo>
                    <a:pt x="393484" y="208737"/>
                  </a:lnTo>
                  <a:lnTo>
                    <a:pt x="393407" y="209042"/>
                  </a:lnTo>
                  <a:lnTo>
                    <a:pt x="393192" y="209956"/>
                  </a:lnTo>
                  <a:lnTo>
                    <a:pt x="397395" y="209956"/>
                  </a:lnTo>
                  <a:lnTo>
                    <a:pt x="399453" y="207987"/>
                  </a:lnTo>
                  <a:lnTo>
                    <a:pt x="404101" y="207987"/>
                  </a:lnTo>
                  <a:lnTo>
                    <a:pt x="406196" y="209042"/>
                  </a:lnTo>
                  <a:lnTo>
                    <a:pt x="406755" y="208889"/>
                  </a:lnTo>
                  <a:lnTo>
                    <a:pt x="406603" y="209042"/>
                  </a:lnTo>
                  <a:lnTo>
                    <a:pt x="409549" y="209042"/>
                  </a:lnTo>
                  <a:lnTo>
                    <a:pt x="409600" y="208737"/>
                  </a:lnTo>
                  <a:lnTo>
                    <a:pt x="407327" y="208737"/>
                  </a:lnTo>
                  <a:lnTo>
                    <a:pt x="406311" y="207987"/>
                  </a:lnTo>
                  <a:lnTo>
                    <a:pt x="404736" y="206832"/>
                  </a:lnTo>
                  <a:lnTo>
                    <a:pt x="404215" y="206451"/>
                  </a:lnTo>
                  <a:lnTo>
                    <a:pt x="404876" y="206044"/>
                  </a:lnTo>
                  <a:lnTo>
                    <a:pt x="406069" y="205333"/>
                  </a:lnTo>
                  <a:lnTo>
                    <a:pt x="406755" y="205117"/>
                  </a:lnTo>
                  <a:lnTo>
                    <a:pt x="407123" y="204939"/>
                  </a:lnTo>
                  <a:lnTo>
                    <a:pt x="410260" y="205333"/>
                  </a:lnTo>
                  <a:lnTo>
                    <a:pt x="409600" y="208737"/>
                  </a:lnTo>
                  <a:lnTo>
                    <a:pt x="441109" y="208737"/>
                  </a:lnTo>
                  <a:lnTo>
                    <a:pt x="441007" y="208241"/>
                  </a:lnTo>
                  <a:lnTo>
                    <a:pt x="440956" y="207987"/>
                  </a:lnTo>
                  <a:lnTo>
                    <a:pt x="440334" y="204939"/>
                  </a:lnTo>
                  <a:lnTo>
                    <a:pt x="440004" y="203301"/>
                  </a:lnTo>
                  <a:lnTo>
                    <a:pt x="435521" y="181178"/>
                  </a:lnTo>
                  <a:lnTo>
                    <a:pt x="435216" y="179705"/>
                  </a:lnTo>
                  <a:lnTo>
                    <a:pt x="435190" y="179565"/>
                  </a:lnTo>
                  <a:lnTo>
                    <a:pt x="434657" y="176961"/>
                  </a:lnTo>
                  <a:lnTo>
                    <a:pt x="434314" y="175234"/>
                  </a:lnTo>
                  <a:lnTo>
                    <a:pt x="434289" y="175094"/>
                  </a:lnTo>
                  <a:lnTo>
                    <a:pt x="433692" y="172199"/>
                  </a:lnTo>
                  <a:lnTo>
                    <a:pt x="423456" y="173431"/>
                  </a:lnTo>
                  <a:lnTo>
                    <a:pt x="420535" y="175234"/>
                  </a:lnTo>
                  <a:lnTo>
                    <a:pt x="420484" y="175094"/>
                  </a:lnTo>
                  <a:lnTo>
                    <a:pt x="419569" y="172478"/>
                  </a:lnTo>
                  <a:lnTo>
                    <a:pt x="420585" y="172478"/>
                  </a:lnTo>
                  <a:lnTo>
                    <a:pt x="423202" y="172199"/>
                  </a:lnTo>
                  <a:lnTo>
                    <a:pt x="422478" y="172199"/>
                  </a:lnTo>
                  <a:lnTo>
                    <a:pt x="422414" y="171284"/>
                  </a:lnTo>
                  <a:lnTo>
                    <a:pt x="422300" y="169722"/>
                  </a:lnTo>
                  <a:lnTo>
                    <a:pt x="422198" y="168478"/>
                  </a:lnTo>
                  <a:lnTo>
                    <a:pt x="422821" y="168211"/>
                  </a:lnTo>
                  <a:lnTo>
                    <a:pt x="424167" y="167830"/>
                  </a:lnTo>
                  <a:lnTo>
                    <a:pt x="425602" y="170370"/>
                  </a:lnTo>
                  <a:lnTo>
                    <a:pt x="434289" y="168681"/>
                  </a:lnTo>
                  <a:lnTo>
                    <a:pt x="437007" y="169087"/>
                  </a:lnTo>
                  <a:lnTo>
                    <a:pt x="437045" y="168681"/>
                  </a:lnTo>
                  <a:lnTo>
                    <a:pt x="437095" y="168211"/>
                  </a:lnTo>
                  <a:lnTo>
                    <a:pt x="435368" y="165138"/>
                  </a:lnTo>
                  <a:lnTo>
                    <a:pt x="435330" y="164452"/>
                  </a:lnTo>
                  <a:lnTo>
                    <a:pt x="435254" y="163029"/>
                  </a:lnTo>
                  <a:lnTo>
                    <a:pt x="437883" y="162864"/>
                  </a:lnTo>
                  <a:lnTo>
                    <a:pt x="437972" y="161683"/>
                  </a:lnTo>
                  <a:lnTo>
                    <a:pt x="438048" y="160794"/>
                  </a:lnTo>
                  <a:lnTo>
                    <a:pt x="440829" y="160794"/>
                  </a:lnTo>
                  <a:lnTo>
                    <a:pt x="441236" y="158978"/>
                  </a:lnTo>
                  <a:lnTo>
                    <a:pt x="441426" y="158102"/>
                  </a:lnTo>
                  <a:lnTo>
                    <a:pt x="441363" y="152704"/>
                  </a:lnTo>
                  <a:lnTo>
                    <a:pt x="441109" y="151841"/>
                  </a:lnTo>
                  <a:lnTo>
                    <a:pt x="441032" y="149644"/>
                  </a:lnTo>
                  <a:lnTo>
                    <a:pt x="440982" y="149263"/>
                  </a:lnTo>
                  <a:lnTo>
                    <a:pt x="440867" y="147840"/>
                  </a:lnTo>
                  <a:lnTo>
                    <a:pt x="441553" y="142951"/>
                  </a:lnTo>
                  <a:lnTo>
                    <a:pt x="443522" y="142087"/>
                  </a:lnTo>
                  <a:lnTo>
                    <a:pt x="443598" y="141439"/>
                  </a:lnTo>
                  <a:lnTo>
                    <a:pt x="443699" y="140576"/>
                  </a:lnTo>
                  <a:lnTo>
                    <a:pt x="443814" y="139661"/>
                  </a:lnTo>
                  <a:lnTo>
                    <a:pt x="443941" y="138645"/>
                  </a:lnTo>
                  <a:lnTo>
                    <a:pt x="441769" y="137439"/>
                  </a:lnTo>
                  <a:lnTo>
                    <a:pt x="440232" y="131483"/>
                  </a:lnTo>
                  <a:lnTo>
                    <a:pt x="443522" y="131089"/>
                  </a:lnTo>
                  <a:lnTo>
                    <a:pt x="446671" y="130911"/>
                  </a:lnTo>
                  <a:lnTo>
                    <a:pt x="447598" y="131483"/>
                  </a:lnTo>
                  <a:lnTo>
                    <a:pt x="448716" y="132283"/>
                  </a:lnTo>
                  <a:lnTo>
                    <a:pt x="450075" y="135877"/>
                  </a:lnTo>
                  <a:lnTo>
                    <a:pt x="447459" y="138290"/>
                  </a:lnTo>
                  <a:lnTo>
                    <a:pt x="447573" y="138493"/>
                  </a:lnTo>
                  <a:lnTo>
                    <a:pt x="447662" y="138645"/>
                  </a:lnTo>
                  <a:lnTo>
                    <a:pt x="448716" y="140576"/>
                  </a:lnTo>
                  <a:lnTo>
                    <a:pt x="448843" y="147840"/>
                  </a:lnTo>
                  <a:lnTo>
                    <a:pt x="448957" y="150215"/>
                  </a:lnTo>
                  <a:lnTo>
                    <a:pt x="449084" y="152704"/>
                  </a:lnTo>
                  <a:lnTo>
                    <a:pt x="449097" y="152933"/>
                  </a:lnTo>
                  <a:lnTo>
                    <a:pt x="447306" y="154203"/>
                  </a:lnTo>
                  <a:lnTo>
                    <a:pt x="452513" y="156159"/>
                  </a:lnTo>
                  <a:lnTo>
                    <a:pt x="451167" y="150863"/>
                  </a:lnTo>
                  <a:lnTo>
                    <a:pt x="451637" y="149923"/>
                  </a:lnTo>
                  <a:lnTo>
                    <a:pt x="452120" y="149263"/>
                  </a:lnTo>
                  <a:lnTo>
                    <a:pt x="452894" y="145732"/>
                  </a:lnTo>
                  <a:lnTo>
                    <a:pt x="452843" y="145465"/>
                  </a:lnTo>
                  <a:lnTo>
                    <a:pt x="452742" y="144754"/>
                  </a:lnTo>
                  <a:lnTo>
                    <a:pt x="452615" y="144005"/>
                  </a:lnTo>
                  <a:lnTo>
                    <a:pt x="452513" y="140246"/>
                  </a:lnTo>
                  <a:lnTo>
                    <a:pt x="454558" y="138493"/>
                  </a:lnTo>
                  <a:lnTo>
                    <a:pt x="452297" y="136728"/>
                  </a:lnTo>
                  <a:lnTo>
                    <a:pt x="452259" y="130670"/>
                  </a:lnTo>
                  <a:lnTo>
                    <a:pt x="452297" y="130187"/>
                  </a:lnTo>
                  <a:lnTo>
                    <a:pt x="454152" y="128219"/>
                  </a:lnTo>
                  <a:lnTo>
                    <a:pt x="456412" y="128689"/>
                  </a:lnTo>
                  <a:lnTo>
                    <a:pt x="456793" y="128689"/>
                  </a:lnTo>
                  <a:lnTo>
                    <a:pt x="459130" y="131673"/>
                  </a:lnTo>
                  <a:lnTo>
                    <a:pt x="459257" y="133845"/>
                  </a:lnTo>
                  <a:lnTo>
                    <a:pt x="459346" y="135369"/>
                  </a:lnTo>
                  <a:lnTo>
                    <a:pt x="457492" y="138112"/>
                  </a:lnTo>
                  <a:lnTo>
                    <a:pt x="457581" y="138493"/>
                  </a:lnTo>
                  <a:lnTo>
                    <a:pt x="457631" y="138645"/>
                  </a:lnTo>
                  <a:lnTo>
                    <a:pt x="458216" y="140246"/>
                  </a:lnTo>
                  <a:lnTo>
                    <a:pt x="458292" y="140576"/>
                  </a:lnTo>
                  <a:lnTo>
                    <a:pt x="458393" y="140995"/>
                  </a:lnTo>
                  <a:lnTo>
                    <a:pt x="458495" y="141439"/>
                  </a:lnTo>
                  <a:lnTo>
                    <a:pt x="458558" y="141719"/>
                  </a:lnTo>
                  <a:lnTo>
                    <a:pt x="458647" y="142087"/>
                  </a:lnTo>
                  <a:lnTo>
                    <a:pt x="460019" y="147840"/>
                  </a:lnTo>
                  <a:lnTo>
                    <a:pt x="460070" y="148463"/>
                  </a:lnTo>
                  <a:lnTo>
                    <a:pt x="458444" y="154546"/>
                  </a:lnTo>
                  <a:lnTo>
                    <a:pt x="466153" y="154546"/>
                  </a:lnTo>
                  <a:lnTo>
                    <a:pt x="469023" y="155524"/>
                  </a:lnTo>
                  <a:lnTo>
                    <a:pt x="473494" y="152704"/>
                  </a:lnTo>
                  <a:lnTo>
                    <a:pt x="473583" y="151841"/>
                  </a:lnTo>
                  <a:lnTo>
                    <a:pt x="473684" y="150863"/>
                  </a:lnTo>
                  <a:lnTo>
                    <a:pt x="473811" y="149644"/>
                  </a:lnTo>
                  <a:lnTo>
                    <a:pt x="473938" y="148463"/>
                  </a:lnTo>
                  <a:lnTo>
                    <a:pt x="473989" y="147840"/>
                  </a:lnTo>
                  <a:lnTo>
                    <a:pt x="474141" y="146456"/>
                  </a:lnTo>
                  <a:lnTo>
                    <a:pt x="474116" y="128219"/>
                  </a:lnTo>
                  <a:lnTo>
                    <a:pt x="474002" y="122161"/>
                  </a:lnTo>
                  <a:lnTo>
                    <a:pt x="473811" y="121488"/>
                  </a:lnTo>
                  <a:lnTo>
                    <a:pt x="473722" y="121158"/>
                  </a:lnTo>
                  <a:lnTo>
                    <a:pt x="473468" y="120269"/>
                  </a:lnTo>
                  <a:lnTo>
                    <a:pt x="472986" y="118541"/>
                  </a:lnTo>
                  <a:lnTo>
                    <a:pt x="472897" y="118237"/>
                  </a:lnTo>
                  <a:lnTo>
                    <a:pt x="472770" y="117805"/>
                  </a:lnTo>
                  <a:lnTo>
                    <a:pt x="472122" y="115506"/>
                  </a:lnTo>
                  <a:lnTo>
                    <a:pt x="469569" y="118237"/>
                  </a:lnTo>
                  <a:lnTo>
                    <a:pt x="464248" y="118237"/>
                  </a:lnTo>
                  <a:lnTo>
                    <a:pt x="455104" y="118541"/>
                  </a:lnTo>
                  <a:lnTo>
                    <a:pt x="445477" y="118541"/>
                  </a:lnTo>
                  <a:lnTo>
                    <a:pt x="445401" y="118237"/>
                  </a:lnTo>
                  <a:lnTo>
                    <a:pt x="445312" y="117805"/>
                  </a:lnTo>
                  <a:lnTo>
                    <a:pt x="445122" y="116979"/>
                  </a:lnTo>
                  <a:lnTo>
                    <a:pt x="445008" y="114261"/>
                  </a:lnTo>
                  <a:lnTo>
                    <a:pt x="445935" y="112077"/>
                  </a:lnTo>
                  <a:lnTo>
                    <a:pt x="444474" y="111734"/>
                  </a:lnTo>
                  <a:lnTo>
                    <a:pt x="442595" y="113677"/>
                  </a:lnTo>
                  <a:lnTo>
                    <a:pt x="442696" y="114261"/>
                  </a:lnTo>
                  <a:lnTo>
                    <a:pt x="443522" y="118541"/>
                  </a:lnTo>
                  <a:lnTo>
                    <a:pt x="439902" y="120269"/>
                  </a:lnTo>
                  <a:lnTo>
                    <a:pt x="436626" y="120269"/>
                  </a:lnTo>
                  <a:lnTo>
                    <a:pt x="435952" y="116979"/>
                  </a:lnTo>
                  <a:lnTo>
                    <a:pt x="435838" y="115506"/>
                  </a:lnTo>
                  <a:lnTo>
                    <a:pt x="435775" y="114261"/>
                  </a:lnTo>
                  <a:lnTo>
                    <a:pt x="435660" y="112077"/>
                  </a:lnTo>
                  <a:lnTo>
                    <a:pt x="435610" y="111086"/>
                  </a:lnTo>
                  <a:lnTo>
                    <a:pt x="437324" y="108089"/>
                  </a:lnTo>
                  <a:lnTo>
                    <a:pt x="437413" y="107911"/>
                  </a:lnTo>
                  <a:lnTo>
                    <a:pt x="437667" y="107467"/>
                  </a:lnTo>
                  <a:lnTo>
                    <a:pt x="440690" y="109004"/>
                  </a:lnTo>
                  <a:lnTo>
                    <a:pt x="440931" y="109004"/>
                  </a:lnTo>
                  <a:lnTo>
                    <a:pt x="442950" y="107467"/>
                  </a:lnTo>
                  <a:lnTo>
                    <a:pt x="444792" y="107149"/>
                  </a:lnTo>
                  <a:lnTo>
                    <a:pt x="446570" y="109004"/>
                  </a:lnTo>
                  <a:lnTo>
                    <a:pt x="451154" y="108089"/>
                  </a:lnTo>
                  <a:lnTo>
                    <a:pt x="464769" y="108559"/>
                  </a:lnTo>
                  <a:lnTo>
                    <a:pt x="466064" y="108559"/>
                  </a:lnTo>
                  <a:lnTo>
                    <a:pt x="473976" y="109004"/>
                  </a:lnTo>
                  <a:lnTo>
                    <a:pt x="474586" y="108089"/>
                  </a:lnTo>
                  <a:lnTo>
                    <a:pt x="474700" y="107911"/>
                  </a:lnTo>
                  <a:lnTo>
                    <a:pt x="475195" y="107149"/>
                  </a:lnTo>
                  <a:lnTo>
                    <a:pt x="475195" y="106451"/>
                  </a:lnTo>
                  <a:lnTo>
                    <a:pt x="475246" y="105968"/>
                  </a:lnTo>
                  <a:lnTo>
                    <a:pt x="475361" y="105232"/>
                  </a:lnTo>
                  <a:lnTo>
                    <a:pt x="475767" y="104114"/>
                  </a:lnTo>
                  <a:lnTo>
                    <a:pt x="475780" y="103073"/>
                  </a:lnTo>
                  <a:lnTo>
                    <a:pt x="476478" y="99199"/>
                  </a:lnTo>
                  <a:close/>
                </a:path>
                <a:path w="592455" h="231140">
                  <a:moveTo>
                    <a:pt x="481825" y="95605"/>
                  </a:moveTo>
                  <a:lnTo>
                    <a:pt x="479882" y="94195"/>
                  </a:lnTo>
                  <a:lnTo>
                    <a:pt x="479793" y="95745"/>
                  </a:lnTo>
                  <a:lnTo>
                    <a:pt x="479552" y="97243"/>
                  </a:lnTo>
                  <a:lnTo>
                    <a:pt x="480606" y="96977"/>
                  </a:lnTo>
                  <a:lnTo>
                    <a:pt x="481825" y="95605"/>
                  </a:lnTo>
                  <a:close/>
                </a:path>
                <a:path w="592455" h="231140">
                  <a:moveTo>
                    <a:pt x="486511" y="76238"/>
                  </a:moveTo>
                  <a:lnTo>
                    <a:pt x="486092" y="75869"/>
                  </a:lnTo>
                  <a:lnTo>
                    <a:pt x="484809" y="75869"/>
                  </a:lnTo>
                  <a:lnTo>
                    <a:pt x="484365" y="76238"/>
                  </a:lnTo>
                  <a:lnTo>
                    <a:pt x="484365" y="77165"/>
                  </a:lnTo>
                  <a:lnTo>
                    <a:pt x="484809" y="77520"/>
                  </a:lnTo>
                  <a:lnTo>
                    <a:pt x="485444" y="77520"/>
                  </a:lnTo>
                  <a:lnTo>
                    <a:pt x="486092" y="77520"/>
                  </a:lnTo>
                  <a:lnTo>
                    <a:pt x="486511" y="77165"/>
                  </a:lnTo>
                  <a:lnTo>
                    <a:pt x="486511" y="76238"/>
                  </a:lnTo>
                  <a:close/>
                </a:path>
                <a:path w="592455" h="231140">
                  <a:moveTo>
                    <a:pt x="487045" y="93675"/>
                  </a:moveTo>
                  <a:lnTo>
                    <a:pt x="486422" y="91008"/>
                  </a:lnTo>
                  <a:lnTo>
                    <a:pt x="484809" y="89344"/>
                  </a:lnTo>
                  <a:lnTo>
                    <a:pt x="484428" y="90512"/>
                  </a:lnTo>
                  <a:lnTo>
                    <a:pt x="486003" y="91579"/>
                  </a:lnTo>
                  <a:lnTo>
                    <a:pt x="487045" y="93675"/>
                  </a:lnTo>
                  <a:close/>
                </a:path>
                <a:path w="592455" h="231140">
                  <a:moveTo>
                    <a:pt x="487235" y="111061"/>
                  </a:moveTo>
                  <a:lnTo>
                    <a:pt x="486778" y="110578"/>
                  </a:lnTo>
                  <a:lnTo>
                    <a:pt x="486016" y="110578"/>
                  </a:lnTo>
                  <a:lnTo>
                    <a:pt x="485698" y="111061"/>
                  </a:lnTo>
                  <a:lnTo>
                    <a:pt x="485698" y="112598"/>
                  </a:lnTo>
                  <a:lnTo>
                    <a:pt x="486016" y="113233"/>
                  </a:lnTo>
                  <a:lnTo>
                    <a:pt x="486422" y="113233"/>
                  </a:lnTo>
                  <a:lnTo>
                    <a:pt x="486778" y="113233"/>
                  </a:lnTo>
                  <a:lnTo>
                    <a:pt x="487235" y="112598"/>
                  </a:lnTo>
                  <a:lnTo>
                    <a:pt x="487235" y="111061"/>
                  </a:lnTo>
                  <a:close/>
                </a:path>
                <a:path w="592455" h="231140">
                  <a:moveTo>
                    <a:pt x="490728" y="94767"/>
                  </a:moveTo>
                  <a:lnTo>
                    <a:pt x="489407" y="94119"/>
                  </a:lnTo>
                  <a:lnTo>
                    <a:pt x="489165" y="95605"/>
                  </a:lnTo>
                  <a:lnTo>
                    <a:pt x="487946" y="96977"/>
                  </a:lnTo>
                  <a:lnTo>
                    <a:pt x="488911" y="97370"/>
                  </a:lnTo>
                  <a:lnTo>
                    <a:pt x="490474" y="96139"/>
                  </a:lnTo>
                  <a:lnTo>
                    <a:pt x="490728" y="94767"/>
                  </a:lnTo>
                  <a:close/>
                </a:path>
                <a:path w="592455" h="231140">
                  <a:moveTo>
                    <a:pt x="491286" y="84797"/>
                  </a:moveTo>
                  <a:lnTo>
                    <a:pt x="489927" y="83146"/>
                  </a:lnTo>
                  <a:lnTo>
                    <a:pt x="489254" y="82334"/>
                  </a:lnTo>
                  <a:lnTo>
                    <a:pt x="488149" y="81724"/>
                  </a:lnTo>
                  <a:lnTo>
                    <a:pt x="484606" y="82080"/>
                  </a:lnTo>
                  <a:lnTo>
                    <a:pt x="481609" y="84797"/>
                  </a:lnTo>
                  <a:lnTo>
                    <a:pt x="479234" y="87477"/>
                  </a:lnTo>
                  <a:lnTo>
                    <a:pt x="478472" y="89585"/>
                  </a:lnTo>
                  <a:lnTo>
                    <a:pt x="478472" y="93345"/>
                  </a:lnTo>
                  <a:lnTo>
                    <a:pt x="479882" y="94195"/>
                  </a:lnTo>
                  <a:lnTo>
                    <a:pt x="479412" y="91020"/>
                  </a:lnTo>
                  <a:lnTo>
                    <a:pt x="479882" y="89585"/>
                  </a:lnTo>
                  <a:lnTo>
                    <a:pt x="480898" y="87236"/>
                  </a:lnTo>
                  <a:lnTo>
                    <a:pt x="483971" y="84797"/>
                  </a:lnTo>
                  <a:lnTo>
                    <a:pt x="485825" y="83146"/>
                  </a:lnTo>
                  <a:lnTo>
                    <a:pt x="488505" y="83146"/>
                  </a:lnTo>
                  <a:lnTo>
                    <a:pt x="489978" y="85039"/>
                  </a:lnTo>
                  <a:lnTo>
                    <a:pt x="491286" y="84797"/>
                  </a:lnTo>
                  <a:close/>
                </a:path>
                <a:path w="592455" h="231140">
                  <a:moveTo>
                    <a:pt x="495592" y="107632"/>
                  </a:moveTo>
                  <a:lnTo>
                    <a:pt x="493090" y="105079"/>
                  </a:lnTo>
                  <a:lnTo>
                    <a:pt x="492798" y="104724"/>
                  </a:lnTo>
                  <a:lnTo>
                    <a:pt x="491617" y="103327"/>
                  </a:lnTo>
                  <a:lnTo>
                    <a:pt x="488911" y="102552"/>
                  </a:lnTo>
                  <a:lnTo>
                    <a:pt x="486092" y="102882"/>
                  </a:lnTo>
                  <a:lnTo>
                    <a:pt x="482600" y="104546"/>
                  </a:lnTo>
                  <a:lnTo>
                    <a:pt x="481558" y="105651"/>
                  </a:lnTo>
                  <a:lnTo>
                    <a:pt x="480123" y="107467"/>
                  </a:lnTo>
                  <a:lnTo>
                    <a:pt x="480021" y="108280"/>
                  </a:lnTo>
                  <a:lnTo>
                    <a:pt x="479793" y="110210"/>
                  </a:lnTo>
                  <a:lnTo>
                    <a:pt x="479793" y="112737"/>
                  </a:lnTo>
                  <a:lnTo>
                    <a:pt x="480491" y="114515"/>
                  </a:lnTo>
                  <a:lnTo>
                    <a:pt x="480745" y="115062"/>
                  </a:lnTo>
                  <a:lnTo>
                    <a:pt x="480898" y="115709"/>
                  </a:lnTo>
                  <a:lnTo>
                    <a:pt x="482688" y="117589"/>
                  </a:lnTo>
                  <a:lnTo>
                    <a:pt x="483031" y="118110"/>
                  </a:lnTo>
                  <a:lnTo>
                    <a:pt x="483349" y="118745"/>
                  </a:lnTo>
                  <a:lnTo>
                    <a:pt x="484746" y="119494"/>
                  </a:lnTo>
                  <a:lnTo>
                    <a:pt x="486422" y="117957"/>
                  </a:lnTo>
                  <a:lnTo>
                    <a:pt x="483285" y="115709"/>
                  </a:lnTo>
                  <a:lnTo>
                    <a:pt x="482092" y="113525"/>
                  </a:lnTo>
                  <a:lnTo>
                    <a:pt x="480745" y="110578"/>
                  </a:lnTo>
                  <a:lnTo>
                    <a:pt x="481736" y="108089"/>
                  </a:lnTo>
                  <a:lnTo>
                    <a:pt x="483285" y="106121"/>
                  </a:lnTo>
                  <a:lnTo>
                    <a:pt x="486791" y="104724"/>
                  </a:lnTo>
                  <a:lnTo>
                    <a:pt x="489978" y="104724"/>
                  </a:lnTo>
                  <a:lnTo>
                    <a:pt x="492074" y="105841"/>
                  </a:lnTo>
                  <a:lnTo>
                    <a:pt x="493496" y="108280"/>
                  </a:lnTo>
                  <a:lnTo>
                    <a:pt x="495592" y="107632"/>
                  </a:lnTo>
                  <a:close/>
                </a:path>
                <a:path w="592455" h="231140">
                  <a:moveTo>
                    <a:pt x="557923" y="108686"/>
                  </a:moveTo>
                  <a:lnTo>
                    <a:pt x="557682" y="108419"/>
                  </a:lnTo>
                  <a:lnTo>
                    <a:pt x="556806" y="108419"/>
                  </a:lnTo>
                  <a:lnTo>
                    <a:pt x="556501" y="108686"/>
                  </a:lnTo>
                  <a:lnTo>
                    <a:pt x="556501" y="109575"/>
                  </a:lnTo>
                  <a:lnTo>
                    <a:pt x="556806" y="109931"/>
                  </a:lnTo>
                  <a:lnTo>
                    <a:pt x="557187" y="109931"/>
                  </a:lnTo>
                  <a:lnTo>
                    <a:pt x="557682" y="109931"/>
                  </a:lnTo>
                  <a:lnTo>
                    <a:pt x="557923" y="109575"/>
                  </a:lnTo>
                  <a:lnTo>
                    <a:pt x="557923" y="108686"/>
                  </a:lnTo>
                  <a:close/>
                </a:path>
                <a:path w="592455" h="231140">
                  <a:moveTo>
                    <a:pt x="571665" y="104101"/>
                  </a:moveTo>
                  <a:lnTo>
                    <a:pt x="568553" y="103505"/>
                  </a:lnTo>
                  <a:lnTo>
                    <a:pt x="566775" y="104546"/>
                  </a:lnTo>
                  <a:lnTo>
                    <a:pt x="566775" y="107149"/>
                  </a:lnTo>
                  <a:lnTo>
                    <a:pt x="569099" y="105232"/>
                  </a:lnTo>
                  <a:lnTo>
                    <a:pt x="571665" y="104101"/>
                  </a:lnTo>
                  <a:close/>
                </a:path>
                <a:path w="592455" h="231140">
                  <a:moveTo>
                    <a:pt x="591832" y="103505"/>
                  </a:moveTo>
                  <a:lnTo>
                    <a:pt x="588416" y="102717"/>
                  </a:lnTo>
                  <a:lnTo>
                    <a:pt x="586028" y="103924"/>
                  </a:lnTo>
                  <a:lnTo>
                    <a:pt x="585851" y="106972"/>
                  </a:lnTo>
                  <a:lnTo>
                    <a:pt x="588949" y="104863"/>
                  </a:lnTo>
                  <a:lnTo>
                    <a:pt x="591832" y="103505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79080" y="1368983"/>
              <a:ext cx="462915" cy="670560"/>
            </a:xfrm>
            <a:custGeom>
              <a:avLst/>
              <a:gdLst/>
              <a:ahLst/>
              <a:cxnLst/>
              <a:rect l="l" t="t" r="r" b="b"/>
              <a:pathLst>
                <a:path w="462914" h="670560">
                  <a:moveTo>
                    <a:pt x="3873" y="14135"/>
                  </a:moveTo>
                  <a:lnTo>
                    <a:pt x="3835" y="13957"/>
                  </a:lnTo>
                  <a:lnTo>
                    <a:pt x="3746" y="13589"/>
                  </a:lnTo>
                  <a:lnTo>
                    <a:pt x="3606" y="13017"/>
                  </a:lnTo>
                  <a:lnTo>
                    <a:pt x="2324" y="13957"/>
                  </a:lnTo>
                  <a:lnTo>
                    <a:pt x="1600" y="12674"/>
                  </a:lnTo>
                  <a:lnTo>
                    <a:pt x="1841" y="11430"/>
                  </a:lnTo>
                  <a:lnTo>
                    <a:pt x="482" y="11430"/>
                  </a:lnTo>
                  <a:lnTo>
                    <a:pt x="101" y="11785"/>
                  </a:lnTo>
                  <a:lnTo>
                    <a:pt x="0" y="14655"/>
                  </a:lnTo>
                  <a:lnTo>
                    <a:pt x="533" y="15176"/>
                  </a:lnTo>
                  <a:lnTo>
                    <a:pt x="3136" y="15176"/>
                  </a:lnTo>
                  <a:lnTo>
                    <a:pt x="3873" y="14135"/>
                  </a:lnTo>
                  <a:close/>
                </a:path>
                <a:path w="462914" h="670560">
                  <a:moveTo>
                    <a:pt x="15963" y="1803"/>
                  </a:moveTo>
                  <a:lnTo>
                    <a:pt x="15125" y="1244"/>
                  </a:lnTo>
                  <a:lnTo>
                    <a:pt x="14020" y="1206"/>
                  </a:lnTo>
                  <a:lnTo>
                    <a:pt x="13106" y="927"/>
                  </a:lnTo>
                  <a:lnTo>
                    <a:pt x="12357" y="1511"/>
                  </a:lnTo>
                  <a:lnTo>
                    <a:pt x="12230" y="2032"/>
                  </a:lnTo>
                  <a:lnTo>
                    <a:pt x="12230" y="2781"/>
                  </a:lnTo>
                  <a:lnTo>
                    <a:pt x="13106" y="3352"/>
                  </a:lnTo>
                  <a:lnTo>
                    <a:pt x="13931" y="3416"/>
                  </a:lnTo>
                  <a:lnTo>
                    <a:pt x="15125" y="3530"/>
                  </a:lnTo>
                  <a:lnTo>
                    <a:pt x="15963" y="3149"/>
                  </a:lnTo>
                  <a:lnTo>
                    <a:pt x="15963" y="2616"/>
                  </a:lnTo>
                  <a:lnTo>
                    <a:pt x="15963" y="1803"/>
                  </a:lnTo>
                  <a:close/>
                </a:path>
                <a:path w="462914" h="670560">
                  <a:moveTo>
                    <a:pt x="18351" y="6324"/>
                  </a:moveTo>
                  <a:lnTo>
                    <a:pt x="16649" y="6324"/>
                  </a:lnTo>
                  <a:lnTo>
                    <a:pt x="14020" y="6908"/>
                  </a:lnTo>
                  <a:lnTo>
                    <a:pt x="13106" y="6908"/>
                  </a:lnTo>
                  <a:lnTo>
                    <a:pt x="11303" y="8648"/>
                  </a:lnTo>
                  <a:lnTo>
                    <a:pt x="9067" y="7962"/>
                  </a:lnTo>
                  <a:lnTo>
                    <a:pt x="10477" y="9525"/>
                  </a:lnTo>
                  <a:lnTo>
                    <a:pt x="11988" y="9690"/>
                  </a:lnTo>
                  <a:lnTo>
                    <a:pt x="13754" y="9321"/>
                  </a:lnTo>
                  <a:lnTo>
                    <a:pt x="14414" y="8648"/>
                  </a:lnTo>
                  <a:lnTo>
                    <a:pt x="14668" y="8648"/>
                  </a:lnTo>
                  <a:lnTo>
                    <a:pt x="16789" y="7962"/>
                  </a:lnTo>
                  <a:lnTo>
                    <a:pt x="16929" y="7962"/>
                  </a:lnTo>
                  <a:lnTo>
                    <a:pt x="17907" y="7454"/>
                  </a:lnTo>
                  <a:lnTo>
                    <a:pt x="18351" y="6324"/>
                  </a:lnTo>
                  <a:close/>
                </a:path>
                <a:path w="462914" h="670560">
                  <a:moveTo>
                    <a:pt x="28575" y="13017"/>
                  </a:moveTo>
                  <a:lnTo>
                    <a:pt x="28206" y="12192"/>
                  </a:lnTo>
                  <a:lnTo>
                    <a:pt x="27254" y="11785"/>
                  </a:lnTo>
                  <a:lnTo>
                    <a:pt x="26860" y="11417"/>
                  </a:lnTo>
                  <a:lnTo>
                    <a:pt x="25908" y="11417"/>
                  </a:lnTo>
                  <a:lnTo>
                    <a:pt x="25603" y="11785"/>
                  </a:lnTo>
                  <a:lnTo>
                    <a:pt x="25603" y="12192"/>
                  </a:lnTo>
                  <a:lnTo>
                    <a:pt x="25996" y="12915"/>
                  </a:lnTo>
                  <a:lnTo>
                    <a:pt x="26860" y="13322"/>
                  </a:lnTo>
                  <a:lnTo>
                    <a:pt x="27546" y="13766"/>
                  </a:lnTo>
                  <a:lnTo>
                    <a:pt x="28206" y="13766"/>
                  </a:lnTo>
                  <a:lnTo>
                    <a:pt x="28359" y="13322"/>
                  </a:lnTo>
                  <a:lnTo>
                    <a:pt x="28575" y="13017"/>
                  </a:lnTo>
                  <a:close/>
                </a:path>
                <a:path w="462914" h="670560">
                  <a:moveTo>
                    <a:pt x="46951" y="457"/>
                  </a:moveTo>
                  <a:lnTo>
                    <a:pt x="46570" y="215"/>
                  </a:lnTo>
                  <a:lnTo>
                    <a:pt x="46215" y="0"/>
                  </a:lnTo>
                  <a:lnTo>
                    <a:pt x="45504" y="304"/>
                  </a:lnTo>
                  <a:lnTo>
                    <a:pt x="45008" y="990"/>
                  </a:lnTo>
                  <a:lnTo>
                    <a:pt x="44513" y="1727"/>
                  </a:lnTo>
                  <a:lnTo>
                    <a:pt x="44513" y="2616"/>
                  </a:lnTo>
                  <a:lnTo>
                    <a:pt x="44754" y="3009"/>
                  </a:lnTo>
                  <a:lnTo>
                    <a:pt x="45008" y="3149"/>
                  </a:lnTo>
                  <a:lnTo>
                    <a:pt x="45796" y="2781"/>
                  </a:lnTo>
                  <a:lnTo>
                    <a:pt x="46215" y="2044"/>
                  </a:lnTo>
                  <a:lnTo>
                    <a:pt x="46634" y="1231"/>
                  </a:lnTo>
                  <a:lnTo>
                    <a:pt x="46951" y="457"/>
                  </a:lnTo>
                  <a:close/>
                </a:path>
                <a:path w="462914" h="670560">
                  <a:moveTo>
                    <a:pt x="49187" y="7950"/>
                  </a:moveTo>
                  <a:lnTo>
                    <a:pt x="48564" y="6807"/>
                  </a:lnTo>
                  <a:lnTo>
                    <a:pt x="47345" y="6210"/>
                  </a:lnTo>
                  <a:lnTo>
                    <a:pt x="46215" y="5562"/>
                  </a:lnTo>
                  <a:lnTo>
                    <a:pt x="45021" y="5562"/>
                  </a:lnTo>
                  <a:lnTo>
                    <a:pt x="44742" y="6159"/>
                  </a:lnTo>
                  <a:lnTo>
                    <a:pt x="44513" y="6807"/>
                  </a:lnTo>
                  <a:lnTo>
                    <a:pt x="45199" y="7950"/>
                  </a:lnTo>
                  <a:lnTo>
                    <a:pt x="46215" y="8661"/>
                  </a:lnTo>
                  <a:lnTo>
                    <a:pt x="47459" y="9461"/>
                  </a:lnTo>
                  <a:lnTo>
                    <a:pt x="48628" y="9512"/>
                  </a:lnTo>
                  <a:lnTo>
                    <a:pt x="48869" y="8763"/>
                  </a:lnTo>
                  <a:lnTo>
                    <a:pt x="49187" y="7950"/>
                  </a:lnTo>
                  <a:close/>
                </a:path>
                <a:path w="462914" h="670560">
                  <a:moveTo>
                    <a:pt x="113538" y="3149"/>
                  </a:moveTo>
                  <a:lnTo>
                    <a:pt x="113423" y="2781"/>
                  </a:lnTo>
                  <a:lnTo>
                    <a:pt x="112737" y="2616"/>
                  </a:lnTo>
                  <a:lnTo>
                    <a:pt x="112077" y="2781"/>
                  </a:lnTo>
                  <a:lnTo>
                    <a:pt x="111417" y="3149"/>
                  </a:lnTo>
                  <a:lnTo>
                    <a:pt x="111061" y="3530"/>
                  </a:lnTo>
                  <a:lnTo>
                    <a:pt x="111061" y="3962"/>
                  </a:lnTo>
                  <a:lnTo>
                    <a:pt x="111213" y="4343"/>
                  </a:lnTo>
                  <a:lnTo>
                    <a:pt x="111810" y="4572"/>
                  </a:lnTo>
                  <a:lnTo>
                    <a:pt x="112471" y="4216"/>
                  </a:lnTo>
                  <a:lnTo>
                    <a:pt x="113157" y="3962"/>
                  </a:lnTo>
                  <a:lnTo>
                    <a:pt x="113538" y="3530"/>
                  </a:lnTo>
                  <a:lnTo>
                    <a:pt x="113538" y="3149"/>
                  </a:lnTo>
                  <a:close/>
                </a:path>
                <a:path w="462914" h="670560">
                  <a:moveTo>
                    <a:pt x="115519" y="6146"/>
                  </a:moveTo>
                  <a:lnTo>
                    <a:pt x="115303" y="5435"/>
                  </a:lnTo>
                  <a:lnTo>
                    <a:pt x="115036" y="4775"/>
                  </a:lnTo>
                  <a:lnTo>
                    <a:pt x="113893" y="4572"/>
                  </a:lnTo>
                  <a:lnTo>
                    <a:pt x="112699" y="4927"/>
                  </a:lnTo>
                  <a:lnTo>
                    <a:pt x="111417" y="5346"/>
                  </a:lnTo>
                  <a:lnTo>
                    <a:pt x="110705" y="6324"/>
                  </a:lnTo>
                  <a:lnTo>
                    <a:pt x="110705" y="7061"/>
                  </a:lnTo>
                  <a:lnTo>
                    <a:pt x="111099" y="7797"/>
                  </a:lnTo>
                  <a:lnTo>
                    <a:pt x="112115" y="7962"/>
                  </a:lnTo>
                  <a:lnTo>
                    <a:pt x="113423" y="7797"/>
                  </a:lnTo>
                  <a:lnTo>
                    <a:pt x="114681" y="7061"/>
                  </a:lnTo>
                  <a:lnTo>
                    <a:pt x="115519" y="6146"/>
                  </a:lnTo>
                  <a:close/>
                </a:path>
                <a:path w="462914" h="670560">
                  <a:moveTo>
                    <a:pt x="135940" y="10706"/>
                  </a:moveTo>
                  <a:lnTo>
                    <a:pt x="135763" y="10274"/>
                  </a:lnTo>
                  <a:lnTo>
                    <a:pt x="135636" y="9918"/>
                  </a:lnTo>
                  <a:lnTo>
                    <a:pt x="135039" y="9766"/>
                  </a:lnTo>
                  <a:lnTo>
                    <a:pt x="134200" y="9918"/>
                  </a:lnTo>
                  <a:lnTo>
                    <a:pt x="133756" y="10274"/>
                  </a:lnTo>
                  <a:lnTo>
                    <a:pt x="133273" y="10782"/>
                  </a:lnTo>
                  <a:lnTo>
                    <a:pt x="133489" y="11188"/>
                  </a:lnTo>
                  <a:lnTo>
                    <a:pt x="133489" y="11595"/>
                  </a:lnTo>
                  <a:lnTo>
                    <a:pt x="134150" y="11785"/>
                  </a:lnTo>
                  <a:lnTo>
                    <a:pt x="134683" y="11417"/>
                  </a:lnTo>
                  <a:lnTo>
                    <a:pt x="135369" y="11239"/>
                  </a:lnTo>
                  <a:lnTo>
                    <a:pt x="135940" y="10706"/>
                  </a:lnTo>
                  <a:close/>
                </a:path>
                <a:path w="462914" h="670560">
                  <a:moveTo>
                    <a:pt x="390829" y="303428"/>
                  </a:moveTo>
                  <a:lnTo>
                    <a:pt x="389890" y="295363"/>
                  </a:lnTo>
                  <a:lnTo>
                    <a:pt x="383628" y="294551"/>
                  </a:lnTo>
                  <a:lnTo>
                    <a:pt x="383311" y="286016"/>
                  </a:lnTo>
                  <a:lnTo>
                    <a:pt x="388086" y="284149"/>
                  </a:lnTo>
                  <a:lnTo>
                    <a:pt x="388086" y="272567"/>
                  </a:lnTo>
                  <a:lnTo>
                    <a:pt x="382117" y="274129"/>
                  </a:lnTo>
                  <a:lnTo>
                    <a:pt x="380682" y="266534"/>
                  </a:lnTo>
                  <a:lnTo>
                    <a:pt x="388086" y="263969"/>
                  </a:lnTo>
                  <a:lnTo>
                    <a:pt x="386232" y="261899"/>
                  </a:lnTo>
                  <a:lnTo>
                    <a:pt x="379666" y="262521"/>
                  </a:lnTo>
                  <a:lnTo>
                    <a:pt x="384149" y="54432"/>
                  </a:lnTo>
                  <a:lnTo>
                    <a:pt x="375577" y="64389"/>
                  </a:lnTo>
                  <a:lnTo>
                    <a:pt x="373253" y="280441"/>
                  </a:lnTo>
                  <a:lnTo>
                    <a:pt x="374802" y="285762"/>
                  </a:lnTo>
                  <a:lnTo>
                    <a:pt x="377304" y="286524"/>
                  </a:lnTo>
                  <a:lnTo>
                    <a:pt x="377304" y="291236"/>
                  </a:lnTo>
                  <a:lnTo>
                    <a:pt x="376174" y="305676"/>
                  </a:lnTo>
                  <a:lnTo>
                    <a:pt x="378714" y="305409"/>
                  </a:lnTo>
                  <a:lnTo>
                    <a:pt x="378231" y="309130"/>
                  </a:lnTo>
                  <a:lnTo>
                    <a:pt x="375424" y="308914"/>
                  </a:lnTo>
                  <a:lnTo>
                    <a:pt x="375577" y="324751"/>
                  </a:lnTo>
                  <a:lnTo>
                    <a:pt x="378231" y="324612"/>
                  </a:lnTo>
                  <a:lnTo>
                    <a:pt x="377786" y="330263"/>
                  </a:lnTo>
                  <a:lnTo>
                    <a:pt x="374916" y="331914"/>
                  </a:lnTo>
                  <a:lnTo>
                    <a:pt x="374802" y="338289"/>
                  </a:lnTo>
                  <a:lnTo>
                    <a:pt x="377520" y="341414"/>
                  </a:lnTo>
                  <a:lnTo>
                    <a:pt x="376732" y="349846"/>
                  </a:lnTo>
                  <a:lnTo>
                    <a:pt x="375424" y="352602"/>
                  </a:lnTo>
                  <a:lnTo>
                    <a:pt x="375894" y="361175"/>
                  </a:lnTo>
                  <a:lnTo>
                    <a:pt x="375894" y="367842"/>
                  </a:lnTo>
                  <a:lnTo>
                    <a:pt x="373697" y="371221"/>
                  </a:lnTo>
                  <a:lnTo>
                    <a:pt x="374256" y="458482"/>
                  </a:lnTo>
                  <a:lnTo>
                    <a:pt x="376021" y="584898"/>
                  </a:lnTo>
                  <a:lnTo>
                    <a:pt x="376453" y="670394"/>
                  </a:lnTo>
                  <a:lnTo>
                    <a:pt x="382917" y="668312"/>
                  </a:lnTo>
                  <a:lnTo>
                    <a:pt x="381660" y="537692"/>
                  </a:lnTo>
                  <a:lnTo>
                    <a:pt x="381457" y="424268"/>
                  </a:lnTo>
                  <a:lnTo>
                    <a:pt x="383311" y="397802"/>
                  </a:lnTo>
                  <a:lnTo>
                    <a:pt x="385432" y="396900"/>
                  </a:lnTo>
                  <a:lnTo>
                    <a:pt x="389890" y="396100"/>
                  </a:lnTo>
                  <a:lnTo>
                    <a:pt x="390829" y="393166"/>
                  </a:lnTo>
                  <a:lnTo>
                    <a:pt x="384886" y="390296"/>
                  </a:lnTo>
                  <a:lnTo>
                    <a:pt x="385013" y="378231"/>
                  </a:lnTo>
                  <a:lnTo>
                    <a:pt x="387794" y="375259"/>
                  </a:lnTo>
                  <a:lnTo>
                    <a:pt x="387692" y="362064"/>
                  </a:lnTo>
                  <a:lnTo>
                    <a:pt x="381152" y="367703"/>
                  </a:lnTo>
                  <a:lnTo>
                    <a:pt x="381660" y="357416"/>
                  </a:lnTo>
                  <a:lnTo>
                    <a:pt x="382117" y="354203"/>
                  </a:lnTo>
                  <a:lnTo>
                    <a:pt x="381660" y="345503"/>
                  </a:lnTo>
                  <a:lnTo>
                    <a:pt x="385279" y="342900"/>
                  </a:lnTo>
                  <a:lnTo>
                    <a:pt x="385699" y="339318"/>
                  </a:lnTo>
                  <a:lnTo>
                    <a:pt x="381660" y="339953"/>
                  </a:lnTo>
                  <a:lnTo>
                    <a:pt x="383565" y="328637"/>
                  </a:lnTo>
                  <a:lnTo>
                    <a:pt x="381660" y="318516"/>
                  </a:lnTo>
                  <a:lnTo>
                    <a:pt x="385279" y="318135"/>
                  </a:lnTo>
                  <a:lnTo>
                    <a:pt x="383908" y="315087"/>
                  </a:lnTo>
                  <a:lnTo>
                    <a:pt x="384619" y="304444"/>
                  </a:lnTo>
                  <a:lnTo>
                    <a:pt x="390829" y="303428"/>
                  </a:lnTo>
                  <a:close/>
                </a:path>
                <a:path w="462914" h="670560">
                  <a:moveTo>
                    <a:pt x="462851" y="46647"/>
                  </a:moveTo>
                  <a:lnTo>
                    <a:pt x="461098" y="47904"/>
                  </a:lnTo>
                  <a:lnTo>
                    <a:pt x="385013" y="47561"/>
                  </a:lnTo>
                  <a:lnTo>
                    <a:pt x="385572" y="52476"/>
                  </a:lnTo>
                  <a:lnTo>
                    <a:pt x="459320" y="52895"/>
                  </a:lnTo>
                  <a:lnTo>
                    <a:pt x="462851" y="46647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1194" y="1422501"/>
              <a:ext cx="77308" cy="76495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076566" y="1415630"/>
              <a:ext cx="568960" cy="626745"/>
            </a:xfrm>
            <a:custGeom>
              <a:avLst/>
              <a:gdLst/>
              <a:ahLst/>
              <a:cxnLst/>
              <a:rect l="l" t="t" r="r" b="b"/>
              <a:pathLst>
                <a:path w="568960" h="626744">
                  <a:moveTo>
                    <a:pt x="20332" y="256781"/>
                  </a:moveTo>
                  <a:lnTo>
                    <a:pt x="19265" y="248716"/>
                  </a:lnTo>
                  <a:lnTo>
                    <a:pt x="11976" y="247904"/>
                  </a:lnTo>
                  <a:lnTo>
                    <a:pt x="11557" y="239369"/>
                  </a:lnTo>
                  <a:lnTo>
                    <a:pt x="17195" y="237502"/>
                  </a:lnTo>
                  <a:lnTo>
                    <a:pt x="17195" y="225920"/>
                  </a:lnTo>
                  <a:lnTo>
                    <a:pt x="10210" y="227482"/>
                  </a:lnTo>
                  <a:lnTo>
                    <a:pt x="8420" y="219887"/>
                  </a:lnTo>
                  <a:lnTo>
                    <a:pt x="17195" y="217322"/>
                  </a:lnTo>
                  <a:lnTo>
                    <a:pt x="14998" y="215252"/>
                  </a:lnTo>
                  <a:lnTo>
                    <a:pt x="7366" y="215874"/>
                  </a:lnTo>
                  <a:lnTo>
                    <a:pt x="8775" y="145554"/>
                  </a:lnTo>
                  <a:lnTo>
                    <a:pt x="12471" y="7785"/>
                  </a:lnTo>
                  <a:lnTo>
                    <a:pt x="2603" y="17741"/>
                  </a:lnTo>
                  <a:lnTo>
                    <a:pt x="0" y="233794"/>
                  </a:lnTo>
                  <a:lnTo>
                    <a:pt x="1473" y="239115"/>
                  </a:lnTo>
                  <a:lnTo>
                    <a:pt x="4419" y="239877"/>
                  </a:lnTo>
                  <a:lnTo>
                    <a:pt x="4419" y="244589"/>
                  </a:lnTo>
                  <a:lnTo>
                    <a:pt x="3378" y="259029"/>
                  </a:lnTo>
                  <a:lnTo>
                    <a:pt x="6146" y="258762"/>
                  </a:lnTo>
                  <a:lnTo>
                    <a:pt x="5638" y="262483"/>
                  </a:lnTo>
                  <a:lnTo>
                    <a:pt x="2362" y="262267"/>
                  </a:lnTo>
                  <a:lnTo>
                    <a:pt x="2603" y="278104"/>
                  </a:lnTo>
                  <a:lnTo>
                    <a:pt x="5638" y="277964"/>
                  </a:lnTo>
                  <a:lnTo>
                    <a:pt x="5207" y="283616"/>
                  </a:lnTo>
                  <a:lnTo>
                    <a:pt x="1816" y="285267"/>
                  </a:lnTo>
                  <a:lnTo>
                    <a:pt x="1473" y="291642"/>
                  </a:lnTo>
                  <a:lnTo>
                    <a:pt x="4597" y="294767"/>
                  </a:lnTo>
                  <a:lnTo>
                    <a:pt x="3949" y="303199"/>
                  </a:lnTo>
                  <a:lnTo>
                    <a:pt x="2362" y="305955"/>
                  </a:lnTo>
                  <a:lnTo>
                    <a:pt x="3048" y="314528"/>
                  </a:lnTo>
                  <a:lnTo>
                    <a:pt x="3048" y="321195"/>
                  </a:lnTo>
                  <a:lnTo>
                    <a:pt x="660" y="324573"/>
                  </a:lnTo>
                  <a:lnTo>
                    <a:pt x="939" y="411835"/>
                  </a:lnTo>
                  <a:lnTo>
                    <a:pt x="3378" y="538251"/>
                  </a:lnTo>
                  <a:lnTo>
                    <a:pt x="3581" y="623747"/>
                  </a:lnTo>
                  <a:lnTo>
                    <a:pt x="11112" y="621665"/>
                  </a:lnTo>
                  <a:lnTo>
                    <a:pt x="9499" y="491045"/>
                  </a:lnTo>
                  <a:lnTo>
                    <a:pt x="9499" y="377621"/>
                  </a:lnTo>
                  <a:lnTo>
                    <a:pt x="11557" y="351155"/>
                  </a:lnTo>
                  <a:lnTo>
                    <a:pt x="13766" y="350253"/>
                  </a:lnTo>
                  <a:lnTo>
                    <a:pt x="18986" y="349453"/>
                  </a:lnTo>
                  <a:lnTo>
                    <a:pt x="20040" y="346519"/>
                  </a:lnTo>
                  <a:lnTo>
                    <a:pt x="13322" y="343649"/>
                  </a:lnTo>
                  <a:lnTo>
                    <a:pt x="13436" y="331584"/>
                  </a:lnTo>
                  <a:lnTo>
                    <a:pt x="16954" y="328612"/>
                  </a:lnTo>
                  <a:lnTo>
                    <a:pt x="16789" y="315417"/>
                  </a:lnTo>
                  <a:lnTo>
                    <a:pt x="8902" y="321056"/>
                  </a:lnTo>
                  <a:lnTo>
                    <a:pt x="9499" y="310769"/>
                  </a:lnTo>
                  <a:lnTo>
                    <a:pt x="10210" y="307555"/>
                  </a:lnTo>
                  <a:lnTo>
                    <a:pt x="9499" y="298856"/>
                  </a:lnTo>
                  <a:lnTo>
                    <a:pt x="13652" y="296252"/>
                  </a:lnTo>
                  <a:lnTo>
                    <a:pt x="14452" y="292671"/>
                  </a:lnTo>
                  <a:lnTo>
                    <a:pt x="9499" y="293306"/>
                  </a:lnTo>
                  <a:lnTo>
                    <a:pt x="11684" y="281990"/>
                  </a:lnTo>
                  <a:lnTo>
                    <a:pt x="9499" y="271868"/>
                  </a:lnTo>
                  <a:lnTo>
                    <a:pt x="13652" y="271487"/>
                  </a:lnTo>
                  <a:lnTo>
                    <a:pt x="12280" y="268439"/>
                  </a:lnTo>
                  <a:lnTo>
                    <a:pt x="12839" y="257797"/>
                  </a:lnTo>
                  <a:lnTo>
                    <a:pt x="20332" y="256781"/>
                  </a:lnTo>
                  <a:close/>
                </a:path>
                <a:path w="568960" h="626744">
                  <a:moveTo>
                    <a:pt x="103466" y="0"/>
                  </a:moveTo>
                  <a:lnTo>
                    <a:pt x="101460" y="1257"/>
                  </a:lnTo>
                  <a:lnTo>
                    <a:pt x="13436" y="914"/>
                  </a:lnTo>
                  <a:lnTo>
                    <a:pt x="14033" y="5829"/>
                  </a:lnTo>
                  <a:lnTo>
                    <a:pt x="99364" y="6248"/>
                  </a:lnTo>
                  <a:lnTo>
                    <a:pt x="103466" y="0"/>
                  </a:lnTo>
                  <a:close/>
                </a:path>
                <a:path w="568960" h="626744">
                  <a:moveTo>
                    <a:pt x="502653" y="304596"/>
                  </a:moveTo>
                  <a:lnTo>
                    <a:pt x="500989" y="303390"/>
                  </a:lnTo>
                  <a:lnTo>
                    <a:pt x="499795" y="299948"/>
                  </a:lnTo>
                  <a:lnTo>
                    <a:pt x="498983" y="303618"/>
                  </a:lnTo>
                  <a:lnTo>
                    <a:pt x="497382" y="305308"/>
                  </a:lnTo>
                  <a:lnTo>
                    <a:pt x="502653" y="304596"/>
                  </a:lnTo>
                  <a:close/>
                </a:path>
                <a:path w="568960" h="626744">
                  <a:moveTo>
                    <a:pt x="503085" y="200152"/>
                  </a:moveTo>
                  <a:lnTo>
                    <a:pt x="502450" y="198970"/>
                  </a:lnTo>
                  <a:lnTo>
                    <a:pt x="498881" y="199885"/>
                  </a:lnTo>
                  <a:lnTo>
                    <a:pt x="499351" y="202476"/>
                  </a:lnTo>
                  <a:lnTo>
                    <a:pt x="501357" y="202476"/>
                  </a:lnTo>
                  <a:lnTo>
                    <a:pt x="503085" y="200152"/>
                  </a:lnTo>
                  <a:close/>
                </a:path>
                <a:path w="568960" h="626744">
                  <a:moveTo>
                    <a:pt x="506806" y="206171"/>
                  </a:moveTo>
                  <a:lnTo>
                    <a:pt x="504393" y="205143"/>
                  </a:lnTo>
                  <a:lnTo>
                    <a:pt x="502666" y="205028"/>
                  </a:lnTo>
                  <a:lnTo>
                    <a:pt x="503707" y="207467"/>
                  </a:lnTo>
                  <a:lnTo>
                    <a:pt x="506158" y="208064"/>
                  </a:lnTo>
                  <a:lnTo>
                    <a:pt x="506806" y="206171"/>
                  </a:lnTo>
                  <a:close/>
                </a:path>
                <a:path w="568960" h="626744">
                  <a:moveTo>
                    <a:pt x="508444" y="199517"/>
                  </a:moveTo>
                  <a:lnTo>
                    <a:pt x="506158" y="198970"/>
                  </a:lnTo>
                  <a:lnTo>
                    <a:pt x="506272" y="200240"/>
                  </a:lnTo>
                  <a:lnTo>
                    <a:pt x="507593" y="201434"/>
                  </a:lnTo>
                  <a:lnTo>
                    <a:pt x="508444" y="199517"/>
                  </a:lnTo>
                  <a:close/>
                </a:path>
                <a:path w="568960" h="626744">
                  <a:moveTo>
                    <a:pt x="510247" y="361734"/>
                  </a:moveTo>
                  <a:lnTo>
                    <a:pt x="510082" y="361353"/>
                  </a:lnTo>
                  <a:lnTo>
                    <a:pt x="509917" y="360959"/>
                  </a:lnTo>
                  <a:lnTo>
                    <a:pt x="509803" y="360718"/>
                  </a:lnTo>
                  <a:lnTo>
                    <a:pt x="509701" y="360476"/>
                  </a:lnTo>
                  <a:lnTo>
                    <a:pt x="509257" y="359448"/>
                  </a:lnTo>
                  <a:lnTo>
                    <a:pt x="507898" y="360959"/>
                  </a:lnTo>
                  <a:lnTo>
                    <a:pt x="507682" y="360959"/>
                  </a:lnTo>
                  <a:lnTo>
                    <a:pt x="507174" y="360718"/>
                  </a:lnTo>
                  <a:lnTo>
                    <a:pt x="506488" y="360057"/>
                  </a:lnTo>
                  <a:lnTo>
                    <a:pt x="505180" y="358889"/>
                  </a:lnTo>
                  <a:lnTo>
                    <a:pt x="503085" y="360959"/>
                  </a:lnTo>
                  <a:lnTo>
                    <a:pt x="502907" y="361353"/>
                  </a:lnTo>
                  <a:lnTo>
                    <a:pt x="502361" y="362839"/>
                  </a:lnTo>
                  <a:lnTo>
                    <a:pt x="502894" y="363194"/>
                  </a:lnTo>
                  <a:lnTo>
                    <a:pt x="504393" y="362000"/>
                  </a:lnTo>
                  <a:lnTo>
                    <a:pt x="505294" y="361353"/>
                  </a:lnTo>
                  <a:lnTo>
                    <a:pt x="505828" y="362432"/>
                  </a:lnTo>
                  <a:lnTo>
                    <a:pt x="505828" y="363880"/>
                  </a:lnTo>
                  <a:lnTo>
                    <a:pt x="506717" y="365023"/>
                  </a:lnTo>
                  <a:lnTo>
                    <a:pt x="506818" y="365328"/>
                  </a:lnTo>
                  <a:lnTo>
                    <a:pt x="506996" y="365823"/>
                  </a:lnTo>
                  <a:lnTo>
                    <a:pt x="506996" y="369417"/>
                  </a:lnTo>
                  <a:lnTo>
                    <a:pt x="508279" y="366852"/>
                  </a:lnTo>
                  <a:lnTo>
                    <a:pt x="508190" y="367563"/>
                  </a:lnTo>
                  <a:lnTo>
                    <a:pt x="507441" y="374091"/>
                  </a:lnTo>
                  <a:lnTo>
                    <a:pt x="508279" y="374980"/>
                  </a:lnTo>
                  <a:lnTo>
                    <a:pt x="509435" y="374980"/>
                  </a:lnTo>
                  <a:lnTo>
                    <a:pt x="509257" y="374472"/>
                  </a:lnTo>
                  <a:lnTo>
                    <a:pt x="509193" y="374091"/>
                  </a:lnTo>
                  <a:lnTo>
                    <a:pt x="509117" y="373672"/>
                  </a:lnTo>
                  <a:lnTo>
                    <a:pt x="508901" y="371017"/>
                  </a:lnTo>
                  <a:lnTo>
                    <a:pt x="509257" y="369417"/>
                  </a:lnTo>
                  <a:lnTo>
                    <a:pt x="508838" y="367563"/>
                  </a:lnTo>
                  <a:lnTo>
                    <a:pt x="508927" y="366852"/>
                  </a:lnTo>
                  <a:lnTo>
                    <a:pt x="509054" y="365823"/>
                  </a:lnTo>
                  <a:lnTo>
                    <a:pt x="509117" y="363194"/>
                  </a:lnTo>
                  <a:lnTo>
                    <a:pt x="510247" y="361734"/>
                  </a:lnTo>
                  <a:close/>
                </a:path>
                <a:path w="568960" h="626744">
                  <a:moveTo>
                    <a:pt x="510692" y="161798"/>
                  </a:moveTo>
                  <a:lnTo>
                    <a:pt x="510489" y="157187"/>
                  </a:lnTo>
                  <a:lnTo>
                    <a:pt x="508901" y="155041"/>
                  </a:lnTo>
                  <a:lnTo>
                    <a:pt x="506806" y="154432"/>
                  </a:lnTo>
                  <a:lnTo>
                    <a:pt x="505917" y="130124"/>
                  </a:lnTo>
                  <a:lnTo>
                    <a:pt x="506984" y="128168"/>
                  </a:lnTo>
                  <a:lnTo>
                    <a:pt x="503288" y="127647"/>
                  </a:lnTo>
                  <a:lnTo>
                    <a:pt x="502450" y="127927"/>
                  </a:lnTo>
                  <a:lnTo>
                    <a:pt x="502450" y="132791"/>
                  </a:lnTo>
                  <a:lnTo>
                    <a:pt x="502843" y="153758"/>
                  </a:lnTo>
                  <a:lnTo>
                    <a:pt x="504456" y="156006"/>
                  </a:lnTo>
                  <a:lnTo>
                    <a:pt x="506476" y="157492"/>
                  </a:lnTo>
                  <a:lnTo>
                    <a:pt x="508266" y="159207"/>
                  </a:lnTo>
                  <a:lnTo>
                    <a:pt x="508990" y="161988"/>
                  </a:lnTo>
                  <a:lnTo>
                    <a:pt x="510692" y="161798"/>
                  </a:lnTo>
                  <a:close/>
                </a:path>
                <a:path w="568960" h="626744">
                  <a:moveTo>
                    <a:pt x="511009" y="303542"/>
                  </a:moveTo>
                  <a:lnTo>
                    <a:pt x="509701" y="302171"/>
                  </a:lnTo>
                  <a:lnTo>
                    <a:pt x="508660" y="301802"/>
                  </a:lnTo>
                  <a:lnTo>
                    <a:pt x="508723" y="302171"/>
                  </a:lnTo>
                  <a:lnTo>
                    <a:pt x="508876" y="303022"/>
                  </a:lnTo>
                  <a:lnTo>
                    <a:pt x="508901" y="304038"/>
                  </a:lnTo>
                  <a:lnTo>
                    <a:pt x="508088" y="304038"/>
                  </a:lnTo>
                  <a:lnTo>
                    <a:pt x="506831" y="303542"/>
                  </a:lnTo>
                  <a:lnTo>
                    <a:pt x="507009" y="303542"/>
                  </a:lnTo>
                  <a:lnTo>
                    <a:pt x="507098" y="303199"/>
                  </a:lnTo>
                  <a:lnTo>
                    <a:pt x="507136" y="303022"/>
                  </a:lnTo>
                  <a:lnTo>
                    <a:pt x="507441" y="301802"/>
                  </a:lnTo>
                  <a:lnTo>
                    <a:pt x="505434" y="303022"/>
                  </a:lnTo>
                  <a:lnTo>
                    <a:pt x="505498" y="304342"/>
                  </a:lnTo>
                  <a:lnTo>
                    <a:pt x="507593" y="306158"/>
                  </a:lnTo>
                  <a:lnTo>
                    <a:pt x="509257" y="306158"/>
                  </a:lnTo>
                  <a:lnTo>
                    <a:pt x="509981" y="304901"/>
                  </a:lnTo>
                  <a:lnTo>
                    <a:pt x="510489" y="304342"/>
                  </a:lnTo>
                  <a:lnTo>
                    <a:pt x="510692" y="304038"/>
                  </a:lnTo>
                  <a:lnTo>
                    <a:pt x="511009" y="303542"/>
                  </a:lnTo>
                  <a:close/>
                </a:path>
                <a:path w="568960" h="626744">
                  <a:moveTo>
                    <a:pt x="511352" y="190068"/>
                  </a:moveTo>
                  <a:lnTo>
                    <a:pt x="509917" y="168427"/>
                  </a:lnTo>
                  <a:lnTo>
                    <a:pt x="510692" y="165544"/>
                  </a:lnTo>
                  <a:lnTo>
                    <a:pt x="509003" y="164960"/>
                  </a:lnTo>
                  <a:lnTo>
                    <a:pt x="507441" y="164960"/>
                  </a:lnTo>
                  <a:lnTo>
                    <a:pt x="507555" y="168427"/>
                  </a:lnTo>
                  <a:lnTo>
                    <a:pt x="508279" y="191160"/>
                  </a:lnTo>
                  <a:lnTo>
                    <a:pt x="507441" y="192862"/>
                  </a:lnTo>
                  <a:lnTo>
                    <a:pt x="505828" y="195414"/>
                  </a:lnTo>
                  <a:lnTo>
                    <a:pt x="506717" y="196481"/>
                  </a:lnTo>
                  <a:lnTo>
                    <a:pt x="508546" y="194970"/>
                  </a:lnTo>
                  <a:lnTo>
                    <a:pt x="509473" y="196773"/>
                  </a:lnTo>
                  <a:lnTo>
                    <a:pt x="510882" y="196481"/>
                  </a:lnTo>
                  <a:lnTo>
                    <a:pt x="510489" y="195732"/>
                  </a:lnTo>
                  <a:lnTo>
                    <a:pt x="509981" y="195414"/>
                  </a:lnTo>
                  <a:lnTo>
                    <a:pt x="509739" y="194970"/>
                  </a:lnTo>
                  <a:lnTo>
                    <a:pt x="509104" y="193776"/>
                  </a:lnTo>
                  <a:lnTo>
                    <a:pt x="509600" y="192354"/>
                  </a:lnTo>
                  <a:lnTo>
                    <a:pt x="511352" y="190068"/>
                  </a:lnTo>
                  <a:close/>
                </a:path>
                <a:path w="568960" h="626744">
                  <a:moveTo>
                    <a:pt x="511670" y="122974"/>
                  </a:moveTo>
                  <a:lnTo>
                    <a:pt x="511594" y="121500"/>
                  </a:lnTo>
                  <a:lnTo>
                    <a:pt x="509917" y="120446"/>
                  </a:lnTo>
                  <a:lnTo>
                    <a:pt x="508088" y="121145"/>
                  </a:lnTo>
                  <a:lnTo>
                    <a:pt x="507822" y="123990"/>
                  </a:lnTo>
                  <a:lnTo>
                    <a:pt x="510247" y="122428"/>
                  </a:lnTo>
                  <a:lnTo>
                    <a:pt x="511670" y="122974"/>
                  </a:lnTo>
                  <a:close/>
                </a:path>
                <a:path w="568960" h="626744">
                  <a:moveTo>
                    <a:pt x="512610" y="129489"/>
                  </a:moveTo>
                  <a:lnTo>
                    <a:pt x="511352" y="128041"/>
                  </a:lnTo>
                  <a:lnTo>
                    <a:pt x="510374" y="129298"/>
                  </a:lnTo>
                  <a:lnTo>
                    <a:pt x="510882" y="130327"/>
                  </a:lnTo>
                  <a:lnTo>
                    <a:pt x="512254" y="131216"/>
                  </a:lnTo>
                  <a:lnTo>
                    <a:pt x="512610" y="129489"/>
                  </a:lnTo>
                  <a:close/>
                </a:path>
                <a:path w="568960" h="626744">
                  <a:moveTo>
                    <a:pt x="512902" y="118110"/>
                  </a:moveTo>
                  <a:lnTo>
                    <a:pt x="511594" y="117246"/>
                  </a:lnTo>
                  <a:lnTo>
                    <a:pt x="511683" y="115303"/>
                  </a:lnTo>
                  <a:lnTo>
                    <a:pt x="512241" y="114465"/>
                  </a:lnTo>
                  <a:lnTo>
                    <a:pt x="507174" y="113487"/>
                  </a:lnTo>
                  <a:lnTo>
                    <a:pt x="507174" y="115062"/>
                  </a:lnTo>
                  <a:lnTo>
                    <a:pt x="509587" y="115392"/>
                  </a:lnTo>
                  <a:lnTo>
                    <a:pt x="509587" y="118910"/>
                  </a:lnTo>
                  <a:lnTo>
                    <a:pt x="512241" y="119519"/>
                  </a:lnTo>
                  <a:lnTo>
                    <a:pt x="512902" y="118110"/>
                  </a:lnTo>
                  <a:close/>
                </a:path>
                <a:path w="568960" h="626744">
                  <a:moveTo>
                    <a:pt x="517105" y="146265"/>
                  </a:moveTo>
                  <a:lnTo>
                    <a:pt x="516864" y="142100"/>
                  </a:lnTo>
                  <a:lnTo>
                    <a:pt x="516864" y="126161"/>
                  </a:lnTo>
                  <a:lnTo>
                    <a:pt x="513981" y="125920"/>
                  </a:lnTo>
                  <a:lnTo>
                    <a:pt x="513676" y="132080"/>
                  </a:lnTo>
                  <a:lnTo>
                    <a:pt x="515239" y="141300"/>
                  </a:lnTo>
                  <a:lnTo>
                    <a:pt x="515391" y="145834"/>
                  </a:lnTo>
                  <a:lnTo>
                    <a:pt x="513080" y="151815"/>
                  </a:lnTo>
                  <a:lnTo>
                    <a:pt x="515048" y="153035"/>
                  </a:lnTo>
                  <a:lnTo>
                    <a:pt x="516928" y="148602"/>
                  </a:lnTo>
                  <a:lnTo>
                    <a:pt x="517105" y="146265"/>
                  </a:lnTo>
                  <a:close/>
                </a:path>
                <a:path w="568960" h="626744">
                  <a:moveTo>
                    <a:pt x="518312" y="366280"/>
                  </a:moveTo>
                  <a:lnTo>
                    <a:pt x="516509" y="364705"/>
                  </a:lnTo>
                  <a:lnTo>
                    <a:pt x="516394" y="365988"/>
                  </a:lnTo>
                  <a:lnTo>
                    <a:pt x="516369" y="366280"/>
                  </a:lnTo>
                  <a:lnTo>
                    <a:pt x="516102" y="369506"/>
                  </a:lnTo>
                  <a:lnTo>
                    <a:pt x="517499" y="369150"/>
                  </a:lnTo>
                  <a:lnTo>
                    <a:pt x="518312" y="366280"/>
                  </a:lnTo>
                  <a:close/>
                </a:path>
                <a:path w="568960" h="626744">
                  <a:moveTo>
                    <a:pt x="518833" y="212928"/>
                  </a:moveTo>
                  <a:lnTo>
                    <a:pt x="502005" y="212255"/>
                  </a:lnTo>
                  <a:lnTo>
                    <a:pt x="496836" y="212305"/>
                  </a:lnTo>
                  <a:lnTo>
                    <a:pt x="498424" y="217563"/>
                  </a:lnTo>
                  <a:lnTo>
                    <a:pt x="517956" y="217081"/>
                  </a:lnTo>
                  <a:lnTo>
                    <a:pt x="518833" y="212928"/>
                  </a:lnTo>
                  <a:close/>
                </a:path>
                <a:path w="568960" h="626744">
                  <a:moveTo>
                    <a:pt x="518845" y="93332"/>
                  </a:moveTo>
                  <a:lnTo>
                    <a:pt x="500037" y="93332"/>
                  </a:lnTo>
                  <a:lnTo>
                    <a:pt x="500037" y="95504"/>
                  </a:lnTo>
                  <a:lnTo>
                    <a:pt x="518845" y="95504"/>
                  </a:lnTo>
                  <a:lnTo>
                    <a:pt x="518845" y="93332"/>
                  </a:lnTo>
                  <a:close/>
                </a:path>
                <a:path w="568960" h="626744">
                  <a:moveTo>
                    <a:pt x="521208" y="302336"/>
                  </a:moveTo>
                  <a:lnTo>
                    <a:pt x="519798" y="302044"/>
                  </a:lnTo>
                  <a:lnTo>
                    <a:pt x="517258" y="302768"/>
                  </a:lnTo>
                  <a:lnTo>
                    <a:pt x="514553" y="302691"/>
                  </a:lnTo>
                  <a:lnTo>
                    <a:pt x="513080" y="300685"/>
                  </a:lnTo>
                  <a:lnTo>
                    <a:pt x="512457" y="302691"/>
                  </a:lnTo>
                  <a:lnTo>
                    <a:pt x="511022" y="303555"/>
                  </a:lnTo>
                  <a:lnTo>
                    <a:pt x="511708" y="304330"/>
                  </a:lnTo>
                  <a:lnTo>
                    <a:pt x="513867" y="304330"/>
                  </a:lnTo>
                  <a:lnTo>
                    <a:pt x="516369" y="304749"/>
                  </a:lnTo>
                  <a:lnTo>
                    <a:pt x="518604" y="304165"/>
                  </a:lnTo>
                  <a:lnTo>
                    <a:pt x="521055" y="302933"/>
                  </a:lnTo>
                  <a:lnTo>
                    <a:pt x="521208" y="302336"/>
                  </a:lnTo>
                  <a:close/>
                </a:path>
                <a:path w="568960" h="626744">
                  <a:moveTo>
                    <a:pt x="522516" y="397421"/>
                  </a:moveTo>
                  <a:lnTo>
                    <a:pt x="499198" y="397421"/>
                  </a:lnTo>
                  <a:lnTo>
                    <a:pt x="499198" y="400240"/>
                  </a:lnTo>
                  <a:lnTo>
                    <a:pt x="522516" y="400240"/>
                  </a:lnTo>
                  <a:lnTo>
                    <a:pt x="522516" y="397421"/>
                  </a:lnTo>
                  <a:close/>
                </a:path>
                <a:path w="568960" h="626744">
                  <a:moveTo>
                    <a:pt x="522516" y="385775"/>
                  </a:moveTo>
                  <a:lnTo>
                    <a:pt x="499198" y="385775"/>
                  </a:lnTo>
                  <a:lnTo>
                    <a:pt x="499198" y="388797"/>
                  </a:lnTo>
                  <a:lnTo>
                    <a:pt x="522516" y="388797"/>
                  </a:lnTo>
                  <a:lnTo>
                    <a:pt x="522516" y="385775"/>
                  </a:lnTo>
                  <a:close/>
                </a:path>
                <a:path w="568960" h="626744">
                  <a:moveTo>
                    <a:pt x="522871" y="114617"/>
                  </a:moveTo>
                  <a:lnTo>
                    <a:pt x="522249" y="112852"/>
                  </a:lnTo>
                  <a:lnTo>
                    <a:pt x="519950" y="114096"/>
                  </a:lnTo>
                  <a:lnTo>
                    <a:pt x="520712" y="116141"/>
                  </a:lnTo>
                  <a:lnTo>
                    <a:pt x="522871" y="114617"/>
                  </a:lnTo>
                  <a:close/>
                </a:path>
                <a:path w="568960" h="626744">
                  <a:moveTo>
                    <a:pt x="523138" y="200748"/>
                  </a:moveTo>
                  <a:lnTo>
                    <a:pt x="522884" y="200494"/>
                  </a:lnTo>
                  <a:lnTo>
                    <a:pt x="522605" y="199885"/>
                  </a:lnTo>
                  <a:lnTo>
                    <a:pt x="522249" y="199339"/>
                  </a:lnTo>
                  <a:lnTo>
                    <a:pt x="522185" y="198285"/>
                  </a:lnTo>
                  <a:lnTo>
                    <a:pt x="521754" y="197243"/>
                  </a:lnTo>
                  <a:lnTo>
                    <a:pt x="521347" y="196265"/>
                  </a:lnTo>
                  <a:lnTo>
                    <a:pt x="520623" y="197243"/>
                  </a:lnTo>
                  <a:lnTo>
                    <a:pt x="518845" y="196481"/>
                  </a:lnTo>
                  <a:lnTo>
                    <a:pt x="518807" y="196265"/>
                  </a:lnTo>
                  <a:lnTo>
                    <a:pt x="518312" y="192506"/>
                  </a:lnTo>
                  <a:lnTo>
                    <a:pt x="517334" y="168541"/>
                  </a:lnTo>
                  <a:lnTo>
                    <a:pt x="517359" y="166878"/>
                  </a:lnTo>
                  <a:lnTo>
                    <a:pt x="518312" y="165265"/>
                  </a:lnTo>
                  <a:lnTo>
                    <a:pt x="518223" y="165125"/>
                  </a:lnTo>
                  <a:lnTo>
                    <a:pt x="517486" y="163842"/>
                  </a:lnTo>
                  <a:lnTo>
                    <a:pt x="513854" y="163842"/>
                  </a:lnTo>
                  <a:lnTo>
                    <a:pt x="514184" y="165125"/>
                  </a:lnTo>
                  <a:lnTo>
                    <a:pt x="513473" y="165646"/>
                  </a:lnTo>
                  <a:lnTo>
                    <a:pt x="513562" y="167030"/>
                  </a:lnTo>
                  <a:lnTo>
                    <a:pt x="514362" y="168541"/>
                  </a:lnTo>
                  <a:lnTo>
                    <a:pt x="514362" y="185991"/>
                  </a:lnTo>
                  <a:lnTo>
                    <a:pt x="515391" y="193878"/>
                  </a:lnTo>
                  <a:lnTo>
                    <a:pt x="517271" y="198285"/>
                  </a:lnTo>
                  <a:lnTo>
                    <a:pt x="519277" y="199504"/>
                  </a:lnTo>
                  <a:lnTo>
                    <a:pt x="520534" y="200914"/>
                  </a:lnTo>
                  <a:lnTo>
                    <a:pt x="521055" y="202958"/>
                  </a:lnTo>
                  <a:lnTo>
                    <a:pt x="522122" y="203123"/>
                  </a:lnTo>
                  <a:lnTo>
                    <a:pt x="523138" y="202958"/>
                  </a:lnTo>
                  <a:lnTo>
                    <a:pt x="523138" y="200748"/>
                  </a:lnTo>
                  <a:close/>
                </a:path>
                <a:path w="568960" h="626744">
                  <a:moveTo>
                    <a:pt x="523798" y="365988"/>
                  </a:moveTo>
                  <a:lnTo>
                    <a:pt x="523748" y="365328"/>
                  </a:lnTo>
                  <a:lnTo>
                    <a:pt x="523151" y="362432"/>
                  </a:lnTo>
                  <a:lnTo>
                    <a:pt x="523151" y="362127"/>
                  </a:lnTo>
                  <a:lnTo>
                    <a:pt x="523151" y="361734"/>
                  </a:lnTo>
                  <a:lnTo>
                    <a:pt x="521360" y="359308"/>
                  </a:lnTo>
                  <a:lnTo>
                    <a:pt x="519595" y="357720"/>
                  </a:lnTo>
                  <a:lnTo>
                    <a:pt x="517944" y="359562"/>
                  </a:lnTo>
                  <a:lnTo>
                    <a:pt x="516102" y="361530"/>
                  </a:lnTo>
                  <a:lnTo>
                    <a:pt x="516216" y="362432"/>
                  </a:lnTo>
                  <a:lnTo>
                    <a:pt x="516318" y="363220"/>
                  </a:lnTo>
                  <a:lnTo>
                    <a:pt x="516509" y="364705"/>
                  </a:lnTo>
                  <a:lnTo>
                    <a:pt x="517258" y="363220"/>
                  </a:lnTo>
                  <a:lnTo>
                    <a:pt x="519595" y="362305"/>
                  </a:lnTo>
                  <a:lnTo>
                    <a:pt x="519658" y="362432"/>
                  </a:lnTo>
                  <a:lnTo>
                    <a:pt x="520039" y="363220"/>
                  </a:lnTo>
                  <a:lnTo>
                    <a:pt x="521106" y="362305"/>
                  </a:lnTo>
                  <a:lnTo>
                    <a:pt x="521296" y="362127"/>
                  </a:lnTo>
                  <a:lnTo>
                    <a:pt x="521373" y="362432"/>
                  </a:lnTo>
                  <a:lnTo>
                    <a:pt x="522071" y="365328"/>
                  </a:lnTo>
                  <a:lnTo>
                    <a:pt x="523532" y="366280"/>
                  </a:lnTo>
                  <a:lnTo>
                    <a:pt x="523798" y="365988"/>
                  </a:lnTo>
                  <a:close/>
                </a:path>
                <a:path w="568960" h="626744">
                  <a:moveTo>
                    <a:pt x="528015" y="185597"/>
                  </a:moveTo>
                  <a:lnTo>
                    <a:pt x="527951" y="165989"/>
                  </a:lnTo>
                  <a:lnTo>
                    <a:pt x="526580" y="164744"/>
                  </a:lnTo>
                  <a:lnTo>
                    <a:pt x="526491" y="165989"/>
                  </a:lnTo>
                  <a:lnTo>
                    <a:pt x="525983" y="173901"/>
                  </a:lnTo>
                  <a:lnTo>
                    <a:pt x="525729" y="178955"/>
                  </a:lnTo>
                  <a:lnTo>
                    <a:pt x="526224" y="179933"/>
                  </a:lnTo>
                  <a:lnTo>
                    <a:pt x="526605" y="180759"/>
                  </a:lnTo>
                  <a:lnTo>
                    <a:pt x="526503" y="185597"/>
                  </a:lnTo>
                  <a:lnTo>
                    <a:pt x="526224" y="188417"/>
                  </a:lnTo>
                  <a:lnTo>
                    <a:pt x="524383" y="190411"/>
                  </a:lnTo>
                  <a:lnTo>
                    <a:pt x="523532" y="191909"/>
                  </a:lnTo>
                  <a:lnTo>
                    <a:pt x="524484" y="193306"/>
                  </a:lnTo>
                  <a:lnTo>
                    <a:pt x="525640" y="192493"/>
                  </a:lnTo>
                  <a:lnTo>
                    <a:pt x="527672" y="189306"/>
                  </a:lnTo>
                  <a:lnTo>
                    <a:pt x="527761" y="188417"/>
                  </a:lnTo>
                  <a:lnTo>
                    <a:pt x="528015" y="185597"/>
                  </a:lnTo>
                  <a:close/>
                </a:path>
                <a:path w="568960" h="626744">
                  <a:moveTo>
                    <a:pt x="530783" y="159651"/>
                  </a:moveTo>
                  <a:lnTo>
                    <a:pt x="530339" y="157022"/>
                  </a:lnTo>
                  <a:lnTo>
                    <a:pt x="530225" y="156387"/>
                  </a:lnTo>
                  <a:lnTo>
                    <a:pt x="530174" y="156184"/>
                  </a:lnTo>
                  <a:lnTo>
                    <a:pt x="530059" y="155613"/>
                  </a:lnTo>
                  <a:lnTo>
                    <a:pt x="529323" y="155613"/>
                  </a:lnTo>
                  <a:lnTo>
                    <a:pt x="528180" y="154076"/>
                  </a:lnTo>
                  <a:lnTo>
                    <a:pt x="525983" y="152895"/>
                  </a:lnTo>
                  <a:lnTo>
                    <a:pt x="526008" y="152450"/>
                  </a:lnTo>
                  <a:lnTo>
                    <a:pt x="527024" y="126517"/>
                  </a:lnTo>
                  <a:lnTo>
                    <a:pt x="521893" y="125907"/>
                  </a:lnTo>
                  <a:lnTo>
                    <a:pt x="521893" y="126517"/>
                  </a:lnTo>
                  <a:lnTo>
                    <a:pt x="522300" y="152450"/>
                  </a:lnTo>
                  <a:lnTo>
                    <a:pt x="525056" y="156184"/>
                  </a:lnTo>
                  <a:lnTo>
                    <a:pt x="526580" y="156387"/>
                  </a:lnTo>
                  <a:lnTo>
                    <a:pt x="528002" y="157022"/>
                  </a:lnTo>
                  <a:lnTo>
                    <a:pt x="529120" y="160261"/>
                  </a:lnTo>
                  <a:lnTo>
                    <a:pt x="530783" y="159651"/>
                  </a:lnTo>
                  <a:close/>
                </a:path>
                <a:path w="568960" h="626744">
                  <a:moveTo>
                    <a:pt x="531444" y="368427"/>
                  </a:moveTo>
                  <a:lnTo>
                    <a:pt x="530517" y="366839"/>
                  </a:lnTo>
                  <a:lnTo>
                    <a:pt x="530758" y="367296"/>
                  </a:lnTo>
                  <a:lnTo>
                    <a:pt x="529628" y="368071"/>
                  </a:lnTo>
                  <a:lnTo>
                    <a:pt x="529475" y="369747"/>
                  </a:lnTo>
                  <a:lnTo>
                    <a:pt x="529475" y="371741"/>
                  </a:lnTo>
                  <a:lnTo>
                    <a:pt x="530161" y="370598"/>
                  </a:lnTo>
                  <a:lnTo>
                    <a:pt x="531444" y="368427"/>
                  </a:lnTo>
                  <a:close/>
                </a:path>
                <a:path w="568960" h="626744">
                  <a:moveTo>
                    <a:pt x="533298" y="113309"/>
                  </a:moveTo>
                  <a:lnTo>
                    <a:pt x="529780" y="112737"/>
                  </a:lnTo>
                  <a:lnTo>
                    <a:pt x="530517" y="116128"/>
                  </a:lnTo>
                  <a:lnTo>
                    <a:pt x="529628" y="118706"/>
                  </a:lnTo>
                  <a:lnTo>
                    <a:pt x="530517" y="121500"/>
                  </a:lnTo>
                  <a:lnTo>
                    <a:pt x="532676" y="121894"/>
                  </a:lnTo>
                  <a:lnTo>
                    <a:pt x="532853" y="118465"/>
                  </a:lnTo>
                  <a:lnTo>
                    <a:pt x="531444" y="117233"/>
                  </a:lnTo>
                  <a:lnTo>
                    <a:pt x="532676" y="115404"/>
                  </a:lnTo>
                  <a:lnTo>
                    <a:pt x="533298" y="113309"/>
                  </a:lnTo>
                  <a:close/>
                </a:path>
                <a:path w="568960" h="626744">
                  <a:moveTo>
                    <a:pt x="535203" y="142709"/>
                  </a:moveTo>
                  <a:lnTo>
                    <a:pt x="534962" y="125285"/>
                  </a:lnTo>
                  <a:lnTo>
                    <a:pt x="531202" y="125996"/>
                  </a:lnTo>
                  <a:lnTo>
                    <a:pt x="532498" y="147662"/>
                  </a:lnTo>
                  <a:lnTo>
                    <a:pt x="530758" y="150710"/>
                  </a:lnTo>
                  <a:lnTo>
                    <a:pt x="532142" y="152615"/>
                  </a:lnTo>
                  <a:lnTo>
                    <a:pt x="534314" y="150520"/>
                  </a:lnTo>
                  <a:lnTo>
                    <a:pt x="534962" y="148272"/>
                  </a:lnTo>
                  <a:lnTo>
                    <a:pt x="535203" y="142709"/>
                  </a:lnTo>
                  <a:close/>
                </a:path>
                <a:path w="568960" h="626744">
                  <a:moveTo>
                    <a:pt x="535216" y="378307"/>
                  </a:moveTo>
                  <a:lnTo>
                    <a:pt x="535139" y="377812"/>
                  </a:lnTo>
                  <a:lnTo>
                    <a:pt x="534974" y="376783"/>
                  </a:lnTo>
                  <a:lnTo>
                    <a:pt x="533958" y="377812"/>
                  </a:lnTo>
                  <a:lnTo>
                    <a:pt x="534047" y="378307"/>
                  </a:lnTo>
                  <a:lnTo>
                    <a:pt x="535216" y="378307"/>
                  </a:lnTo>
                  <a:close/>
                </a:path>
                <a:path w="568960" h="626744">
                  <a:moveTo>
                    <a:pt x="536282" y="378841"/>
                  </a:moveTo>
                  <a:lnTo>
                    <a:pt x="534149" y="378841"/>
                  </a:lnTo>
                  <a:lnTo>
                    <a:pt x="534314" y="379717"/>
                  </a:lnTo>
                  <a:lnTo>
                    <a:pt x="535571" y="379717"/>
                  </a:lnTo>
                  <a:lnTo>
                    <a:pt x="535482" y="379844"/>
                  </a:lnTo>
                  <a:lnTo>
                    <a:pt x="535597" y="379717"/>
                  </a:lnTo>
                  <a:lnTo>
                    <a:pt x="536282" y="378841"/>
                  </a:lnTo>
                  <a:close/>
                </a:path>
                <a:path w="568960" h="626744">
                  <a:moveTo>
                    <a:pt x="537476" y="363728"/>
                  </a:moveTo>
                  <a:lnTo>
                    <a:pt x="537349" y="363118"/>
                  </a:lnTo>
                  <a:lnTo>
                    <a:pt x="537210" y="362432"/>
                  </a:lnTo>
                  <a:lnTo>
                    <a:pt x="537146" y="362127"/>
                  </a:lnTo>
                  <a:lnTo>
                    <a:pt x="536613" y="361734"/>
                  </a:lnTo>
                  <a:lnTo>
                    <a:pt x="536282" y="361200"/>
                  </a:lnTo>
                  <a:lnTo>
                    <a:pt x="535863" y="360730"/>
                  </a:lnTo>
                  <a:lnTo>
                    <a:pt x="535559" y="360375"/>
                  </a:lnTo>
                  <a:lnTo>
                    <a:pt x="533958" y="360375"/>
                  </a:lnTo>
                  <a:lnTo>
                    <a:pt x="531888" y="360730"/>
                  </a:lnTo>
                  <a:lnTo>
                    <a:pt x="532803" y="360565"/>
                  </a:lnTo>
                  <a:lnTo>
                    <a:pt x="531266" y="360565"/>
                  </a:lnTo>
                  <a:lnTo>
                    <a:pt x="531177" y="360375"/>
                  </a:lnTo>
                  <a:lnTo>
                    <a:pt x="530313" y="358508"/>
                  </a:lnTo>
                  <a:lnTo>
                    <a:pt x="529475" y="359714"/>
                  </a:lnTo>
                  <a:lnTo>
                    <a:pt x="529590" y="363118"/>
                  </a:lnTo>
                  <a:lnTo>
                    <a:pt x="529628" y="364363"/>
                  </a:lnTo>
                  <a:lnTo>
                    <a:pt x="531533" y="363118"/>
                  </a:lnTo>
                  <a:lnTo>
                    <a:pt x="533146" y="363118"/>
                  </a:lnTo>
                  <a:lnTo>
                    <a:pt x="535203" y="362432"/>
                  </a:lnTo>
                  <a:lnTo>
                    <a:pt x="535089" y="363118"/>
                  </a:lnTo>
                  <a:lnTo>
                    <a:pt x="534987" y="363728"/>
                  </a:lnTo>
                  <a:lnTo>
                    <a:pt x="534885" y="364363"/>
                  </a:lnTo>
                  <a:lnTo>
                    <a:pt x="534301" y="367296"/>
                  </a:lnTo>
                  <a:lnTo>
                    <a:pt x="535533" y="371487"/>
                  </a:lnTo>
                  <a:lnTo>
                    <a:pt x="536282" y="371487"/>
                  </a:lnTo>
                  <a:lnTo>
                    <a:pt x="536282" y="370598"/>
                  </a:lnTo>
                  <a:lnTo>
                    <a:pt x="536435" y="367017"/>
                  </a:lnTo>
                  <a:lnTo>
                    <a:pt x="537476" y="363728"/>
                  </a:lnTo>
                  <a:close/>
                </a:path>
                <a:path w="568960" h="626744">
                  <a:moveTo>
                    <a:pt x="539597" y="300761"/>
                  </a:moveTo>
                  <a:lnTo>
                    <a:pt x="537146" y="300939"/>
                  </a:lnTo>
                  <a:lnTo>
                    <a:pt x="536282" y="302183"/>
                  </a:lnTo>
                  <a:lnTo>
                    <a:pt x="533298" y="301586"/>
                  </a:lnTo>
                  <a:lnTo>
                    <a:pt x="532942" y="302348"/>
                  </a:lnTo>
                  <a:lnTo>
                    <a:pt x="534314" y="303466"/>
                  </a:lnTo>
                  <a:lnTo>
                    <a:pt x="536282" y="303225"/>
                  </a:lnTo>
                  <a:lnTo>
                    <a:pt x="537464" y="302348"/>
                  </a:lnTo>
                  <a:lnTo>
                    <a:pt x="539242" y="302755"/>
                  </a:lnTo>
                  <a:lnTo>
                    <a:pt x="539597" y="301917"/>
                  </a:lnTo>
                  <a:lnTo>
                    <a:pt x="539597" y="300761"/>
                  </a:lnTo>
                  <a:close/>
                </a:path>
                <a:path w="568960" h="626744">
                  <a:moveTo>
                    <a:pt x="542861" y="126834"/>
                  </a:moveTo>
                  <a:lnTo>
                    <a:pt x="539381" y="128778"/>
                  </a:lnTo>
                  <a:lnTo>
                    <a:pt x="540042" y="154432"/>
                  </a:lnTo>
                  <a:lnTo>
                    <a:pt x="542404" y="154432"/>
                  </a:lnTo>
                  <a:lnTo>
                    <a:pt x="542861" y="126834"/>
                  </a:lnTo>
                  <a:close/>
                </a:path>
                <a:path w="568960" h="626744">
                  <a:moveTo>
                    <a:pt x="543572" y="204774"/>
                  </a:moveTo>
                  <a:lnTo>
                    <a:pt x="543293" y="202476"/>
                  </a:lnTo>
                  <a:lnTo>
                    <a:pt x="542848" y="200748"/>
                  </a:lnTo>
                  <a:lnTo>
                    <a:pt x="538962" y="198335"/>
                  </a:lnTo>
                  <a:lnTo>
                    <a:pt x="536613" y="196684"/>
                  </a:lnTo>
                  <a:lnTo>
                    <a:pt x="536105" y="194703"/>
                  </a:lnTo>
                  <a:lnTo>
                    <a:pt x="535203" y="190525"/>
                  </a:lnTo>
                  <a:lnTo>
                    <a:pt x="535203" y="164642"/>
                  </a:lnTo>
                  <a:lnTo>
                    <a:pt x="531393" y="164007"/>
                  </a:lnTo>
                  <a:lnTo>
                    <a:pt x="531444" y="166090"/>
                  </a:lnTo>
                  <a:lnTo>
                    <a:pt x="532485" y="168313"/>
                  </a:lnTo>
                  <a:lnTo>
                    <a:pt x="531825" y="169849"/>
                  </a:lnTo>
                  <a:lnTo>
                    <a:pt x="531825" y="176466"/>
                  </a:lnTo>
                  <a:lnTo>
                    <a:pt x="532130" y="193408"/>
                  </a:lnTo>
                  <a:lnTo>
                    <a:pt x="532942" y="198081"/>
                  </a:lnTo>
                  <a:lnTo>
                    <a:pt x="534492" y="199351"/>
                  </a:lnTo>
                  <a:lnTo>
                    <a:pt x="536282" y="199694"/>
                  </a:lnTo>
                  <a:lnTo>
                    <a:pt x="537718" y="201180"/>
                  </a:lnTo>
                  <a:lnTo>
                    <a:pt x="540753" y="201612"/>
                  </a:lnTo>
                  <a:lnTo>
                    <a:pt x="542188" y="204774"/>
                  </a:lnTo>
                  <a:lnTo>
                    <a:pt x="543572" y="204774"/>
                  </a:lnTo>
                  <a:close/>
                </a:path>
                <a:path w="568960" h="626744">
                  <a:moveTo>
                    <a:pt x="543801" y="104825"/>
                  </a:moveTo>
                  <a:lnTo>
                    <a:pt x="524217" y="104825"/>
                  </a:lnTo>
                  <a:lnTo>
                    <a:pt x="524217" y="108242"/>
                  </a:lnTo>
                  <a:lnTo>
                    <a:pt x="543801" y="108242"/>
                  </a:lnTo>
                  <a:lnTo>
                    <a:pt x="543801" y="104825"/>
                  </a:lnTo>
                  <a:close/>
                </a:path>
                <a:path w="568960" h="626744">
                  <a:moveTo>
                    <a:pt x="543814" y="116598"/>
                  </a:moveTo>
                  <a:lnTo>
                    <a:pt x="541604" y="115976"/>
                  </a:lnTo>
                  <a:lnTo>
                    <a:pt x="541502" y="117881"/>
                  </a:lnTo>
                  <a:lnTo>
                    <a:pt x="541604" y="119126"/>
                  </a:lnTo>
                  <a:lnTo>
                    <a:pt x="543814" y="118110"/>
                  </a:lnTo>
                  <a:lnTo>
                    <a:pt x="543814" y="116598"/>
                  </a:lnTo>
                  <a:close/>
                </a:path>
                <a:path w="568960" h="626744">
                  <a:moveTo>
                    <a:pt x="545363" y="166865"/>
                  </a:moveTo>
                  <a:lnTo>
                    <a:pt x="543356" y="166293"/>
                  </a:lnTo>
                  <a:lnTo>
                    <a:pt x="542632" y="190347"/>
                  </a:lnTo>
                  <a:lnTo>
                    <a:pt x="545274" y="191173"/>
                  </a:lnTo>
                  <a:lnTo>
                    <a:pt x="545363" y="166865"/>
                  </a:lnTo>
                  <a:close/>
                </a:path>
                <a:path w="568960" h="626744">
                  <a:moveTo>
                    <a:pt x="545363" y="93827"/>
                  </a:moveTo>
                  <a:lnTo>
                    <a:pt x="524751" y="93827"/>
                  </a:lnTo>
                  <a:lnTo>
                    <a:pt x="524751" y="96088"/>
                  </a:lnTo>
                  <a:lnTo>
                    <a:pt x="545363" y="96088"/>
                  </a:lnTo>
                  <a:lnTo>
                    <a:pt x="545363" y="93827"/>
                  </a:lnTo>
                  <a:close/>
                </a:path>
                <a:path w="568960" h="626744">
                  <a:moveTo>
                    <a:pt x="546315" y="212928"/>
                  </a:moveTo>
                  <a:lnTo>
                    <a:pt x="538670" y="213169"/>
                  </a:lnTo>
                  <a:lnTo>
                    <a:pt x="533247" y="212178"/>
                  </a:lnTo>
                  <a:lnTo>
                    <a:pt x="530161" y="211620"/>
                  </a:lnTo>
                  <a:lnTo>
                    <a:pt x="524484" y="212178"/>
                  </a:lnTo>
                  <a:lnTo>
                    <a:pt x="524129" y="210680"/>
                  </a:lnTo>
                  <a:lnTo>
                    <a:pt x="523151" y="210870"/>
                  </a:lnTo>
                  <a:lnTo>
                    <a:pt x="523240" y="211620"/>
                  </a:lnTo>
                  <a:lnTo>
                    <a:pt x="523316" y="212178"/>
                  </a:lnTo>
                  <a:lnTo>
                    <a:pt x="523417" y="212928"/>
                  </a:lnTo>
                  <a:lnTo>
                    <a:pt x="523443" y="213169"/>
                  </a:lnTo>
                  <a:lnTo>
                    <a:pt x="524014" y="217500"/>
                  </a:lnTo>
                  <a:lnTo>
                    <a:pt x="525056" y="216573"/>
                  </a:lnTo>
                  <a:lnTo>
                    <a:pt x="525500" y="216141"/>
                  </a:lnTo>
                  <a:lnTo>
                    <a:pt x="525741" y="215760"/>
                  </a:lnTo>
                  <a:lnTo>
                    <a:pt x="533857" y="216801"/>
                  </a:lnTo>
                  <a:lnTo>
                    <a:pt x="537146" y="217068"/>
                  </a:lnTo>
                  <a:lnTo>
                    <a:pt x="540943" y="217068"/>
                  </a:lnTo>
                  <a:lnTo>
                    <a:pt x="546011" y="215760"/>
                  </a:lnTo>
                  <a:lnTo>
                    <a:pt x="546290" y="213169"/>
                  </a:lnTo>
                  <a:lnTo>
                    <a:pt x="546315" y="212928"/>
                  </a:lnTo>
                  <a:close/>
                </a:path>
                <a:path w="568960" h="626744">
                  <a:moveTo>
                    <a:pt x="548017" y="366204"/>
                  </a:moveTo>
                  <a:lnTo>
                    <a:pt x="547662" y="365366"/>
                  </a:lnTo>
                  <a:lnTo>
                    <a:pt x="547179" y="364693"/>
                  </a:lnTo>
                  <a:lnTo>
                    <a:pt x="547217" y="364363"/>
                  </a:lnTo>
                  <a:lnTo>
                    <a:pt x="547509" y="361911"/>
                  </a:lnTo>
                  <a:lnTo>
                    <a:pt x="546074" y="361048"/>
                  </a:lnTo>
                  <a:lnTo>
                    <a:pt x="545249" y="360476"/>
                  </a:lnTo>
                  <a:lnTo>
                    <a:pt x="544842" y="359714"/>
                  </a:lnTo>
                  <a:lnTo>
                    <a:pt x="544068" y="361048"/>
                  </a:lnTo>
                  <a:lnTo>
                    <a:pt x="541604" y="361048"/>
                  </a:lnTo>
                  <a:lnTo>
                    <a:pt x="540042" y="360476"/>
                  </a:lnTo>
                  <a:lnTo>
                    <a:pt x="540423" y="362127"/>
                  </a:lnTo>
                  <a:lnTo>
                    <a:pt x="544017" y="364363"/>
                  </a:lnTo>
                  <a:lnTo>
                    <a:pt x="546227" y="364363"/>
                  </a:lnTo>
                  <a:lnTo>
                    <a:pt x="545299" y="366204"/>
                  </a:lnTo>
                  <a:lnTo>
                    <a:pt x="545401" y="367830"/>
                  </a:lnTo>
                  <a:lnTo>
                    <a:pt x="545452" y="369417"/>
                  </a:lnTo>
                  <a:lnTo>
                    <a:pt x="545274" y="370967"/>
                  </a:lnTo>
                  <a:lnTo>
                    <a:pt x="545299" y="373265"/>
                  </a:lnTo>
                  <a:lnTo>
                    <a:pt x="545426" y="375742"/>
                  </a:lnTo>
                  <a:lnTo>
                    <a:pt x="545452" y="376250"/>
                  </a:lnTo>
                  <a:lnTo>
                    <a:pt x="545236" y="376250"/>
                  </a:lnTo>
                  <a:lnTo>
                    <a:pt x="546684" y="376669"/>
                  </a:lnTo>
                  <a:lnTo>
                    <a:pt x="546315" y="376250"/>
                  </a:lnTo>
                  <a:lnTo>
                    <a:pt x="546315" y="375742"/>
                  </a:lnTo>
                  <a:lnTo>
                    <a:pt x="546684" y="373265"/>
                  </a:lnTo>
                  <a:lnTo>
                    <a:pt x="547065" y="372414"/>
                  </a:lnTo>
                  <a:lnTo>
                    <a:pt x="547065" y="368604"/>
                  </a:lnTo>
                  <a:lnTo>
                    <a:pt x="547751" y="367830"/>
                  </a:lnTo>
                  <a:lnTo>
                    <a:pt x="547751" y="367017"/>
                  </a:lnTo>
                  <a:lnTo>
                    <a:pt x="547941" y="366534"/>
                  </a:lnTo>
                  <a:lnTo>
                    <a:pt x="548017" y="366204"/>
                  </a:lnTo>
                  <a:close/>
                </a:path>
                <a:path w="568960" h="626744">
                  <a:moveTo>
                    <a:pt x="548792" y="385775"/>
                  </a:moveTo>
                  <a:lnTo>
                    <a:pt x="546658" y="385775"/>
                  </a:lnTo>
                  <a:lnTo>
                    <a:pt x="546658" y="376770"/>
                  </a:lnTo>
                  <a:lnTo>
                    <a:pt x="544131" y="376770"/>
                  </a:lnTo>
                  <a:lnTo>
                    <a:pt x="544131" y="385775"/>
                  </a:lnTo>
                  <a:lnTo>
                    <a:pt x="525411" y="385775"/>
                  </a:lnTo>
                  <a:lnTo>
                    <a:pt x="525411" y="388797"/>
                  </a:lnTo>
                  <a:lnTo>
                    <a:pt x="544131" y="388797"/>
                  </a:lnTo>
                  <a:lnTo>
                    <a:pt x="544131" y="397421"/>
                  </a:lnTo>
                  <a:lnTo>
                    <a:pt x="525411" y="397421"/>
                  </a:lnTo>
                  <a:lnTo>
                    <a:pt x="525411" y="400240"/>
                  </a:lnTo>
                  <a:lnTo>
                    <a:pt x="544131" y="400240"/>
                  </a:lnTo>
                  <a:lnTo>
                    <a:pt x="544131" y="606171"/>
                  </a:lnTo>
                  <a:lnTo>
                    <a:pt x="546658" y="606171"/>
                  </a:lnTo>
                  <a:lnTo>
                    <a:pt x="546658" y="400240"/>
                  </a:lnTo>
                  <a:lnTo>
                    <a:pt x="548792" y="400240"/>
                  </a:lnTo>
                  <a:lnTo>
                    <a:pt x="548792" y="397421"/>
                  </a:lnTo>
                  <a:lnTo>
                    <a:pt x="546658" y="397421"/>
                  </a:lnTo>
                  <a:lnTo>
                    <a:pt x="546658" y="388797"/>
                  </a:lnTo>
                  <a:lnTo>
                    <a:pt x="548792" y="388797"/>
                  </a:lnTo>
                  <a:lnTo>
                    <a:pt x="548792" y="385775"/>
                  </a:lnTo>
                  <a:close/>
                </a:path>
                <a:path w="568960" h="626744">
                  <a:moveTo>
                    <a:pt x="549897" y="302539"/>
                  </a:moveTo>
                  <a:lnTo>
                    <a:pt x="549148" y="301078"/>
                  </a:lnTo>
                  <a:lnTo>
                    <a:pt x="547649" y="302945"/>
                  </a:lnTo>
                  <a:lnTo>
                    <a:pt x="546709" y="301802"/>
                  </a:lnTo>
                  <a:lnTo>
                    <a:pt x="545299" y="303911"/>
                  </a:lnTo>
                  <a:lnTo>
                    <a:pt x="546671" y="304914"/>
                  </a:lnTo>
                  <a:lnTo>
                    <a:pt x="548106" y="302945"/>
                  </a:lnTo>
                  <a:lnTo>
                    <a:pt x="549897" y="302539"/>
                  </a:lnTo>
                  <a:close/>
                </a:path>
                <a:path w="568960" h="626744">
                  <a:moveTo>
                    <a:pt x="553300" y="361911"/>
                  </a:moveTo>
                  <a:lnTo>
                    <a:pt x="552615" y="360959"/>
                  </a:lnTo>
                  <a:lnTo>
                    <a:pt x="550265" y="362966"/>
                  </a:lnTo>
                  <a:lnTo>
                    <a:pt x="551929" y="363283"/>
                  </a:lnTo>
                  <a:lnTo>
                    <a:pt x="552742" y="363194"/>
                  </a:lnTo>
                  <a:lnTo>
                    <a:pt x="553300" y="361911"/>
                  </a:lnTo>
                  <a:close/>
                </a:path>
                <a:path w="568960" h="626744">
                  <a:moveTo>
                    <a:pt x="554024" y="93484"/>
                  </a:moveTo>
                  <a:lnTo>
                    <a:pt x="549897" y="93484"/>
                  </a:lnTo>
                  <a:lnTo>
                    <a:pt x="549897" y="95123"/>
                  </a:lnTo>
                  <a:lnTo>
                    <a:pt x="554024" y="95123"/>
                  </a:lnTo>
                  <a:lnTo>
                    <a:pt x="554024" y="93484"/>
                  </a:lnTo>
                  <a:close/>
                </a:path>
                <a:path w="568960" h="626744">
                  <a:moveTo>
                    <a:pt x="555332" y="106324"/>
                  </a:moveTo>
                  <a:lnTo>
                    <a:pt x="549389" y="106324"/>
                  </a:lnTo>
                  <a:lnTo>
                    <a:pt x="549389" y="112077"/>
                  </a:lnTo>
                  <a:lnTo>
                    <a:pt x="555332" y="112077"/>
                  </a:lnTo>
                  <a:lnTo>
                    <a:pt x="555332" y="106324"/>
                  </a:lnTo>
                  <a:close/>
                </a:path>
                <a:path w="568960" h="626744">
                  <a:moveTo>
                    <a:pt x="555777" y="294614"/>
                  </a:moveTo>
                  <a:lnTo>
                    <a:pt x="555574" y="292785"/>
                  </a:lnTo>
                  <a:lnTo>
                    <a:pt x="548525" y="291782"/>
                  </a:lnTo>
                  <a:lnTo>
                    <a:pt x="539838" y="291071"/>
                  </a:lnTo>
                  <a:lnTo>
                    <a:pt x="530517" y="291071"/>
                  </a:lnTo>
                  <a:lnTo>
                    <a:pt x="526313" y="290690"/>
                  </a:lnTo>
                  <a:lnTo>
                    <a:pt x="527469" y="293370"/>
                  </a:lnTo>
                  <a:lnTo>
                    <a:pt x="536613" y="293458"/>
                  </a:lnTo>
                  <a:lnTo>
                    <a:pt x="539242" y="294779"/>
                  </a:lnTo>
                  <a:lnTo>
                    <a:pt x="547052" y="293585"/>
                  </a:lnTo>
                  <a:lnTo>
                    <a:pt x="555777" y="294614"/>
                  </a:lnTo>
                  <a:close/>
                </a:path>
                <a:path w="568960" h="626744">
                  <a:moveTo>
                    <a:pt x="557390" y="213652"/>
                  </a:moveTo>
                  <a:lnTo>
                    <a:pt x="553300" y="213817"/>
                  </a:lnTo>
                  <a:lnTo>
                    <a:pt x="551535" y="212940"/>
                  </a:lnTo>
                  <a:lnTo>
                    <a:pt x="549744" y="213182"/>
                  </a:lnTo>
                  <a:lnTo>
                    <a:pt x="551383" y="216776"/>
                  </a:lnTo>
                  <a:lnTo>
                    <a:pt x="552043" y="218389"/>
                  </a:lnTo>
                  <a:lnTo>
                    <a:pt x="552475" y="215430"/>
                  </a:lnTo>
                  <a:lnTo>
                    <a:pt x="556983" y="216141"/>
                  </a:lnTo>
                  <a:lnTo>
                    <a:pt x="557390" y="213652"/>
                  </a:lnTo>
                  <a:close/>
                </a:path>
                <a:path w="568960" h="626744">
                  <a:moveTo>
                    <a:pt x="558622" y="385775"/>
                  </a:moveTo>
                  <a:lnTo>
                    <a:pt x="555294" y="385775"/>
                  </a:lnTo>
                  <a:lnTo>
                    <a:pt x="555218" y="375881"/>
                  </a:lnTo>
                  <a:lnTo>
                    <a:pt x="552615" y="375881"/>
                  </a:lnTo>
                  <a:lnTo>
                    <a:pt x="552704" y="385775"/>
                  </a:lnTo>
                  <a:lnTo>
                    <a:pt x="551383" y="385775"/>
                  </a:lnTo>
                  <a:lnTo>
                    <a:pt x="551383" y="388797"/>
                  </a:lnTo>
                  <a:lnTo>
                    <a:pt x="552729" y="388797"/>
                  </a:lnTo>
                  <a:lnTo>
                    <a:pt x="552805" y="397421"/>
                  </a:lnTo>
                  <a:lnTo>
                    <a:pt x="551383" y="397421"/>
                  </a:lnTo>
                  <a:lnTo>
                    <a:pt x="551383" y="400240"/>
                  </a:lnTo>
                  <a:lnTo>
                    <a:pt x="552831" y="400240"/>
                  </a:lnTo>
                  <a:lnTo>
                    <a:pt x="554977" y="626173"/>
                  </a:lnTo>
                  <a:lnTo>
                    <a:pt x="557390" y="626173"/>
                  </a:lnTo>
                  <a:lnTo>
                    <a:pt x="555409" y="400240"/>
                  </a:lnTo>
                  <a:lnTo>
                    <a:pt x="558622" y="400240"/>
                  </a:lnTo>
                  <a:lnTo>
                    <a:pt x="558622" y="397421"/>
                  </a:lnTo>
                  <a:lnTo>
                    <a:pt x="555383" y="397421"/>
                  </a:lnTo>
                  <a:lnTo>
                    <a:pt x="555320" y="388797"/>
                  </a:lnTo>
                  <a:lnTo>
                    <a:pt x="558622" y="388797"/>
                  </a:lnTo>
                  <a:lnTo>
                    <a:pt x="558622" y="385775"/>
                  </a:lnTo>
                  <a:close/>
                </a:path>
                <a:path w="568960" h="626744">
                  <a:moveTo>
                    <a:pt x="559422" y="310984"/>
                  </a:moveTo>
                  <a:lnTo>
                    <a:pt x="558609" y="309638"/>
                  </a:lnTo>
                  <a:lnTo>
                    <a:pt x="554024" y="309041"/>
                  </a:lnTo>
                  <a:lnTo>
                    <a:pt x="538962" y="308013"/>
                  </a:lnTo>
                  <a:lnTo>
                    <a:pt x="536422" y="308114"/>
                  </a:lnTo>
                  <a:lnTo>
                    <a:pt x="533146" y="308114"/>
                  </a:lnTo>
                  <a:lnTo>
                    <a:pt x="525526" y="308419"/>
                  </a:lnTo>
                  <a:lnTo>
                    <a:pt x="524484" y="307543"/>
                  </a:lnTo>
                  <a:lnTo>
                    <a:pt x="525056" y="310146"/>
                  </a:lnTo>
                  <a:lnTo>
                    <a:pt x="525983" y="310527"/>
                  </a:lnTo>
                  <a:lnTo>
                    <a:pt x="534492" y="309981"/>
                  </a:lnTo>
                  <a:lnTo>
                    <a:pt x="554647" y="311124"/>
                  </a:lnTo>
                  <a:lnTo>
                    <a:pt x="559422" y="310984"/>
                  </a:lnTo>
                  <a:close/>
                </a:path>
                <a:path w="568960" h="626744">
                  <a:moveTo>
                    <a:pt x="568528" y="620356"/>
                  </a:moveTo>
                  <a:lnTo>
                    <a:pt x="568464" y="616546"/>
                  </a:lnTo>
                  <a:lnTo>
                    <a:pt x="565861" y="443826"/>
                  </a:lnTo>
                  <a:lnTo>
                    <a:pt x="565810" y="434936"/>
                  </a:lnTo>
                  <a:lnTo>
                    <a:pt x="565696" y="414616"/>
                  </a:lnTo>
                  <a:lnTo>
                    <a:pt x="566407" y="394296"/>
                  </a:lnTo>
                  <a:lnTo>
                    <a:pt x="566331" y="389216"/>
                  </a:lnTo>
                  <a:lnTo>
                    <a:pt x="564261" y="356196"/>
                  </a:lnTo>
                  <a:lnTo>
                    <a:pt x="562635" y="353656"/>
                  </a:lnTo>
                  <a:lnTo>
                    <a:pt x="562749" y="349846"/>
                  </a:lnTo>
                  <a:lnTo>
                    <a:pt x="563321" y="330796"/>
                  </a:lnTo>
                  <a:lnTo>
                    <a:pt x="564261" y="321906"/>
                  </a:lnTo>
                  <a:lnTo>
                    <a:pt x="566013" y="319303"/>
                  </a:lnTo>
                  <a:lnTo>
                    <a:pt x="565975" y="318096"/>
                  </a:lnTo>
                  <a:lnTo>
                    <a:pt x="565861" y="314286"/>
                  </a:lnTo>
                  <a:lnTo>
                    <a:pt x="566712" y="311746"/>
                  </a:lnTo>
                  <a:lnTo>
                    <a:pt x="565861" y="307936"/>
                  </a:lnTo>
                  <a:lnTo>
                    <a:pt x="565861" y="301586"/>
                  </a:lnTo>
                  <a:lnTo>
                    <a:pt x="566013" y="297776"/>
                  </a:lnTo>
                  <a:lnTo>
                    <a:pt x="566267" y="293966"/>
                  </a:lnTo>
                  <a:lnTo>
                    <a:pt x="564946" y="293966"/>
                  </a:lnTo>
                  <a:lnTo>
                    <a:pt x="563156" y="287616"/>
                  </a:lnTo>
                  <a:lnTo>
                    <a:pt x="563067" y="279996"/>
                  </a:lnTo>
                  <a:lnTo>
                    <a:pt x="562889" y="277456"/>
                  </a:lnTo>
                  <a:lnTo>
                    <a:pt x="562762" y="276186"/>
                  </a:lnTo>
                  <a:lnTo>
                    <a:pt x="562533" y="273646"/>
                  </a:lnTo>
                  <a:lnTo>
                    <a:pt x="561352" y="272376"/>
                  </a:lnTo>
                  <a:lnTo>
                    <a:pt x="563041" y="268566"/>
                  </a:lnTo>
                  <a:lnTo>
                    <a:pt x="563130" y="267296"/>
                  </a:lnTo>
                  <a:lnTo>
                    <a:pt x="563219" y="266026"/>
                  </a:lnTo>
                  <a:lnTo>
                    <a:pt x="563321" y="264756"/>
                  </a:lnTo>
                  <a:lnTo>
                    <a:pt x="563689" y="259676"/>
                  </a:lnTo>
                  <a:lnTo>
                    <a:pt x="562889" y="255866"/>
                  </a:lnTo>
                  <a:lnTo>
                    <a:pt x="561911" y="252056"/>
                  </a:lnTo>
                  <a:lnTo>
                    <a:pt x="562533" y="250786"/>
                  </a:lnTo>
                  <a:lnTo>
                    <a:pt x="560019" y="250786"/>
                  </a:lnTo>
                  <a:lnTo>
                    <a:pt x="557085" y="249516"/>
                  </a:lnTo>
                  <a:lnTo>
                    <a:pt x="533946" y="249516"/>
                  </a:lnTo>
                  <a:lnTo>
                    <a:pt x="496760" y="248246"/>
                  </a:lnTo>
                  <a:lnTo>
                    <a:pt x="495160" y="244436"/>
                  </a:lnTo>
                  <a:lnTo>
                    <a:pt x="495376" y="243166"/>
                  </a:lnTo>
                  <a:lnTo>
                    <a:pt x="495503" y="241896"/>
                  </a:lnTo>
                  <a:lnTo>
                    <a:pt x="496481" y="238086"/>
                  </a:lnTo>
                  <a:lnTo>
                    <a:pt x="547509" y="239356"/>
                  </a:lnTo>
                  <a:lnTo>
                    <a:pt x="556590" y="239356"/>
                  </a:lnTo>
                  <a:lnTo>
                    <a:pt x="560197" y="240626"/>
                  </a:lnTo>
                  <a:lnTo>
                    <a:pt x="561225" y="245706"/>
                  </a:lnTo>
                  <a:lnTo>
                    <a:pt x="562533" y="240626"/>
                  </a:lnTo>
                  <a:lnTo>
                    <a:pt x="558203" y="238086"/>
                  </a:lnTo>
                  <a:lnTo>
                    <a:pt x="553859" y="235546"/>
                  </a:lnTo>
                  <a:lnTo>
                    <a:pt x="495160" y="235546"/>
                  </a:lnTo>
                  <a:lnTo>
                    <a:pt x="495249" y="233006"/>
                  </a:lnTo>
                  <a:lnTo>
                    <a:pt x="495376" y="229196"/>
                  </a:lnTo>
                  <a:lnTo>
                    <a:pt x="554736" y="227926"/>
                  </a:lnTo>
                  <a:lnTo>
                    <a:pt x="558622" y="233006"/>
                  </a:lnTo>
                  <a:lnTo>
                    <a:pt x="562635" y="233006"/>
                  </a:lnTo>
                  <a:lnTo>
                    <a:pt x="563689" y="230466"/>
                  </a:lnTo>
                  <a:lnTo>
                    <a:pt x="559879" y="230466"/>
                  </a:lnTo>
                  <a:lnTo>
                    <a:pt x="557758" y="227926"/>
                  </a:lnTo>
                  <a:lnTo>
                    <a:pt x="555650" y="225386"/>
                  </a:lnTo>
                  <a:lnTo>
                    <a:pt x="495160" y="225386"/>
                  </a:lnTo>
                  <a:lnTo>
                    <a:pt x="493471" y="211416"/>
                  </a:lnTo>
                  <a:lnTo>
                    <a:pt x="493471" y="107276"/>
                  </a:lnTo>
                  <a:lnTo>
                    <a:pt x="494842" y="106006"/>
                  </a:lnTo>
                  <a:lnTo>
                    <a:pt x="517499" y="108546"/>
                  </a:lnTo>
                  <a:lnTo>
                    <a:pt x="519430" y="106006"/>
                  </a:lnTo>
                  <a:lnTo>
                    <a:pt x="496836" y="103466"/>
                  </a:lnTo>
                  <a:lnTo>
                    <a:pt x="496874" y="102196"/>
                  </a:lnTo>
                  <a:lnTo>
                    <a:pt x="496976" y="97116"/>
                  </a:lnTo>
                  <a:lnTo>
                    <a:pt x="497078" y="92036"/>
                  </a:lnTo>
                  <a:lnTo>
                    <a:pt x="497192" y="86956"/>
                  </a:lnTo>
                  <a:lnTo>
                    <a:pt x="497293" y="81876"/>
                  </a:lnTo>
                  <a:lnTo>
                    <a:pt x="497382" y="78066"/>
                  </a:lnTo>
                  <a:lnTo>
                    <a:pt x="497459" y="74256"/>
                  </a:lnTo>
                  <a:lnTo>
                    <a:pt x="497509" y="71716"/>
                  </a:lnTo>
                  <a:lnTo>
                    <a:pt x="497624" y="66636"/>
                  </a:lnTo>
                  <a:lnTo>
                    <a:pt x="497700" y="62826"/>
                  </a:lnTo>
                  <a:lnTo>
                    <a:pt x="497776" y="59016"/>
                  </a:lnTo>
                  <a:lnTo>
                    <a:pt x="497840" y="56476"/>
                  </a:lnTo>
                  <a:lnTo>
                    <a:pt x="497941" y="51396"/>
                  </a:lnTo>
                  <a:lnTo>
                    <a:pt x="495909" y="51396"/>
                  </a:lnTo>
                  <a:lnTo>
                    <a:pt x="494842" y="53936"/>
                  </a:lnTo>
                  <a:lnTo>
                    <a:pt x="493471" y="55206"/>
                  </a:lnTo>
                  <a:lnTo>
                    <a:pt x="492391" y="56476"/>
                  </a:lnTo>
                  <a:lnTo>
                    <a:pt x="492036" y="59016"/>
                  </a:lnTo>
                  <a:lnTo>
                    <a:pt x="492810" y="62826"/>
                  </a:lnTo>
                  <a:lnTo>
                    <a:pt x="492277" y="66636"/>
                  </a:lnTo>
                  <a:lnTo>
                    <a:pt x="490296" y="71716"/>
                  </a:lnTo>
                  <a:lnTo>
                    <a:pt x="492391" y="74256"/>
                  </a:lnTo>
                  <a:lnTo>
                    <a:pt x="492810" y="78066"/>
                  </a:lnTo>
                  <a:lnTo>
                    <a:pt x="492036" y="81876"/>
                  </a:lnTo>
                  <a:lnTo>
                    <a:pt x="490207" y="84416"/>
                  </a:lnTo>
                  <a:lnTo>
                    <a:pt x="492810" y="86956"/>
                  </a:lnTo>
                  <a:lnTo>
                    <a:pt x="491680" y="92036"/>
                  </a:lnTo>
                  <a:lnTo>
                    <a:pt x="491337" y="93306"/>
                  </a:lnTo>
                  <a:lnTo>
                    <a:pt x="488746" y="95846"/>
                  </a:lnTo>
                  <a:lnTo>
                    <a:pt x="489102" y="97116"/>
                  </a:lnTo>
                  <a:lnTo>
                    <a:pt x="491858" y="98386"/>
                  </a:lnTo>
                  <a:lnTo>
                    <a:pt x="492810" y="100926"/>
                  </a:lnTo>
                  <a:lnTo>
                    <a:pt x="490956" y="102196"/>
                  </a:lnTo>
                  <a:lnTo>
                    <a:pt x="487946" y="103466"/>
                  </a:lnTo>
                  <a:lnTo>
                    <a:pt x="487908" y="108546"/>
                  </a:lnTo>
                  <a:lnTo>
                    <a:pt x="487514" y="154266"/>
                  </a:lnTo>
                  <a:lnTo>
                    <a:pt x="487794" y="210146"/>
                  </a:lnTo>
                  <a:lnTo>
                    <a:pt x="490207" y="211416"/>
                  </a:lnTo>
                  <a:lnTo>
                    <a:pt x="490207" y="213956"/>
                  </a:lnTo>
                  <a:lnTo>
                    <a:pt x="489013" y="216738"/>
                  </a:lnTo>
                  <a:lnTo>
                    <a:pt x="489826" y="225386"/>
                  </a:lnTo>
                  <a:lnTo>
                    <a:pt x="488213" y="227926"/>
                  </a:lnTo>
                  <a:lnTo>
                    <a:pt x="490207" y="236816"/>
                  </a:lnTo>
                  <a:lnTo>
                    <a:pt x="490334" y="238086"/>
                  </a:lnTo>
                  <a:lnTo>
                    <a:pt x="490461" y="239356"/>
                  </a:lnTo>
                  <a:lnTo>
                    <a:pt x="490588" y="240626"/>
                  </a:lnTo>
                  <a:lnTo>
                    <a:pt x="490715" y="241896"/>
                  </a:lnTo>
                  <a:lnTo>
                    <a:pt x="490829" y="243166"/>
                  </a:lnTo>
                  <a:lnTo>
                    <a:pt x="490956" y="244436"/>
                  </a:lnTo>
                  <a:lnTo>
                    <a:pt x="492277" y="245706"/>
                  </a:lnTo>
                  <a:lnTo>
                    <a:pt x="488746" y="248246"/>
                  </a:lnTo>
                  <a:lnTo>
                    <a:pt x="490207" y="250786"/>
                  </a:lnTo>
                  <a:lnTo>
                    <a:pt x="488086" y="255866"/>
                  </a:lnTo>
                  <a:lnTo>
                    <a:pt x="492391" y="255866"/>
                  </a:lnTo>
                  <a:lnTo>
                    <a:pt x="492277" y="257136"/>
                  </a:lnTo>
                  <a:lnTo>
                    <a:pt x="492150" y="258406"/>
                  </a:lnTo>
                  <a:lnTo>
                    <a:pt x="492036" y="259676"/>
                  </a:lnTo>
                  <a:lnTo>
                    <a:pt x="493801" y="259676"/>
                  </a:lnTo>
                  <a:lnTo>
                    <a:pt x="493344" y="264756"/>
                  </a:lnTo>
                  <a:lnTo>
                    <a:pt x="487794" y="264756"/>
                  </a:lnTo>
                  <a:lnTo>
                    <a:pt x="487514" y="266026"/>
                  </a:lnTo>
                  <a:lnTo>
                    <a:pt x="492036" y="267296"/>
                  </a:lnTo>
                  <a:lnTo>
                    <a:pt x="492150" y="268566"/>
                  </a:lnTo>
                  <a:lnTo>
                    <a:pt x="492277" y="269836"/>
                  </a:lnTo>
                  <a:lnTo>
                    <a:pt x="487514" y="269836"/>
                  </a:lnTo>
                  <a:lnTo>
                    <a:pt x="485825" y="271106"/>
                  </a:lnTo>
                  <a:lnTo>
                    <a:pt x="487794" y="272376"/>
                  </a:lnTo>
                  <a:lnTo>
                    <a:pt x="487946" y="273646"/>
                  </a:lnTo>
                  <a:lnTo>
                    <a:pt x="491858" y="276186"/>
                  </a:lnTo>
                  <a:lnTo>
                    <a:pt x="491794" y="277456"/>
                  </a:lnTo>
                  <a:lnTo>
                    <a:pt x="491680" y="279996"/>
                  </a:lnTo>
                  <a:lnTo>
                    <a:pt x="490956" y="279996"/>
                  </a:lnTo>
                  <a:lnTo>
                    <a:pt x="490601" y="281266"/>
                  </a:lnTo>
                  <a:lnTo>
                    <a:pt x="490207" y="282536"/>
                  </a:lnTo>
                  <a:lnTo>
                    <a:pt x="489991" y="283806"/>
                  </a:lnTo>
                  <a:lnTo>
                    <a:pt x="489102" y="286346"/>
                  </a:lnTo>
                  <a:lnTo>
                    <a:pt x="486803" y="292696"/>
                  </a:lnTo>
                  <a:lnTo>
                    <a:pt x="487794" y="295236"/>
                  </a:lnTo>
                  <a:lnTo>
                    <a:pt x="488454" y="302856"/>
                  </a:lnTo>
                  <a:lnTo>
                    <a:pt x="485533" y="305396"/>
                  </a:lnTo>
                  <a:lnTo>
                    <a:pt x="484035" y="305396"/>
                  </a:lnTo>
                  <a:lnTo>
                    <a:pt x="484632" y="306666"/>
                  </a:lnTo>
                  <a:lnTo>
                    <a:pt x="487133" y="307936"/>
                  </a:lnTo>
                  <a:lnTo>
                    <a:pt x="487514" y="310476"/>
                  </a:lnTo>
                  <a:lnTo>
                    <a:pt x="489102" y="314286"/>
                  </a:lnTo>
                  <a:lnTo>
                    <a:pt x="489102" y="328256"/>
                  </a:lnTo>
                  <a:lnTo>
                    <a:pt x="490601" y="330796"/>
                  </a:lnTo>
                  <a:lnTo>
                    <a:pt x="490207" y="333336"/>
                  </a:lnTo>
                  <a:lnTo>
                    <a:pt x="491858" y="337146"/>
                  </a:lnTo>
                  <a:lnTo>
                    <a:pt x="493344" y="338416"/>
                  </a:lnTo>
                  <a:lnTo>
                    <a:pt x="493712" y="339686"/>
                  </a:lnTo>
                  <a:lnTo>
                    <a:pt x="493585" y="340956"/>
                  </a:lnTo>
                  <a:lnTo>
                    <a:pt x="493471" y="342226"/>
                  </a:lnTo>
                  <a:lnTo>
                    <a:pt x="493344" y="343496"/>
                  </a:lnTo>
                  <a:lnTo>
                    <a:pt x="492036" y="344766"/>
                  </a:lnTo>
                  <a:lnTo>
                    <a:pt x="491998" y="344906"/>
                  </a:lnTo>
                  <a:lnTo>
                    <a:pt x="491705" y="346036"/>
                  </a:lnTo>
                  <a:lnTo>
                    <a:pt x="489826" y="347306"/>
                  </a:lnTo>
                  <a:lnTo>
                    <a:pt x="489826" y="348576"/>
                  </a:lnTo>
                  <a:lnTo>
                    <a:pt x="490207" y="349846"/>
                  </a:lnTo>
                  <a:lnTo>
                    <a:pt x="490207" y="351116"/>
                  </a:lnTo>
                  <a:lnTo>
                    <a:pt x="492620" y="351116"/>
                  </a:lnTo>
                  <a:lnTo>
                    <a:pt x="490867" y="353656"/>
                  </a:lnTo>
                  <a:lnTo>
                    <a:pt x="492810" y="356196"/>
                  </a:lnTo>
                  <a:lnTo>
                    <a:pt x="491337" y="360006"/>
                  </a:lnTo>
                  <a:lnTo>
                    <a:pt x="490207" y="365086"/>
                  </a:lnTo>
                  <a:lnTo>
                    <a:pt x="490296" y="366356"/>
                  </a:lnTo>
                  <a:lnTo>
                    <a:pt x="490867" y="375246"/>
                  </a:lnTo>
                  <a:lnTo>
                    <a:pt x="492391" y="377786"/>
                  </a:lnTo>
                  <a:lnTo>
                    <a:pt x="491337" y="380326"/>
                  </a:lnTo>
                  <a:lnTo>
                    <a:pt x="488454" y="381596"/>
                  </a:lnTo>
                  <a:lnTo>
                    <a:pt x="488530" y="385406"/>
                  </a:lnTo>
                  <a:lnTo>
                    <a:pt x="488607" y="389216"/>
                  </a:lnTo>
                  <a:lnTo>
                    <a:pt x="490207" y="390486"/>
                  </a:lnTo>
                  <a:lnTo>
                    <a:pt x="488454" y="394296"/>
                  </a:lnTo>
                  <a:lnTo>
                    <a:pt x="488492" y="398106"/>
                  </a:lnTo>
                  <a:lnTo>
                    <a:pt x="489292" y="464146"/>
                  </a:lnTo>
                  <a:lnTo>
                    <a:pt x="490207" y="533996"/>
                  </a:lnTo>
                  <a:lnTo>
                    <a:pt x="490296" y="568286"/>
                  </a:lnTo>
                  <a:lnTo>
                    <a:pt x="490601" y="603846"/>
                  </a:lnTo>
                  <a:lnTo>
                    <a:pt x="490207" y="621626"/>
                  </a:lnTo>
                  <a:lnTo>
                    <a:pt x="497535" y="622896"/>
                  </a:lnTo>
                  <a:lnTo>
                    <a:pt x="497459" y="620356"/>
                  </a:lnTo>
                  <a:lnTo>
                    <a:pt x="497332" y="616546"/>
                  </a:lnTo>
                  <a:lnTo>
                    <a:pt x="495503" y="556856"/>
                  </a:lnTo>
                  <a:lnTo>
                    <a:pt x="494842" y="487006"/>
                  </a:lnTo>
                  <a:lnTo>
                    <a:pt x="494004" y="434936"/>
                  </a:lnTo>
                  <a:lnTo>
                    <a:pt x="494068" y="398106"/>
                  </a:lnTo>
                  <a:lnTo>
                    <a:pt x="495084" y="385406"/>
                  </a:lnTo>
                  <a:lnTo>
                    <a:pt x="494715" y="381596"/>
                  </a:lnTo>
                  <a:lnTo>
                    <a:pt x="495503" y="377786"/>
                  </a:lnTo>
                  <a:lnTo>
                    <a:pt x="495503" y="375246"/>
                  </a:lnTo>
                  <a:lnTo>
                    <a:pt x="494715" y="370166"/>
                  </a:lnTo>
                  <a:lnTo>
                    <a:pt x="495503" y="360006"/>
                  </a:lnTo>
                  <a:lnTo>
                    <a:pt x="494360" y="360006"/>
                  </a:lnTo>
                  <a:lnTo>
                    <a:pt x="494068" y="357466"/>
                  </a:lnTo>
                  <a:lnTo>
                    <a:pt x="494842" y="354926"/>
                  </a:lnTo>
                  <a:lnTo>
                    <a:pt x="499846" y="351129"/>
                  </a:lnTo>
                  <a:lnTo>
                    <a:pt x="559028" y="354926"/>
                  </a:lnTo>
                  <a:lnTo>
                    <a:pt x="558990" y="354076"/>
                  </a:lnTo>
                  <a:lnTo>
                    <a:pt x="558622" y="353656"/>
                  </a:lnTo>
                  <a:lnTo>
                    <a:pt x="558787" y="351116"/>
                  </a:lnTo>
                  <a:lnTo>
                    <a:pt x="519303" y="348576"/>
                  </a:lnTo>
                  <a:lnTo>
                    <a:pt x="499554" y="347306"/>
                  </a:lnTo>
                  <a:lnTo>
                    <a:pt x="497535" y="348576"/>
                  </a:lnTo>
                  <a:lnTo>
                    <a:pt x="496836" y="347306"/>
                  </a:lnTo>
                  <a:lnTo>
                    <a:pt x="497039" y="346036"/>
                  </a:lnTo>
                  <a:lnTo>
                    <a:pt x="497827" y="344766"/>
                  </a:lnTo>
                  <a:lnTo>
                    <a:pt x="559117" y="346036"/>
                  </a:lnTo>
                  <a:lnTo>
                    <a:pt x="559155" y="344766"/>
                  </a:lnTo>
                  <a:lnTo>
                    <a:pt x="558812" y="343496"/>
                  </a:lnTo>
                  <a:lnTo>
                    <a:pt x="498983" y="342226"/>
                  </a:lnTo>
                  <a:lnTo>
                    <a:pt x="496836" y="340956"/>
                  </a:lnTo>
                  <a:lnTo>
                    <a:pt x="496760" y="337146"/>
                  </a:lnTo>
                  <a:lnTo>
                    <a:pt x="559409" y="339686"/>
                  </a:lnTo>
                  <a:lnTo>
                    <a:pt x="559396" y="337146"/>
                  </a:lnTo>
                  <a:lnTo>
                    <a:pt x="559396" y="335876"/>
                  </a:lnTo>
                  <a:lnTo>
                    <a:pt x="497192" y="334606"/>
                  </a:lnTo>
                  <a:lnTo>
                    <a:pt x="496836" y="333336"/>
                  </a:lnTo>
                  <a:lnTo>
                    <a:pt x="496836" y="332066"/>
                  </a:lnTo>
                  <a:lnTo>
                    <a:pt x="497535" y="329526"/>
                  </a:lnTo>
                  <a:lnTo>
                    <a:pt x="559714" y="330796"/>
                  </a:lnTo>
                  <a:lnTo>
                    <a:pt x="559803" y="329526"/>
                  </a:lnTo>
                  <a:lnTo>
                    <a:pt x="559879" y="328256"/>
                  </a:lnTo>
                  <a:lnTo>
                    <a:pt x="497535" y="325716"/>
                  </a:lnTo>
                  <a:lnTo>
                    <a:pt x="495503" y="324446"/>
                  </a:lnTo>
                  <a:lnTo>
                    <a:pt x="493471" y="324446"/>
                  </a:lnTo>
                  <a:lnTo>
                    <a:pt x="493344" y="318096"/>
                  </a:lnTo>
                  <a:lnTo>
                    <a:pt x="557504" y="319303"/>
                  </a:lnTo>
                  <a:lnTo>
                    <a:pt x="561124" y="319303"/>
                  </a:lnTo>
                  <a:lnTo>
                    <a:pt x="561098" y="318096"/>
                  </a:lnTo>
                  <a:lnTo>
                    <a:pt x="561797" y="317703"/>
                  </a:lnTo>
                  <a:lnTo>
                    <a:pt x="562165" y="316826"/>
                  </a:lnTo>
                  <a:lnTo>
                    <a:pt x="493077" y="315556"/>
                  </a:lnTo>
                  <a:lnTo>
                    <a:pt x="493026" y="309206"/>
                  </a:lnTo>
                  <a:lnTo>
                    <a:pt x="519239" y="309206"/>
                  </a:lnTo>
                  <a:lnTo>
                    <a:pt x="519264" y="306666"/>
                  </a:lnTo>
                  <a:lnTo>
                    <a:pt x="493026" y="306666"/>
                  </a:lnTo>
                  <a:lnTo>
                    <a:pt x="493077" y="293966"/>
                  </a:lnTo>
                  <a:lnTo>
                    <a:pt x="493801" y="292696"/>
                  </a:lnTo>
                  <a:lnTo>
                    <a:pt x="495503" y="293966"/>
                  </a:lnTo>
                  <a:lnTo>
                    <a:pt x="519811" y="293966"/>
                  </a:lnTo>
                  <a:lnTo>
                    <a:pt x="519887" y="292696"/>
                  </a:lnTo>
                  <a:lnTo>
                    <a:pt x="520039" y="290156"/>
                  </a:lnTo>
                  <a:lnTo>
                    <a:pt x="494004" y="290156"/>
                  </a:lnTo>
                  <a:lnTo>
                    <a:pt x="493471" y="287616"/>
                  </a:lnTo>
                  <a:lnTo>
                    <a:pt x="494004" y="283806"/>
                  </a:lnTo>
                  <a:lnTo>
                    <a:pt x="496125" y="283806"/>
                  </a:lnTo>
                  <a:lnTo>
                    <a:pt x="496011" y="277456"/>
                  </a:lnTo>
                  <a:lnTo>
                    <a:pt x="495909" y="272376"/>
                  </a:lnTo>
                  <a:lnTo>
                    <a:pt x="556018" y="272376"/>
                  </a:lnTo>
                  <a:lnTo>
                    <a:pt x="556348" y="271106"/>
                  </a:lnTo>
                  <a:lnTo>
                    <a:pt x="496481" y="269836"/>
                  </a:lnTo>
                  <a:lnTo>
                    <a:pt x="496481" y="267296"/>
                  </a:lnTo>
                  <a:lnTo>
                    <a:pt x="558622" y="267296"/>
                  </a:lnTo>
                  <a:lnTo>
                    <a:pt x="559028" y="264756"/>
                  </a:lnTo>
                  <a:lnTo>
                    <a:pt x="495820" y="264756"/>
                  </a:lnTo>
                  <a:lnTo>
                    <a:pt x="496125" y="259676"/>
                  </a:lnTo>
                  <a:lnTo>
                    <a:pt x="496760" y="259676"/>
                  </a:lnTo>
                  <a:lnTo>
                    <a:pt x="556679" y="258406"/>
                  </a:lnTo>
                  <a:lnTo>
                    <a:pt x="556882" y="257136"/>
                  </a:lnTo>
                  <a:lnTo>
                    <a:pt x="557085" y="255866"/>
                  </a:lnTo>
                  <a:lnTo>
                    <a:pt x="496481" y="257136"/>
                  </a:lnTo>
                  <a:lnTo>
                    <a:pt x="495909" y="255866"/>
                  </a:lnTo>
                  <a:lnTo>
                    <a:pt x="495820" y="254596"/>
                  </a:lnTo>
                  <a:lnTo>
                    <a:pt x="497535" y="253326"/>
                  </a:lnTo>
                  <a:lnTo>
                    <a:pt x="507720" y="252056"/>
                  </a:lnTo>
                  <a:lnTo>
                    <a:pt x="557085" y="252056"/>
                  </a:lnTo>
                  <a:lnTo>
                    <a:pt x="558622" y="254596"/>
                  </a:lnTo>
                  <a:lnTo>
                    <a:pt x="559714" y="258406"/>
                  </a:lnTo>
                  <a:lnTo>
                    <a:pt x="559816" y="259676"/>
                  </a:lnTo>
                  <a:lnTo>
                    <a:pt x="560565" y="269836"/>
                  </a:lnTo>
                  <a:lnTo>
                    <a:pt x="557720" y="272376"/>
                  </a:lnTo>
                  <a:lnTo>
                    <a:pt x="560501" y="277456"/>
                  </a:lnTo>
                  <a:lnTo>
                    <a:pt x="560374" y="282536"/>
                  </a:lnTo>
                  <a:lnTo>
                    <a:pt x="560260" y="287616"/>
                  </a:lnTo>
                  <a:lnTo>
                    <a:pt x="560197" y="290156"/>
                  </a:lnTo>
                  <a:lnTo>
                    <a:pt x="563041" y="292696"/>
                  </a:lnTo>
                  <a:lnTo>
                    <a:pt x="562635" y="293966"/>
                  </a:lnTo>
                  <a:lnTo>
                    <a:pt x="561251" y="295236"/>
                  </a:lnTo>
                  <a:lnTo>
                    <a:pt x="563041" y="310476"/>
                  </a:lnTo>
                  <a:lnTo>
                    <a:pt x="563092" y="311746"/>
                  </a:lnTo>
                  <a:lnTo>
                    <a:pt x="563206" y="314286"/>
                  </a:lnTo>
                  <a:lnTo>
                    <a:pt x="563321" y="316826"/>
                  </a:lnTo>
                  <a:lnTo>
                    <a:pt x="561797" y="317703"/>
                  </a:lnTo>
                  <a:lnTo>
                    <a:pt x="561124" y="319303"/>
                  </a:lnTo>
                  <a:lnTo>
                    <a:pt x="561251" y="324446"/>
                  </a:lnTo>
                  <a:lnTo>
                    <a:pt x="560197" y="329526"/>
                  </a:lnTo>
                  <a:lnTo>
                    <a:pt x="560108" y="330796"/>
                  </a:lnTo>
                  <a:lnTo>
                    <a:pt x="560031" y="332066"/>
                  </a:lnTo>
                  <a:lnTo>
                    <a:pt x="559943" y="333336"/>
                  </a:lnTo>
                  <a:lnTo>
                    <a:pt x="559866" y="334606"/>
                  </a:lnTo>
                  <a:lnTo>
                    <a:pt x="559777" y="335876"/>
                  </a:lnTo>
                  <a:lnTo>
                    <a:pt x="559701" y="337146"/>
                  </a:lnTo>
                  <a:lnTo>
                    <a:pt x="559612" y="338416"/>
                  </a:lnTo>
                  <a:lnTo>
                    <a:pt x="559536" y="339686"/>
                  </a:lnTo>
                  <a:lnTo>
                    <a:pt x="559422" y="341388"/>
                  </a:lnTo>
                  <a:lnTo>
                    <a:pt x="559371" y="342226"/>
                  </a:lnTo>
                  <a:lnTo>
                    <a:pt x="559282" y="343496"/>
                  </a:lnTo>
                  <a:lnTo>
                    <a:pt x="559193" y="344906"/>
                  </a:lnTo>
                  <a:lnTo>
                    <a:pt x="559155" y="346036"/>
                  </a:lnTo>
                  <a:lnTo>
                    <a:pt x="559041" y="347306"/>
                  </a:lnTo>
                  <a:lnTo>
                    <a:pt x="558990" y="354076"/>
                  </a:lnTo>
                  <a:lnTo>
                    <a:pt x="560819" y="356196"/>
                  </a:lnTo>
                  <a:lnTo>
                    <a:pt x="560920" y="357466"/>
                  </a:lnTo>
                  <a:lnTo>
                    <a:pt x="561530" y="365086"/>
                  </a:lnTo>
                  <a:lnTo>
                    <a:pt x="561454" y="414616"/>
                  </a:lnTo>
                  <a:lnTo>
                    <a:pt x="562533" y="456526"/>
                  </a:lnTo>
                  <a:lnTo>
                    <a:pt x="562635" y="487006"/>
                  </a:lnTo>
                  <a:lnTo>
                    <a:pt x="563041" y="616546"/>
                  </a:lnTo>
                  <a:lnTo>
                    <a:pt x="568528" y="62035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6782" y="1422501"/>
              <a:ext cx="89399" cy="7649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077000" y="1467026"/>
              <a:ext cx="96520" cy="572135"/>
            </a:xfrm>
            <a:custGeom>
              <a:avLst/>
              <a:gdLst/>
              <a:ahLst/>
              <a:cxnLst/>
              <a:rect l="l" t="t" r="r" b="b"/>
              <a:pathLst>
                <a:path w="96519" h="572135">
                  <a:moveTo>
                    <a:pt x="19618" y="166265"/>
                  </a:moveTo>
                  <a:lnTo>
                    <a:pt x="14568" y="166265"/>
                  </a:lnTo>
                  <a:lnTo>
                    <a:pt x="15425" y="163513"/>
                  </a:lnTo>
                  <a:lnTo>
                    <a:pt x="15425" y="161066"/>
                  </a:lnTo>
                  <a:lnTo>
                    <a:pt x="12780" y="159032"/>
                  </a:lnTo>
                  <a:lnTo>
                    <a:pt x="12628" y="103635"/>
                  </a:lnTo>
                  <a:lnTo>
                    <a:pt x="12973" y="57466"/>
                  </a:lnTo>
                  <a:lnTo>
                    <a:pt x="13008" y="52771"/>
                  </a:lnTo>
                  <a:lnTo>
                    <a:pt x="16358" y="51962"/>
                  </a:lnTo>
                  <a:lnTo>
                    <a:pt x="18054" y="50006"/>
                  </a:lnTo>
                  <a:lnTo>
                    <a:pt x="17167" y="47464"/>
                  </a:lnTo>
                  <a:lnTo>
                    <a:pt x="14233" y="46672"/>
                  </a:lnTo>
                  <a:lnTo>
                    <a:pt x="14064" y="44871"/>
                  </a:lnTo>
                  <a:lnTo>
                    <a:pt x="16540" y="43156"/>
                  </a:lnTo>
                  <a:lnTo>
                    <a:pt x="16602" y="42425"/>
                  </a:lnTo>
                  <a:lnTo>
                    <a:pt x="16800" y="41736"/>
                  </a:lnTo>
                  <a:lnTo>
                    <a:pt x="17993" y="36078"/>
                  </a:lnTo>
                  <a:lnTo>
                    <a:pt x="15516" y="34259"/>
                  </a:lnTo>
                  <a:lnTo>
                    <a:pt x="17291" y="31477"/>
                  </a:lnTo>
                  <a:lnTo>
                    <a:pt x="17993" y="26752"/>
                  </a:lnTo>
                  <a:lnTo>
                    <a:pt x="17703" y="23851"/>
                  </a:lnTo>
                  <a:lnTo>
                    <a:pt x="15698" y="20851"/>
                  </a:lnTo>
                  <a:lnTo>
                    <a:pt x="17456" y="16478"/>
                  </a:lnTo>
                  <a:lnTo>
                    <a:pt x="17993" y="11724"/>
                  </a:lnTo>
                  <a:lnTo>
                    <a:pt x="17291" y="8884"/>
                  </a:lnTo>
                  <a:lnTo>
                    <a:pt x="17703" y="5563"/>
                  </a:lnTo>
                  <a:lnTo>
                    <a:pt x="18574" y="3821"/>
                  </a:lnTo>
                  <a:lnTo>
                    <a:pt x="20241" y="3119"/>
                  </a:lnTo>
                  <a:lnTo>
                    <a:pt x="21340" y="948"/>
                  </a:lnTo>
                  <a:lnTo>
                    <a:pt x="23344" y="0"/>
                  </a:lnTo>
                  <a:lnTo>
                    <a:pt x="23232" y="5563"/>
                  </a:lnTo>
                  <a:lnTo>
                    <a:pt x="23107" y="11724"/>
                  </a:lnTo>
                  <a:lnTo>
                    <a:pt x="23011" y="16478"/>
                  </a:lnTo>
                  <a:lnTo>
                    <a:pt x="22923" y="20851"/>
                  </a:lnTo>
                  <a:lnTo>
                    <a:pt x="22803" y="26752"/>
                  </a:lnTo>
                  <a:lnTo>
                    <a:pt x="22708" y="31477"/>
                  </a:lnTo>
                  <a:lnTo>
                    <a:pt x="22615" y="36078"/>
                  </a:lnTo>
                  <a:lnTo>
                    <a:pt x="22501" y="41736"/>
                  </a:lnTo>
                  <a:lnTo>
                    <a:pt x="22385" y="47464"/>
                  </a:lnTo>
                  <a:lnTo>
                    <a:pt x="22272" y="53031"/>
                  </a:lnTo>
                  <a:lnTo>
                    <a:pt x="45464" y="54698"/>
                  </a:lnTo>
                  <a:lnTo>
                    <a:pt x="44911" y="55461"/>
                  </a:lnTo>
                  <a:lnTo>
                    <a:pt x="20241" y="55461"/>
                  </a:lnTo>
                  <a:lnTo>
                    <a:pt x="18574" y="56518"/>
                  </a:lnTo>
                  <a:lnTo>
                    <a:pt x="18831" y="159032"/>
                  </a:lnTo>
                  <a:lnTo>
                    <a:pt x="18955" y="161066"/>
                  </a:lnTo>
                  <a:lnTo>
                    <a:pt x="19464" y="165056"/>
                  </a:lnTo>
                  <a:lnTo>
                    <a:pt x="19551" y="165745"/>
                  </a:lnTo>
                  <a:lnTo>
                    <a:pt x="19618" y="166265"/>
                  </a:lnTo>
                  <a:close/>
                </a:path>
                <a:path w="96519" h="572135">
                  <a:moveTo>
                    <a:pt x="43462" y="57466"/>
                  </a:moveTo>
                  <a:lnTo>
                    <a:pt x="20241" y="55461"/>
                  </a:lnTo>
                  <a:lnTo>
                    <a:pt x="44911" y="55461"/>
                  </a:lnTo>
                  <a:lnTo>
                    <a:pt x="43462" y="57466"/>
                  </a:lnTo>
                  <a:close/>
                </a:path>
                <a:path w="96519" h="572135">
                  <a:moveTo>
                    <a:pt x="21708" y="205675"/>
                  </a:moveTo>
                  <a:lnTo>
                    <a:pt x="13222" y="205675"/>
                  </a:lnTo>
                  <a:lnTo>
                    <a:pt x="15516" y="200524"/>
                  </a:lnTo>
                  <a:lnTo>
                    <a:pt x="14064" y="197632"/>
                  </a:lnTo>
                  <a:lnTo>
                    <a:pt x="17456" y="195540"/>
                  </a:lnTo>
                  <a:lnTo>
                    <a:pt x="16235" y="193814"/>
                  </a:lnTo>
                  <a:lnTo>
                    <a:pt x="15425" y="186275"/>
                  </a:lnTo>
                  <a:lnTo>
                    <a:pt x="13222" y="176644"/>
                  </a:lnTo>
                  <a:lnTo>
                    <a:pt x="15075" y="174762"/>
                  </a:lnTo>
                  <a:lnTo>
                    <a:pt x="14190" y="166265"/>
                  </a:lnTo>
                  <a:lnTo>
                    <a:pt x="14064" y="165056"/>
                  </a:lnTo>
                  <a:lnTo>
                    <a:pt x="14415" y="165745"/>
                  </a:lnTo>
                  <a:lnTo>
                    <a:pt x="14568" y="166265"/>
                  </a:lnTo>
                  <a:lnTo>
                    <a:pt x="19618" y="166265"/>
                  </a:lnTo>
                  <a:lnTo>
                    <a:pt x="20625" y="174168"/>
                  </a:lnTo>
                  <a:lnTo>
                    <a:pt x="82855" y="174168"/>
                  </a:lnTo>
                  <a:lnTo>
                    <a:pt x="85620" y="177638"/>
                  </a:lnTo>
                  <a:lnTo>
                    <a:pt x="81984" y="177638"/>
                  </a:lnTo>
                  <a:lnTo>
                    <a:pt x="20654" y="178633"/>
                  </a:lnTo>
                  <a:lnTo>
                    <a:pt x="20625" y="184839"/>
                  </a:lnTo>
                  <a:lnTo>
                    <a:pt x="80948" y="184839"/>
                  </a:lnTo>
                  <a:lnTo>
                    <a:pt x="86333" y="187621"/>
                  </a:lnTo>
                  <a:lnTo>
                    <a:pt x="21785" y="187621"/>
                  </a:lnTo>
                  <a:lnTo>
                    <a:pt x="20654" y="192618"/>
                  </a:lnTo>
                  <a:lnTo>
                    <a:pt x="20625" y="194074"/>
                  </a:lnTo>
                  <a:lnTo>
                    <a:pt x="21927" y="197632"/>
                  </a:lnTo>
                  <a:lnTo>
                    <a:pt x="22028" y="197908"/>
                  </a:lnTo>
                  <a:lnTo>
                    <a:pt x="60583" y="198415"/>
                  </a:lnTo>
                  <a:lnTo>
                    <a:pt x="84672" y="198415"/>
                  </a:lnTo>
                  <a:lnTo>
                    <a:pt x="87411" y="200524"/>
                  </a:lnTo>
                  <a:lnTo>
                    <a:pt x="89920" y="200524"/>
                  </a:lnTo>
                  <a:lnTo>
                    <a:pt x="89185" y="201226"/>
                  </a:lnTo>
                  <a:lnTo>
                    <a:pt x="89290" y="201593"/>
                  </a:lnTo>
                  <a:lnTo>
                    <a:pt x="55524" y="201593"/>
                  </a:lnTo>
                  <a:lnTo>
                    <a:pt x="22899" y="202081"/>
                  </a:lnTo>
                  <a:lnTo>
                    <a:pt x="22090" y="202864"/>
                  </a:lnTo>
                  <a:lnTo>
                    <a:pt x="21249" y="203839"/>
                  </a:lnTo>
                  <a:lnTo>
                    <a:pt x="21340" y="205018"/>
                  </a:lnTo>
                  <a:lnTo>
                    <a:pt x="21708" y="205675"/>
                  </a:lnTo>
                  <a:close/>
                </a:path>
                <a:path w="96519" h="572135">
                  <a:moveTo>
                    <a:pt x="89920" y="182256"/>
                  </a:moveTo>
                  <a:lnTo>
                    <a:pt x="85962" y="182256"/>
                  </a:lnTo>
                  <a:lnTo>
                    <a:pt x="81984" y="177638"/>
                  </a:lnTo>
                  <a:lnTo>
                    <a:pt x="85620" y="177638"/>
                  </a:lnTo>
                  <a:lnTo>
                    <a:pt x="87093" y="179487"/>
                  </a:lnTo>
                  <a:lnTo>
                    <a:pt x="91203" y="179640"/>
                  </a:lnTo>
                  <a:lnTo>
                    <a:pt x="89920" y="182256"/>
                  </a:lnTo>
                  <a:close/>
                </a:path>
                <a:path w="96519" h="572135">
                  <a:moveTo>
                    <a:pt x="88558" y="195403"/>
                  </a:moveTo>
                  <a:lnTo>
                    <a:pt x="21785" y="187621"/>
                  </a:lnTo>
                  <a:lnTo>
                    <a:pt x="86333" y="187621"/>
                  </a:lnTo>
                  <a:lnTo>
                    <a:pt x="89920" y="189473"/>
                  </a:lnTo>
                  <a:lnTo>
                    <a:pt x="88558" y="195403"/>
                  </a:lnTo>
                  <a:close/>
                </a:path>
                <a:path w="96519" h="572135">
                  <a:moveTo>
                    <a:pt x="84672" y="198415"/>
                  </a:moveTo>
                  <a:lnTo>
                    <a:pt x="60583" y="198415"/>
                  </a:lnTo>
                  <a:lnTo>
                    <a:pt x="84431" y="198230"/>
                  </a:lnTo>
                  <a:lnTo>
                    <a:pt x="84672" y="198415"/>
                  </a:lnTo>
                  <a:close/>
                </a:path>
                <a:path w="96519" h="572135">
                  <a:moveTo>
                    <a:pt x="96172" y="569082"/>
                  </a:moveTo>
                  <a:lnTo>
                    <a:pt x="90410" y="566135"/>
                  </a:lnTo>
                  <a:lnTo>
                    <a:pt x="90370" y="553046"/>
                  </a:lnTo>
                  <a:lnTo>
                    <a:pt x="90263" y="518007"/>
                  </a:lnTo>
                  <a:lnTo>
                    <a:pt x="90226" y="505945"/>
                  </a:lnTo>
                  <a:lnTo>
                    <a:pt x="90116" y="470237"/>
                  </a:lnTo>
                  <a:lnTo>
                    <a:pt x="90013" y="436666"/>
                  </a:lnTo>
                  <a:lnTo>
                    <a:pt x="89920" y="406121"/>
                  </a:lnTo>
                  <a:lnTo>
                    <a:pt x="88999" y="364327"/>
                  </a:lnTo>
                  <a:lnTo>
                    <a:pt x="88989" y="314870"/>
                  </a:lnTo>
                  <a:lnTo>
                    <a:pt x="88255" y="306753"/>
                  </a:lnTo>
                  <a:lnTo>
                    <a:pt x="88129" y="305365"/>
                  </a:lnTo>
                  <a:lnTo>
                    <a:pt x="86634" y="303298"/>
                  </a:lnTo>
                  <a:lnTo>
                    <a:pt x="86321" y="302795"/>
                  </a:lnTo>
                  <a:lnTo>
                    <a:pt x="86355" y="297092"/>
                  </a:lnTo>
                  <a:lnTo>
                    <a:pt x="86459" y="295701"/>
                  </a:lnTo>
                  <a:lnTo>
                    <a:pt x="86528" y="295045"/>
                  </a:lnTo>
                  <a:lnTo>
                    <a:pt x="86762" y="291636"/>
                  </a:lnTo>
                  <a:lnTo>
                    <a:pt x="86851" y="290443"/>
                  </a:lnTo>
                  <a:lnTo>
                    <a:pt x="87031" y="288561"/>
                  </a:lnTo>
                  <a:lnTo>
                    <a:pt x="87108" y="287002"/>
                  </a:lnTo>
                  <a:lnTo>
                    <a:pt x="87388" y="283243"/>
                  </a:lnTo>
                  <a:lnTo>
                    <a:pt x="87443" y="282508"/>
                  </a:lnTo>
                  <a:lnTo>
                    <a:pt x="87566" y="280858"/>
                  </a:lnTo>
                  <a:lnTo>
                    <a:pt x="87608" y="280292"/>
                  </a:lnTo>
                  <a:lnTo>
                    <a:pt x="87720" y="278794"/>
                  </a:lnTo>
                  <a:lnTo>
                    <a:pt x="88727" y="273553"/>
                  </a:lnTo>
                  <a:lnTo>
                    <a:pt x="88641" y="270586"/>
                  </a:lnTo>
                  <a:lnTo>
                    <a:pt x="88593" y="268816"/>
                  </a:lnTo>
                  <a:lnTo>
                    <a:pt x="89131" y="267726"/>
                  </a:lnTo>
                  <a:lnTo>
                    <a:pt x="89443" y="266885"/>
                  </a:lnTo>
                  <a:lnTo>
                    <a:pt x="90823" y="265572"/>
                  </a:lnTo>
                  <a:lnTo>
                    <a:pt x="90526" y="260955"/>
                  </a:lnTo>
                  <a:lnTo>
                    <a:pt x="90431" y="259473"/>
                  </a:lnTo>
                  <a:lnTo>
                    <a:pt x="88806" y="244857"/>
                  </a:lnTo>
                  <a:lnTo>
                    <a:pt x="88727" y="244155"/>
                  </a:lnTo>
                  <a:lnTo>
                    <a:pt x="89920" y="243710"/>
                  </a:lnTo>
                  <a:lnTo>
                    <a:pt x="90342" y="241906"/>
                  </a:lnTo>
                  <a:lnTo>
                    <a:pt x="90410" y="241614"/>
                  </a:lnTo>
                  <a:lnTo>
                    <a:pt x="87907" y="238969"/>
                  </a:lnTo>
                  <a:lnTo>
                    <a:pt x="87781" y="226559"/>
                  </a:lnTo>
                  <a:lnTo>
                    <a:pt x="84844" y="221376"/>
                  </a:lnTo>
                  <a:lnTo>
                    <a:pt x="87781" y="218760"/>
                  </a:lnTo>
                  <a:lnTo>
                    <a:pt x="87175" y="209541"/>
                  </a:lnTo>
                  <a:lnTo>
                    <a:pt x="84140" y="201593"/>
                  </a:lnTo>
                  <a:lnTo>
                    <a:pt x="89290" y="201593"/>
                  </a:lnTo>
                  <a:lnTo>
                    <a:pt x="90225" y="204882"/>
                  </a:lnTo>
                  <a:lnTo>
                    <a:pt x="91203" y="208472"/>
                  </a:lnTo>
                  <a:lnTo>
                    <a:pt x="90559" y="215842"/>
                  </a:lnTo>
                  <a:lnTo>
                    <a:pt x="90486" y="216684"/>
                  </a:lnTo>
                  <a:lnTo>
                    <a:pt x="90410" y="217551"/>
                  </a:lnTo>
                  <a:lnTo>
                    <a:pt x="88993" y="221376"/>
                  </a:lnTo>
                  <a:lnTo>
                    <a:pt x="88909" y="221603"/>
                  </a:lnTo>
                  <a:lnTo>
                    <a:pt x="89920" y="223134"/>
                  </a:lnTo>
                  <a:lnTo>
                    <a:pt x="90374" y="228759"/>
                  </a:lnTo>
                  <a:lnTo>
                    <a:pt x="90472" y="229981"/>
                  </a:lnTo>
                  <a:lnTo>
                    <a:pt x="90547" y="236753"/>
                  </a:lnTo>
                  <a:lnTo>
                    <a:pt x="92470" y="243112"/>
                  </a:lnTo>
                  <a:lnTo>
                    <a:pt x="92548" y="243372"/>
                  </a:lnTo>
                  <a:lnTo>
                    <a:pt x="93914" y="243372"/>
                  </a:lnTo>
                  <a:lnTo>
                    <a:pt x="93828" y="244857"/>
                  </a:lnTo>
                  <a:lnTo>
                    <a:pt x="93725" y="246615"/>
                  </a:lnTo>
                  <a:lnTo>
                    <a:pt x="93668" y="257101"/>
                  </a:lnTo>
                  <a:lnTo>
                    <a:pt x="94290" y="260955"/>
                  </a:lnTo>
                  <a:lnTo>
                    <a:pt x="93711" y="262956"/>
                  </a:lnTo>
                  <a:lnTo>
                    <a:pt x="93725" y="269179"/>
                  </a:lnTo>
                  <a:lnTo>
                    <a:pt x="90608" y="285121"/>
                  </a:lnTo>
                  <a:lnTo>
                    <a:pt x="90486" y="288350"/>
                  </a:lnTo>
                  <a:lnTo>
                    <a:pt x="90361" y="291636"/>
                  </a:lnTo>
                  <a:lnTo>
                    <a:pt x="90252" y="294525"/>
                  </a:lnTo>
                  <a:lnTo>
                    <a:pt x="90132" y="297703"/>
                  </a:lnTo>
                  <a:lnTo>
                    <a:pt x="90010" y="300913"/>
                  </a:lnTo>
                  <a:lnTo>
                    <a:pt x="89920" y="303298"/>
                  </a:lnTo>
                  <a:lnTo>
                    <a:pt x="91830" y="305365"/>
                  </a:lnTo>
                  <a:lnTo>
                    <a:pt x="93779" y="338555"/>
                  </a:lnTo>
                  <a:lnTo>
                    <a:pt x="93901" y="343293"/>
                  </a:lnTo>
                  <a:lnTo>
                    <a:pt x="93237" y="364327"/>
                  </a:lnTo>
                  <a:lnTo>
                    <a:pt x="93493" y="384568"/>
                  </a:lnTo>
                  <a:lnTo>
                    <a:pt x="93736" y="406121"/>
                  </a:lnTo>
                  <a:lnTo>
                    <a:pt x="94397" y="470237"/>
                  </a:lnTo>
                  <a:lnTo>
                    <a:pt x="96119" y="566135"/>
                  </a:lnTo>
                  <a:lnTo>
                    <a:pt x="96172" y="569082"/>
                  </a:lnTo>
                  <a:close/>
                </a:path>
                <a:path w="96519" h="572135">
                  <a:moveTo>
                    <a:pt x="73859" y="214221"/>
                  </a:moveTo>
                  <a:lnTo>
                    <a:pt x="18574" y="214221"/>
                  </a:lnTo>
                  <a:lnTo>
                    <a:pt x="19140" y="209541"/>
                  </a:lnTo>
                  <a:lnTo>
                    <a:pt x="17229" y="208794"/>
                  </a:lnTo>
                  <a:lnTo>
                    <a:pt x="17703" y="205675"/>
                  </a:lnTo>
                  <a:lnTo>
                    <a:pt x="84254" y="205675"/>
                  </a:lnTo>
                  <a:lnTo>
                    <a:pt x="84105" y="207358"/>
                  </a:lnTo>
                  <a:lnTo>
                    <a:pt x="84080" y="207631"/>
                  </a:lnTo>
                  <a:lnTo>
                    <a:pt x="22090" y="208947"/>
                  </a:lnTo>
                  <a:lnTo>
                    <a:pt x="21340" y="209298"/>
                  </a:lnTo>
                  <a:lnTo>
                    <a:pt x="21249" y="213454"/>
                  </a:lnTo>
                  <a:lnTo>
                    <a:pt x="73859" y="214221"/>
                  </a:lnTo>
                  <a:close/>
                </a:path>
                <a:path w="96519" h="572135">
                  <a:moveTo>
                    <a:pt x="18151" y="254547"/>
                  </a:moveTo>
                  <a:lnTo>
                    <a:pt x="10685" y="254547"/>
                  </a:lnTo>
                  <a:lnTo>
                    <a:pt x="13606" y="252499"/>
                  </a:lnTo>
                  <a:lnTo>
                    <a:pt x="12780" y="244857"/>
                  </a:lnTo>
                  <a:lnTo>
                    <a:pt x="11973" y="241906"/>
                  </a:lnTo>
                  <a:lnTo>
                    <a:pt x="11848" y="241448"/>
                  </a:lnTo>
                  <a:lnTo>
                    <a:pt x="14233" y="236080"/>
                  </a:lnTo>
                  <a:lnTo>
                    <a:pt x="15104" y="233009"/>
                  </a:lnTo>
                  <a:lnTo>
                    <a:pt x="15425" y="231202"/>
                  </a:lnTo>
                  <a:lnTo>
                    <a:pt x="15698" y="229981"/>
                  </a:lnTo>
                  <a:lnTo>
                    <a:pt x="16800" y="228759"/>
                  </a:lnTo>
                  <a:lnTo>
                    <a:pt x="16971" y="226559"/>
                  </a:lnTo>
                  <a:lnTo>
                    <a:pt x="17076" y="225197"/>
                  </a:lnTo>
                  <a:lnTo>
                    <a:pt x="13008" y="223482"/>
                  </a:lnTo>
                  <a:lnTo>
                    <a:pt x="12882" y="221376"/>
                  </a:lnTo>
                  <a:lnTo>
                    <a:pt x="12748" y="221376"/>
                  </a:lnTo>
                  <a:lnTo>
                    <a:pt x="10977" y="220226"/>
                  </a:lnTo>
                  <a:lnTo>
                    <a:pt x="12595" y="219478"/>
                  </a:lnTo>
                  <a:lnTo>
                    <a:pt x="17456" y="218533"/>
                  </a:lnTo>
                  <a:lnTo>
                    <a:pt x="17368" y="217551"/>
                  </a:lnTo>
                  <a:lnTo>
                    <a:pt x="17291" y="216684"/>
                  </a:lnTo>
                  <a:lnTo>
                    <a:pt x="12628" y="215842"/>
                  </a:lnTo>
                  <a:lnTo>
                    <a:pt x="12793" y="214221"/>
                  </a:lnTo>
                  <a:lnTo>
                    <a:pt x="86380" y="214221"/>
                  </a:lnTo>
                  <a:lnTo>
                    <a:pt x="86038" y="215842"/>
                  </a:lnTo>
                  <a:lnTo>
                    <a:pt x="85943" y="216297"/>
                  </a:lnTo>
                  <a:lnTo>
                    <a:pt x="22028" y="216297"/>
                  </a:lnTo>
                  <a:lnTo>
                    <a:pt x="22028" y="219033"/>
                  </a:lnTo>
                  <a:lnTo>
                    <a:pt x="83544" y="219813"/>
                  </a:lnTo>
                  <a:lnTo>
                    <a:pt x="83304" y="221376"/>
                  </a:lnTo>
                  <a:lnTo>
                    <a:pt x="83270" y="221603"/>
                  </a:lnTo>
                  <a:lnTo>
                    <a:pt x="21340" y="221603"/>
                  </a:lnTo>
                  <a:lnTo>
                    <a:pt x="21465" y="226559"/>
                  </a:lnTo>
                  <a:lnTo>
                    <a:pt x="21582" y="231202"/>
                  </a:lnTo>
                  <a:lnTo>
                    <a:pt x="21616" y="232548"/>
                  </a:lnTo>
                  <a:lnTo>
                    <a:pt x="19279" y="233542"/>
                  </a:lnTo>
                  <a:lnTo>
                    <a:pt x="18652" y="236753"/>
                  </a:lnTo>
                  <a:lnTo>
                    <a:pt x="18574" y="237149"/>
                  </a:lnTo>
                  <a:lnTo>
                    <a:pt x="19203" y="238770"/>
                  </a:lnTo>
                  <a:lnTo>
                    <a:pt x="19279" y="238969"/>
                  </a:lnTo>
                  <a:lnTo>
                    <a:pt x="19903" y="239982"/>
                  </a:lnTo>
                  <a:lnTo>
                    <a:pt x="46214" y="239982"/>
                  </a:lnTo>
                  <a:lnTo>
                    <a:pt x="46001" y="241448"/>
                  </a:lnTo>
                  <a:lnTo>
                    <a:pt x="45935" y="241906"/>
                  </a:lnTo>
                  <a:lnTo>
                    <a:pt x="19140" y="241906"/>
                  </a:lnTo>
                  <a:lnTo>
                    <a:pt x="18437" y="242624"/>
                  </a:lnTo>
                  <a:lnTo>
                    <a:pt x="18312" y="246615"/>
                  </a:lnTo>
                  <a:lnTo>
                    <a:pt x="18192" y="252499"/>
                  </a:lnTo>
                  <a:lnTo>
                    <a:pt x="18151" y="254547"/>
                  </a:lnTo>
                  <a:close/>
                </a:path>
                <a:path w="96519" h="572135">
                  <a:moveTo>
                    <a:pt x="85897" y="216515"/>
                  </a:moveTo>
                  <a:lnTo>
                    <a:pt x="22028" y="216297"/>
                  </a:lnTo>
                  <a:lnTo>
                    <a:pt x="85943" y="216297"/>
                  </a:lnTo>
                  <a:lnTo>
                    <a:pt x="85897" y="216515"/>
                  </a:lnTo>
                  <a:close/>
                </a:path>
                <a:path w="96519" h="572135">
                  <a:moveTo>
                    <a:pt x="83239" y="221805"/>
                  </a:moveTo>
                  <a:lnTo>
                    <a:pt x="21340" y="221603"/>
                  </a:lnTo>
                  <a:lnTo>
                    <a:pt x="83270" y="221603"/>
                  </a:lnTo>
                  <a:lnTo>
                    <a:pt x="83239" y="221805"/>
                  </a:lnTo>
                  <a:close/>
                </a:path>
                <a:path w="96519" h="572135">
                  <a:moveTo>
                    <a:pt x="21050" y="243112"/>
                  </a:moveTo>
                  <a:lnTo>
                    <a:pt x="19140" y="241906"/>
                  </a:lnTo>
                  <a:lnTo>
                    <a:pt x="45935" y="241906"/>
                  </a:lnTo>
                  <a:lnTo>
                    <a:pt x="45831" y="242624"/>
                  </a:lnTo>
                  <a:lnTo>
                    <a:pt x="21050" y="243112"/>
                  </a:lnTo>
                  <a:close/>
                </a:path>
                <a:path w="96519" h="572135">
                  <a:moveTo>
                    <a:pt x="93914" y="243372"/>
                  </a:moveTo>
                  <a:lnTo>
                    <a:pt x="92548" y="243372"/>
                  </a:lnTo>
                  <a:lnTo>
                    <a:pt x="94047" y="242624"/>
                  </a:lnTo>
                  <a:lnTo>
                    <a:pt x="93930" y="243112"/>
                  </a:lnTo>
                  <a:lnTo>
                    <a:pt x="93914" y="243372"/>
                  </a:lnTo>
                  <a:close/>
                </a:path>
                <a:path w="96519" h="572135">
                  <a:moveTo>
                    <a:pt x="15425" y="300533"/>
                  </a:moveTo>
                  <a:lnTo>
                    <a:pt x="15318" y="299510"/>
                  </a:lnTo>
                  <a:lnTo>
                    <a:pt x="15104" y="298437"/>
                  </a:lnTo>
                  <a:lnTo>
                    <a:pt x="15104" y="297092"/>
                  </a:lnTo>
                  <a:lnTo>
                    <a:pt x="16800" y="295701"/>
                  </a:lnTo>
                  <a:lnTo>
                    <a:pt x="17034" y="295045"/>
                  </a:lnTo>
                  <a:lnTo>
                    <a:pt x="17167" y="294525"/>
                  </a:lnTo>
                  <a:lnTo>
                    <a:pt x="18574" y="293362"/>
                  </a:lnTo>
                  <a:lnTo>
                    <a:pt x="18723" y="291636"/>
                  </a:lnTo>
                  <a:lnTo>
                    <a:pt x="18825" y="290443"/>
                  </a:lnTo>
                  <a:lnTo>
                    <a:pt x="18903" y="288350"/>
                  </a:lnTo>
                  <a:lnTo>
                    <a:pt x="18483" y="287292"/>
                  </a:lnTo>
                  <a:lnTo>
                    <a:pt x="17167" y="287002"/>
                  </a:lnTo>
                  <a:lnTo>
                    <a:pt x="15455" y="282021"/>
                  </a:lnTo>
                  <a:lnTo>
                    <a:pt x="15616" y="280858"/>
                  </a:lnTo>
                  <a:lnTo>
                    <a:pt x="15703" y="279451"/>
                  </a:lnTo>
                  <a:lnTo>
                    <a:pt x="14233" y="277205"/>
                  </a:lnTo>
                  <a:lnTo>
                    <a:pt x="14285" y="275002"/>
                  </a:lnTo>
                  <a:lnTo>
                    <a:pt x="14388" y="270586"/>
                  </a:lnTo>
                  <a:lnTo>
                    <a:pt x="14456" y="267726"/>
                  </a:lnTo>
                  <a:lnTo>
                    <a:pt x="14568" y="262956"/>
                  </a:lnTo>
                  <a:lnTo>
                    <a:pt x="12628" y="259473"/>
                  </a:lnTo>
                  <a:lnTo>
                    <a:pt x="12183" y="257101"/>
                  </a:lnTo>
                  <a:lnTo>
                    <a:pt x="9723" y="256136"/>
                  </a:lnTo>
                  <a:lnTo>
                    <a:pt x="9160" y="254547"/>
                  </a:lnTo>
                  <a:lnTo>
                    <a:pt x="9063" y="254274"/>
                  </a:lnTo>
                  <a:lnTo>
                    <a:pt x="10685" y="254547"/>
                  </a:lnTo>
                  <a:lnTo>
                    <a:pt x="18151" y="254547"/>
                  </a:lnTo>
                  <a:lnTo>
                    <a:pt x="18119" y="256136"/>
                  </a:lnTo>
                  <a:lnTo>
                    <a:pt x="0" y="256136"/>
                  </a:lnTo>
                  <a:lnTo>
                    <a:pt x="45295" y="256444"/>
                  </a:lnTo>
                  <a:lnTo>
                    <a:pt x="45245" y="257101"/>
                  </a:lnTo>
                  <a:lnTo>
                    <a:pt x="45140" y="258495"/>
                  </a:lnTo>
                  <a:lnTo>
                    <a:pt x="18116" y="258495"/>
                  </a:lnTo>
                  <a:lnTo>
                    <a:pt x="18235" y="260955"/>
                  </a:lnTo>
                  <a:lnTo>
                    <a:pt x="18349" y="263323"/>
                  </a:lnTo>
                  <a:lnTo>
                    <a:pt x="18392" y="264224"/>
                  </a:lnTo>
                  <a:lnTo>
                    <a:pt x="87657" y="266630"/>
                  </a:lnTo>
                  <a:lnTo>
                    <a:pt x="89673" y="266630"/>
                  </a:lnTo>
                  <a:lnTo>
                    <a:pt x="89547" y="266885"/>
                  </a:lnTo>
                  <a:lnTo>
                    <a:pt x="18483" y="266885"/>
                  </a:lnTo>
                  <a:lnTo>
                    <a:pt x="18834" y="273413"/>
                  </a:lnTo>
                  <a:lnTo>
                    <a:pt x="21050" y="273413"/>
                  </a:lnTo>
                  <a:lnTo>
                    <a:pt x="22656" y="275002"/>
                  </a:lnTo>
                  <a:lnTo>
                    <a:pt x="87336" y="277205"/>
                  </a:lnTo>
                  <a:lnTo>
                    <a:pt x="87179" y="278794"/>
                  </a:lnTo>
                  <a:lnTo>
                    <a:pt x="87134" y="279252"/>
                  </a:lnTo>
                  <a:lnTo>
                    <a:pt x="22656" y="279252"/>
                  </a:lnTo>
                  <a:lnTo>
                    <a:pt x="22272" y="280858"/>
                  </a:lnTo>
                  <a:lnTo>
                    <a:pt x="22181" y="282508"/>
                  </a:lnTo>
                  <a:lnTo>
                    <a:pt x="22656" y="283243"/>
                  </a:lnTo>
                  <a:lnTo>
                    <a:pt x="86647" y="285121"/>
                  </a:lnTo>
                  <a:lnTo>
                    <a:pt x="86857" y="287002"/>
                  </a:lnTo>
                  <a:lnTo>
                    <a:pt x="22090" y="287002"/>
                  </a:lnTo>
                  <a:lnTo>
                    <a:pt x="22173" y="288561"/>
                  </a:lnTo>
                  <a:lnTo>
                    <a:pt x="22272" y="290443"/>
                  </a:lnTo>
                  <a:lnTo>
                    <a:pt x="24475" y="291636"/>
                  </a:lnTo>
                  <a:lnTo>
                    <a:pt x="86160" y="293362"/>
                  </a:lnTo>
                  <a:lnTo>
                    <a:pt x="86633" y="293362"/>
                  </a:lnTo>
                  <a:lnTo>
                    <a:pt x="86598" y="293836"/>
                  </a:lnTo>
                  <a:lnTo>
                    <a:pt x="23344" y="293836"/>
                  </a:lnTo>
                  <a:lnTo>
                    <a:pt x="22441" y="295045"/>
                  </a:lnTo>
                  <a:lnTo>
                    <a:pt x="22181" y="296497"/>
                  </a:lnTo>
                  <a:lnTo>
                    <a:pt x="22656" y="297703"/>
                  </a:lnTo>
                  <a:lnTo>
                    <a:pt x="39109" y="297703"/>
                  </a:lnTo>
                  <a:lnTo>
                    <a:pt x="85808" y="299722"/>
                  </a:lnTo>
                  <a:lnTo>
                    <a:pt x="86159" y="299722"/>
                  </a:lnTo>
                  <a:lnTo>
                    <a:pt x="86124" y="300195"/>
                  </a:lnTo>
                  <a:lnTo>
                    <a:pt x="17765" y="300195"/>
                  </a:lnTo>
                  <a:lnTo>
                    <a:pt x="15425" y="300533"/>
                  </a:lnTo>
                  <a:close/>
                </a:path>
                <a:path w="96519" h="572135">
                  <a:moveTo>
                    <a:pt x="45113" y="258859"/>
                  </a:moveTo>
                  <a:lnTo>
                    <a:pt x="18116" y="258495"/>
                  </a:lnTo>
                  <a:lnTo>
                    <a:pt x="45140" y="258495"/>
                  </a:lnTo>
                  <a:lnTo>
                    <a:pt x="45113" y="258859"/>
                  </a:lnTo>
                  <a:close/>
                </a:path>
                <a:path w="96519" h="572135">
                  <a:moveTo>
                    <a:pt x="88590" y="268816"/>
                  </a:moveTo>
                  <a:lnTo>
                    <a:pt x="86083" y="268816"/>
                  </a:lnTo>
                  <a:lnTo>
                    <a:pt x="18483" y="266885"/>
                  </a:lnTo>
                  <a:lnTo>
                    <a:pt x="89443" y="266885"/>
                  </a:lnTo>
                  <a:lnTo>
                    <a:pt x="88558" y="267726"/>
                  </a:lnTo>
                  <a:lnTo>
                    <a:pt x="88590" y="268816"/>
                  </a:lnTo>
                  <a:close/>
                </a:path>
                <a:path w="96519" h="572135">
                  <a:moveTo>
                    <a:pt x="87031" y="280292"/>
                  </a:moveTo>
                  <a:lnTo>
                    <a:pt x="22656" y="279252"/>
                  </a:lnTo>
                  <a:lnTo>
                    <a:pt x="87134" y="279252"/>
                  </a:lnTo>
                  <a:lnTo>
                    <a:pt x="87031" y="280292"/>
                  </a:lnTo>
                  <a:close/>
                </a:path>
                <a:path w="96519" h="572135">
                  <a:moveTo>
                    <a:pt x="86991" y="288561"/>
                  </a:moveTo>
                  <a:lnTo>
                    <a:pt x="22090" y="287002"/>
                  </a:lnTo>
                  <a:lnTo>
                    <a:pt x="86857" y="287002"/>
                  </a:lnTo>
                  <a:lnTo>
                    <a:pt x="86889" y="287292"/>
                  </a:lnTo>
                  <a:lnTo>
                    <a:pt x="86991" y="288561"/>
                  </a:lnTo>
                  <a:close/>
                </a:path>
                <a:path w="96519" h="572135">
                  <a:moveTo>
                    <a:pt x="86474" y="295499"/>
                  </a:moveTo>
                  <a:lnTo>
                    <a:pt x="23344" y="293836"/>
                  </a:lnTo>
                  <a:lnTo>
                    <a:pt x="86598" y="293836"/>
                  </a:lnTo>
                  <a:lnTo>
                    <a:pt x="86474" y="295499"/>
                  </a:lnTo>
                  <a:close/>
                </a:path>
                <a:path w="96519" h="572135">
                  <a:moveTo>
                    <a:pt x="39109" y="297703"/>
                  </a:moveTo>
                  <a:lnTo>
                    <a:pt x="22656" y="297703"/>
                  </a:lnTo>
                  <a:lnTo>
                    <a:pt x="24979" y="297092"/>
                  </a:lnTo>
                  <a:lnTo>
                    <a:pt x="39109" y="297703"/>
                  </a:lnTo>
                  <a:close/>
                </a:path>
                <a:path w="96519" h="572135">
                  <a:moveTo>
                    <a:pt x="22656" y="571912"/>
                  </a:moveTo>
                  <a:lnTo>
                    <a:pt x="15516" y="571344"/>
                  </a:lnTo>
                  <a:lnTo>
                    <a:pt x="15595" y="566135"/>
                  </a:lnTo>
                  <a:lnTo>
                    <a:pt x="15698" y="518007"/>
                  </a:lnTo>
                  <a:lnTo>
                    <a:pt x="15318" y="483215"/>
                  </a:lnTo>
                  <a:lnTo>
                    <a:pt x="14691" y="412939"/>
                  </a:lnTo>
                  <a:lnTo>
                    <a:pt x="13677" y="347862"/>
                  </a:lnTo>
                  <a:lnTo>
                    <a:pt x="13606" y="343293"/>
                  </a:lnTo>
                  <a:lnTo>
                    <a:pt x="15425" y="340323"/>
                  </a:lnTo>
                  <a:lnTo>
                    <a:pt x="13759" y="338555"/>
                  </a:lnTo>
                  <a:lnTo>
                    <a:pt x="13673" y="334500"/>
                  </a:lnTo>
                  <a:lnTo>
                    <a:pt x="13606" y="331322"/>
                  </a:lnTo>
                  <a:lnTo>
                    <a:pt x="16602" y="329928"/>
                  </a:lnTo>
                  <a:lnTo>
                    <a:pt x="17702" y="327253"/>
                  </a:lnTo>
                  <a:lnTo>
                    <a:pt x="17765" y="327101"/>
                  </a:lnTo>
                  <a:lnTo>
                    <a:pt x="16082" y="324625"/>
                  </a:lnTo>
                  <a:lnTo>
                    <a:pt x="15565" y="315711"/>
                  </a:lnTo>
                  <a:lnTo>
                    <a:pt x="15516" y="314870"/>
                  </a:lnTo>
                  <a:lnTo>
                    <a:pt x="16631" y="308663"/>
                  </a:lnTo>
                  <a:lnTo>
                    <a:pt x="17993" y="305011"/>
                  </a:lnTo>
                  <a:lnTo>
                    <a:pt x="15927" y="302795"/>
                  </a:lnTo>
                  <a:lnTo>
                    <a:pt x="16183" y="302795"/>
                  </a:lnTo>
                  <a:lnTo>
                    <a:pt x="17765" y="300195"/>
                  </a:lnTo>
                  <a:lnTo>
                    <a:pt x="86124" y="300195"/>
                  </a:lnTo>
                  <a:lnTo>
                    <a:pt x="86070" y="300913"/>
                  </a:lnTo>
                  <a:lnTo>
                    <a:pt x="25132" y="300913"/>
                  </a:lnTo>
                  <a:lnTo>
                    <a:pt x="22181" y="302795"/>
                  </a:lnTo>
                  <a:lnTo>
                    <a:pt x="20300" y="304062"/>
                  </a:lnTo>
                  <a:lnTo>
                    <a:pt x="19552" y="306753"/>
                  </a:lnTo>
                  <a:lnTo>
                    <a:pt x="19614" y="308663"/>
                  </a:lnTo>
                  <a:lnTo>
                    <a:pt x="21050" y="309628"/>
                  </a:lnTo>
                  <a:lnTo>
                    <a:pt x="20241" y="319825"/>
                  </a:lnTo>
                  <a:lnTo>
                    <a:pt x="21004" y="324625"/>
                  </a:lnTo>
                  <a:lnTo>
                    <a:pt x="21050" y="327253"/>
                  </a:lnTo>
                  <a:lnTo>
                    <a:pt x="19903" y="330480"/>
                  </a:lnTo>
                  <a:lnTo>
                    <a:pt x="20300" y="334500"/>
                  </a:lnTo>
                  <a:lnTo>
                    <a:pt x="19552" y="347862"/>
                  </a:lnTo>
                  <a:lnTo>
                    <a:pt x="19279" y="384568"/>
                  </a:lnTo>
                  <a:lnTo>
                    <a:pt x="20300" y="436666"/>
                  </a:lnTo>
                  <a:lnTo>
                    <a:pt x="21050" y="505945"/>
                  </a:lnTo>
                  <a:lnTo>
                    <a:pt x="22515" y="566135"/>
                  </a:lnTo>
                  <a:lnTo>
                    <a:pt x="22642" y="571344"/>
                  </a:lnTo>
                  <a:lnTo>
                    <a:pt x="22656" y="571912"/>
                  </a:lnTo>
                  <a:close/>
                </a:path>
                <a:path w="96519" h="572135">
                  <a:moveTo>
                    <a:pt x="86371" y="303757"/>
                  </a:moveTo>
                  <a:lnTo>
                    <a:pt x="25132" y="300913"/>
                  </a:lnTo>
                  <a:lnTo>
                    <a:pt x="86070" y="300913"/>
                  </a:lnTo>
                  <a:lnTo>
                    <a:pt x="85962" y="302369"/>
                  </a:lnTo>
                  <a:lnTo>
                    <a:pt x="86270" y="302795"/>
                  </a:lnTo>
                  <a:lnTo>
                    <a:pt x="86371" y="303757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0821" y="1508955"/>
              <a:ext cx="66274" cy="12505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101344" y="1706320"/>
              <a:ext cx="69215" cy="20955"/>
            </a:xfrm>
            <a:custGeom>
              <a:avLst/>
              <a:gdLst/>
              <a:ahLst/>
              <a:cxnLst/>
              <a:rect l="l" t="t" r="r" b="b"/>
              <a:pathLst>
                <a:path w="69215" h="20955">
                  <a:moveTo>
                    <a:pt x="6261" y="13906"/>
                  </a:moveTo>
                  <a:lnTo>
                    <a:pt x="4102" y="12700"/>
                  </a:lnTo>
                  <a:lnTo>
                    <a:pt x="2781" y="9258"/>
                  </a:lnTo>
                  <a:lnTo>
                    <a:pt x="2095" y="12928"/>
                  </a:lnTo>
                  <a:lnTo>
                    <a:pt x="0" y="14617"/>
                  </a:lnTo>
                  <a:lnTo>
                    <a:pt x="6261" y="13906"/>
                  </a:lnTo>
                  <a:close/>
                </a:path>
                <a:path w="69215" h="20955">
                  <a:moveTo>
                    <a:pt x="15824" y="12852"/>
                  </a:moveTo>
                  <a:lnTo>
                    <a:pt x="14338" y="11480"/>
                  </a:lnTo>
                  <a:lnTo>
                    <a:pt x="13208" y="11112"/>
                  </a:lnTo>
                  <a:lnTo>
                    <a:pt x="13258" y="11480"/>
                  </a:lnTo>
                  <a:lnTo>
                    <a:pt x="13385" y="13347"/>
                  </a:lnTo>
                  <a:lnTo>
                    <a:pt x="12369" y="13347"/>
                  </a:lnTo>
                  <a:lnTo>
                    <a:pt x="11074" y="12852"/>
                  </a:lnTo>
                  <a:lnTo>
                    <a:pt x="11252" y="12852"/>
                  </a:lnTo>
                  <a:lnTo>
                    <a:pt x="11379" y="12331"/>
                  </a:lnTo>
                  <a:lnTo>
                    <a:pt x="11658" y="11112"/>
                  </a:lnTo>
                  <a:lnTo>
                    <a:pt x="9359" y="12331"/>
                  </a:lnTo>
                  <a:lnTo>
                    <a:pt x="9436" y="12852"/>
                  </a:lnTo>
                  <a:lnTo>
                    <a:pt x="9563" y="13652"/>
                  </a:lnTo>
                  <a:lnTo>
                    <a:pt x="11861" y="15468"/>
                  </a:lnTo>
                  <a:lnTo>
                    <a:pt x="14008" y="15468"/>
                  </a:lnTo>
                  <a:lnTo>
                    <a:pt x="14935" y="14211"/>
                  </a:lnTo>
                  <a:lnTo>
                    <a:pt x="15494" y="13347"/>
                  </a:lnTo>
                  <a:lnTo>
                    <a:pt x="15824" y="12852"/>
                  </a:lnTo>
                  <a:close/>
                </a:path>
                <a:path w="69215" h="20955">
                  <a:moveTo>
                    <a:pt x="27660" y="11645"/>
                  </a:moveTo>
                  <a:lnTo>
                    <a:pt x="26022" y="11353"/>
                  </a:lnTo>
                  <a:lnTo>
                    <a:pt x="23139" y="12077"/>
                  </a:lnTo>
                  <a:lnTo>
                    <a:pt x="20104" y="12001"/>
                  </a:lnTo>
                  <a:lnTo>
                    <a:pt x="18440" y="9994"/>
                  </a:lnTo>
                  <a:lnTo>
                    <a:pt x="17386" y="12001"/>
                  </a:lnTo>
                  <a:lnTo>
                    <a:pt x="15836" y="12865"/>
                  </a:lnTo>
                  <a:lnTo>
                    <a:pt x="16662" y="13639"/>
                  </a:lnTo>
                  <a:lnTo>
                    <a:pt x="19126" y="13639"/>
                  </a:lnTo>
                  <a:lnTo>
                    <a:pt x="22263" y="14058"/>
                  </a:lnTo>
                  <a:lnTo>
                    <a:pt x="24892" y="13474"/>
                  </a:lnTo>
                  <a:lnTo>
                    <a:pt x="27559" y="12242"/>
                  </a:lnTo>
                  <a:lnTo>
                    <a:pt x="27660" y="11645"/>
                  </a:lnTo>
                  <a:close/>
                </a:path>
                <a:path w="69215" h="20955">
                  <a:moveTo>
                    <a:pt x="49085" y="11226"/>
                  </a:moveTo>
                  <a:lnTo>
                    <a:pt x="48895" y="10071"/>
                  </a:lnTo>
                  <a:lnTo>
                    <a:pt x="46139" y="10248"/>
                  </a:lnTo>
                  <a:lnTo>
                    <a:pt x="45173" y="11493"/>
                  </a:lnTo>
                  <a:lnTo>
                    <a:pt x="41567" y="10896"/>
                  </a:lnTo>
                  <a:lnTo>
                    <a:pt x="41224" y="11658"/>
                  </a:lnTo>
                  <a:lnTo>
                    <a:pt x="42951" y="12776"/>
                  </a:lnTo>
                  <a:lnTo>
                    <a:pt x="44983" y="12534"/>
                  </a:lnTo>
                  <a:lnTo>
                    <a:pt x="46431" y="11658"/>
                  </a:lnTo>
                  <a:lnTo>
                    <a:pt x="48526" y="12065"/>
                  </a:lnTo>
                  <a:lnTo>
                    <a:pt x="49085" y="11226"/>
                  </a:lnTo>
                  <a:close/>
                </a:path>
                <a:path w="69215" h="20955">
                  <a:moveTo>
                    <a:pt x="60858" y="11849"/>
                  </a:moveTo>
                  <a:lnTo>
                    <a:pt x="60083" y="10388"/>
                  </a:lnTo>
                  <a:lnTo>
                    <a:pt x="58204" y="12255"/>
                  </a:lnTo>
                  <a:lnTo>
                    <a:pt x="57162" y="11112"/>
                  </a:lnTo>
                  <a:lnTo>
                    <a:pt x="55689" y="13220"/>
                  </a:lnTo>
                  <a:lnTo>
                    <a:pt x="57162" y="14224"/>
                  </a:lnTo>
                  <a:lnTo>
                    <a:pt x="58801" y="12255"/>
                  </a:lnTo>
                  <a:lnTo>
                    <a:pt x="60858" y="11849"/>
                  </a:lnTo>
                  <a:close/>
                </a:path>
                <a:path w="69215" h="20955">
                  <a:moveTo>
                    <a:pt x="67640" y="3924"/>
                  </a:moveTo>
                  <a:lnTo>
                    <a:pt x="67602" y="2095"/>
                  </a:lnTo>
                  <a:lnTo>
                    <a:pt x="59182" y="1092"/>
                  </a:lnTo>
                  <a:lnTo>
                    <a:pt x="49276" y="381"/>
                  </a:lnTo>
                  <a:lnTo>
                    <a:pt x="38379" y="381"/>
                  </a:lnTo>
                  <a:lnTo>
                    <a:pt x="33743" y="0"/>
                  </a:lnTo>
                  <a:lnTo>
                    <a:pt x="34975" y="2679"/>
                  </a:lnTo>
                  <a:lnTo>
                    <a:pt x="45593" y="2768"/>
                  </a:lnTo>
                  <a:lnTo>
                    <a:pt x="48526" y="4089"/>
                  </a:lnTo>
                  <a:lnTo>
                    <a:pt x="57619" y="2895"/>
                  </a:lnTo>
                  <a:lnTo>
                    <a:pt x="67640" y="3924"/>
                  </a:lnTo>
                  <a:close/>
                </a:path>
                <a:path w="69215" h="20955">
                  <a:moveTo>
                    <a:pt x="68999" y="20294"/>
                  </a:moveTo>
                  <a:lnTo>
                    <a:pt x="67640" y="18948"/>
                  </a:lnTo>
                  <a:lnTo>
                    <a:pt x="62674" y="18351"/>
                  </a:lnTo>
                  <a:lnTo>
                    <a:pt x="45212" y="17322"/>
                  </a:lnTo>
                  <a:lnTo>
                    <a:pt x="42202" y="17424"/>
                  </a:lnTo>
                  <a:lnTo>
                    <a:pt x="38379" y="17424"/>
                  </a:lnTo>
                  <a:lnTo>
                    <a:pt x="29565" y="17729"/>
                  </a:lnTo>
                  <a:lnTo>
                    <a:pt x="28524" y="16852"/>
                  </a:lnTo>
                  <a:lnTo>
                    <a:pt x="29019" y="19456"/>
                  </a:lnTo>
                  <a:lnTo>
                    <a:pt x="30124" y="19837"/>
                  </a:lnTo>
                  <a:lnTo>
                    <a:pt x="39992" y="19291"/>
                  </a:lnTo>
                  <a:lnTo>
                    <a:pt x="63360" y="20434"/>
                  </a:lnTo>
                  <a:lnTo>
                    <a:pt x="68999" y="20294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3562" y="1773339"/>
              <a:ext cx="67400" cy="26846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432839" y="1411909"/>
              <a:ext cx="109220" cy="628015"/>
            </a:xfrm>
            <a:custGeom>
              <a:avLst/>
              <a:gdLst/>
              <a:ahLst/>
              <a:cxnLst/>
              <a:rect l="l" t="t" r="r" b="b"/>
              <a:pathLst>
                <a:path w="109219" h="628014">
                  <a:moveTo>
                    <a:pt x="109156" y="3733"/>
                  </a:moveTo>
                  <a:lnTo>
                    <a:pt x="107480" y="4978"/>
                  </a:lnTo>
                  <a:lnTo>
                    <a:pt x="31000" y="4064"/>
                  </a:lnTo>
                  <a:lnTo>
                    <a:pt x="31076" y="1181"/>
                  </a:lnTo>
                  <a:lnTo>
                    <a:pt x="685" y="0"/>
                  </a:lnTo>
                  <a:lnTo>
                    <a:pt x="0" y="12090"/>
                  </a:lnTo>
                  <a:lnTo>
                    <a:pt x="12712" y="12915"/>
                  </a:lnTo>
                  <a:lnTo>
                    <a:pt x="12306" y="17297"/>
                  </a:lnTo>
                  <a:lnTo>
                    <a:pt x="24955" y="17792"/>
                  </a:lnTo>
                  <a:lnTo>
                    <a:pt x="19672" y="237515"/>
                  </a:lnTo>
                  <a:lnTo>
                    <a:pt x="21196" y="242836"/>
                  </a:lnTo>
                  <a:lnTo>
                    <a:pt x="23647" y="243598"/>
                  </a:lnTo>
                  <a:lnTo>
                    <a:pt x="23647" y="248285"/>
                  </a:lnTo>
                  <a:lnTo>
                    <a:pt x="22707" y="262763"/>
                  </a:lnTo>
                  <a:lnTo>
                    <a:pt x="25171" y="262483"/>
                  </a:lnTo>
                  <a:lnTo>
                    <a:pt x="24625" y="266217"/>
                  </a:lnTo>
                  <a:lnTo>
                    <a:pt x="21920" y="265976"/>
                  </a:lnTo>
                  <a:lnTo>
                    <a:pt x="22148" y="281825"/>
                  </a:lnTo>
                  <a:lnTo>
                    <a:pt x="24625" y="281686"/>
                  </a:lnTo>
                  <a:lnTo>
                    <a:pt x="24269" y="287337"/>
                  </a:lnTo>
                  <a:lnTo>
                    <a:pt x="21424" y="288988"/>
                  </a:lnTo>
                  <a:lnTo>
                    <a:pt x="21196" y="295363"/>
                  </a:lnTo>
                  <a:lnTo>
                    <a:pt x="23761" y="298500"/>
                  </a:lnTo>
                  <a:lnTo>
                    <a:pt x="23202" y="306920"/>
                  </a:lnTo>
                  <a:lnTo>
                    <a:pt x="21920" y="309676"/>
                  </a:lnTo>
                  <a:lnTo>
                    <a:pt x="22606" y="318236"/>
                  </a:lnTo>
                  <a:lnTo>
                    <a:pt x="22606" y="324904"/>
                  </a:lnTo>
                  <a:lnTo>
                    <a:pt x="20383" y="328295"/>
                  </a:lnTo>
                  <a:lnTo>
                    <a:pt x="20853" y="415556"/>
                  </a:lnTo>
                  <a:lnTo>
                    <a:pt x="22606" y="541985"/>
                  </a:lnTo>
                  <a:lnTo>
                    <a:pt x="22923" y="627456"/>
                  </a:lnTo>
                  <a:lnTo>
                    <a:pt x="29349" y="625386"/>
                  </a:lnTo>
                  <a:lnTo>
                    <a:pt x="28067" y="494779"/>
                  </a:lnTo>
                  <a:lnTo>
                    <a:pt x="28067" y="381342"/>
                  </a:lnTo>
                  <a:lnTo>
                    <a:pt x="29667" y="354863"/>
                  </a:lnTo>
                  <a:lnTo>
                    <a:pt x="31788" y="353974"/>
                  </a:lnTo>
                  <a:lnTo>
                    <a:pt x="36271" y="353174"/>
                  </a:lnTo>
                  <a:lnTo>
                    <a:pt x="37045" y="350240"/>
                  </a:lnTo>
                  <a:lnTo>
                    <a:pt x="31381" y="347370"/>
                  </a:lnTo>
                  <a:lnTo>
                    <a:pt x="31534" y="335305"/>
                  </a:lnTo>
                  <a:lnTo>
                    <a:pt x="34455" y="332333"/>
                  </a:lnTo>
                  <a:lnTo>
                    <a:pt x="34239" y="319125"/>
                  </a:lnTo>
                  <a:lnTo>
                    <a:pt x="27622" y="324777"/>
                  </a:lnTo>
                  <a:lnTo>
                    <a:pt x="28067" y="314490"/>
                  </a:lnTo>
                  <a:lnTo>
                    <a:pt x="28448" y="311264"/>
                  </a:lnTo>
                  <a:lnTo>
                    <a:pt x="28067" y="302564"/>
                  </a:lnTo>
                  <a:lnTo>
                    <a:pt x="31635" y="299986"/>
                  </a:lnTo>
                  <a:lnTo>
                    <a:pt x="32156" y="296392"/>
                  </a:lnTo>
                  <a:lnTo>
                    <a:pt x="28067" y="297027"/>
                  </a:lnTo>
                  <a:lnTo>
                    <a:pt x="30035" y="285699"/>
                  </a:lnTo>
                  <a:lnTo>
                    <a:pt x="28067" y="275602"/>
                  </a:lnTo>
                  <a:lnTo>
                    <a:pt x="31635" y="275221"/>
                  </a:lnTo>
                  <a:lnTo>
                    <a:pt x="30480" y="272161"/>
                  </a:lnTo>
                  <a:lnTo>
                    <a:pt x="31076" y="261518"/>
                  </a:lnTo>
                  <a:lnTo>
                    <a:pt x="37338" y="260515"/>
                  </a:lnTo>
                  <a:lnTo>
                    <a:pt x="36360" y="252437"/>
                  </a:lnTo>
                  <a:lnTo>
                    <a:pt x="30149" y="251612"/>
                  </a:lnTo>
                  <a:lnTo>
                    <a:pt x="29667" y="243103"/>
                  </a:lnTo>
                  <a:lnTo>
                    <a:pt x="34696" y="241236"/>
                  </a:lnTo>
                  <a:lnTo>
                    <a:pt x="34696" y="229654"/>
                  </a:lnTo>
                  <a:lnTo>
                    <a:pt x="28448" y="231203"/>
                  </a:lnTo>
                  <a:lnTo>
                    <a:pt x="27114" y="223608"/>
                  </a:lnTo>
                  <a:lnTo>
                    <a:pt x="34696" y="221043"/>
                  </a:lnTo>
                  <a:lnTo>
                    <a:pt x="32600" y="218973"/>
                  </a:lnTo>
                  <a:lnTo>
                    <a:pt x="26035" y="219608"/>
                  </a:lnTo>
                  <a:lnTo>
                    <a:pt x="27305" y="149275"/>
                  </a:lnTo>
                  <a:lnTo>
                    <a:pt x="30848" y="9906"/>
                  </a:lnTo>
                  <a:lnTo>
                    <a:pt x="105791" y="9982"/>
                  </a:lnTo>
                  <a:lnTo>
                    <a:pt x="109156" y="3733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61302" y="1422501"/>
              <a:ext cx="77415" cy="7649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961136" y="1415630"/>
              <a:ext cx="584200" cy="626745"/>
            </a:xfrm>
            <a:custGeom>
              <a:avLst/>
              <a:gdLst/>
              <a:ahLst/>
              <a:cxnLst/>
              <a:rect l="l" t="t" r="r" b="b"/>
              <a:pathLst>
                <a:path w="584200" h="626744">
                  <a:moveTo>
                    <a:pt x="20193" y="256781"/>
                  </a:moveTo>
                  <a:lnTo>
                    <a:pt x="19164" y="248716"/>
                  </a:lnTo>
                  <a:lnTo>
                    <a:pt x="11861" y="247904"/>
                  </a:lnTo>
                  <a:lnTo>
                    <a:pt x="11404" y="239369"/>
                  </a:lnTo>
                  <a:lnTo>
                    <a:pt x="17043" y="237502"/>
                  </a:lnTo>
                  <a:lnTo>
                    <a:pt x="17043" y="225920"/>
                  </a:lnTo>
                  <a:lnTo>
                    <a:pt x="10096" y="227482"/>
                  </a:lnTo>
                  <a:lnTo>
                    <a:pt x="8356" y="219887"/>
                  </a:lnTo>
                  <a:lnTo>
                    <a:pt x="17043" y="217322"/>
                  </a:lnTo>
                  <a:lnTo>
                    <a:pt x="14846" y="215252"/>
                  </a:lnTo>
                  <a:lnTo>
                    <a:pt x="7289" y="215874"/>
                  </a:lnTo>
                  <a:lnTo>
                    <a:pt x="8724" y="145554"/>
                  </a:lnTo>
                  <a:lnTo>
                    <a:pt x="12458" y="7785"/>
                  </a:lnTo>
                  <a:lnTo>
                    <a:pt x="2692" y="17741"/>
                  </a:lnTo>
                  <a:lnTo>
                    <a:pt x="0" y="233794"/>
                  </a:lnTo>
                  <a:lnTo>
                    <a:pt x="1651" y="239115"/>
                  </a:lnTo>
                  <a:lnTo>
                    <a:pt x="4381" y="239877"/>
                  </a:lnTo>
                  <a:lnTo>
                    <a:pt x="4381" y="244589"/>
                  </a:lnTo>
                  <a:lnTo>
                    <a:pt x="3403" y="259029"/>
                  </a:lnTo>
                  <a:lnTo>
                    <a:pt x="6273" y="258762"/>
                  </a:lnTo>
                  <a:lnTo>
                    <a:pt x="5537" y="262483"/>
                  </a:lnTo>
                  <a:lnTo>
                    <a:pt x="2311" y="262267"/>
                  </a:lnTo>
                  <a:lnTo>
                    <a:pt x="2692" y="278104"/>
                  </a:lnTo>
                  <a:lnTo>
                    <a:pt x="5537" y="277964"/>
                  </a:lnTo>
                  <a:lnTo>
                    <a:pt x="5080" y="283616"/>
                  </a:lnTo>
                  <a:lnTo>
                    <a:pt x="1714" y="285267"/>
                  </a:lnTo>
                  <a:lnTo>
                    <a:pt x="1651" y="291642"/>
                  </a:lnTo>
                  <a:lnTo>
                    <a:pt x="4724" y="294767"/>
                  </a:lnTo>
                  <a:lnTo>
                    <a:pt x="3949" y="303199"/>
                  </a:lnTo>
                  <a:lnTo>
                    <a:pt x="2311" y="305955"/>
                  </a:lnTo>
                  <a:lnTo>
                    <a:pt x="3162" y="314528"/>
                  </a:lnTo>
                  <a:lnTo>
                    <a:pt x="3162" y="321195"/>
                  </a:lnTo>
                  <a:lnTo>
                    <a:pt x="457" y="324573"/>
                  </a:lnTo>
                  <a:lnTo>
                    <a:pt x="965" y="411835"/>
                  </a:lnTo>
                  <a:lnTo>
                    <a:pt x="3162" y="538251"/>
                  </a:lnTo>
                  <a:lnTo>
                    <a:pt x="3670" y="623747"/>
                  </a:lnTo>
                  <a:lnTo>
                    <a:pt x="11049" y="621665"/>
                  </a:lnTo>
                  <a:lnTo>
                    <a:pt x="9613" y="491045"/>
                  </a:lnTo>
                  <a:lnTo>
                    <a:pt x="9359" y="377621"/>
                  </a:lnTo>
                  <a:lnTo>
                    <a:pt x="9982" y="371729"/>
                  </a:lnTo>
                  <a:lnTo>
                    <a:pt x="11404" y="351155"/>
                  </a:lnTo>
                  <a:lnTo>
                    <a:pt x="13830" y="350253"/>
                  </a:lnTo>
                  <a:lnTo>
                    <a:pt x="19075" y="349453"/>
                  </a:lnTo>
                  <a:lnTo>
                    <a:pt x="20078" y="346519"/>
                  </a:lnTo>
                  <a:lnTo>
                    <a:pt x="13322" y="343649"/>
                  </a:lnTo>
                  <a:lnTo>
                    <a:pt x="13500" y="331584"/>
                  </a:lnTo>
                  <a:lnTo>
                    <a:pt x="16840" y="328612"/>
                  </a:lnTo>
                  <a:lnTo>
                    <a:pt x="16637" y="315417"/>
                  </a:lnTo>
                  <a:lnTo>
                    <a:pt x="8928" y="321056"/>
                  </a:lnTo>
                  <a:lnTo>
                    <a:pt x="9613" y="310769"/>
                  </a:lnTo>
                  <a:lnTo>
                    <a:pt x="10096" y="307555"/>
                  </a:lnTo>
                  <a:lnTo>
                    <a:pt x="9613" y="298856"/>
                  </a:lnTo>
                  <a:lnTo>
                    <a:pt x="13830" y="296252"/>
                  </a:lnTo>
                  <a:lnTo>
                    <a:pt x="14274" y="292671"/>
                  </a:lnTo>
                  <a:lnTo>
                    <a:pt x="9613" y="293306"/>
                  </a:lnTo>
                  <a:lnTo>
                    <a:pt x="11772" y="281990"/>
                  </a:lnTo>
                  <a:lnTo>
                    <a:pt x="9613" y="271868"/>
                  </a:lnTo>
                  <a:lnTo>
                    <a:pt x="13830" y="271487"/>
                  </a:lnTo>
                  <a:lnTo>
                    <a:pt x="12433" y="268439"/>
                  </a:lnTo>
                  <a:lnTo>
                    <a:pt x="12877" y="257797"/>
                  </a:lnTo>
                  <a:lnTo>
                    <a:pt x="20193" y="256781"/>
                  </a:lnTo>
                  <a:close/>
                </a:path>
                <a:path w="584200" h="626744">
                  <a:moveTo>
                    <a:pt x="103339" y="0"/>
                  </a:moveTo>
                  <a:lnTo>
                    <a:pt x="101219" y="1257"/>
                  </a:lnTo>
                  <a:lnTo>
                    <a:pt x="13589" y="914"/>
                  </a:lnTo>
                  <a:lnTo>
                    <a:pt x="13970" y="5829"/>
                  </a:lnTo>
                  <a:lnTo>
                    <a:pt x="99491" y="6248"/>
                  </a:lnTo>
                  <a:lnTo>
                    <a:pt x="103339" y="0"/>
                  </a:lnTo>
                  <a:close/>
                </a:path>
                <a:path w="584200" h="626744">
                  <a:moveTo>
                    <a:pt x="518312" y="304596"/>
                  </a:moveTo>
                  <a:lnTo>
                    <a:pt x="516597" y="303390"/>
                  </a:lnTo>
                  <a:lnTo>
                    <a:pt x="515505" y="299948"/>
                  </a:lnTo>
                  <a:lnTo>
                    <a:pt x="514604" y="303618"/>
                  </a:lnTo>
                  <a:lnTo>
                    <a:pt x="512902" y="305308"/>
                  </a:lnTo>
                  <a:lnTo>
                    <a:pt x="518312" y="304596"/>
                  </a:lnTo>
                  <a:close/>
                </a:path>
                <a:path w="584200" h="626744">
                  <a:moveTo>
                    <a:pt x="518820" y="200152"/>
                  </a:moveTo>
                  <a:lnTo>
                    <a:pt x="518033" y="198970"/>
                  </a:lnTo>
                  <a:lnTo>
                    <a:pt x="514616" y="199885"/>
                  </a:lnTo>
                  <a:lnTo>
                    <a:pt x="514959" y="202476"/>
                  </a:lnTo>
                  <a:lnTo>
                    <a:pt x="517055" y="202476"/>
                  </a:lnTo>
                  <a:lnTo>
                    <a:pt x="518820" y="200152"/>
                  </a:lnTo>
                  <a:close/>
                </a:path>
                <a:path w="584200" h="626744">
                  <a:moveTo>
                    <a:pt x="522478" y="206171"/>
                  </a:moveTo>
                  <a:lnTo>
                    <a:pt x="520065" y="205143"/>
                  </a:lnTo>
                  <a:lnTo>
                    <a:pt x="518312" y="205028"/>
                  </a:lnTo>
                  <a:lnTo>
                    <a:pt x="519379" y="207467"/>
                  </a:lnTo>
                  <a:lnTo>
                    <a:pt x="521779" y="208064"/>
                  </a:lnTo>
                  <a:lnTo>
                    <a:pt x="522478" y="206171"/>
                  </a:lnTo>
                  <a:close/>
                </a:path>
                <a:path w="584200" h="626744">
                  <a:moveTo>
                    <a:pt x="523925" y="199517"/>
                  </a:moveTo>
                  <a:lnTo>
                    <a:pt x="521766" y="198970"/>
                  </a:lnTo>
                  <a:lnTo>
                    <a:pt x="521893" y="200240"/>
                  </a:lnTo>
                  <a:lnTo>
                    <a:pt x="523240" y="201434"/>
                  </a:lnTo>
                  <a:lnTo>
                    <a:pt x="523925" y="199517"/>
                  </a:lnTo>
                  <a:close/>
                </a:path>
                <a:path w="584200" h="626744">
                  <a:moveTo>
                    <a:pt x="525805" y="361734"/>
                  </a:moveTo>
                  <a:lnTo>
                    <a:pt x="525665" y="361353"/>
                  </a:lnTo>
                  <a:lnTo>
                    <a:pt x="525526" y="360959"/>
                  </a:lnTo>
                  <a:lnTo>
                    <a:pt x="525437" y="360718"/>
                  </a:lnTo>
                  <a:lnTo>
                    <a:pt x="525360" y="360476"/>
                  </a:lnTo>
                  <a:lnTo>
                    <a:pt x="524992" y="359448"/>
                  </a:lnTo>
                  <a:lnTo>
                    <a:pt x="523621" y="360959"/>
                  </a:lnTo>
                  <a:lnTo>
                    <a:pt x="523392" y="360959"/>
                  </a:lnTo>
                  <a:lnTo>
                    <a:pt x="522833" y="360718"/>
                  </a:lnTo>
                  <a:lnTo>
                    <a:pt x="520915" y="358889"/>
                  </a:lnTo>
                  <a:lnTo>
                    <a:pt x="518693" y="360959"/>
                  </a:lnTo>
                  <a:lnTo>
                    <a:pt x="518515" y="361353"/>
                  </a:lnTo>
                  <a:lnTo>
                    <a:pt x="518007" y="362839"/>
                  </a:lnTo>
                  <a:lnTo>
                    <a:pt x="518388" y="363194"/>
                  </a:lnTo>
                  <a:lnTo>
                    <a:pt x="520077" y="362000"/>
                  </a:lnTo>
                  <a:lnTo>
                    <a:pt x="520915" y="361353"/>
                  </a:lnTo>
                  <a:lnTo>
                    <a:pt x="521474" y="362432"/>
                  </a:lnTo>
                  <a:lnTo>
                    <a:pt x="521589" y="363880"/>
                  </a:lnTo>
                  <a:lnTo>
                    <a:pt x="522274" y="365023"/>
                  </a:lnTo>
                  <a:lnTo>
                    <a:pt x="522668" y="365823"/>
                  </a:lnTo>
                  <a:lnTo>
                    <a:pt x="522668" y="369417"/>
                  </a:lnTo>
                  <a:lnTo>
                    <a:pt x="523671" y="366852"/>
                  </a:lnTo>
                  <a:lnTo>
                    <a:pt x="523608" y="367563"/>
                  </a:lnTo>
                  <a:lnTo>
                    <a:pt x="523290" y="370586"/>
                  </a:lnTo>
                  <a:lnTo>
                    <a:pt x="523240" y="374091"/>
                  </a:lnTo>
                  <a:lnTo>
                    <a:pt x="523671" y="374980"/>
                  </a:lnTo>
                  <a:lnTo>
                    <a:pt x="525106" y="374980"/>
                  </a:lnTo>
                  <a:lnTo>
                    <a:pt x="524865" y="374472"/>
                  </a:lnTo>
                  <a:lnTo>
                    <a:pt x="524865" y="373672"/>
                  </a:lnTo>
                  <a:lnTo>
                    <a:pt x="524637" y="371017"/>
                  </a:lnTo>
                  <a:lnTo>
                    <a:pt x="524700" y="370586"/>
                  </a:lnTo>
                  <a:lnTo>
                    <a:pt x="524865" y="369417"/>
                  </a:lnTo>
                  <a:lnTo>
                    <a:pt x="524306" y="367563"/>
                  </a:lnTo>
                  <a:lnTo>
                    <a:pt x="524421" y="366852"/>
                  </a:lnTo>
                  <a:lnTo>
                    <a:pt x="524586" y="365823"/>
                  </a:lnTo>
                  <a:lnTo>
                    <a:pt x="524675" y="363194"/>
                  </a:lnTo>
                  <a:lnTo>
                    <a:pt x="525805" y="361734"/>
                  </a:lnTo>
                  <a:close/>
                </a:path>
                <a:path w="584200" h="626744">
                  <a:moveTo>
                    <a:pt x="526453" y="161798"/>
                  </a:moveTo>
                  <a:lnTo>
                    <a:pt x="526288" y="157187"/>
                  </a:lnTo>
                  <a:lnTo>
                    <a:pt x="524637" y="155041"/>
                  </a:lnTo>
                  <a:lnTo>
                    <a:pt x="522478" y="154432"/>
                  </a:lnTo>
                  <a:lnTo>
                    <a:pt x="522478" y="152704"/>
                  </a:lnTo>
                  <a:lnTo>
                    <a:pt x="521779" y="130124"/>
                  </a:lnTo>
                  <a:lnTo>
                    <a:pt x="522541" y="128168"/>
                  </a:lnTo>
                  <a:lnTo>
                    <a:pt x="518960" y="127647"/>
                  </a:lnTo>
                  <a:lnTo>
                    <a:pt x="518033" y="127927"/>
                  </a:lnTo>
                  <a:lnTo>
                    <a:pt x="518033" y="132791"/>
                  </a:lnTo>
                  <a:lnTo>
                    <a:pt x="518312" y="142735"/>
                  </a:lnTo>
                  <a:lnTo>
                    <a:pt x="518312" y="153758"/>
                  </a:lnTo>
                  <a:lnTo>
                    <a:pt x="520090" y="156006"/>
                  </a:lnTo>
                  <a:lnTo>
                    <a:pt x="522135" y="157492"/>
                  </a:lnTo>
                  <a:lnTo>
                    <a:pt x="523976" y="159207"/>
                  </a:lnTo>
                  <a:lnTo>
                    <a:pt x="524662" y="161988"/>
                  </a:lnTo>
                  <a:lnTo>
                    <a:pt x="526453" y="161798"/>
                  </a:lnTo>
                  <a:close/>
                </a:path>
                <a:path w="584200" h="626744">
                  <a:moveTo>
                    <a:pt x="526910" y="190068"/>
                  </a:moveTo>
                  <a:lnTo>
                    <a:pt x="525602" y="168427"/>
                  </a:lnTo>
                  <a:lnTo>
                    <a:pt x="526453" y="165544"/>
                  </a:lnTo>
                  <a:lnTo>
                    <a:pt x="524662" y="164960"/>
                  </a:lnTo>
                  <a:lnTo>
                    <a:pt x="522909" y="164960"/>
                  </a:lnTo>
                  <a:lnTo>
                    <a:pt x="522935" y="165544"/>
                  </a:lnTo>
                  <a:lnTo>
                    <a:pt x="523049" y="168427"/>
                  </a:lnTo>
                  <a:lnTo>
                    <a:pt x="523976" y="191160"/>
                  </a:lnTo>
                  <a:lnTo>
                    <a:pt x="522909" y="192862"/>
                  </a:lnTo>
                  <a:lnTo>
                    <a:pt x="521589" y="195414"/>
                  </a:lnTo>
                  <a:lnTo>
                    <a:pt x="522490" y="196481"/>
                  </a:lnTo>
                  <a:lnTo>
                    <a:pt x="524192" y="194970"/>
                  </a:lnTo>
                  <a:lnTo>
                    <a:pt x="525145" y="196773"/>
                  </a:lnTo>
                  <a:lnTo>
                    <a:pt x="526453" y="196481"/>
                  </a:lnTo>
                  <a:lnTo>
                    <a:pt x="526008" y="195732"/>
                  </a:lnTo>
                  <a:lnTo>
                    <a:pt x="525792" y="195414"/>
                  </a:lnTo>
                  <a:lnTo>
                    <a:pt x="525538" y="194970"/>
                  </a:lnTo>
                  <a:lnTo>
                    <a:pt x="524878" y="193776"/>
                  </a:lnTo>
                  <a:lnTo>
                    <a:pt x="525145" y="192354"/>
                  </a:lnTo>
                  <a:lnTo>
                    <a:pt x="526910" y="190068"/>
                  </a:lnTo>
                  <a:close/>
                </a:path>
                <a:path w="584200" h="626744">
                  <a:moveTo>
                    <a:pt x="527405" y="122974"/>
                  </a:moveTo>
                  <a:lnTo>
                    <a:pt x="527088" y="121500"/>
                  </a:lnTo>
                  <a:lnTo>
                    <a:pt x="525589" y="120446"/>
                  </a:lnTo>
                  <a:lnTo>
                    <a:pt x="523684" y="121145"/>
                  </a:lnTo>
                  <a:lnTo>
                    <a:pt x="523557" y="123990"/>
                  </a:lnTo>
                  <a:lnTo>
                    <a:pt x="525805" y="122428"/>
                  </a:lnTo>
                  <a:lnTo>
                    <a:pt x="527405" y="122974"/>
                  </a:lnTo>
                  <a:close/>
                </a:path>
                <a:path w="584200" h="626744">
                  <a:moveTo>
                    <a:pt x="528091" y="129489"/>
                  </a:moveTo>
                  <a:lnTo>
                    <a:pt x="526910" y="128041"/>
                  </a:lnTo>
                  <a:lnTo>
                    <a:pt x="525957" y="129298"/>
                  </a:lnTo>
                  <a:lnTo>
                    <a:pt x="526465" y="130327"/>
                  </a:lnTo>
                  <a:lnTo>
                    <a:pt x="527913" y="131216"/>
                  </a:lnTo>
                  <a:lnTo>
                    <a:pt x="528091" y="129489"/>
                  </a:lnTo>
                  <a:close/>
                </a:path>
                <a:path w="584200" h="626744">
                  <a:moveTo>
                    <a:pt x="528523" y="118110"/>
                  </a:moveTo>
                  <a:lnTo>
                    <a:pt x="527075" y="117246"/>
                  </a:lnTo>
                  <a:lnTo>
                    <a:pt x="527291" y="115303"/>
                  </a:lnTo>
                  <a:lnTo>
                    <a:pt x="527799" y="114465"/>
                  </a:lnTo>
                  <a:lnTo>
                    <a:pt x="522909" y="113487"/>
                  </a:lnTo>
                  <a:lnTo>
                    <a:pt x="522846" y="115062"/>
                  </a:lnTo>
                  <a:lnTo>
                    <a:pt x="525132" y="115392"/>
                  </a:lnTo>
                  <a:lnTo>
                    <a:pt x="525322" y="118910"/>
                  </a:lnTo>
                  <a:lnTo>
                    <a:pt x="527799" y="119519"/>
                  </a:lnTo>
                  <a:lnTo>
                    <a:pt x="528523" y="118110"/>
                  </a:lnTo>
                  <a:close/>
                </a:path>
                <a:path w="584200" h="626744">
                  <a:moveTo>
                    <a:pt x="532701" y="146265"/>
                  </a:moveTo>
                  <a:lnTo>
                    <a:pt x="532511" y="142100"/>
                  </a:lnTo>
                  <a:lnTo>
                    <a:pt x="532282" y="126161"/>
                  </a:lnTo>
                  <a:lnTo>
                    <a:pt x="529539" y="125920"/>
                  </a:lnTo>
                  <a:lnTo>
                    <a:pt x="529501" y="132080"/>
                  </a:lnTo>
                  <a:lnTo>
                    <a:pt x="530758" y="141300"/>
                  </a:lnTo>
                  <a:lnTo>
                    <a:pt x="530910" y="145834"/>
                  </a:lnTo>
                  <a:lnTo>
                    <a:pt x="528789" y="151815"/>
                  </a:lnTo>
                  <a:lnTo>
                    <a:pt x="530669" y="153035"/>
                  </a:lnTo>
                  <a:lnTo>
                    <a:pt x="532574" y="148602"/>
                  </a:lnTo>
                  <a:lnTo>
                    <a:pt x="532701" y="146265"/>
                  </a:lnTo>
                  <a:close/>
                </a:path>
                <a:path w="584200" h="626744">
                  <a:moveTo>
                    <a:pt x="534098" y="366280"/>
                  </a:moveTo>
                  <a:lnTo>
                    <a:pt x="532282" y="364705"/>
                  </a:lnTo>
                  <a:lnTo>
                    <a:pt x="532193" y="365569"/>
                  </a:lnTo>
                  <a:lnTo>
                    <a:pt x="532117" y="366280"/>
                  </a:lnTo>
                  <a:lnTo>
                    <a:pt x="531774" y="369506"/>
                  </a:lnTo>
                  <a:lnTo>
                    <a:pt x="532968" y="369150"/>
                  </a:lnTo>
                  <a:lnTo>
                    <a:pt x="534098" y="366280"/>
                  </a:lnTo>
                  <a:close/>
                </a:path>
                <a:path w="584200" h="626744">
                  <a:moveTo>
                    <a:pt x="534339" y="93332"/>
                  </a:moveTo>
                  <a:lnTo>
                    <a:pt x="515670" y="93332"/>
                  </a:lnTo>
                  <a:lnTo>
                    <a:pt x="515670" y="95504"/>
                  </a:lnTo>
                  <a:lnTo>
                    <a:pt x="534339" y="95504"/>
                  </a:lnTo>
                  <a:lnTo>
                    <a:pt x="534339" y="93332"/>
                  </a:lnTo>
                  <a:close/>
                </a:path>
                <a:path w="584200" h="626744">
                  <a:moveTo>
                    <a:pt x="534670" y="212928"/>
                  </a:moveTo>
                  <a:lnTo>
                    <a:pt x="517677" y="212255"/>
                  </a:lnTo>
                  <a:lnTo>
                    <a:pt x="512394" y="212305"/>
                  </a:lnTo>
                  <a:lnTo>
                    <a:pt x="514032" y="217563"/>
                  </a:lnTo>
                  <a:lnTo>
                    <a:pt x="533590" y="217081"/>
                  </a:lnTo>
                  <a:lnTo>
                    <a:pt x="534670" y="212928"/>
                  </a:lnTo>
                  <a:close/>
                </a:path>
                <a:path w="584200" h="626744">
                  <a:moveTo>
                    <a:pt x="536816" y="302336"/>
                  </a:moveTo>
                  <a:lnTo>
                    <a:pt x="535317" y="302044"/>
                  </a:lnTo>
                  <a:lnTo>
                    <a:pt x="532777" y="302768"/>
                  </a:lnTo>
                  <a:lnTo>
                    <a:pt x="530339" y="302691"/>
                  </a:lnTo>
                  <a:lnTo>
                    <a:pt x="528789" y="300685"/>
                  </a:lnTo>
                  <a:lnTo>
                    <a:pt x="527913" y="302691"/>
                  </a:lnTo>
                  <a:lnTo>
                    <a:pt x="526732" y="303542"/>
                  </a:lnTo>
                  <a:lnTo>
                    <a:pt x="525322" y="302171"/>
                  </a:lnTo>
                  <a:lnTo>
                    <a:pt x="524192" y="301802"/>
                  </a:lnTo>
                  <a:lnTo>
                    <a:pt x="524319" y="302171"/>
                  </a:lnTo>
                  <a:lnTo>
                    <a:pt x="524611" y="303022"/>
                  </a:lnTo>
                  <a:lnTo>
                    <a:pt x="524662" y="304038"/>
                  </a:lnTo>
                  <a:lnTo>
                    <a:pt x="523557" y="304038"/>
                  </a:lnTo>
                  <a:lnTo>
                    <a:pt x="522528" y="303542"/>
                  </a:lnTo>
                  <a:lnTo>
                    <a:pt x="522668" y="303542"/>
                  </a:lnTo>
                  <a:lnTo>
                    <a:pt x="522744" y="303022"/>
                  </a:lnTo>
                  <a:lnTo>
                    <a:pt x="522859" y="302171"/>
                  </a:lnTo>
                  <a:lnTo>
                    <a:pt x="522909" y="301802"/>
                  </a:lnTo>
                  <a:lnTo>
                    <a:pt x="521081" y="303022"/>
                  </a:lnTo>
                  <a:lnTo>
                    <a:pt x="521144" y="304342"/>
                  </a:lnTo>
                  <a:lnTo>
                    <a:pt x="523227" y="306158"/>
                  </a:lnTo>
                  <a:lnTo>
                    <a:pt x="525005" y="306158"/>
                  </a:lnTo>
                  <a:lnTo>
                    <a:pt x="525792" y="304901"/>
                  </a:lnTo>
                  <a:lnTo>
                    <a:pt x="526389" y="304038"/>
                  </a:lnTo>
                  <a:lnTo>
                    <a:pt x="526719" y="303568"/>
                  </a:lnTo>
                  <a:lnTo>
                    <a:pt x="527291" y="304330"/>
                  </a:lnTo>
                  <a:lnTo>
                    <a:pt x="529539" y="304330"/>
                  </a:lnTo>
                  <a:lnTo>
                    <a:pt x="532142" y="304749"/>
                  </a:lnTo>
                  <a:lnTo>
                    <a:pt x="534403" y="304165"/>
                  </a:lnTo>
                  <a:lnTo>
                    <a:pt x="536727" y="302933"/>
                  </a:lnTo>
                  <a:lnTo>
                    <a:pt x="536816" y="302336"/>
                  </a:lnTo>
                  <a:close/>
                </a:path>
                <a:path w="584200" h="626744">
                  <a:moveTo>
                    <a:pt x="538289" y="397421"/>
                  </a:moveTo>
                  <a:lnTo>
                    <a:pt x="514845" y="397421"/>
                  </a:lnTo>
                  <a:lnTo>
                    <a:pt x="514845" y="400240"/>
                  </a:lnTo>
                  <a:lnTo>
                    <a:pt x="538289" y="400240"/>
                  </a:lnTo>
                  <a:lnTo>
                    <a:pt x="538289" y="397421"/>
                  </a:lnTo>
                  <a:close/>
                </a:path>
                <a:path w="584200" h="626744">
                  <a:moveTo>
                    <a:pt x="538289" y="385775"/>
                  </a:moveTo>
                  <a:lnTo>
                    <a:pt x="514845" y="385775"/>
                  </a:lnTo>
                  <a:lnTo>
                    <a:pt x="514845" y="388797"/>
                  </a:lnTo>
                  <a:lnTo>
                    <a:pt x="538289" y="388797"/>
                  </a:lnTo>
                  <a:lnTo>
                    <a:pt x="538289" y="385775"/>
                  </a:lnTo>
                  <a:close/>
                </a:path>
                <a:path w="584200" h="626744">
                  <a:moveTo>
                    <a:pt x="538695" y="114617"/>
                  </a:moveTo>
                  <a:lnTo>
                    <a:pt x="538073" y="112852"/>
                  </a:lnTo>
                  <a:lnTo>
                    <a:pt x="535444" y="114096"/>
                  </a:lnTo>
                  <a:lnTo>
                    <a:pt x="536409" y="116141"/>
                  </a:lnTo>
                  <a:lnTo>
                    <a:pt x="538695" y="114617"/>
                  </a:lnTo>
                  <a:close/>
                </a:path>
                <a:path w="584200" h="626744">
                  <a:moveTo>
                    <a:pt x="538810" y="202958"/>
                  </a:moveTo>
                  <a:lnTo>
                    <a:pt x="538708" y="200494"/>
                  </a:lnTo>
                  <a:lnTo>
                    <a:pt x="538276" y="199885"/>
                  </a:lnTo>
                  <a:lnTo>
                    <a:pt x="537959" y="199339"/>
                  </a:lnTo>
                  <a:lnTo>
                    <a:pt x="537895" y="198285"/>
                  </a:lnTo>
                  <a:lnTo>
                    <a:pt x="537464" y="197243"/>
                  </a:lnTo>
                  <a:lnTo>
                    <a:pt x="537057" y="196265"/>
                  </a:lnTo>
                  <a:lnTo>
                    <a:pt x="536168" y="197243"/>
                  </a:lnTo>
                  <a:lnTo>
                    <a:pt x="534670" y="196481"/>
                  </a:lnTo>
                  <a:lnTo>
                    <a:pt x="534644" y="196265"/>
                  </a:lnTo>
                  <a:lnTo>
                    <a:pt x="534098" y="192506"/>
                  </a:lnTo>
                  <a:lnTo>
                    <a:pt x="532866" y="168541"/>
                  </a:lnTo>
                  <a:lnTo>
                    <a:pt x="532904" y="166878"/>
                  </a:lnTo>
                  <a:lnTo>
                    <a:pt x="534047" y="165265"/>
                  </a:lnTo>
                  <a:lnTo>
                    <a:pt x="533958" y="165125"/>
                  </a:lnTo>
                  <a:lnTo>
                    <a:pt x="533196" y="163842"/>
                  </a:lnTo>
                  <a:lnTo>
                    <a:pt x="529539" y="163842"/>
                  </a:lnTo>
                  <a:lnTo>
                    <a:pt x="530009" y="165125"/>
                  </a:lnTo>
                  <a:lnTo>
                    <a:pt x="529209" y="165646"/>
                  </a:lnTo>
                  <a:lnTo>
                    <a:pt x="529297" y="167030"/>
                  </a:lnTo>
                  <a:lnTo>
                    <a:pt x="530098" y="168541"/>
                  </a:lnTo>
                  <a:lnTo>
                    <a:pt x="530250" y="185991"/>
                  </a:lnTo>
                  <a:lnTo>
                    <a:pt x="530910" y="193878"/>
                  </a:lnTo>
                  <a:lnTo>
                    <a:pt x="532917" y="198285"/>
                  </a:lnTo>
                  <a:lnTo>
                    <a:pt x="534797" y="199504"/>
                  </a:lnTo>
                  <a:lnTo>
                    <a:pt x="536168" y="200914"/>
                  </a:lnTo>
                  <a:lnTo>
                    <a:pt x="536765" y="202958"/>
                  </a:lnTo>
                  <a:lnTo>
                    <a:pt x="537832" y="203123"/>
                  </a:lnTo>
                  <a:lnTo>
                    <a:pt x="538810" y="202958"/>
                  </a:lnTo>
                  <a:close/>
                </a:path>
                <a:path w="584200" h="626744">
                  <a:moveTo>
                    <a:pt x="539534" y="365569"/>
                  </a:moveTo>
                  <a:lnTo>
                    <a:pt x="539496" y="365328"/>
                  </a:lnTo>
                  <a:lnTo>
                    <a:pt x="539381" y="364705"/>
                  </a:lnTo>
                  <a:lnTo>
                    <a:pt x="538975" y="362432"/>
                  </a:lnTo>
                  <a:lnTo>
                    <a:pt x="538975" y="362127"/>
                  </a:lnTo>
                  <a:lnTo>
                    <a:pt x="538975" y="361734"/>
                  </a:lnTo>
                  <a:lnTo>
                    <a:pt x="537070" y="359308"/>
                  </a:lnTo>
                  <a:lnTo>
                    <a:pt x="535127" y="357720"/>
                  </a:lnTo>
                  <a:lnTo>
                    <a:pt x="533590" y="359562"/>
                  </a:lnTo>
                  <a:lnTo>
                    <a:pt x="531710" y="361530"/>
                  </a:lnTo>
                  <a:lnTo>
                    <a:pt x="531825" y="362127"/>
                  </a:lnTo>
                  <a:lnTo>
                    <a:pt x="531876" y="362432"/>
                  </a:lnTo>
                  <a:lnTo>
                    <a:pt x="532282" y="364705"/>
                  </a:lnTo>
                  <a:lnTo>
                    <a:pt x="532790" y="363220"/>
                  </a:lnTo>
                  <a:lnTo>
                    <a:pt x="535127" y="362305"/>
                  </a:lnTo>
                  <a:lnTo>
                    <a:pt x="535203" y="362432"/>
                  </a:lnTo>
                  <a:lnTo>
                    <a:pt x="535622" y="363220"/>
                  </a:lnTo>
                  <a:lnTo>
                    <a:pt x="536714" y="362305"/>
                  </a:lnTo>
                  <a:lnTo>
                    <a:pt x="536905" y="362127"/>
                  </a:lnTo>
                  <a:lnTo>
                    <a:pt x="536956" y="362432"/>
                  </a:lnTo>
                  <a:lnTo>
                    <a:pt x="537451" y="365328"/>
                  </a:lnTo>
                  <a:lnTo>
                    <a:pt x="539330" y="366280"/>
                  </a:lnTo>
                  <a:lnTo>
                    <a:pt x="539330" y="365988"/>
                  </a:lnTo>
                  <a:lnTo>
                    <a:pt x="539534" y="365569"/>
                  </a:lnTo>
                  <a:close/>
                </a:path>
                <a:path w="584200" h="626744">
                  <a:moveTo>
                    <a:pt x="543687" y="185597"/>
                  </a:moveTo>
                  <a:lnTo>
                    <a:pt x="543636" y="178955"/>
                  </a:lnTo>
                  <a:lnTo>
                    <a:pt x="543509" y="165989"/>
                  </a:lnTo>
                  <a:lnTo>
                    <a:pt x="542137" y="164744"/>
                  </a:lnTo>
                  <a:lnTo>
                    <a:pt x="542048" y="165989"/>
                  </a:lnTo>
                  <a:lnTo>
                    <a:pt x="541540" y="173901"/>
                  </a:lnTo>
                  <a:lnTo>
                    <a:pt x="541388" y="178955"/>
                  </a:lnTo>
                  <a:lnTo>
                    <a:pt x="541832" y="179933"/>
                  </a:lnTo>
                  <a:lnTo>
                    <a:pt x="542290" y="180759"/>
                  </a:lnTo>
                  <a:lnTo>
                    <a:pt x="542290" y="183324"/>
                  </a:lnTo>
                  <a:lnTo>
                    <a:pt x="541832" y="188417"/>
                  </a:lnTo>
                  <a:lnTo>
                    <a:pt x="539877" y="190411"/>
                  </a:lnTo>
                  <a:lnTo>
                    <a:pt x="539216" y="191909"/>
                  </a:lnTo>
                  <a:lnTo>
                    <a:pt x="540042" y="193306"/>
                  </a:lnTo>
                  <a:lnTo>
                    <a:pt x="541286" y="192493"/>
                  </a:lnTo>
                  <a:lnTo>
                    <a:pt x="543331" y="189306"/>
                  </a:lnTo>
                  <a:lnTo>
                    <a:pt x="543407" y="188417"/>
                  </a:lnTo>
                  <a:lnTo>
                    <a:pt x="543687" y="185597"/>
                  </a:lnTo>
                  <a:close/>
                </a:path>
                <a:path w="584200" h="626744">
                  <a:moveTo>
                    <a:pt x="546493" y="159651"/>
                  </a:moveTo>
                  <a:lnTo>
                    <a:pt x="546163" y="156845"/>
                  </a:lnTo>
                  <a:lnTo>
                    <a:pt x="545553" y="155613"/>
                  </a:lnTo>
                  <a:lnTo>
                    <a:pt x="544842" y="155613"/>
                  </a:lnTo>
                  <a:lnTo>
                    <a:pt x="543687" y="154076"/>
                  </a:lnTo>
                  <a:lnTo>
                    <a:pt x="541540" y="152895"/>
                  </a:lnTo>
                  <a:lnTo>
                    <a:pt x="541566" y="152450"/>
                  </a:lnTo>
                  <a:lnTo>
                    <a:pt x="542823" y="126517"/>
                  </a:lnTo>
                  <a:lnTo>
                    <a:pt x="537451" y="125907"/>
                  </a:lnTo>
                  <a:lnTo>
                    <a:pt x="537540" y="141287"/>
                  </a:lnTo>
                  <a:lnTo>
                    <a:pt x="538073" y="152450"/>
                  </a:lnTo>
                  <a:lnTo>
                    <a:pt x="540550" y="156184"/>
                  </a:lnTo>
                  <a:lnTo>
                    <a:pt x="542137" y="156387"/>
                  </a:lnTo>
                  <a:lnTo>
                    <a:pt x="543687" y="157022"/>
                  </a:lnTo>
                  <a:lnTo>
                    <a:pt x="544741" y="160261"/>
                  </a:lnTo>
                  <a:lnTo>
                    <a:pt x="546493" y="159651"/>
                  </a:lnTo>
                  <a:close/>
                </a:path>
                <a:path w="584200" h="626744">
                  <a:moveTo>
                    <a:pt x="546963" y="368427"/>
                  </a:moveTo>
                  <a:lnTo>
                    <a:pt x="546417" y="367347"/>
                  </a:lnTo>
                  <a:lnTo>
                    <a:pt x="545211" y="368071"/>
                  </a:lnTo>
                  <a:lnTo>
                    <a:pt x="545084" y="369747"/>
                  </a:lnTo>
                  <a:lnTo>
                    <a:pt x="545084" y="371741"/>
                  </a:lnTo>
                  <a:lnTo>
                    <a:pt x="545833" y="370598"/>
                  </a:lnTo>
                  <a:lnTo>
                    <a:pt x="546963" y="368427"/>
                  </a:lnTo>
                  <a:close/>
                </a:path>
                <a:path w="584200" h="626744">
                  <a:moveTo>
                    <a:pt x="548944" y="113309"/>
                  </a:moveTo>
                  <a:lnTo>
                    <a:pt x="545211" y="112737"/>
                  </a:lnTo>
                  <a:lnTo>
                    <a:pt x="546303" y="116128"/>
                  </a:lnTo>
                  <a:lnTo>
                    <a:pt x="545211" y="118706"/>
                  </a:lnTo>
                  <a:lnTo>
                    <a:pt x="546303" y="121500"/>
                  </a:lnTo>
                  <a:lnTo>
                    <a:pt x="548246" y="121894"/>
                  </a:lnTo>
                  <a:lnTo>
                    <a:pt x="548462" y="118465"/>
                  </a:lnTo>
                  <a:lnTo>
                    <a:pt x="547154" y="117233"/>
                  </a:lnTo>
                  <a:lnTo>
                    <a:pt x="548246" y="115404"/>
                  </a:lnTo>
                  <a:lnTo>
                    <a:pt x="548944" y="113309"/>
                  </a:lnTo>
                  <a:close/>
                </a:path>
                <a:path w="584200" h="626744">
                  <a:moveTo>
                    <a:pt x="550735" y="142709"/>
                  </a:moveTo>
                  <a:lnTo>
                    <a:pt x="550608" y="125285"/>
                  </a:lnTo>
                  <a:lnTo>
                    <a:pt x="546785" y="125996"/>
                  </a:lnTo>
                  <a:lnTo>
                    <a:pt x="547979" y="143268"/>
                  </a:lnTo>
                  <a:lnTo>
                    <a:pt x="548106" y="147662"/>
                  </a:lnTo>
                  <a:lnTo>
                    <a:pt x="546481" y="150710"/>
                  </a:lnTo>
                  <a:lnTo>
                    <a:pt x="547776" y="152615"/>
                  </a:lnTo>
                  <a:lnTo>
                    <a:pt x="549897" y="150520"/>
                  </a:lnTo>
                  <a:lnTo>
                    <a:pt x="550608" y="148272"/>
                  </a:lnTo>
                  <a:lnTo>
                    <a:pt x="550735" y="142709"/>
                  </a:lnTo>
                  <a:close/>
                </a:path>
                <a:path w="584200" h="626744">
                  <a:moveTo>
                    <a:pt x="550862" y="378307"/>
                  </a:moveTo>
                  <a:lnTo>
                    <a:pt x="550735" y="376783"/>
                  </a:lnTo>
                  <a:lnTo>
                    <a:pt x="549567" y="377812"/>
                  </a:lnTo>
                  <a:lnTo>
                    <a:pt x="549681" y="378307"/>
                  </a:lnTo>
                  <a:lnTo>
                    <a:pt x="550862" y="378307"/>
                  </a:lnTo>
                  <a:close/>
                </a:path>
                <a:path w="584200" h="626744">
                  <a:moveTo>
                    <a:pt x="551929" y="378841"/>
                  </a:moveTo>
                  <a:lnTo>
                    <a:pt x="549795" y="378841"/>
                  </a:lnTo>
                  <a:lnTo>
                    <a:pt x="549986" y="379717"/>
                  </a:lnTo>
                  <a:lnTo>
                    <a:pt x="551141" y="379717"/>
                  </a:lnTo>
                  <a:lnTo>
                    <a:pt x="551040" y="379844"/>
                  </a:lnTo>
                  <a:lnTo>
                    <a:pt x="551167" y="379717"/>
                  </a:lnTo>
                  <a:lnTo>
                    <a:pt x="551929" y="378841"/>
                  </a:lnTo>
                  <a:close/>
                </a:path>
                <a:path w="584200" h="626744">
                  <a:moveTo>
                    <a:pt x="553110" y="363728"/>
                  </a:moveTo>
                  <a:lnTo>
                    <a:pt x="552754" y="362432"/>
                  </a:lnTo>
                  <a:lnTo>
                    <a:pt x="552665" y="362127"/>
                  </a:lnTo>
                  <a:lnTo>
                    <a:pt x="551776" y="361200"/>
                  </a:lnTo>
                  <a:lnTo>
                    <a:pt x="551434" y="360730"/>
                  </a:lnTo>
                  <a:lnTo>
                    <a:pt x="551319" y="360565"/>
                  </a:lnTo>
                  <a:lnTo>
                    <a:pt x="551167" y="360375"/>
                  </a:lnTo>
                  <a:lnTo>
                    <a:pt x="549567" y="360375"/>
                  </a:lnTo>
                  <a:lnTo>
                    <a:pt x="547662" y="360730"/>
                  </a:lnTo>
                  <a:lnTo>
                    <a:pt x="548500" y="360565"/>
                  </a:lnTo>
                  <a:lnTo>
                    <a:pt x="546963" y="360565"/>
                  </a:lnTo>
                  <a:lnTo>
                    <a:pt x="546874" y="360375"/>
                  </a:lnTo>
                  <a:lnTo>
                    <a:pt x="545934" y="358508"/>
                  </a:lnTo>
                  <a:lnTo>
                    <a:pt x="545096" y="359714"/>
                  </a:lnTo>
                  <a:lnTo>
                    <a:pt x="545211" y="364363"/>
                  </a:lnTo>
                  <a:lnTo>
                    <a:pt x="547255" y="363118"/>
                  </a:lnTo>
                  <a:lnTo>
                    <a:pt x="548703" y="363118"/>
                  </a:lnTo>
                  <a:lnTo>
                    <a:pt x="550849" y="362432"/>
                  </a:lnTo>
                  <a:lnTo>
                    <a:pt x="550735" y="363118"/>
                  </a:lnTo>
                  <a:lnTo>
                    <a:pt x="550621" y="363728"/>
                  </a:lnTo>
                  <a:lnTo>
                    <a:pt x="550519" y="364363"/>
                  </a:lnTo>
                  <a:lnTo>
                    <a:pt x="549922" y="367296"/>
                  </a:lnTo>
                  <a:lnTo>
                    <a:pt x="551154" y="371487"/>
                  </a:lnTo>
                  <a:lnTo>
                    <a:pt x="551776" y="371487"/>
                  </a:lnTo>
                  <a:lnTo>
                    <a:pt x="551776" y="371017"/>
                  </a:lnTo>
                  <a:lnTo>
                    <a:pt x="551929" y="370598"/>
                  </a:lnTo>
                  <a:lnTo>
                    <a:pt x="552132" y="367017"/>
                  </a:lnTo>
                  <a:lnTo>
                    <a:pt x="553110" y="363728"/>
                  </a:lnTo>
                  <a:close/>
                </a:path>
                <a:path w="584200" h="626744">
                  <a:moveTo>
                    <a:pt x="555332" y="301917"/>
                  </a:moveTo>
                  <a:lnTo>
                    <a:pt x="555117" y="300761"/>
                  </a:lnTo>
                  <a:lnTo>
                    <a:pt x="552665" y="300939"/>
                  </a:lnTo>
                  <a:lnTo>
                    <a:pt x="551916" y="302183"/>
                  </a:lnTo>
                  <a:lnTo>
                    <a:pt x="548944" y="301586"/>
                  </a:lnTo>
                  <a:lnTo>
                    <a:pt x="548525" y="302348"/>
                  </a:lnTo>
                  <a:lnTo>
                    <a:pt x="549973" y="303466"/>
                  </a:lnTo>
                  <a:lnTo>
                    <a:pt x="551776" y="303225"/>
                  </a:lnTo>
                  <a:lnTo>
                    <a:pt x="553110" y="302348"/>
                  </a:lnTo>
                  <a:lnTo>
                    <a:pt x="554609" y="302755"/>
                  </a:lnTo>
                  <a:lnTo>
                    <a:pt x="555332" y="301917"/>
                  </a:lnTo>
                  <a:close/>
                </a:path>
                <a:path w="584200" h="626744">
                  <a:moveTo>
                    <a:pt x="558469" y="126834"/>
                  </a:moveTo>
                  <a:lnTo>
                    <a:pt x="555066" y="128778"/>
                  </a:lnTo>
                  <a:lnTo>
                    <a:pt x="555713" y="154432"/>
                  </a:lnTo>
                  <a:lnTo>
                    <a:pt x="558203" y="154432"/>
                  </a:lnTo>
                  <a:lnTo>
                    <a:pt x="558469" y="126834"/>
                  </a:lnTo>
                  <a:close/>
                </a:path>
                <a:path w="584200" h="626744">
                  <a:moveTo>
                    <a:pt x="559219" y="204774"/>
                  </a:moveTo>
                  <a:lnTo>
                    <a:pt x="558584" y="200748"/>
                  </a:lnTo>
                  <a:lnTo>
                    <a:pt x="554621" y="198335"/>
                  </a:lnTo>
                  <a:lnTo>
                    <a:pt x="552297" y="196684"/>
                  </a:lnTo>
                  <a:lnTo>
                    <a:pt x="551738" y="194703"/>
                  </a:lnTo>
                  <a:lnTo>
                    <a:pt x="550849" y="190525"/>
                  </a:lnTo>
                  <a:lnTo>
                    <a:pt x="550849" y="164642"/>
                  </a:lnTo>
                  <a:lnTo>
                    <a:pt x="546963" y="164007"/>
                  </a:lnTo>
                  <a:lnTo>
                    <a:pt x="546963" y="166090"/>
                  </a:lnTo>
                  <a:lnTo>
                    <a:pt x="548106" y="168313"/>
                  </a:lnTo>
                  <a:lnTo>
                    <a:pt x="547319" y="169849"/>
                  </a:lnTo>
                  <a:lnTo>
                    <a:pt x="547509" y="176466"/>
                  </a:lnTo>
                  <a:lnTo>
                    <a:pt x="547776" y="193408"/>
                  </a:lnTo>
                  <a:lnTo>
                    <a:pt x="548525" y="198081"/>
                  </a:lnTo>
                  <a:lnTo>
                    <a:pt x="550138" y="199351"/>
                  </a:lnTo>
                  <a:lnTo>
                    <a:pt x="551916" y="199694"/>
                  </a:lnTo>
                  <a:lnTo>
                    <a:pt x="553364" y="201180"/>
                  </a:lnTo>
                  <a:lnTo>
                    <a:pt x="556209" y="201612"/>
                  </a:lnTo>
                  <a:lnTo>
                    <a:pt x="557898" y="204774"/>
                  </a:lnTo>
                  <a:lnTo>
                    <a:pt x="559219" y="204774"/>
                  </a:lnTo>
                  <a:close/>
                </a:path>
                <a:path w="584200" h="626744">
                  <a:moveTo>
                    <a:pt x="559269" y="116598"/>
                  </a:moveTo>
                  <a:lnTo>
                    <a:pt x="557237" y="115976"/>
                  </a:lnTo>
                  <a:lnTo>
                    <a:pt x="557085" y="117881"/>
                  </a:lnTo>
                  <a:lnTo>
                    <a:pt x="557364" y="119126"/>
                  </a:lnTo>
                  <a:lnTo>
                    <a:pt x="559269" y="118110"/>
                  </a:lnTo>
                  <a:lnTo>
                    <a:pt x="559269" y="116598"/>
                  </a:lnTo>
                  <a:close/>
                </a:path>
                <a:path w="584200" h="626744">
                  <a:moveTo>
                    <a:pt x="559587" y="104825"/>
                  </a:moveTo>
                  <a:lnTo>
                    <a:pt x="539851" y="104825"/>
                  </a:lnTo>
                  <a:lnTo>
                    <a:pt x="539851" y="108242"/>
                  </a:lnTo>
                  <a:lnTo>
                    <a:pt x="559587" y="108242"/>
                  </a:lnTo>
                  <a:lnTo>
                    <a:pt x="559587" y="104825"/>
                  </a:lnTo>
                  <a:close/>
                </a:path>
                <a:path w="584200" h="626744">
                  <a:moveTo>
                    <a:pt x="560984" y="166865"/>
                  </a:moveTo>
                  <a:lnTo>
                    <a:pt x="558850" y="166293"/>
                  </a:lnTo>
                  <a:lnTo>
                    <a:pt x="558253" y="190347"/>
                  </a:lnTo>
                  <a:lnTo>
                    <a:pt x="560832" y="191173"/>
                  </a:lnTo>
                  <a:lnTo>
                    <a:pt x="560984" y="166865"/>
                  </a:lnTo>
                  <a:close/>
                </a:path>
                <a:path w="584200" h="626744">
                  <a:moveTo>
                    <a:pt x="560984" y="93827"/>
                  </a:moveTo>
                  <a:lnTo>
                    <a:pt x="540321" y="93827"/>
                  </a:lnTo>
                  <a:lnTo>
                    <a:pt x="540321" y="96088"/>
                  </a:lnTo>
                  <a:lnTo>
                    <a:pt x="560984" y="96088"/>
                  </a:lnTo>
                  <a:lnTo>
                    <a:pt x="560984" y="93827"/>
                  </a:lnTo>
                  <a:close/>
                </a:path>
                <a:path w="584200" h="626744">
                  <a:moveTo>
                    <a:pt x="561987" y="212928"/>
                  </a:moveTo>
                  <a:lnTo>
                    <a:pt x="554494" y="213169"/>
                  </a:lnTo>
                  <a:lnTo>
                    <a:pt x="548970" y="212178"/>
                  </a:lnTo>
                  <a:lnTo>
                    <a:pt x="545833" y="211620"/>
                  </a:lnTo>
                  <a:lnTo>
                    <a:pt x="540042" y="212178"/>
                  </a:lnTo>
                  <a:lnTo>
                    <a:pt x="539978" y="211620"/>
                  </a:lnTo>
                  <a:lnTo>
                    <a:pt x="539864" y="210680"/>
                  </a:lnTo>
                  <a:lnTo>
                    <a:pt x="538975" y="210870"/>
                  </a:lnTo>
                  <a:lnTo>
                    <a:pt x="539051" y="211620"/>
                  </a:lnTo>
                  <a:lnTo>
                    <a:pt x="539102" y="212178"/>
                  </a:lnTo>
                  <a:lnTo>
                    <a:pt x="539203" y="213169"/>
                  </a:lnTo>
                  <a:lnTo>
                    <a:pt x="539661" y="217500"/>
                  </a:lnTo>
                  <a:lnTo>
                    <a:pt x="540562" y="216573"/>
                  </a:lnTo>
                  <a:lnTo>
                    <a:pt x="540816" y="216141"/>
                  </a:lnTo>
                  <a:lnTo>
                    <a:pt x="541286" y="215760"/>
                  </a:lnTo>
                  <a:lnTo>
                    <a:pt x="549363" y="216801"/>
                  </a:lnTo>
                  <a:lnTo>
                    <a:pt x="552945" y="217068"/>
                  </a:lnTo>
                  <a:lnTo>
                    <a:pt x="556488" y="217068"/>
                  </a:lnTo>
                  <a:lnTo>
                    <a:pt x="561771" y="215760"/>
                  </a:lnTo>
                  <a:lnTo>
                    <a:pt x="561975" y="213169"/>
                  </a:lnTo>
                  <a:lnTo>
                    <a:pt x="561987" y="212928"/>
                  </a:lnTo>
                  <a:close/>
                </a:path>
                <a:path w="584200" h="626744">
                  <a:moveTo>
                    <a:pt x="563359" y="365366"/>
                  </a:moveTo>
                  <a:lnTo>
                    <a:pt x="563003" y="364693"/>
                  </a:lnTo>
                  <a:lnTo>
                    <a:pt x="563029" y="364363"/>
                  </a:lnTo>
                  <a:lnTo>
                    <a:pt x="563143" y="361911"/>
                  </a:lnTo>
                  <a:lnTo>
                    <a:pt x="561746" y="361048"/>
                  </a:lnTo>
                  <a:lnTo>
                    <a:pt x="560920" y="360476"/>
                  </a:lnTo>
                  <a:lnTo>
                    <a:pt x="560476" y="359714"/>
                  </a:lnTo>
                  <a:lnTo>
                    <a:pt x="559701" y="361048"/>
                  </a:lnTo>
                  <a:lnTo>
                    <a:pt x="557352" y="361048"/>
                  </a:lnTo>
                  <a:lnTo>
                    <a:pt x="555713" y="360476"/>
                  </a:lnTo>
                  <a:lnTo>
                    <a:pt x="555828" y="361048"/>
                  </a:lnTo>
                  <a:lnTo>
                    <a:pt x="556044" y="362127"/>
                  </a:lnTo>
                  <a:lnTo>
                    <a:pt x="559663" y="364363"/>
                  </a:lnTo>
                  <a:lnTo>
                    <a:pt x="561987" y="364363"/>
                  </a:lnTo>
                  <a:lnTo>
                    <a:pt x="560984" y="366204"/>
                  </a:lnTo>
                  <a:lnTo>
                    <a:pt x="561098" y="367830"/>
                  </a:lnTo>
                  <a:lnTo>
                    <a:pt x="561149" y="369417"/>
                  </a:lnTo>
                  <a:lnTo>
                    <a:pt x="560819" y="370967"/>
                  </a:lnTo>
                  <a:lnTo>
                    <a:pt x="560920" y="372414"/>
                  </a:lnTo>
                  <a:lnTo>
                    <a:pt x="560984" y="373265"/>
                  </a:lnTo>
                  <a:lnTo>
                    <a:pt x="561060" y="376313"/>
                  </a:lnTo>
                  <a:lnTo>
                    <a:pt x="561987" y="376669"/>
                  </a:lnTo>
                  <a:lnTo>
                    <a:pt x="561924" y="375742"/>
                  </a:lnTo>
                  <a:lnTo>
                    <a:pt x="562317" y="373265"/>
                  </a:lnTo>
                  <a:lnTo>
                    <a:pt x="562673" y="372414"/>
                  </a:lnTo>
                  <a:lnTo>
                    <a:pt x="562673" y="368604"/>
                  </a:lnTo>
                  <a:lnTo>
                    <a:pt x="563359" y="367830"/>
                  </a:lnTo>
                  <a:lnTo>
                    <a:pt x="563359" y="365366"/>
                  </a:lnTo>
                  <a:close/>
                </a:path>
                <a:path w="584200" h="626744">
                  <a:moveTo>
                    <a:pt x="564413" y="385775"/>
                  </a:moveTo>
                  <a:lnTo>
                    <a:pt x="562317" y="385775"/>
                  </a:lnTo>
                  <a:lnTo>
                    <a:pt x="562317" y="376770"/>
                  </a:lnTo>
                  <a:lnTo>
                    <a:pt x="559650" y="376770"/>
                  </a:lnTo>
                  <a:lnTo>
                    <a:pt x="559650" y="385775"/>
                  </a:lnTo>
                  <a:lnTo>
                    <a:pt x="540816" y="385775"/>
                  </a:lnTo>
                  <a:lnTo>
                    <a:pt x="540816" y="388797"/>
                  </a:lnTo>
                  <a:lnTo>
                    <a:pt x="559650" y="388797"/>
                  </a:lnTo>
                  <a:lnTo>
                    <a:pt x="559650" y="397421"/>
                  </a:lnTo>
                  <a:lnTo>
                    <a:pt x="540816" y="397421"/>
                  </a:lnTo>
                  <a:lnTo>
                    <a:pt x="540816" y="400240"/>
                  </a:lnTo>
                  <a:lnTo>
                    <a:pt x="559650" y="400240"/>
                  </a:lnTo>
                  <a:lnTo>
                    <a:pt x="559650" y="606171"/>
                  </a:lnTo>
                  <a:lnTo>
                    <a:pt x="562317" y="606171"/>
                  </a:lnTo>
                  <a:lnTo>
                    <a:pt x="562317" y="400240"/>
                  </a:lnTo>
                  <a:lnTo>
                    <a:pt x="564413" y="400240"/>
                  </a:lnTo>
                  <a:lnTo>
                    <a:pt x="564413" y="397421"/>
                  </a:lnTo>
                  <a:lnTo>
                    <a:pt x="562317" y="397421"/>
                  </a:lnTo>
                  <a:lnTo>
                    <a:pt x="562317" y="388797"/>
                  </a:lnTo>
                  <a:lnTo>
                    <a:pt x="564413" y="388797"/>
                  </a:lnTo>
                  <a:lnTo>
                    <a:pt x="564413" y="385775"/>
                  </a:lnTo>
                  <a:close/>
                </a:path>
                <a:path w="584200" h="626744">
                  <a:moveTo>
                    <a:pt x="565480" y="302539"/>
                  </a:moveTo>
                  <a:lnTo>
                    <a:pt x="564832" y="301078"/>
                  </a:lnTo>
                  <a:lnTo>
                    <a:pt x="563359" y="302945"/>
                  </a:lnTo>
                  <a:lnTo>
                    <a:pt x="562317" y="301802"/>
                  </a:lnTo>
                  <a:lnTo>
                    <a:pt x="560971" y="303911"/>
                  </a:lnTo>
                  <a:lnTo>
                    <a:pt x="562317" y="304914"/>
                  </a:lnTo>
                  <a:lnTo>
                    <a:pt x="563753" y="302945"/>
                  </a:lnTo>
                  <a:lnTo>
                    <a:pt x="565480" y="302539"/>
                  </a:lnTo>
                  <a:close/>
                </a:path>
                <a:path w="584200" h="626744">
                  <a:moveTo>
                    <a:pt x="568998" y="361911"/>
                  </a:moveTo>
                  <a:lnTo>
                    <a:pt x="568375" y="360959"/>
                  </a:lnTo>
                  <a:lnTo>
                    <a:pt x="566051" y="362966"/>
                  </a:lnTo>
                  <a:lnTo>
                    <a:pt x="567474" y="363283"/>
                  </a:lnTo>
                  <a:lnTo>
                    <a:pt x="568591" y="363194"/>
                  </a:lnTo>
                  <a:lnTo>
                    <a:pt x="568998" y="361911"/>
                  </a:lnTo>
                  <a:close/>
                </a:path>
                <a:path w="584200" h="626744">
                  <a:moveTo>
                    <a:pt x="571423" y="294614"/>
                  </a:moveTo>
                  <a:lnTo>
                    <a:pt x="571220" y="292785"/>
                  </a:lnTo>
                  <a:lnTo>
                    <a:pt x="564070" y="291782"/>
                  </a:lnTo>
                  <a:lnTo>
                    <a:pt x="555574" y="291071"/>
                  </a:lnTo>
                  <a:lnTo>
                    <a:pt x="546163" y="291071"/>
                  </a:lnTo>
                  <a:lnTo>
                    <a:pt x="541896" y="290690"/>
                  </a:lnTo>
                  <a:lnTo>
                    <a:pt x="543153" y="293370"/>
                  </a:lnTo>
                  <a:lnTo>
                    <a:pt x="552234" y="293458"/>
                  </a:lnTo>
                  <a:lnTo>
                    <a:pt x="554761" y="294779"/>
                  </a:lnTo>
                  <a:lnTo>
                    <a:pt x="562673" y="293585"/>
                  </a:lnTo>
                  <a:lnTo>
                    <a:pt x="571423" y="294614"/>
                  </a:lnTo>
                  <a:close/>
                </a:path>
                <a:path w="584200" h="626744">
                  <a:moveTo>
                    <a:pt x="574306" y="385775"/>
                  </a:moveTo>
                  <a:lnTo>
                    <a:pt x="570865" y="385775"/>
                  </a:lnTo>
                  <a:lnTo>
                    <a:pt x="570776" y="375881"/>
                  </a:lnTo>
                  <a:lnTo>
                    <a:pt x="568388" y="375881"/>
                  </a:lnTo>
                  <a:lnTo>
                    <a:pt x="568477" y="385775"/>
                  </a:lnTo>
                  <a:lnTo>
                    <a:pt x="567004" y="385775"/>
                  </a:lnTo>
                  <a:lnTo>
                    <a:pt x="567004" y="388797"/>
                  </a:lnTo>
                  <a:lnTo>
                    <a:pt x="568502" y="388797"/>
                  </a:lnTo>
                  <a:lnTo>
                    <a:pt x="568579" y="397421"/>
                  </a:lnTo>
                  <a:lnTo>
                    <a:pt x="567004" y="397421"/>
                  </a:lnTo>
                  <a:lnTo>
                    <a:pt x="567004" y="400240"/>
                  </a:lnTo>
                  <a:lnTo>
                    <a:pt x="568604" y="400240"/>
                  </a:lnTo>
                  <a:lnTo>
                    <a:pt x="570649" y="626173"/>
                  </a:lnTo>
                  <a:lnTo>
                    <a:pt x="573062" y="626173"/>
                  </a:lnTo>
                  <a:lnTo>
                    <a:pt x="570992" y="400240"/>
                  </a:lnTo>
                  <a:lnTo>
                    <a:pt x="574306" y="400240"/>
                  </a:lnTo>
                  <a:lnTo>
                    <a:pt x="574306" y="397421"/>
                  </a:lnTo>
                  <a:lnTo>
                    <a:pt x="570966" y="397421"/>
                  </a:lnTo>
                  <a:lnTo>
                    <a:pt x="570890" y="388797"/>
                  </a:lnTo>
                  <a:lnTo>
                    <a:pt x="574306" y="388797"/>
                  </a:lnTo>
                  <a:lnTo>
                    <a:pt x="574306" y="385775"/>
                  </a:lnTo>
                  <a:close/>
                </a:path>
                <a:path w="584200" h="626744">
                  <a:moveTo>
                    <a:pt x="575221" y="310984"/>
                  </a:moveTo>
                  <a:lnTo>
                    <a:pt x="574192" y="309638"/>
                  </a:lnTo>
                  <a:lnTo>
                    <a:pt x="569747" y="309041"/>
                  </a:lnTo>
                  <a:lnTo>
                    <a:pt x="554609" y="308013"/>
                  </a:lnTo>
                  <a:lnTo>
                    <a:pt x="552132" y="308114"/>
                  </a:lnTo>
                  <a:lnTo>
                    <a:pt x="548690" y="308114"/>
                  </a:lnTo>
                  <a:lnTo>
                    <a:pt x="541058" y="308419"/>
                  </a:lnTo>
                  <a:lnTo>
                    <a:pt x="540042" y="307543"/>
                  </a:lnTo>
                  <a:lnTo>
                    <a:pt x="540550" y="310146"/>
                  </a:lnTo>
                  <a:lnTo>
                    <a:pt x="541540" y="310527"/>
                  </a:lnTo>
                  <a:lnTo>
                    <a:pt x="550125" y="309981"/>
                  </a:lnTo>
                  <a:lnTo>
                    <a:pt x="570344" y="311124"/>
                  </a:lnTo>
                  <a:lnTo>
                    <a:pt x="575221" y="310984"/>
                  </a:lnTo>
                  <a:close/>
                </a:path>
                <a:path w="584200" h="626744">
                  <a:moveTo>
                    <a:pt x="584111" y="620483"/>
                  </a:moveTo>
                  <a:lnTo>
                    <a:pt x="584073" y="617537"/>
                  </a:lnTo>
                  <a:lnTo>
                    <a:pt x="582701" y="521639"/>
                  </a:lnTo>
                  <a:lnTo>
                    <a:pt x="581418" y="444741"/>
                  </a:lnTo>
                  <a:lnTo>
                    <a:pt x="581355" y="435965"/>
                  </a:lnTo>
                  <a:lnTo>
                    <a:pt x="581215" y="415734"/>
                  </a:lnTo>
                  <a:lnTo>
                    <a:pt x="582129" y="394690"/>
                  </a:lnTo>
                  <a:lnTo>
                    <a:pt x="582015" y="389953"/>
                  </a:lnTo>
                  <a:lnTo>
                    <a:pt x="580021" y="356768"/>
                  </a:lnTo>
                  <a:lnTo>
                    <a:pt x="578205" y="354698"/>
                  </a:lnTo>
                  <a:lnTo>
                    <a:pt x="578281" y="352463"/>
                  </a:lnTo>
                  <a:lnTo>
                    <a:pt x="578383" y="349110"/>
                  </a:lnTo>
                  <a:lnTo>
                    <a:pt x="578510" y="345147"/>
                  </a:lnTo>
                  <a:lnTo>
                    <a:pt x="578624" y="341845"/>
                  </a:lnTo>
                  <a:lnTo>
                    <a:pt x="578726" y="338404"/>
                  </a:lnTo>
                  <a:lnTo>
                    <a:pt x="578853" y="334645"/>
                  </a:lnTo>
                  <a:lnTo>
                    <a:pt x="578929" y="332257"/>
                  </a:lnTo>
                  <a:lnTo>
                    <a:pt x="579043" y="330200"/>
                  </a:lnTo>
                  <a:lnTo>
                    <a:pt x="580021" y="321983"/>
                  </a:lnTo>
                  <a:lnTo>
                    <a:pt x="581761" y="320586"/>
                  </a:lnTo>
                  <a:lnTo>
                    <a:pt x="581672" y="319125"/>
                  </a:lnTo>
                  <a:lnTo>
                    <a:pt x="581545" y="316979"/>
                  </a:lnTo>
                  <a:lnTo>
                    <a:pt x="581469" y="315620"/>
                  </a:lnTo>
                  <a:lnTo>
                    <a:pt x="581418" y="314731"/>
                  </a:lnTo>
                  <a:lnTo>
                    <a:pt x="582256" y="312356"/>
                  </a:lnTo>
                  <a:lnTo>
                    <a:pt x="581494" y="308508"/>
                  </a:lnTo>
                  <a:lnTo>
                    <a:pt x="581418" y="301802"/>
                  </a:lnTo>
                  <a:lnTo>
                    <a:pt x="581761" y="298018"/>
                  </a:lnTo>
                  <a:lnTo>
                    <a:pt x="581761" y="294779"/>
                  </a:lnTo>
                  <a:lnTo>
                    <a:pt x="581837" y="294030"/>
                  </a:lnTo>
                  <a:lnTo>
                    <a:pt x="580555" y="294779"/>
                  </a:lnTo>
                  <a:lnTo>
                    <a:pt x="580491" y="294513"/>
                  </a:lnTo>
                  <a:lnTo>
                    <a:pt x="578739" y="288150"/>
                  </a:lnTo>
                  <a:lnTo>
                    <a:pt x="578675" y="281381"/>
                  </a:lnTo>
                  <a:lnTo>
                    <a:pt x="578573" y="280162"/>
                  </a:lnTo>
                  <a:lnTo>
                    <a:pt x="578142" y="274535"/>
                  </a:lnTo>
                  <a:lnTo>
                    <a:pt x="577024" y="273011"/>
                  </a:lnTo>
                  <a:lnTo>
                    <a:pt x="577113" y="272783"/>
                  </a:lnTo>
                  <a:lnTo>
                    <a:pt x="578624" y="268947"/>
                  </a:lnTo>
                  <a:lnTo>
                    <a:pt x="578688" y="268084"/>
                  </a:lnTo>
                  <a:lnTo>
                    <a:pt x="578764" y="267246"/>
                  </a:lnTo>
                  <a:lnTo>
                    <a:pt x="579374" y="259880"/>
                  </a:lnTo>
                  <a:lnTo>
                    <a:pt x="577583" y="252996"/>
                  </a:lnTo>
                  <a:lnTo>
                    <a:pt x="577494" y="252628"/>
                  </a:lnTo>
                  <a:lnTo>
                    <a:pt x="578142" y="251929"/>
                  </a:lnTo>
                  <a:lnTo>
                    <a:pt x="576948" y="251929"/>
                  </a:lnTo>
                  <a:lnTo>
                    <a:pt x="575640" y="251929"/>
                  </a:lnTo>
                  <a:lnTo>
                    <a:pt x="572973" y="249821"/>
                  </a:lnTo>
                  <a:lnTo>
                    <a:pt x="572731" y="249631"/>
                  </a:lnTo>
                  <a:lnTo>
                    <a:pt x="549579" y="249821"/>
                  </a:lnTo>
                  <a:lnTo>
                    <a:pt x="512216" y="249313"/>
                  </a:lnTo>
                  <a:lnTo>
                    <a:pt x="512127" y="249034"/>
                  </a:lnTo>
                  <a:lnTo>
                    <a:pt x="511022" y="245478"/>
                  </a:lnTo>
                  <a:lnTo>
                    <a:pt x="511048" y="245211"/>
                  </a:lnTo>
                  <a:lnTo>
                    <a:pt x="511365" y="242239"/>
                  </a:lnTo>
                  <a:lnTo>
                    <a:pt x="512064" y="239026"/>
                  </a:lnTo>
                  <a:lnTo>
                    <a:pt x="563156" y="239877"/>
                  </a:lnTo>
                  <a:lnTo>
                    <a:pt x="568591" y="240245"/>
                  </a:lnTo>
                  <a:lnTo>
                    <a:pt x="572198" y="240614"/>
                  </a:lnTo>
                  <a:lnTo>
                    <a:pt x="572414" y="240652"/>
                  </a:lnTo>
                  <a:lnTo>
                    <a:pt x="572731" y="249631"/>
                  </a:lnTo>
                  <a:lnTo>
                    <a:pt x="576948" y="251929"/>
                  </a:lnTo>
                  <a:lnTo>
                    <a:pt x="576491" y="236702"/>
                  </a:lnTo>
                  <a:lnTo>
                    <a:pt x="574382" y="230797"/>
                  </a:lnTo>
                  <a:lnTo>
                    <a:pt x="574446" y="14071"/>
                  </a:lnTo>
                  <a:lnTo>
                    <a:pt x="572338" y="14071"/>
                  </a:lnTo>
                  <a:lnTo>
                    <a:pt x="572338" y="238074"/>
                  </a:lnTo>
                  <a:lnTo>
                    <a:pt x="569658" y="236245"/>
                  </a:lnTo>
                  <a:lnTo>
                    <a:pt x="511022" y="236245"/>
                  </a:lnTo>
                  <a:lnTo>
                    <a:pt x="511086" y="233654"/>
                  </a:lnTo>
                  <a:lnTo>
                    <a:pt x="511175" y="230035"/>
                  </a:lnTo>
                  <a:lnTo>
                    <a:pt x="569988" y="229057"/>
                  </a:lnTo>
                  <a:lnTo>
                    <a:pt x="572325" y="237680"/>
                  </a:lnTo>
                  <a:lnTo>
                    <a:pt x="572338" y="238074"/>
                  </a:lnTo>
                  <a:lnTo>
                    <a:pt x="572338" y="14071"/>
                  </a:lnTo>
                  <a:lnTo>
                    <a:pt x="569747" y="14071"/>
                  </a:lnTo>
                  <a:lnTo>
                    <a:pt x="569747" y="93484"/>
                  </a:lnTo>
                  <a:lnTo>
                    <a:pt x="565480" y="93484"/>
                  </a:lnTo>
                  <a:lnTo>
                    <a:pt x="565480" y="95123"/>
                  </a:lnTo>
                  <a:lnTo>
                    <a:pt x="569747" y="95123"/>
                  </a:lnTo>
                  <a:lnTo>
                    <a:pt x="569747" y="106324"/>
                  </a:lnTo>
                  <a:lnTo>
                    <a:pt x="565099" y="106324"/>
                  </a:lnTo>
                  <a:lnTo>
                    <a:pt x="565099" y="112077"/>
                  </a:lnTo>
                  <a:lnTo>
                    <a:pt x="569747" y="112077"/>
                  </a:lnTo>
                  <a:lnTo>
                    <a:pt x="569747" y="213791"/>
                  </a:lnTo>
                  <a:lnTo>
                    <a:pt x="568947" y="213817"/>
                  </a:lnTo>
                  <a:lnTo>
                    <a:pt x="567093" y="212940"/>
                  </a:lnTo>
                  <a:lnTo>
                    <a:pt x="565480" y="213182"/>
                  </a:lnTo>
                  <a:lnTo>
                    <a:pt x="567093" y="216776"/>
                  </a:lnTo>
                  <a:lnTo>
                    <a:pt x="567639" y="218389"/>
                  </a:lnTo>
                  <a:lnTo>
                    <a:pt x="568210" y="215430"/>
                  </a:lnTo>
                  <a:lnTo>
                    <a:pt x="569747" y="215696"/>
                  </a:lnTo>
                  <a:lnTo>
                    <a:pt x="569747" y="225564"/>
                  </a:lnTo>
                  <a:lnTo>
                    <a:pt x="511022" y="225564"/>
                  </a:lnTo>
                  <a:lnTo>
                    <a:pt x="509079" y="211518"/>
                  </a:lnTo>
                  <a:lnTo>
                    <a:pt x="509054" y="107924"/>
                  </a:lnTo>
                  <a:lnTo>
                    <a:pt x="510425" y="106857"/>
                  </a:lnTo>
                  <a:lnTo>
                    <a:pt x="533196" y="108864"/>
                  </a:lnTo>
                  <a:lnTo>
                    <a:pt x="534441" y="106857"/>
                  </a:lnTo>
                  <a:lnTo>
                    <a:pt x="534911" y="106095"/>
                  </a:lnTo>
                  <a:lnTo>
                    <a:pt x="512521" y="104432"/>
                  </a:lnTo>
                  <a:lnTo>
                    <a:pt x="512635" y="98869"/>
                  </a:lnTo>
                  <a:lnTo>
                    <a:pt x="512724" y="94551"/>
                  </a:lnTo>
                  <a:lnTo>
                    <a:pt x="513588" y="51396"/>
                  </a:lnTo>
                  <a:lnTo>
                    <a:pt x="511683" y="52349"/>
                  </a:lnTo>
                  <a:lnTo>
                    <a:pt x="510425" y="54521"/>
                  </a:lnTo>
                  <a:lnTo>
                    <a:pt x="509054" y="55219"/>
                  </a:lnTo>
                  <a:lnTo>
                    <a:pt x="508076" y="56959"/>
                  </a:lnTo>
                  <a:lnTo>
                    <a:pt x="507695" y="60286"/>
                  </a:lnTo>
                  <a:lnTo>
                    <a:pt x="508355" y="63131"/>
                  </a:lnTo>
                  <a:lnTo>
                    <a:pt x="507695" y="67881"/>
                  </a:lnTo>
                  <a:lnTo>
                    <a:pt x="506158" y="72250"/>
                  </a:lnTo>
                  <a:lnTo>
                    <a:pt x="508076" y="75247"/>
                  </a:lnTo>
                  <a:lnTo>
                    <a:pt x="508355" y="78155"/>
                  </a:lnTo>
                  <a:lnTo>
                    <a:pt x="507695" y="82880"/>
                  </a:lnTo>
                  <a:lnTo>
                    <a:pt x="505942" y="85661"/>
                  </a:lnTo>
                  <a:lnTo>
                    <a:pt x="508355" y="87477"/>
                  </a:lnTo>
                  <a:lnTo>
                    <a:pt x="506907" y="94551"/>
                  </a:lnTo>
                  <a:lnTo>
                    <a:pt x="504317" y="96278"/>
                  </a:lnTo>
                  <a:lnTo>
                    <a:pt x="504634" y="98069"/>
                  </a:lnTo>
                  <a:lnTo>
                    <a:pt x="507530" y="98869"/>
                  </a:lnTo>
                  <a:lnTo>
                    <a:pt x="508355" y="101409"/>
                  </a:lnTo>
                  <a:lnTo>
                    <a:pt x="506844" y="103365"/>
                  </a:lnTo>
                  <a:lnTo>
                    <a:pt x="503504" y="104178"/>
                  </a:lnTo>
                  <a:lnTo>
                    <a:pt x="503466" y="108864"/>
                  </a:lnTo>
                  <a:lnTo>
                    <a:pt x="503135" y="155041"/>
                  </a:lnTo>
                  <a:lnTo>
                    <a:pt x="503351" y="210439"/>
                  </a:lnTo>
                  <a:lnTo>
                    <a:pt x="505790" y="212471"/>
                  </a:lnTo>
                  <a:lnTo>
                    <a:pt x="505790" y="214909"/>
                  </a:lnTo>
                  <a:lnTo>
                    <a:pt x="504748" y="217855"/>
                  </a:lnTo>
                  <a:lnTo>
                    <a:pt x="505434" y="226161"/>
                  </a:lnTo>
                  <a:lnTo>
                    <a:pt x="503847" y="228041"/>
                  </a:lnTo>
                  <a:lnTo>
                    <a:pt x="505790" y="237680"/>
                  </a:lnTo>
                  <a:lnTo>
                    <a:pt x="506666" y="245211"/>
                  </a:lnTo>
                  <a:lnTo>
                    <a:pt x="507974" y="246938"/>
                  </a:lnTo>
                  <a:lnTo>
                    <a:pt x="504317" y="249034"/>
                  </a:lnTo>
                  <a:lnTo>
                    <a:pt x="505942" y="251929"/>
                  </a:lnTo>
                  <a:lnTo>
                    <a:pt x="503593" y="257073"/>
                  </a:lnTo>
                  <a:lnTo>
                    <a:pt x="508076" y="257073"/>
                  </a:lnTo>
                  <a:lnTo>
                    <a:pt x="507644" y="260197"/>
                  </a:lnTo>
                  <a:lnTo>
                    <a:pt x="509447" y="260946"/>
                  </a:lnTo>
                  <a:lnTo>
                    <a:pt x="509054" y="265620"/>
                  </a:lnTo>
                  <a:lnTo>
                    <a:pt x="503351" y="265620"/>
                  </a:lnTo>
                  <a:lnTo>
                    <a:pt x="503224" y="267246"/>
                  </a:lnTo>
                  <a:lnTo>
                    <a:pt x="507695" y="268084"/>
                  </a:lnTo>
                  <a:lnTo>
                    <a:pt x="507695" y="269938"/>
                  </a:lnTo>
                  <a:lnTo>
                    <a:pt x="503135" y="270878"/>
                  </a:lnTo>
                  <a:lnTo>
                    <a:pt x="501611" y="271627"/>
                  </a:lnTo>
                  <a:lnTo>
                    <a:pt x="503224" y="272783"/>
                  </a:lnTo>
                  <a:lnTo>
                    <a:pt x="503364" y="273011"/>
                  </a:lnTo>
                  <a:lnTo>
                    <a:pt x="503389" y="273202"/>
                  </a:lnTo>
                  <a:lnTo>
                    <a:pt x="503593" y="274878"/>
                  </a:lnTo>
                  <a:lnTo>
                    <a:pt x="507415" y="276593"/>
                  </a:lnTo>
                  <a:lnTo>
                    <a:pt x="507326" y="277964"/>
                  </a:lnTo>
                  <a:lnTo>
                    <a:pt x="507199" y="280162"/>
                  </a:lnTo>
                  <a:lnTo>
                    <a:pt x="506666" y="280809"/>
                  </a:lnTo>
                  <a:lnTo>
                    <a:pt x="506222" y="281381"/>
                  </a:lnTo>
                  <a:lnTo>
                    <a:pt x="505790" y="282600"/>
                  </a:lnTo>
                  <a:lnTo>
                    <a:pt x="505663" y="283946"/>
                  </a:lnTo>
                  <a:lnTo>
                    <a:pt x="505625" y="284416"/>
                  </a:lnTo>
                  <a:lnTo>
                    <a:pt x="504634" y="287477"/>
                  </a:lnTo>
                  <a:lnTo>
                    <a:pt x="502424" y="292849"/>
                  </a:lnTo>
                  <a:lnTo>
                    <a:pt x="502551" y="293306"/>
                  </a:lnTo>
                  <a:lnTo>
                    <a:pt x="503351" y="296252"/>
                  </a:lnTo>
                  <a:lnTo>
                    <a:pt x="504088" y="303898"/>
                  </a:lnTo>
                  <a:lnTo>
                    <a:pt x="501053" y="305943"/>
                  </a:lnTo>
                  <a:lnTo>
                    <a:pt x="499681" y="305676"/>
                  </a:lnTo>
                  <a:lnTo>
                    <a:pt x="499745" y="305943"/>
                  </a:lnTo>
                  <a:lnTo>
                    <a:pt x="500151" y="307543"/>
                  </a:lnTo>
                  <a:lnTo>
                    <a:pt x="508520" y="307543"/>
                  </a:lnTo>
                  <a:lnTo>
                    <a:pt x="508546" y="305943"/>
                  </a:lnTo>
                  <a:lnTo>
                    <a:pt x="508584" y="303898"/>
                  </a:lnTo>
                  <a:lnTo>
                    <a:pt x="508685" y="298018"/>
                  </a:lnTo>
                  <a:lnTo>
                    <a:pt x="508800" y="294030"/>
                  </a:lnTo>
                  <a:lnTo>
                    <a:pt x="509447" y="293306"/>
                  </a:lnTo>
                  <a:lnTo>
                    <a:pt x="511175" y="294513"/>
                  </a:lnTo>
                  <a:lnTo>
                    <a:pt x="535355" y="294030"/>
                  </a:lnTo>
                  <a:lnTo>
                    <a:pt x="535432" y="293306"/>
                  </a:lnTo>
                  <a:lnTo>
                    <a:pt x="535470" y="292849"/>
                  </a:lnTo>
                  <a:lnTo>
                    <a:pt x="535622" y="291388"/>
                  </a:lnTo>
                  <a:lnTo>
                    <a:pt x="510070" y="291388"/>
                  </a:lnTo>
                  <a:lnTo>
                    <a:pt x="509524" y="290372"/>
                  </a:lnTo>
                  <a:lnTo>
                    <a:pt x="509473" y="290169"/>
                  </a:lnTo>
                  <a:lnTo>
                    <a:pt x="509054" y="288556"/>
                  </a:lnTo>
                  <a:lnTo>
                    <a:pt x="509104" y="288150"/>
                  </a:lnTo>
                  <a:lnTo>
                    <a:pt x="509193" y="287477"/>
                  </a:lnTo>
                  <a:lnTo>
                    <a:pt x="509524" y="284949"/>
                  </a:lnTo>
                  <a:lnTo>
                    <a:pt x="511683" y="283946"/>
                  </a:lnTo>
                  <a:lnTo>
                    <a:pt x="511683" y="273011"/>
                  </a:lnTo>
                  <a:lnTo>
                    <a:pt x="571639" y="273202"/>
                  </a:lnTo>
                  <a:lnTo>
                    <a:pt x="571665" y="273011"/>
                  </a:lnTo>
                  <a:lnTo>
                    <a:pt x="571715" y="272783"/>
                  </a:lnTo>
                  <a:lnTo>
                    <a:pt x="571982" y="271221"/>
                  </a:lnTo>
                  <a:lnTo>
                    <a:pt x="512064" y="270433"/>
                  </a:lnTo>
                  <a:lnTo>
                    <a:pt x="512064" y="267703"/>
                  </a:lnTo>
                  <a:lnTo>
                    <a:pt x="574294" y="267919"/>
                  </a:lnTo>
                  <a:lnTo>
                    <a:pt x="574319" y="267703"/>
                  </a:lnTo>
                  <a:lnTo>
                    <a:pt x="574382" y="267246"/>
                  </a:lnTo>
                  <a:lnTo>
                    <a:pt x="574573" y="265620"/>
                  </a:lnTo>
                  <a:lnTo>
                    <a:pt x="562457" y="265620"/>
                  </a:lnTo>
                  <a:lnTo>
                    <a:pt x="511467" y="264858"/>
                  </a:lnTo>
                  <a:lnTo>
                    <a:pt x="511683" y="260705"/>
                  </a:lnTo>
                  <a:lnTo>
                    <a:pt x="512216" y="260350"/>
                  </a:lnTo>
                  <a:lnTo>
                    <a:pt x="572439" y="259029"/>
                  </a:lnTo>
                  <a:lnTo>
                    <a:pt x="572465" y="258762"/>
                  </a:lnTo>
                  <a:lnTo>
                    <a:pt x="572617" y="257073"/>
                  </a:lnTo>
                  <a:lnTo>
                    <a:pt x="511835" y="257073"/>
                  </a:lnTo>
                  <a:lnTo>
                    <a:pt x="511683" y="256425"/>
                  </a:lnTo>
                  <a:lnTo>
                    <a:pt x="511467" y="255244"/>
                  </a:lnTo>
                  <a:lnTo>
                    <a:pt x="512216" y="254266"/>
                  </a:lnTo>
                  <a:lnTo>
                    <a:pt x="512775" y="253479"/>
                  </a:lnTo>
                  <a:lnTo>
                    <a:pt x="544537" y="252996"/>
                  </a:lnTo>
                  <a:lnTo>
                    <a:pt x="572630" y="252996"/>
                  </a:lnTo>
                  <a:lnTo>
                    <a:pt x="574294" y="255003"/>
                  </a:lnTo>
                  <a:lnTo>
                    <a:pt x="574357" y="255244"/>
                  </a:lnTo>
                  <a:lnTo>
                    <a:pt x="575335" y="258762"/>
                  </a:lnTo>
                  <a:lnTo>
                    <a:pt x="575462" y="260350"/>
                  </a:lnTo>
                  <a:lnTo>
                    <a:pt x="575513" y="260946"/>
                  </a:lnTo>
                  <a:lnTo>
                    <a:pt x="576237" y="270167"/>
                  </a:lnTo>
                  <a:lnTo>
                    <a:pt x="573303" y="272783"/>
                  </a:lnTo>
                  <a:lnTo>
                    <a:pt x="573430" y="273011"/>
                  </a:lnTo>
                  <a:lnTo>
                    <a:pt x="573532" y="273202"/>
                  </a:lnTo>
                  <a:lnTo>
                    <a:pt x="576148" y="277964"/>
                  </a:lnTo>
                  <a:lnTo>
                    <a:pt x="576199" y="290372"/>
                  </a:lnTo>
                  <a:lnTo>
                    <a:pt x="578624" y="293014"/>
                  </a:lnTo>
                  <a:lnTo>
                    <a:pt x="578561" y="293306"/>
                  </a:lnTo>
                  <a:lnTo>
                    <a:pt x="578205" y="295109"/>
                  </a:lnTo>
                  <a:lnTo>
                    <a:pt x="576948" y="295554"/>
                  </a:lnTo>
                  <a:lnTo>
                    <a:pt x="577037" y="296252"/>
                  </a:lnTo>
                  <a:lnTo>
                    <a:pt x="578637" y="310870"/>
                  </a:lnTo>
                  <a:lnTo>
                    <a:pt x="578713" y="312356"/>
                  </a:lnTo>
                  <a:lnTo>
                    <a:pt x="578827" y="314363"/>
                  </a:lnTo>
                  <a:lnTo>
                    <a:pt x="578904" y="315620"/>
                  </a:lnTo>
                  <a:lnTo>
                    <a:pt x="578967" y="316979"/>
                  </a:lnTo>
                  <a:lnTo>
                    <a:pt x="577875" y="317969"/>
                  </a:lnTo>
                  <a:lnTo>
                    <a:pt x="576745" y="320294"/>
                  </a:lnTo>
                  <a:lnTo>
                    <a:pt x="576770" y="321983"/>
                  </a:lnTo>
                  <a:lnTo>
                    <a:pt x="576948" y="324954"/>
                  </a:lnTo>
                  <a:lnTo>
                    <a:pt x="575932" y="330200"/>
                  </a:lnTo>
                  <a:lnTo>
                    <a:pt x="575830" y="331698"/>
                  </a:lnTo>
                  <a:lnTo>
                    <a:pt x="575716" y="333425"/>
                  </a:lnTo>
                  <a:lnTo>
                    <a:pt x="575640" y="334645"/>
                  </a:lnTo>
                  <a:lnTo>
                    <a:pt x="575513" y="336524"/>
                  </a:lnTo>
                  <a:lnTo>
                    <a:pt x="575398" y="338404"/>
                  </a:lnTo>
                  <a:lnTo>
                    <a:pt x="575297" y="339966"/>
                  </a:lnTo>
                  <a:lnTo>
                    <a:pt x="575170" y="341845"/>
                  </a:lnTo>
                  <a:lnTo>
                    <a:pt x="575094" y="343039"/>
                  </a:lnTo>
                  <a:lnTo>
                    <a:pt x="574979" y="344766"/>
                  </a:lnTo>
                  <a:lnTo>
                    <a:pt x="574433" y="344766"/>
                  </a:lnTo>
                  <a:lnTo>
                    <a:pt x="514604" y="343039"/>
                  </a:lnTo>
                  <a:lnTo>
                    <a:pt x="512521" y="341845"/>
                  </a:lnTo>
                  <a:lnTo>
                    <a:pt x="512406" y="340575"/>
                  </a:lnTo>
                  <a:lnTo>
                    <a:pt x="512356" y="339966"/>
                  </a:lnTo>
                  <a:lnTo>
                    <a:pt x="512241" y="338696"/>
                  </a:lnTo>
                  <a:lnTo>
                    <a:pt x="512216" y="338404"/>
                  </a:lnTo>
                  <a:lnTo>
                    <a:pt x="575208" y="339966"/>
                  </a:lnTo>
                  <a:lnTo>
                    <a:pt x="575106" y="338404"/>
                  </a:lnTo>
                  <a:lnTo>
                    <a:pt x="574979" y="336524"/>
                  </a:lnTo>
                  <a:lnTo>
                    <a:pt x="512775" y="334645"/>
                  </a:lnTo>
                  <a:lnTo>
                    <a:pt x="512394" y="333908"/>
                  </a:lnTo>
                  <a:lnTo>
                    <a:pt x="512394" y="332257"/>
                  </a:lnTo>
                  <a:lnTo>
                    <a:pt x="512775" y="330657"/>
                  </a:lnTo>
                  <a:lnTo>
                    <a:pt x="575525" y="331698"/>
                  </a:lnTo>
                  <a:lnTo>
                    <a:pt x="575525" y="330657"/>
                  </a:lnTo>
                  <a:lnTo>
                    <a:pt x="575525" y="328612"/>
                  </a:lnTo>
                  <a:lnTo>
                    <a:pt x="512775" y="326402"/>
                  </a:lnTo>
                  <a:lnTo>
                    <a:pt x="511175" y="324815"/>
                  </a:lnTo>
                  <a:lnTo>
                    <a:pt x="509079" y="324815"/>
                  </a:lnTo>
                  <a:lnTo>
                    <a:pt x="508762" y="318287"/>
                  </a:lnTo>
                  <a:lnTo>
                    <a:pt x="576668" y="320294"/>
                  </a:lnTo>
                  <a:lnTo>
                    <a:pt x="576592" y="319125"/>
                  </a:lnTo>
                  <a:lnTo>
                    <a:pt x="577519" y="318287"/>
                  </a:lnTo>
                  <a:lnTo>
                    <a:pt x="577875" y="317969"/>
                  </a:lnTo>
                  <a:lnTo>
                    <a:pt x="576211" y="317969"/>
                  </a:lnTo>
                  <a:lnTo>
                    <a:pt x="508723" y="315620"/>
                  </a:lnTo>
                  <a:lnTo>
                    <a:pt x="508609" y="312356"/>
                  </a:lnTo>
                  <a:lnTo>
                    <a:pt x="508508" y="309892"/>
                  </a:lnTo>
                  <a:lnTo>
                    <a:pt x="534797" y="310261"/>
                  </a:lnTo>
                  <a:lnTo>
                    <a:pt x="534797" y="309892"/>
                  </a:lnTo>
                  <a:lnTo>
                    <a:pt x="534797" y="307848"/>
                  </a:lnTo>
                  <a:lnTo>
                    <a:pt x="500316" y="307619"/>
                  </a:lnTo>
                  <a:lnTo>
                    <a:pt x="502780" y="308508"/>
                  </a:lnTo>
                  <a:lnTo>
                    <a:pt x="503224" y="310870"/>
                  </a:lnTo>
                  <a:lnTo>
                    <a:pt x="504812" y="314363"/>
                  </a:lnTo>
                  <a:lnTo>
                    <a:pt x="504710" y="321983"/>
                  </a:lnTo>
                  <a:lnTo>
                    <a:pt x="504634" y="328612"/>
                  </a:lnTo>
                  <a:lnTo>
                    <a:pt x="506285" y="330847"/>
                  </a:lnTo>
                  <a:lnTo>
                    <a:pt x="506260" y="331698"/>
                  </a:lnTo>
                  <a:lnTo>
                    <a:pt x="506158" y="332257"/>
                  </a:lnTo>
                  <a:lnTo>
                    <a:pt x="505942" y="333425"/>
                  </a:lnTo>
                  <a:lnTo>
                    <a:pt x="507530" y="338404"/>
                  </a:lnTo>
                  <a:lnTo>
                    <a:pt x="508762" y="338696"/>
                  </a:lnTo>
                  <a:lnTo>
                    <a:pt x="509384" y="339966"/>
                  </a:lnTo>
                  <a:lnTo>
                    <a:pt x="509346" y="340575"/>
                  </a:lnTo>
                  <a:lnTo>
                    <a:pt x="509257" y="341845"/>
                  </a:lnTo>
                  <a:lnTo>
                    <a:pt x="509168" y="343039"/>
                  </a:lnTo>
                  <a:lnTo>
                    <a:pt x="509054" y="344766"/>
                  </a:lnTo>
                  <a:lnTo>
                    <a:pt x="507644" y="345922"/>
                  </a:lnTo>
                  <a:lnTo>
                    <a:pt x="507365" y="346443"/>
                  </a:lnTo>
                  <a:lnTo>
                    <a:pt x="507238" y="346900"/>
                  </a:lnTo>
                  <a:lnTo>
                    <a:pt x="507199" y="347103"/>
                  </a:lnTo>
                  <a:lnTo>
                    <a:pt x="505434" y="348488"/>
                  </a:lnTo>
                  <a:lnTo>
                    <a:pt x="505434" y="349834"/>
                  </a:lnTo>
                  <a:lnTo>
                    <a:pt x="505790" y="350913"/>
                  </a:lnTo>
                  <a:lnTo>
                    <a:pt x="505790" y="351929"/>
                  </a:lnTo>
                  <a:lnTo>
                    <a:pt x="508241" y="351599"/>
                  </a:lnTo>
                  <a:lnTo>
                    <a:pt x="506539" y="354368"/>
                  </a:lnTo>
                  <a:lnTo>
                    <a:pt x="508355" y="356412"/>
                  </a:lnTo>
                  <a:lnTo>
                    <a:pt x="508241" y="356768"/>
                  </a:lnTo>
                  <a:lnTo>
                    <a:pt x="507072" y="360070"/>
                  </a:lnTo>
                  <a:lnTo>
                    <a:pt x="505942" y="366268"/>
                  </a:lnTo>
                  <a:lnTo>
                    <a:pt x="505993" y="367118"/>
                  </a:lnTo>
                  <a:lnTo>
                    <a:pt x="506539" y="376021"/>
                  </a:lnTo>
                  <a:lnTo>
                    <a:pt x="508076" y="378498"/>
                  </a:lnTo>
                  <a:lnTo>
                    <a:pt x="508012" y="378650"/>
                  </a:lnTo>
                  <a:lnTo>
                    <a:pt x="507047" y="381330"/>
                  </a:lnTo>
                  <a:lnTo>
                    <a:pt x="504088" y="382727"/>
                  </a:lnTo>
                  <a:lnTo>
                    <a:pt x="504164" y="385902"/>
                  </a:lnTo>
                  <a:lnTo>
                    <a:pt x="504253" y="389953"/>
                  </a:lnTo>
                  <a:lnTo>
                    <a:pt x="505790" y="391718"/>
                  </a:lnTo>
                  <a:lnTo>
                    <a:pt x="504088" y="394690"/>
                  </a:lnTo>
                  <a:lnTo>
                    <a:pt x="504164" y="399262"/>
                  </a:lnTo>
                  <a:lnTo>
                    <a:pt x="505104" y="464337"/>
                  </a:lnTo>
                  <a:lnTo>
                    <a:pt x="505790" y="534619"/>
                  </a:lnTo>
                  <a:lnTo>
                    <a:pt x="506158" y="569404"/>
                  </a:lnTo>
                  <a:lnTo>
                    <a:pt x="506387" y="604443"/>
                  </a:lnTo>
                  <a:lnTo>
                    <a:pt x="505942" y="622744"/>
                  </a:lnTo>
                  <a:lnTo>
                    <a:pt x="512775" y="623316"/>
                  </a:lnTo>
                  <a:lnTo>
                    <a:pt x="512762" y="622744"/>
                  </a:lnTo>
                  <a:lnTo>
                    <a:pt x="512635" y="617537"/>
                  </a:lnTo>
                  <a:lnTo>
                    <a:pt x="511175" y="557352"/>
                  </a:lnTo>
                  <a:lnTo>
                    <a:pt x="510540" y="488073"/>
                  </a:lnTo>
                  <a:lnTo>
                    <a:pt x="509524" y="435965"/>
                  </a:lnTo>
                  <a:lnTo>
                    <a:pt x="509790" y="399262"/>
                  </a:lnTo>
                  <a:lnTo>
                    <a:pt x="510641" y="385902"/>
                  </a:lnTo>
                  <a:lnTo>
                    <a:pt x="510120" y="381876"/>
                  </a:lnTo>
                  <a:lnTo>
                    <a:pt x="511365" y="378650"/>
                  </a:lnTo>
                  <a:lnTo>
                    <a:pt x="511352" y="378498"/>
                  </a:lnTo>
                  <a:lnTo>
                    <a:pt x="511175" y="376313"/>
                  </a:lnTo>
                  <a:lnTo>
                    <a:pt x="511136" y="376021"/>
                  </a:lnTo>
                  <a:lnTo>
                    <a:pt x="510425" y="371221"/>
                  </a:lnTo>
                  <a:lnTo>
                    <a:pt x="511175" y="361035"/>
                  </a:lnTo>
                  <a:lnTo>
                    <a:pt x="509981" y="360070"/>
                  </a:lnTo>
                  <a:lnTo>
                    <a:pt x="509790" y="358152"/>
                  </a:lnTo>
                  <a:lnTo>
                    <a:pt x="510540" y="355460"/>
                  </a:lnTo>
                  <a:lnTo>
                    <a:pt x="512394" y="354203"/>
                  </a:lnTo>
                  <a:lnTo>
                    <a:pt x="515251" y="352310"/>
                  </a:lnTo>
                  <a:lnTo>
                    <a:pt x="574560" y="355155"/>
                  </a:lnTo>
                  <a:lnTo>
                    <a:pt x="574522" y="353961"/>
                  </a:lnTo>
                  <a:lnTo>
                    <a:pt x="574382" y="353771"/>
                  </a:lnTo>
                  <a:lnTo>
                    <a:pt x="574471" y="352310"/>
                  </a:lnTo>
                  <a:lnTo>
                    <a:pt x="574446" y="351599"/>
                  </a:lnTo>
                  <a:lnTo>
                    <a:pt x="574433" y="351142"/>
                  </a:lnTo>
                  <a:lnTo>
                    <a:pt x="528878" y="349110"/>
                  </a:lnTo>
                  <a:lnTo>
                    <a:pt x="515188" y="348488"/>
                  </a:lnTo>
                  <a:lnTo>
                    <a:pt x="512775" y="349110"/>
                  </a:lnTo>
                  <a:lnTo>
                    <a:pt x="512394" y="347903"/>
                  </a:lnTo>
                  <a:lnTo>
                    <a:pt x="512521" y="346443"/>
                  </a:lnTo>
                  <a:lnTo>
                    <a:pt x="513461" y="345249"/>
                  </a:lnTo>
                  <a:lnTo>
                    <a:pt x="574763" y="346900"/>
                  </a:lnTo>
                  <a:lnTo>
                    <a:pt x="574814" y="346443"/>
                  </a:lnTo>
                  <a:lnTo>
                    <a:pt x="574890" y="345948"/>
                  </a:lnTo>
                  <a:lnTo>
                    <a:pt x="574865" y="346443"/>
                  </a:lnTo>
                  <a:lnTo>
                    <a:pt x="574789" y="354368"/>
                  </a:lnTo>
                  <a:lnTo>
                    <a:pt x="576440" y="356768"/>
                  </a:lnTo>
                  <a:lnTo>
                    <a:pt x="576541" y="358152"/>
                  </a:lnTo>
                  <a:lnTo>
                    <a:pt x="577151" y="366268"/>
                  </a:lnTo>
                  <a:lnTo>
                    <a:pt x="577126" y="415734"/>
                  </a:lnTo>
                  <a:lnTo>
                    <a:pt x="578142" y="457517"/>
                  </a:lnTo>
                  <a:lnTo>
                    <a:pt x="578231" y="488073"/>
                  </a:lnTo>
                  <a:lnTo>
                    <a:pt x="578332" y="521639"/>
                  </a:lnTo>
                  <a:lnTo>
                    <a:pt x="578446" y="557352"/>
                  </a:lnTo>
                  <a:lnTo>
                    <a:pt x="578472" y="569404"/>
                  </a:lnTo>
                  <a:lnTo>
                    <a:pt x="578586" y="604443"/>
                  </a:lnTo>
                  <a:lnTo>
                    <a:pt x="578624" y="617537"/>
                  </a:lnTo>
                  <a:lnTo>
                    <a:pt x="584111" y="620483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1120" y="1422501"/>
              <a:ext cx="89721" cy="7649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70508" y="1467027"/>
              <a:ext cx="98425" cy="572135"/>
            </a:xfrm>
            <a:custGeom>
              <a:avLst/>
              <a:gdLst/>
              <a:ahLst/>
              <a:cxnLst/>
              <a:rect l="l" t="t" r="r" b="b"/>
              <a:pathLst>
                <a:path w="98425" h="572135">
                  <a:moveTo>
                    <a:pt x="21653" y="253199"/>
                  </a:moveTo>
                  <a:lnTo>
                    <a:pt x="19685" y="251993"/>
                  </a:lnTo>
                  <a:lnTo>
                    <a:pt x="18313" y="248551"/>
                  </a:lnTo>
                  <a:lnTo>
                    <a:pt x="17411" y="252222"/>
                  </a:lnTo>
                  <a:lnTo>
                    <a:pt x="15392" y="253911"/>
                  </a:lnTo>
                  <a:lnTo>
                    <a:pt x="21653" y="253199"/>
                  </a:lnTo>
                  <a:close/>
                </a:path>
                <a:path w="98425" h="572135">
                  <a:moveTo>
                    <a:pt x="22339" y="148755"/>
                  </a:moveTo>
                  <a:lnTo>
                    <a:pt x="21297" y="147574"/>
                  </a:lnTo>
                  <a:lnTo>
                    <a:pt x="17233" y="148488"/>
                  </a:lnTo>
                  <a:lnTo>
                    <a:pt x="17894" y="151079"/>
                  </a:lnTo>
                  <a:lnTo>
                    <a:pt x="20243" y="151079"/>
                  </a:lnTo>
                  <a:lnTo>
                    <a:pt x="22339" y="148755"/>
                  </a:lnTo>
                  <a:close/>
                </a:path>
                <a:path w="98425" h="572135">
                  <a:moveTo>
                    <a:pt x="26517" y="154774"/>
                  </a:moveTo>
                  <a:lnTo>
                    <a:pt x="23507" y="153746"/>
                  </a:lnTo>
                  <a:lnTo>
                    <a:pt x="21653" y="153631"/>
                  </a:lnTo>
                  <a:lnTo>
                    <a:pt x="22847" y="156070"/>
                  </a:lnTo>
                  <a:lnTo>
                    <a:pt x="25654" y="156692"/>
                  </a:lnTo>
                  <a:lnTo>
                    <a:pt x="26517" y="154774"/>
                  </a:lnTo>
                  <a:close/>
                </a:path>
                <a:path w="98425" h="572135">
                  <a:moveTo>
                    <a:pt x="28282" y="148120"/>
                  </a:moveTo>
                  <a:lnTo>
                    <a:pt x="25654" y="147574"/>
                  </a:lnTo>
                  <a:lnTo>
                    <a:pt x="25806" y="148844"/>
                  </a:lnTo>
                  <a:lnTo>
                    <a:pt x="27381" y="150037"/>
                  </a:lnTo>
                  <a:lnTo>
                    <a:pt x="28282" y="148120"/>
                  </a:lnTo>
                  <a:close/>
                </a:path>
                <a:path w="98425" h="572135">
                  <a:moveTo>
                    <a:pt x="30937" y="110401"/>
                  </a:moveTo>
                  <a:lnTo>
                    <a:pt x="30734" y="105791"/>
                  </a:lnTo>
                  <a:lnTo>
                    <a:pt x="28727" y="103644"/>
                  </a:lnTo>
                  <a:lnTo>
                    <a:pt x="26517" y="103035"/>
                  </a:lnTo>
                  <a:lnTo>
                    <a:pt x="26403" y="101307"/>
                  </a:lnTo>
                  <a:lnTo>
                    <a:pt x="25654" y="78727"/>
                  </a:lnTo>
                  <a:lnTo>
                    <a:pt x="26631" y="76771"/>
                  </a:lnTo>
                  <a:lnTo>
                    <a:pt x="22339" y="76250"/>
                  </a:lnTo>
                  <a:lnTo>
                    <a:pt x="21653" y="76530"/>
                  </a:lnTo>
                  <a:lnTo>
                    <a:pt x="21412" y="81394"/>
                  </a:lnTo>
                  <a:lnTo>
                    <a:pt x="21653" y="91338"/>
                  </a:lnTo>
                  <a:lnTo>
                    <a:pt x="21653" y="102362"/>
                  </a:lnTo>
                  <a:lnTo>
                    <a:pt x="23710" y="104609"/>
                  </a:lnTo>
                  <a:lnTo>
                    <a:pt x="25946" y="106095"/>
                  </a:lnTo>
                  <a:lnTo>
                    <a:pt x="28282" y="107810"/>
                  </a:lnTo>
                  <a:lnTo>
                    <a:pt x="28917" y="110591"/>
                  </a:lnTo>
                  <a:lnTo>
                    <a:pt x="30937" y="110401"/>
                  </a:lnTo>
                  <a:close/>
                </a:path>
                <a:path w="98425" h="572135">
                  <a:moveTo>
                    <a:pt x="31089" y="252145"/>
                  </a:moveTo>
                  <a:lnTo>
                    <a:pt x="29781" y="250774"/>
                  </a:lnTo>
                  <a:lnTo>
                    <a:pt x="28397" y="250405"/>
                  </a:lnTo>
                  <a:lnTo>
                    <a:pt x="28498" y="250774"/>
                  </a:lnTo>
                  <a:lnTo>
                    <a:pt x="28714" y="251625"/>
                  </a:lnTo>
                  <a:lnTo>
                    <a:pt x="28752" y="252641"/>
                  </a:lnTo>
                  <a:lnTo>
                    <a:pt x="27749" y="252641"/>
                  </a:lnTo>
                  <a:lnTo>
                    <a:pt x="26492" y="252145"/>
                  </a:lnTo>
                  <a:lnTo>
                    <a:pt x="26657" y="252145"/>
                  </a:lnTo>
                  <a:lnTo>
                    <a:pt x="26746" y="251802"/>
                  </a:lnTo>
                  <a:lnTo>
                    <a:pt x="26784" y="251625"/>
                  </a:lnTo>
                  <a:lnTo>
                    <a:pt x="27089" y="250405"/>
                  </a:lnTo>
                  <a:lnTo>
                    <a:pt x="24866" y="251625"/>
                  </a:lnTo>
                  <a:lnTo>
                    <a:pt x="24968" y="252945"/>
                  </a:lnTo>
                  <a:lnTo>
                    <a:pt x="27393" y="254800"/>
                  </a:lnTo>
                  <a:lnTo>
                    <a:pt x="29413" y="254800"/>
                  </a:lnTo>
                  <a:lnTo>
                    <a:pt x="30162" y="253517"/>
                  </a:lnTo>
                  <a:lnTo>
                    <a:pt x="30670" y="252945"/>
                  </a:lnTo>
                  <a:lnTo>
                    <a:pt x="30822" y="252641"/>
                  </a:lnTo>
                  <a:lnTo>
                    <a:pt x="31089" y="252145"/>
                  </a:lnTo>
                  <a:close/>
                </a:path>
                <a:path w="98425" h="572135">
                  <a:moveTo>
                    <a:pt x="31470" y="138671"/>
                  </a:moveTo>
                  <a:lnTo>
                    <a:pt x="30099" y="117030"/>
                  </a:lnTo>
                  <a:lnTo>
                    <a:pt x="30937" y="114147"/>
                  </a:lnTo>
                  <a:lnTo>
                    <a:pt x="28905" y="113563"/>
                  </a:lnTo>
                  <a:lnTo>
                    <a:pt x="27178" y="113563"/>
                  </a:lnTo>
                  <a:lnTo>
                    <a:pt x="27292" y="117030"/>
                  </a:lnTo>
                  <a:lnTo>
                    <a:pt x="28079" y="139763"/>
                  </a:lnTo>
                  <a:lnTo>
                    <a:pt x="27178" y="141465"/>
                  </a:lnTo>
                  <a:lnTo>
                    <a:pt x="25273" y="144018"/>
                  </a:lnTo>
                  <a:lnTo>
                    <a:pt x="26403" y="145084"/>
                  </a:lnTo>
                  <a:lnTo>
                    <a:pt x="28282" y="143573"/>
                  </a:lnTo>
                  <a:lnTo>
                    <a:pt x="29527" y="145389"/>
                  </a:lnTo>
                  <a:lnTo>
                    <a:pt x="31000" y="145084"/>
                  </a:lnTo>
                  <a:lnTo>
                    <a:pt x="30556" y="144335"/>
                  </a:lnTo>
                  <a:lnTo>
                    <a:pt x="30251" y="144018"/>
                  </a:lnTo>
                  <a:lnTo>
                    <a:pt x="29921" y="143573"/>
                  </a:lnTo>
                  <a:lnTo>
                    <a:pt x="29057" y="142379"/>
                  </a:lnTo>
                  <a:lnTo>
                    <a:pt x="29654" y="140957"/>
                  </a:lnTo>
                  <a:lnTo>
                    <a:pt x="31470" y="138671"/>
                  </a:lnTo>
                  <a:close/>
                </a:path>
                <a:path w="98425" h="572135">
                  <a:moveTo>
                    <a:pt x="32105" y="71577"/>
                  </a:moveTo>
                  <a:lnTo>
                    <a:pt x="31877" y="70104"/>
                  </a:lnTo>
                  <a:lnTo>
                    <a:pt x="30099" y="69049"/>
                  </a:lnTo>
                  <a:lnTo>
                    <a:pt x="27749" y="69748"/>
                  </a:lnTo>
                  <a:lnTo>
                    <a:pt x="27495" y="72593"/>
                  </a:lnTo>
                  <a:lnTo>
                    <a:pt x="30251" y="71031"/>
                  </a:lnTo>
                  <a:lnTo>
                    <a:pt x="32105" y="71577"/>
                  </a:lnTo>
                  <a:close/>
                </a:path>
                <a:path w="98425" h="572135">
                  <a:moveTo>
                    <a:pt x="32816" y="78092"/>
                  </a:moveTo>
                  <a:lnTo>
                    <a:pt x="31483" y="76644"/>
                  </a:lnTo>
                  <a:lnTo>
                    <a:pt x="30530" y="77901"/>
                  </a:lnTo>
                  <a:lnTo>
                    <a:pt x="31000" y="78930"/>
                  </a:lnTo>
                  <a:lnTo>
                    <a:pt x="32816" y="79819"/>
                  </a:lnTo>
                  <a:lnTo>
                    <a:pt x="32816" y="78092"/>
                  </a:lnTo>
                  <a:close/>
                </a:path>
                <a:path w="98425" h="572135">
                  <a:moveTo>
                    <a:pt x="33629" y="66713"/>
                  </a:moveTo>
                  <a:lnTo>
                    <a:pt x="31851" y="65849"/>
                  </a:lnTo>
                  <a:lnTo>
                    <a:pt x="31978" y="63906"/>
                  </a:lnTo>
                  <a:lnTo>
                    <a:pt x="32816" y="63068"/>
                  </a:lnTo>
                  <a:lnTo>
                    <a:pt x="27089" y="62090"/>
                  </a:lnTo>
                  <a:lnTo>
                    <a:pt x="26847" y="63665"/>
                  </a:lnTo>
                  <a:lnTo>
                    <a:pt x="29654" y="63995"/>
                  </a:lnTo>
                  <a:lnTo>
                    <a:pt x="29654" y="67513"/>
                  </a:lnTo>
                  <a:lnTo>
                    <a:pt x="32702" y="68122"/>
                  </a:lnTo>
                  <a:lnTo>
                    <a:pt x="33629" y="66713"/>
                  </a:lnTo>
                  <a:close/>
                </a:path>
                <a:path w="98425" h="572135">
                  <a:moveTo>
                    <a:pt x="38404" y="94869"/>
                  </a:moveTo>
                  <a:lnTo>
                    <a:pt x="37960" y="90703"/>
                  </a:lnTo>
                  <a:lnTo>
                    <a:pt x="37960" y="74764"/>
                  </a:lnTo>
                  <a:lnTo>
                    <a:pt x="34645" y="74523"/>
                  </a:lnTo>
                  <a:lnTo>
                    <a:pt x="34315" y="80683"/>
                  </a:lnTo>
                  <a:lnTo>
                    <a:pt x="35991" y="89903"/>
                  </a:lnTo>
                  <a:lnTo>
                    <a:pt x="36144" y="94437"/>
                  </a:lnTo>
                  <a:lnTo>
                    <a:pt x="33832" y="100418"/>
                  </a:lnTo>
                  <a:lnTo>
                    <a:pt x="35991" y="101638"/>
                  </a:lnTo>
                  <a:lnTo>
                    <a:pt x="38138" y="97205"/>
                  </a:lnTo>
                  <a:lnTo>
                    <a:pt x="38404" y="94869"/>
                  </a:lnTo>
                  <a:close/>
                </a:path>
                <a:path w="98425" h="572135">
                  <a:moveTo>
                    <a:pt x="40411" y="161531"/>
                  </a:moveTo>
                  <a:lnTo>
                    <a:pt x="20955" y="160858"/>
                  </a:lnTo>
                  <a:lnTo>
                    <a:pt x="14782" y="160909"/>
                  </a:lnTo>
                  <a:lnTo>
                    <a:pt x="16548" y="166166"/>
                  </a:lnTo>
                  <a:lnTo>
                    <a:pt x="39128" y="165684"/>
                  </a:lnTo>
                  <a:lnTo>
                    <a:pt x="40411" y="161531"/>
                  </a:lnTo>
                  <a:close/>
                </a:path>
                <a:path w="98425" h="572135">
                  <a:moveTo>
                    <a:pt x="40411" y="41935"/>
                  </a:moveTo>
                  <a:lnTo>
                    <a:pt x="18491" y="41935"/>
                  </a:lnTo>
                  <a:lnTo>
                    <a:pt x="18491" y="44107"/>
                  </a:lnTo>
                  <a:lnTo>
                    <a:pt x="40411" y="44107"/>
                  </a:lnTo>
                  <a:lnTo>
                    <a:pt x="40411" y="41935"/>
                  </a:lnTo>
                  <a:close/>
                </a:path>
                <a:path w="98425" h="572135">
                  <a:moveTo>
                    <a:pt x="43065" y="250939"/>
                  </a:moveTo>
                  <a:lnTo>
                    <a:pt x="41363" y="250710"/>
                  </a:lnTo>
                  <a:lnTo>
                    <a:pt x="38404" y="251383"/>
                  </a:lnTo>
                  <a:lnTo>
                    <a:pt x="35534" y="251294"/>
                  </a:lnTo>
                  <a:lnTo>
                    <a:pt x="33832" y="249288"/>
                  </a:lnTo>
                  <a:lnTo>
                    <a:pt x="32816" y="251294"/>
                  </a:lnTo>
                  <a:lnTo>
                    <a:pt x="31089" y="252158"/>
                  </a:lnTo>
                  <a:lnTo>
                    <a:pt x="31991" y="252933"/>
                  </a:lnTo>
                  <a:lnTo>
                    <a:pt x="34467" y="252933"/>
                  </a:lnTo>
                  <a:lnTo>
                    <a:pt x="37541" y="253352"/>
                  </a:lnTo>
                  <a:lnTo>
                    <a:pt x="40259" y="252768"/>
                  </a:lnTo>
                  <a:lnTo>
                    <a:pt x="42964" y="251536"/>
                  </a:lnTo>
                  <a:lnTo>
                    <a:pt x="43065" y="250939"/>
                  </a:lnTo>
                  <a:close/>
                </a:path>
                <a:path w="98425" h="572135">
                  <a:moveTo>
                    <a:pt x="45097" y="63220"/>
                  </a:moveTo>
                  <a:lnTo>
                    <a:pt x="44373" y="61455"/>
                  </a:lnTo>
                  <a:lnTo>
                    <a:pt x="41516" y="62699"/>
                  </a:lnTo>
                  <a:lnTo>
                    <a:pt x="42621" y="64744"/>
                  </a:lnTo>
                  <a:lnTo>
                    <a:pt x="45097" y="63220"/>
                  </a:lnTo>
                  <a:close/>
                </a:path>
                <a:path w="98425" h="572135">
                  <a:moveTo>
                    <a:pt x="45478" y="149352"/>
                  </a:moveTo>
                  <a:lnTo>
                    <a:pt x="45085" y="149098"/>
                  </a:lnTo>
                  <a:lnTo>
                    <a:pt x="44577" y="148488"/>
                  </a:lnTo>
                  <a:lnTo>
                    <a:pt x="44386" y="148107"/>
                  </a:lnTo>
                  <a:lnTo>
                    <a:pt x="44284" y="146888"/>
                  </a:lnTo>
                  <a:lnTo>
                    <a:pt x="43789" y="145846"/>
                  </a:lnTo>
                  <a:lnTo>
                    <a:pt x="43332" y="144868"/>
                  </a:lnTo>
                  <a:lnTo>
                    <a:pt x="42430" y="145846"/>
                  </a:lnTo>
                  <a:lnTo>
                    <a:pt x="40411" y="145084"/>
                  </a:lnTo>
                  <a:lnTo>
                    <a:pt x="40386" y="144868"/>
                  </a:lnTo>
                  <a:lnTo>
                    <a:pt x="39890" y="141109"/>
                  </a:lnTo>
                  <a:lnTo>
                    <a:pt x="38493" y="117144"/>
                  </a:lnTo>
                  <a:lnTo>
                    <a:pt x="38519" y="115481"/>
                  </a:lnTo>
                  <a:lnTo>
                    <a:pt x="39751" y="113868"/>
                  </a:lnTo>
                  <a:lnTo>
                    <a:pt x="39662" y="113728"/>
                  </a:lnTo>
                  <a:lnTo>
                    <a:pt x="38773" y="112445"/>
                  </a:lnTo>
                  <a:lnTo>
                    <a:pt x="34467" y="112445"/>
                  </a:lnTo>
                  <a:lnTo>
                    <a:pt x="35115" y="113728"/>
                  </a:lnTo>
                  <a:lnTo>
                    <a:pt x="34251" y="114249"/>
                  </a:lnTo>
                  <a:lnTo>
                    <a:pt x="34290" y="115633"/>
                  </a:lnTo>
                  <a:lnTo>
                    <a:pt x="35306" y="117144"/>
                  </a:lnTo>
                  <a:lnTo>
                    <a:pt x="35471" y="134594"/>
                  </a:lnTo>
                  <a:lnTo>
                    <a:pt x="36131" y="142481"/>
                  </a:lnTo>
                  <a:lnTo>
                    <a:pt x="38404" y="146888"/>
                  </a:lnTo>
                  <a:lnTo>
                    <a:pt x="40817" y="148107"/>
                  </a:lnTo>
                  <a:lnTo>
                    <a:pt x="42291" y="149517"/>
                  </a:lnTo>
                  <a:lnTo>
                    <a:pt x="42976" y="151561"/>
                  </a:lnTo>
                  <a:lnTo>
                    <a:pt x="44297" y="151726"/>
                  </a:lnTo>
                  <a:lnTo>
                    <a:pt x="45326" y="151561"/>
                  </a:lnTo>
                  <a:lnTo>
                    <a:pt x="45478" y="150926"/>
                  </a:lnTo>
                  <a:lnTo>
                    <a:pt x="45478" y="149352"/>
                  </a:lnTo>
                  <a:close/>
                </a:path>
                <a:path w="98425" h="572135">
                  <a:moveTo>
                    <a:pt x="51028" y="134200"/>
                  </a:moveTo>
                  <a:lnTo>
                    <a:pt x="50977" y="127558"/>
                  </a:lnTo>
                  <a:lnTo>
                    <a:pt x="50850" y="114592"/>
                  </a:lnTo>
                  <a:lnTo>
                    <a:pt x="49149" y="113347"/>
                  </a:lnTo>
                  <a:lnTo>
                    <a:pt x="49072" y="114592"/>
                  </a:lnTo>
                  <a:lnTo>
                    <a:pt x="48552" y="122504"/>
                  </a:lnTo>
                  <a:lnTo>
                    <a:pt x="48463" y="127558"/>
                  </a:lnTo>
                  <a:lnTo>
                    <a:pt x="48768" y="128536"/>
                  </a:lnTo>
                  <a:lnTo>
                    <a:pt x="49212" y="129362"/>
                  </a:lnTo>
                  <a:lnTo>
                    <a:pt x="49530" y="131927"/>
                  </a:lnTo>
                  <a:lnTo>
                    <a:pt x="48768" y="137020"/>
                  </a:lnTo>
                  <a:lnTo>
                    <a:pt x="46736" y="139014"/>
                  </a:lnTo>
                  <a:lnTo>
                    <a:pt x="45631" y="140512"/>
                  </a:lnTo>
                  <a:lnTo>
                    <a:pt x="46824" y="141909"/>
                  </a:lnTo>
                  <a:lnTo>
                    <a:pt x="48145" y="141097"/>
                  </a:lnTo>
                  <a:lnTo>
                    <a:pt x="50558" y="137909"/>
                  </a:lnTo>
                  <a:lnTo>
                    <a:pt x="50673" y="137020"/>
                  </a:lnTo>
                  <a:lnTo>
                    <a:pt x="51028" y="134200"/>
                  </a:lnTo>
                  <a:close/>
                </a:path>
                <a:path w="98425" h="572135">
                  <a:moveTo>
                    <a:pt x="54292" y="108254"/>
                  </a:moveTo>
                  <a:lnTo>
                    <a:pt x="53898" y="105448"/>
                  </a:lnTo>
                  <a:lnTo>
                    <a:pt x="53251" y="104216"/>
                  </a:lnTo>
                  <a:lnTo>
                    <a:pt x="52438" y="104216"/>
                  </a:lnTo>
                  <a:lnTo>
                    <a:pt x="51155" y="102679"/>
                  </a:lnTo>
                  <a:lnTo>
                    <a:pt x="48564" y="101498"/>
                  </a:lnTo>
                  <a:lnTo>
                    <a:pt x="48577" y="101053"/>
                  </a:lnTo>
                  <a:lnTo>
                    <a:pt x="49809" y="75120"/>
                  </a:lnTo>
                  <a:lnTo>
                    <a:pt x="43903" y="74510"/>
                  </a:lnTo>
                  <a:lnTo>
                    <a:pt x="43903" y="75120"/>
                  </a:lnTo>
                  <a:lnTo>
                    <a:pt x="44081" y="89890"/>
                  </a:lnTo>
                  <a:lnTo>
                    <a:pt x="44373" y="101053"/>
                  </a:lnTo>
                  <a:lnTo>
                    <a:pt x="47371" y="104787"/>
                  </a:lnTo>
                  <a:lnTo>
                    <a:pt x="49161" y="104990"/>
                  </a:lnTo>
                  <a:lnTo>
                    <a:pt x="51041" y="105625"/>
                  </a:lnTo>
                  <a:lnTo>
                    <a:pt x="52171" y="108864"/>
                  </a:lnTo>
                  <a:lnTo>
                    <a:pt x="54292" y="108254"/>
                  </a:lnTo>
                  <a:close/>
                </a:path>
                <a:path w="98425" h="572135">
                  <a:moveTo>
                    <a:pt x="57188" y="61912"/>
                  </a:moveTo>
                  <a:lnTo>
                    <a:pt x="53009" y="61341"/>
                  </a:lnTo>
                  <a:lnTo>
                    <a:pt x="53962" y="64731"/>
                  </a:lnTo>
                  <a:lnTo>
                    <a:pt x="52895" y="67310"/>
                  </a:lnTo>
                  <a:lnTo>
                    <a:pt x="53962" y="70104"/>
                  </a:lnTo>
                  <a:lnTo>
                    <a:pt x="56210" y="70497"/>
                  </a:lnTo>
                  <a:lnTo>
                    <a:pt x="56349" y="67068"/>
                  </a:lnTo>
                  <a:lnTo>
                    <a:pt x="55029" y="65836"/>
                  </a:lnTo>
                  <a:lnTo>
                    <a:pt x="56210" y="64008"/>
                  </a:lnTo>
                  <a:lnTo>
                    <a:pt x="57188" y="61912"/>
                  </a:lnTo>
                  <a:close/>
                </a:path>
                <a:path w="98425" h="572135">
                  <a:moveTo>
                    <a:pt x="59093" y="91313"/>
                  </a:moveTo>
                  <a:lnTo>
                    <a:pt x="58915" y="73888"/>
                  </a:lnTo>
                  <a:lnTo>
                    <a:pt x="54584" y="74599"/>
                  </a:lnTo>
                  <a:lnTo>
                    <a:pt x="55905" y="91871"/>
                  </a:lnTo>
                  <a:lnTo>
                    <a:pt x="56083" y="96266"/>
                  </a:lnTo>
                  <a:lnTo>
                    <a:pt x="54025" y="99314"/>
                  </a:lnTo>
                  <a:lnTo>
                    <a:pt x="55714" y="101219"/>
                  </a:lnTo>
                  <a:lnTo>
                    <a:pt x="58127" y="99123"/>
                  </a:lnTo>
                  <a:lnTo>
                    <a:pt x="58915" y="96875"/>
                  </a:lnTo>
                  <a:lnTo>
                    <a:pt x="59093" y="91313"/>
                  </a:lnTo>
                  <a:close/>
                </a:path>
                <a:path w="98425" h="572135">
                  <a:moveTo>
                    <a:pt x="64617" y="250520"/>
                  </a:moveTo>
                  <a:lnTo>
                    <a:pt x="64236" y="249364"/>
                  </a:lnTo>
                  <a:lnTo>
                    <a:pt x="61417" y="249542"/>
                  </a:lnTo>
                  <a:lnTo>
                    <a:pt x="60642" y="250786"/>
                  </a:lnTo>
                  <a:lnTo>
                    <a:pt x="57035" y="250190"/>
                  </a:lnTo>
                  <a:lnTo>
                    <a:pt x="56527" y="250952"/>
                  </a:lnTo>
                  <a:lnTo>
                    <a:pt x="58356" y="252069"/>
                  </a:lnTo>
                  <a:lnTo>
                    <a:pt x="60413" y="251828"/>
                  </a:lnTo>
                  <a:lnTo>
                    <a:pt x="62014" y="250952"/>
                  </a:lnTo>
                  <a:lnTo>
                    <a:pt x="63703" y="251396"/>
                  </a:lnTo>
                  <a:lnTo>
                    <a:pt x="64617" y="250520"/>
                  </a:lnTo>
                  <a:close/>
                </a:path>
                <a:path w="98425" h="572135">
                  <a:moveTo>
                    <a:pt x="67868" y="75438"/>
                  </a:moveTo>
                  <a:lnTo>
                    <a:pt x="64236" y="77381"/>
                  </a:lnTo>
                  <a:lnTo>
                    <a:pt x="64922" y="103035"/>
                  </a:lnTo>
                  <a:lnTo>
                    <a:pt x="67779" y="103035"/>
                  </a:lnTo>
                  <a:lnTo>
                    <a:pt x="67868" y="75438"/>
                  </a:lnTo>
                  <a:close/>
                </a:path>
                <a:path w="98425" h="572135">
                  <a:moveTo>
                    <a:pt x="68859" y="153377"/>
                  </a:moveTo>
                  <a:lnTo>
                    <a:pt x="68770" y="151079"/>
                  </a:lnTo>
                  <a:lnTo>
                    <a:pt x="68211" y="149352"/>
                  </a:lnTo>
                  <a:lnTo>
                    <a:pt x="63690" y="146939"/>
                  </a:lnTo>
                  <a:lnTo>
                    <a:pt x="60909" y="145288"/>
                  </a:lnTo>
                  <a:lnTo>
                    <a:pt x="60312" y="143306"/>
                  </a:lnTo>
                  <a:lnTo>
                    <a:pt x="59397" y="139128"/>
                  </a:lnTo>
                  <a:lnTo>
                    <a:pt x="59397" y="113245"/>
                  </a:lnTo>
                  <a:lnTo>
                    <a:pt x="54673" y="112610"/>
                  </a:lnTo>
                  <a:lnTo>
                    <a:pt x="54762" y="114693"/>
                  </a:lnTo>
                  <a:lnTo>
                    <a:pt x="56083" y="116916"/>
                  </a:lnTo>
                  <a:lnTo>
                    <a:pt x="55397" y="118452"/>
                  </a:lnTo>
                  <a:lnTo>
                    <a:pt x="55397" y="125069"/>
                  </a:lnTo>
                  <a:lnTo>
                    <a:pt x="55714" y="142011"/>
                  </a:lnTo>
                  <a:lnTo>
                    <a:pt x="56527" y="146685"/>
                  </a:lnTo>
                  <a:lnTo>
                    <a:pt x="58496" y="147955"/>
                  </a:lnTo>
                  <a:lnTo>
                    <a:pt x="60655" y="148297"/>
                  </a:lnTo>
                  <a:lnTo>
                    <a:pt x="62141" y="149834"/>
                  </a:lnTo>
                  <a:lnTo>
                    <a:pt x="65633" y="150215"/>
                  </a:lnTo>
                  <a:lnTo>
                    <a:pt x="67487" y="153377"/>
                  </a:lnTo>
                  <a:lnTo>
                    <a:pt x="68859" y="153377"/>
                  </a:lnTo>
                  <a:close/>
                </a:path>
                <a:path w="98425" h="572135">
                  <a:moveTo>
                    <a:pt x="69215" y="65201"/>
                  </a:moveTo>
                  <a:lnTo>
                    <a:pt x="66649" y="64579"/>
                  </a:lnTo>
                  <a:lnTo>
                    <a:pt x="66522" y="66484"/>
                  </a:lnTo>
                  <a:lnTo>
                    <a:pt x="66954" y="67729"/>
                  </a:lnTo>
                  <a:lnTo>
                    <a:pt x="69215" y="66713"/>
                  </a:lnTo>
                  <a:lnTo>
                    <a:pt x="69215" y="65201"/>
                  </a:lnTo>
                  <a:close/>
                </a:path>
                <a:path w="98425" h="572135">
                  <a:moveTo>
                    <a:pt x="69227" y="53416"/>
                  </a:moveTo>
                  <a:lnTo>
                    <a:pt x="46736" y="53416"/>
                  </a:lnTo>
                  <a:lnTo>
                    <a:pt x="46736" y="56870"/>
                  </a:lnTo>
                  <a:lnTo>
                    <a:pt x="69227" y="56870"/>
                  </a:lnTo>
                  <a:lnTo>
                    <a:pt x="69227" y="53416"/>
                  </a:lnTo>
                  <a:close/>
                </a:path>
                <a:path w="98425" h="572135">
                  <a:moveTo>
                    <a:pt x="70954" y="42430"/>
                  </a:moveTo>
                  <a:lnTo>
                    <a:pt x="47307" y="42430"/>
                  </a:lnTo>
                  <a:lnTo>
                    <a:pt x="47307" y="44691"/>
                  </a:lnTo>
                  <a:lnTo>
                    <a:pt x="70954" y="44691"/>
                  </a:lnTo>
                  <a:lnTo>
                    <a:pt x="70954" y="42430"/>
                  </a:lnTo>
                  <a:close/>
                </a:path>
                <a:path w="98425" h="572135">
                  <a:moveTo>
                    <a:pt x="71069" y="115468"/>
                  </a:moveTo>
                  <a:lnTo>
                    <a:pt x="68770" y="114896"/>
                  </a:lnTo>
                  <a:lnTo>
                    <a:pt x="67868" y="138950"/>
                  </a:lnTo>
                  <a:lnTo>
                    <a:pt x="70866" y="139776"/>
                  </a:lnTo>
                  <a:lnTo>
                    <a:pt x="71069" y="115468"/>
                  </a:lnTo>
                  <a:close/>
                </a:path>
                <a:path w="98425" h="572135">
                  <a:moveTo>
                    <a:pt x="72326" y="161531"/>
                  </a:moveTo>
                  <a:lnTo>
                    <a:pt x="63398" y="161772"/>
                  </a:lnTo>
                  <a:lnTo>
                    <a:pt x="56959" y="160782"/>
                  </a:lnTo>
                  <a:lnTo>
                    <a:pt x="53301" y="160223"/>
                  </a:lnTo>
                  <a:lnTo>
                    <a:pt x="46824" y="160782"/>
                  </a:lnTo>
                  <a:lnTo>
                    <a:pt x="46494" y="159283"/>
                  </a:lnTo>
                  <a:lnTo>
                    <a:pt x="45326" y="159473"/>
                  </a:lnTo>
                  <a:lnTo>
                    <a:pt x="45440" y="160223"/>
                  </a:lnTo>
                  <a:lnTo>
                    <a:pt x="45529" y="160782"/>
                  </a:lnTo>
                  <a:lnTo>
                    <a:pt x="45631" y="161531"/>
                  </a:lnTo>
                  <a:lnTo>
                    <a:pt x="45669" y="161772"/>
                  </a:lnTo>
                  <a:lnTo>
                    <a:pt x="46304" y="166103"/>
                  </a:lnTo>
                  <a:lnTo>
                    <a:pt x="47561" y="165176"/>
                  </a:lnTo>
                  <a:lnTo>
                    <a:pt x="47840" y="164744"/>
                  </a:lnTo>
                  <a:lnTo>
                    <a:pt x="48463" y="164363"/>
                  </a:lnTo>
                  <a:lnTo>
                    <a:pt x="57734" y="165404"/>
                  </a:lnTo>
                  <a:lnTo>
                    <a:pt x="61595" y="165671"/>
                  </a:lnTo>
                  <a:lnTo>
                    <a:pt x="65976" y="165671"/>
                  </a:lnTo>
                  <a:lnTo>
                    <a:pt x="71869" y="164363"/>
                  </a:lnTo>
                  <a:lnTo>
                    <a:pt x="72288" y="161772"/>
                  </a:lnTo>
                  <a:lnTo>
                    <a:pt x="72326" y="161531"/>
                  </a:lnTo>
                  <a:close/>
                </a:path>
                <a:path w="98425" h="572135">
                  <a:moveTo>
                    <a:pt x="76238" y="251142"/>
                  </a:moveTo>
                  <a:lnTo>
                    <a:pt x="75425" y="249682"/>
                  </a:lnTo>
                  <a:lnTo>
                    <a:pt x="73609" y="251548"/>
                  </a:lnTo>
                  <a:lnTo>
                    <a:pt x="72326" y="250405"/>
                  </a:lnTo>
                  <a:lnTo>
                    <a:pt x="70954" y="252514"/>
                  </a:lnTo>
                  <a:lnTo>
                    <a:pt x="72326" y="253517"/>
                  </a:lnTo>
                  <a:lnTo>
                    <a:pt x="74117" y="251548"/>
                  </a:lnTo>
                  <a:lnTo>
                    <a:pt x="76238" y="251142"/>
                  </a:lnTo>
                  <a:close/>
                </a:path>
                <a:path w="98425" h="572135">
                  <a:moveTo>
                    <a:pt x="81102" y="42087"/>
                  </a:moveTo>
                  <a:lnTo>
                    <a:pt x="76238" y="42087"/>
                  </a:lnTo>
                  <a:lnTo>
                    <a:pt x="76238" y="43726"/>
                  </a:lnTo>
                  <a:lnTo>
                    <a:pt x="81102" y="43726"/>
                  </a:lnTo>
                  <a:lnTo>
                    <a:pt x="81102" y="42087"/>
                  </a:lnTo>
                  <a:close/>
                </a:path>
                <a:path w="98425" h="572135">
                  <a:moveTo>
                    <a:pt x="82499" y="54927"/>
                  </a:moveTo>
                  <a:lnTo>
                    <a:pt x="75755" y="54927"/>
                  </a:lnTo>
                  <a:lnTo>
                    <a:pt x="75755" y="60680"/>
                  </a:lnTo>
                  <a:lnTo>
                    <a:pt x="82499" y="60680"/>
                  </a:lnTo>
                  <a:lnTo>
                    <a:pt x="82499" y="54927"/>
                  </a:lnTo>
                  <a:close/>
                </a:path>
                <a:path w="98425" h="572135">
                  <a:moveTo>
                    <a:pt x="83045" y="243217"/>
                  </a:moveTo>
                  <a:lnTo>
                    <a:pt x="82829" y="241388"/>
                  </a:lnTo>
                  <a:lnTo>
                    <a:pt x="74536" y="240385"/>
                  </a:lnTo>
                  <a:lnTo>
                    <a:pt x="64757" y="239674"/>
                  </a:lnTo>
                  <a:lnTo>
                    <a:pt x="53898" y="239674"/>
                  </a:lnTo>
                  <a:lnTo>
                    <a:pt x="49034" y="239293"/>
                  </a:lnTo>
                  <a:lnTo>
                    <a:pt x="50558" y="241973"/>
                  </a:lnTo>
                  <a:lnTo>
                    <a:pt x="60845" y="242062"/>
                  </a:lnTo>
                  <a:lnTo>
                    <a:pt x="63690" y="243382"/>
                  </a:lnTo>
                  <a:lnTo>
                    <a:pt x="72936" y="242189"/>
                  </a:lnTo>
                  <a:lnTo>
                    <a:pt x="83045" y="243217"/>
                  </a:lnTo>
                  <a:close/>
                </a:path>
                <a:path w="98425" h="572135">
                  <a:moveTo>
                    <a:pt x="85128" y="162255"/>
                  </a:moveTo>
                  <a:lnTo>
                    <a:pt x="79997" y="162420"/>
                  </a:lnTo>
                  <a:lnTo>
                    <a:pt x="78054" y="161544"/>
                  </a:lnTo>
                  <a:lnTo>
                    <a:pt x="76238" y="161785"/>
                  </a:lnTo>
                  <a:lnTo>
                    <a:pt x="77927" y="165379"/>
                  </a:lnTo>
                  <a:lnTo>
                    <a:pt x="78740" y="166992"/>
                  </a:lnTo>
                  <a:lnTo>
                    <a:pt x="79184" y="164033"/>
                  </a:lnTo>
                  <a:lnTo>
                    <a:pt x="84416" y="164744"/>
                  </a:lnTo>
                  <a:lnTo>
                    <a:pt x="85128" y="162255"/>
                  </a:lnTo>
                  <a:close/>
                </a:path>
                <a:path w="98425" h="572135">
                  <a:moveTo>
                    <a:pt x="86525" y="182257"/>
                  </a:moveTo>
                  <a:lnTo>
                    <a:pt x="85318" y="181013"/>
                  </a:lnTo>
                  <a:lnTo>
                    <a:pt x="84772" y="182257"/>
                  </a:lnTo>
                  <a:lnTo>
                    <a:pt x="86525" y="182257"/>
                  </a:lnTo>
                  <a:close/>
                </a:path>
                <a:path w="98425" h="572135">
                  <a:moveTo>
                    <a:pt x="87337" y="259588"/>
                  </a:moveTo>
                  <a:lnTo>
                    <a:pt x="86207" y="258241"/>
                  </a:lnTo>
                  <a:lnTo>
                    <a:pt x="81102" y="257644"/>
                  </a:lnTo>
                  <a:lnTo>
                    <a:pt x="63550" y="256616"/>
                  </a:lnTo>
                  <a:lnTo>
                    <a:pt x="60706" y="256717"/>
                  </a:lnTo>
                  <a:lnTo>
                    <a:pt x="56908" y="256717"/>
                  </a:lnTo>
                  <a:lnTo>
                    <a:pt x="48018" y="257022"/>
                  </a:lnTo>
                  <a:lnTo>
                    <a:pt x="46824" y="256146"/>
                  </a:lnTo>
                  <a:lnTo>
                    <a:pt x="47358" y="258749"/>
                  </a:lnTo>
                  <a:lnTo>
                    <a:pt x="48552" y="259130"/>
                  </a:lnTo>
                  <a:lnTo>
                    <a:pt x="58496" y="258584"/>
                  </a:lnTo>
                  <a:lnTo>
                    <a:pt x="81965" y="259727"/>
                  </a:lnTo>
                  <a:lnTo>
                    <a:pt x="87337" y="259588"/>
                  </a:lnTo>
                  <a:close/>
                </a:path>
                <a:path w="98425" h="572135">
                  <a:moveTo>
                    <a:pt x="90639" y="266598"/>
                  </a:moveTo>
                  <a:lnTo>
                    <a:pt x="89687" y="266598"/>
                  </a:lnTo>
                  <a:lnTo>
                    <a:pt x="10617" y="264223"/>
                  </a:lnTo>
                  <a:lnTo>
                    <a:pt x="10490" y="260959"/>
                  </a:lnTo>
                  <a:lnTo>
                    <a:pt x="10401" y="258495"/>
                  </a:lnTo>
                  <a:lnTo>
                    <a:pt x="40817" y="258864"/>
                  </a:lnTo>
                  <a:lnTo>
                    <a:pt x="40817" y="258495"/>
                  </a:lnTo>
                  <a:lnTo>
                    <a:pt x="40817" y="256451"/>
                  </a:lnTo>
                  <a:lnTo>
                    <a:pt x="901" y="256222"/>
                  </a:lnTo>
                  <a:lnTo>
                    <a:pt x="3505" y="257111"/>
                  </a:lnTo>
                  <a:lnTo>
                    <a:pt x="4216" y="259473"/>
                  </a:lnTo>
                  <a:lnTo>
                    <a:pt x="6299" y="262966"/>
                  </a:lnTo>
                  <a:lnTo>
                    <a:pt x="6184" y="266890"/>
                  </a:lnTo>
                  <a:lnTo>
                    <a:pt x="6057" y="270586"/>
                  </a:lnTo>
                  <a:lnTo>
                    <a:pt x="5969" y="273558"/>
                  </a:lnTo>
                  <a:lnTo>
                    <a:pt x="5854" y="277215"/>
                  </a:lnTo>
                  <a:lnTo>
                    <a:pt x="7569" y="279450"/>
                  </a:lnTo>
                  <a:lnTo>
                    <a:pt x="7467" y="280860"/>
                  </a:lnTo>
                  <a:lnTo>
                    <a:pt x="7264" y="282028"/>
                  </a:lnTo>
                  <a:lnTo>
                    <a:pt x="9207" y="287007"/>
                  </a:lnTo>
                  <a:lnTo>
                    <a:pt x="10693" y="287299"/>
                  </a:lnTo>
                  <a:lnTo>
                    <a:pt x="11341" y="288569"/>
                  </a:lnTo>
                  <a:lnTo>
                    <a:pt x="10807" y="293370"/>
                  </a:lnTo>
                  <a:lnTo>
                    <a:pt x="9207" y="294525"/>
                  </a:lnTo>
                  <a:lnTo>
                    <a:pt x="8991" y="295046"/>
                  </a:lnTo>
                  <a:lnTo>
                    <a:pt x="8674" y="295706"/>
                  </a:lnTo>
                  <a:lnTo>
                    <a:pt x="6756" y="297091"/>
                  </a:lnTo>
                  <a:lnTo>
                    <a:pt x="6870" y="298437"/>
                  </a:lnTo>
                  <a:lnTo>
                    <a:pt x="6985" y="299516"/>
                  </a:lnTo>
                  <a:lnTo>
                    <a:pt x="7048" y="299745"/>
                  </a:lnTo>
                  <a:lnTo>
                    <a:pt x="7175" y="300202"/>
                  </a:lnTo>
                  <a:lnTo>
                    <a:pt x="7251" y="300469"/>
                  </a:lnTo>
                  <a:lnTo>
                    <a:pt x="7785" y="300469"/>
                  </a:lnTo>
                  <a:lnTo>
                    <a:pt x="10020" y="300202"/>
                  </a:lnTo>
                  <a:lnTo>
                    <a:pt x="8216" y="302971"/>
                  </a:lnTo>
                  <a:lnTo>
                    <a:pt x="10096" y="305015"/>
                  </a:lnTo>
                  <a:lnTo>
                    <a:pt x="8521" y="308673"/>
                  </a:lnTo>
                  <a:lnTo>
                    <a:pt x="8331" y="309638"/>
                  </a:lnTo>
                  <a:lnTo>
                    <a:pt x="7416" y="314871"/>
                  </a:lnTo>
                  <a:lnTo>
                    <a:pt x="7467" y="315722"/>
                  </a:lnTo>
                  <a:lnTo>
                    <a:pt x="8039" y="324624"/>
                  </a:lnTo>
                  <a:lnTo>
                    <a:pt x="9804" y="327101"/>
                  </a:lnTo>
                  <a:lnTo>
                    <a:pt x="9728" y="327253"/>
                  </a:lnTo>
                  <a:lnTo>
                    <a:pt x="8483" y="329933"/>
                  </a:lnTo>
                  <a:lnTo>
                    <a:pt x="5295" y="331330"/>
                  </a:lnTo>
                  <a:lnTo>
                    <a:pt x="5295" y="338556"/>
                  </a:lnTo>
                  <a:lnTo>
                    <a:pt x="7264" y="340321"/>
                  </a:lnTo>
                  <a:lnTo>
                    <a:pt x="5194" y="343306"/>
                  </a:lnTo>
                  <a:lnTo>
                    <a:pt x="5270" y="347865"/>
                  </a:lnTo>
                  <a:lnTo>
                    <a:pt x="6299" y="412940"/>
                  </a:lnTo>
                  <a:lnTo>
                    <a:pt x="6985" y="483222"/>
                  </a:lnTo>
                  <a:lnTo>
                    <a:pt x="7581" y="518007"/>
                  </a:lnTo>
                  <a:lnTo>
                    <a:pt x="7493" y="566140"/>
                  </a:lnTo>
                  <a:lnTo>
                    <a:pt x="7416" y="571347"/>
                  </a:lnTo>
                  <a:lnTo>
                    <a:pt x="15481" y="571919"/>
                  </a:lnTo>
                  <a:lnTo>
                    <a:pt x="15379" y="569087"/>
                  </a:lnTo>
                  <a:lnTo>
                    <a:pt x="15278" y="566140"/>
                  </a:lnTo>
                  <a:lnTo>
                    <a:pt x="13284" y="505955"/>
                  </a:lnTo>
                  <a:lnTo>
                    <a:pt x="12687" y="436676"/>
                  </a:lnTo>
                  <a:lnTo>
                    <a:pt x="11658" y="384568"/>
                  </a:lnTo>
                  <a:lnTo>
                    <a:pt x="11684" y="347865"/>
                  </a:lnTo>
                  <a:lnTo>
                    <a:pt x="12788" y="334505"/>
                  </a:lnTo>
                  <a:lnTo>
                    <a:pt x="12433" y="330479"/>
                  </a:lnTo>
                  <a:lnTo>
                    <a:pt x="13373" y="327253"/>
                  </a:lnTo>
                  <a:lnTo>
                    <a:pt x="13284" y="324916"/>
                  </a:lnTo>
                  <a:lnTo>
                    <a:pt x="13233" y="324624"/>
                  </a:lnTo>
                  <a:lnTo>
                    <a:pt x="12433" y="319824"/>
                  </a:lnTo>
                  <a:lnTo>
                    <a:pt x="13284" y="309638"/>
                  </a:lnTo>
                  <a:lnTo>
                    <a:pt x="11899" y="308673"/>
                  </a:lnTo>
                  <a:lnTo>
                    <a:pt x="11684" y="306755"/>
                  </a:lnTo>
                  <a:lnTo>
                    <a:pt x="12687" y="304063"/>
                  </a:lnTo>
                  <a:lnTo>
                    <a:pt x="14960" y="302704"/>
                  </a:lnTo>
                  <a:lnTo>
                    <a:pt x="18300" y="300913"/>
                  </a:lnTo>
                  <a:lnTo>
                    <a:pt x="86868" y="303758"/>
                  </a:lnTo>
                  <a:lnTo>
                    <a:pt x="86804" y="302704"/>
                  </a:lnTo>
                  <a:lnTo>
                    <a:pt x="86525" y="302374"/>
                  </a:lnTo>
                  <a:lnTo>
                    <a:pt x="86639" y="300913"/>
                  </a:lnTo>
                  <a:lnTo>
                    <a:pt x="86652" y="300202"/>
                  </a:lnTo>
                  <a:lnTo>
                    <a:pt x="86614" y="299745"/>
                  </a:lnTo>
                  <a:lnTo>
                    <a:pt x="33807" y="297713"/>
                  </a:lnTo>
                  <a:lnTo>
                    <a:pt x="17945" y="297091"/>
                  </a:lnTo>
                  <a:lnTo>
                    <a:pt x="15379" y="297713"/>
                  </a:lnTo>
                  <a:lnTo>
                    <a:pt x="14782" y="296506"/>
                  </a:lnTo>
                  <a:lnTo>
                    <a:pt x="15201" y="295046"/>
                  </a:lnTo>
                  <a:lnTo>
                    <a:pt x="16065" y="293839"/>
                  </a:lnTo>
                  <a:lnTo>
                    <a:pt x="86995" y="295503"/>
                  </a:lnTo>
                  <a:lnTo>
                    <a:pt x="86995" y="293839"/>
                  </a:lnTo>
                  <a:lnTo>
                    <a:pt x="86995" y="293370"/>
                  </a:lnTo>
                  <a:lnTo>
                    <a:pt x="86525" y="293370"/>
                  </a:lnTo>
                  <a:lnTo>
                    <a:pt x="17411" y="291642"/>
                  </a:lnTo>
                  <a:lnTo>
                    <a:pt x="14909" y="290449"/>
                  </a:lnTo>
                  <a:lnTo>
                    <a:pt x="14782" y="287007"/>
                  </a:lnTo>
                  <a:lnTo>
                    <a:pt x="87337" y="288569"/>
                  </a:lnTo>
                  <a:lnTo>
                    <a:pt x="87261" y="287007"/>
                  </a:lnTo>
                  <a:lnTo>
                    <a:pt x="87160" y="285127"/>
                  </a:lnTo>
                  <a:lnTo>
                    <a:pt x="15201" y="283248"/>
                  </a:lnTo>
                  <a:lnTo>
                    <a:pt x="14782" y="282511"/>
                  </a:lnTo>
                  <a:lnTo>
                    <a:pt x="14782" y="280860"/>
                  </a:lnTo>
                  <a:lnTo>
                    <a:pt x="15481" y="279260"/>
                  </a:lnTo>
                  <a:lnTo>
                    <a:pt x="87718" y="280301"/>
                  </a:lnTo>
                  <a:lnTo>
                    <a:pt x="87782" y="279260"/>
                  </a:lnTo>
                  <a:lnTo>
                    <a:pt x="87909" y="277215"/>
                  </a:lnTo>
                  <a:lnTo>
                    <a:pt x="15481" y="275005"/>
                  </a:lnTo>
                  <a:lnTo>
                    <a:pt x="13284" y="273418"/>
                  </a:lnTo>
                  <a:lnTo>
                    <a:pt x="11087" y="273418"/>
                  </a:lnTo>
                  <a:lnTo>
                    <a:pt x="10693" y="266890"/>
                  </a:lnTo>
                  <a:lnTo>
                    <a:pt x="88125" y="268859"/>
                  </a:lnTo>
                  <a:lnTo>
                    <a:pt x="89331" y="268859"/>
                  </a:lnTo>
                  <a:lnTo>
                    <a:pt x="89319" y="267728"/>
                  </a:lnTo>
                  <a:lnTo>
                    <a:pt x="90297" y="266890"/>
                  </a:lnTo>
                  <a:lnTo>
                    <a:pt x="90639" y="266598"/>
                  </a:lnTo>
                  <a:close/>
                </a:path>
                <a:path w="98425" h="572135">
                  <a:moveTo>
                    <a:pt x="97993" y="569087"/>
                  </a:moveTo>
                  <a:lnTo>
                    <a:pt x="95885" y="470242"/>
                  </a:lnTo>
                  <a:lnTo>
                    <a:pt x="94742" y="393344"/>
                  </a:lnTo>
                  <a:lnTo>
                    <a:pt x="94538" y="364337"/>
                  </a:lnTo>
                  <a:lnTo>
                    <a:pt x="95351" y="343306"/>
                  </a:lnTo>
                  <a:lnTo>
                    <a:pt x="95338" y="340321"/>
                  </a:lnTo>
                  <a:lnTo>
                    <a:pt x="95224" y="338556"/>
                  </a:lnTo>
                  <a:lnTo>
                    <a:pt x="93040" y="305371"/>
                  </a:lnTo>
                  <a:lnTo>
                    <a:pt x="90805" y="303301"/>
                  </a:lnTo>
                  <a:lnTo>
                    <a:pt x="90843" y="302374"/>
                  </a:lnTo>
                  <a:lnTo>
                    <a:pt x="90957" y="299745"/>
                  </a:lnTo>
                  <a:lnTo>
                    <a:pt x="91084" y="297091"/>
                  </a:lnTo>
                  <a:lnTo>
                    <a:pt x="91186" y="294525"/>
                  </a:lnTo>
                  <a:lnTo>
                    <a:pt x="91313" y="291642"/>
                  </a:lnTo>
                  <a:lnTo>
                    <a:pt x="91363" y="290449"/>
                  </a:lnTo>
                  <a:lnTo>
                    <a:pt x="91452" y="288569"/>
                  </a:lnTo>
                  <a:lnTo>
                    <a:pt x="91503" y="287299"/>
                  </a:lnTo>
                  <a:lnTo>
                    <a:pt x="91605" y="285127"/>
                  </a:lnTo>
                  <a:lnTo>
                    <a:pt x="91719" y="282511"/>
                  </a:lnTo>
                  <a:lnTo>
                    <a:pt x="91808" y="280301"/>
                  </a:lnTo>
                  <a:lnTo>
                    <a:pt x="91935" y="278803"/>
                  </a:lnTo>
                  <a:lnTo>
                    <a:pt x="93040" y="270586"/>
                  </a:lnTo>
                  <a:lnTo>
                    <a:pt x="94869" y="269189"/>
                  </a:lnTo>
                  <a:lnTo>
                    <a:pt x="94742" y="263334"/>
                  </a:lnTo>
                  <a:lnTo>
                    <a:pt x="95605" y="260959"/>
                  </a:lnTo>
                  <a:lnTo>
                    <a:pt x="94818" y="257111"/>
                  </a:lnTo>
                  <a:lnTo>
                    <a:pt x="94869" y="246621"/>
                  </a:lnTo>
                  <a:lnTo>
                    <a:pt x="95110" y="243382"/>
                  </a:lnTo>
                  <a:lnTo>
                    <a:pt x="95135" y="243116"/>
                  </a:lnTo>
                  <a:lnTo>
                    <a:pt x="95275" y="242633"/>
                  </a:lnTo>
                  <a:lnTo>
                    <a:pt x="93510" y="243382"/>
                  </a:lnTo>
                  <a:lnTo>
                    <a:pt x="93446" y="243116"/>
                  </a:lnTo>
                  <a:lnTo>
                    <a:pt x="91859" y="237159"/>
                  </a:lnTo>
                  <a:lnTo>
                    <a:pt x="91757" y="230911"/>
                  </a:lnTo>
                  <a:lnTo>
                    <a:pt x="91097" y="226568"/>
                  </a:lnTo>
                  <a:lnTo>
                    <a:pt x="90627" y="223139"/>
                  </a:lnTo>
                  <a:lnTo>
                    <a:pt x="89789" y="221805"/>
                  </a:lnTo>
                  <a:lnTo>
                    <a:pt x="89763" y="221386"/>
                  </a:lnTo>
                  <a:lnTo>
                    <a:pt x="91376" y="217551"/>
                  </a:lnTo>
                  <a:lnTo>
                    <a:pt x="91452" y="216712"/>
                  </a:lnTo>
                  <a:lnTo>
                    <a:pt x="91528" y="215849"/>
                  </a:lnTo>
                  <a:lnTo>
                    <a:pt x="92202" y="208483"/>
                  </a:lnTo>
                  <a:lnTo>
                    <a:pt x="90233" y="201599"/>
                  </a:lnTo>
                  <a:lnTo>
                    <a:pt x="90119" y="201231"/>
                  </a:lnTo>
                  <a:lnTo>
                    <a:pt x="90627" y="200533"/>
                  </a:lnTo>
                  <a:lnTo>
                    <a:pt x="88023" y="200533"/>
                  </a:lnTo>
                  <a:lnTo>
                    <a:pt x="85039" y="198424"/>
                  </a:lnTo>
                  <a:lnTo>
                    <a:pt x="84772" y="198234"/>
                  </a:lnTo>
                  <a:lnTo>
                    <a:pt x="57759" y="198424"/>
                  </a:lnTo>
                  <a:lnTo>
                    <a:pt x="14566" y="197916"/>
                  </a:lnTo>
                  <a:lnTo>
                    <a:pt x="14465" y="197637"/>
                  </a:lnTo>
                  <a:lnTo>
                    <a:pt x="13030" y="194081"/>
                  </a:lnTo>
                  <a:lnTo>
                    <a:pt x="13068" y="193814"/>
                  </a:lnTo>
                  <a:lnTo>
                    <a:pt x="13220" y="192620"/>
                  </a:lnTo>
                  <a:lnTo>
                    <a:pt x="13373" y="190842"/>
                  </a:lnTo>
                  <a:lnTo>
                    <a:pt x="14249" y="187629"/>
                  </a:lnTo>
                  <a:lnTo>
                    <a:pt x="73393" y="188480"/>
                  </a:lnTo>
                  <a:lnTo>
                    <a:pt x="79756" y="188849"/>
                  </a:lnTo>
                  <a:lnTo>
                    <a:pt x="83883" y="189217"/>
                  </a:lnTo>
                  <a:lnTo>
                    <a:pt x="88176" y="189725"/>
                  </a:lnTo>
                  <a:lnTo>
                    <a:pt x="88061" y="190842"/>
                  </a:lnTo>
                  <a:lnTo>
                    <a:pt x="87617" y="195402"/>
                  </a:lnTo>
                  <a:lnTo>
                    <a:pt x="88963" y="189484"/>
                  </a:lnTo>
                  <a:lnTo>
                    <a:pt x="85763" y="187629"/>
                  </a:lnTo>
                  <a:lnTo>
                    <a:pt x="80949" y="184848"/>
                  </a:lnTo>
                  <a:lnTo>
                    <a:pt x="13030" y="184848"/>
                  </a:lnTo>
                  <a:lnTo>
                    <a:pt x="13106" y="182257"/>
                  </a:lnTo>
                  <a:lnTo>
                    <a:pt x="13220" y="178638"/>
                  </a:lnTo>
                  <a:lnTo>
                    <a:pt x="82054" y="177647"/>
                  </a:lnTo>
                  <a:lnTo>
                    <a:pt x="85318" y="181013"/>
                  </a:lnTo>
                  <a:lnTo>
                    <a:pt x="85928" y="179641"/>
                  </a:lnTo>
                  <a:lnTo>
                    <a:pt x="85928" y="179489"/>
                  </a:lnTo>
                  <a:lnTo>
                    <a:pt x="84848" y="177647"/>
                  </a:lnTo>
                  <a:lnTo>
                    <a:pt x="82829" y="174167"/>
                  </a:lnTo>
                  <a:lnTo>
                    <a:pt x="13030" y="174167"/>
                  </a:lnTo>
                  <a:lnTo>
                    <a:pt x="11938" y="166268"/>
                  </a:lnTo>
                  <a:lnTo>
                    <a:pt x="11861" y="165747"/>
                  </a:lnTo>
                  <a:lnTo>
                    <a:pt x="11772" y="165061"/>
                  </a:lnTo>
                  <a:lnTo>
                    <a:pt x="11087" y="160121"/>
                  </a:lnTo>
                  <a:lnTo>
                    <a:pt x="10960" y="56527"/>
                  </a:lnTo>
                  <a:lnTo>
                    <a:pt x="12573" y="55460"/>
                  </a:lnTo>
                  <a:lnTo>
                    <a:pt x="38785" y="57467"/>
                  </a:lnTo>
                  <a:lnTo>
                    <a:pt x="40322" y="55460"/>
                  </a:lnTo>
                  <a:lnTo>
                    <a:pt x="40906" y="54698"/>
                  </a:lnTo>
                  <a:lnTo>
                    <a:pt x="14909" y="53035"/>
                  </a:lnTo>
                  <a:lnTo>
                    <a:pt x="15036" y="47472"/>
                  </a:lnTo>
                  <a:lnTo>
                    <a:pt x="15138" y="42430"/>
                  </a:lnTo>
                  <a:lnTo>
                    <a:pt x="16065" y="0"/>
                  </a:lnTo>
                  <a:lnTo>
                    <a:pt x="13970" y="952"/>
                  </a:lnTo>
                  <a:lnTo>
                    <a:pt x="12573" y="3124"/>
                  </a:lnTo>
                  <a:lnTo>
                    <a:pt x="10807" y="3822"/>
                  </a:lnTo>
                  <a:lnTo>
                    <a:pt x="9715" y="5562"/>
                  </a:lnTo>
                  <a:lnTo>
                    <a:pt x="9321" y="8890"/>
                  </a:lnTo>
                  <a:lnTo>
                    <a:pt x="10096" y="11734"/>
                  </a:lnTo>
                  <a:lnTo>
                    <a:pt x="9321" y="16484"/>
                  </a:lnTo>
                  <a:lnTo>
                    <a:pt x="7581" y="20853"/>
                  </a:lnTo>
                  <a:lnTo>
                    <a:pt x="9804" y="23850"/>
                  </a:lnTo>
                  <a:lnTo>
                    <a:pt x="10096" y="26758"/>
                  </a:lnTo>
                  <a:lnTo>
                    <a:pt x="9321" y="31483"/>
                  </a:lnTo>
                  <a:lnTo>
                    <a:pt x="7416" y="34264"/>
                  </a:lnTo>
                  <a:lnTo>
                    <a:pt x="10096" y="36080"/>
                  </a:lnTo>
                  <a:lnTo>
                    <a:pt x="8483" y="42430"/>
                  </a:lnTo>
                  <a:lnTo>
                    <a:pt x="8394" y="43154"/>
                  </a:lnTo>
                  <a:lnTo>
                    <a:pt x="5473" y="44881"/>
                  </a:lnTo>
                  <a:lnTo>
                    <a:pt x="5854" y="46672"/>
                  </a:lnTo>
                  <a:lnTo>
                    <a:pt x="9207" y="47472"/>
                  </a:lnTo>
                  <a:lnTo>
                    <a:pt x="10401" y="50012"/>
                  </a:lnTo>
                  <a:lnTo>
                    <a:pt x="8280" y="51968"/>
                  </a:lnTo>
                  <a:lnTo>
                    <a:pt x="4457" y="52781"/>
                  </a:lnTo>
                  <a:lnTo>
                    <a:pt x="4419" y="57467"/>
                  </a:lnTo>
                  <a:lnTo>
                    <a:pt x="4127" y="103644"/>
                  </a:lnTo>
                  <a:lnTo>
                    <a:pt x="4457" y="159042"/>
                  </a:lnTo>
                  <a:lnTo>
                    <a:pt x="7264" y="161074"/>
                  </a:lnTo>
                  <a:lnTo>
                    <a:pt x="7264" y="163512"/>
                  </a:lnTo>
                  <a:lnTo>
                    <a:pt x="6299" y="166268"/>
                  </a:lnTo>
                  <a:lnTo>
                    <a:pt x="6070" y="165747"/>
                  </a:lnTo>
                  <a:lnTo>
                    <a:pt x="5702" y="165061"/>
                  </a:lnTo>
                  <a:lnTo>
                    <a:pt x="5829" y="166268"/>
                  </a:lnTo>
                  <a:lnTo>
                    <a:pt x="6667" y="174764"/>
                  </a:lnTo>
                  <a:lnTo>
                    <a:pt x="4914" y="176644"/>
                  </a:lnTo>
                  <a:lnTo>
                    <a:pt x="7264" y="186283"/>
                  </a:lnTo>
                  <a:lnTo>
                    <a:pt x="8216" y="193814"/>
                  </a:lnTo>
                  <a:lnTo>
                    <a:pt x="9563" y="195541"/>
                  </a:lnTo>
                  <a:lnTo>
                    <a:pt x="5473" y="197637"/>
                  </a:lnTo>
                  <a:lnTo>
                    <a:pt x="7416" y="200533"/>
                  </a:lnTo>
                  <a:lnTo>
                    <a:pt x="4826" y="205676"/>
                  </a:lnTo>
                  <a:lnTo>
                    <a:pt x="9715" y="205676"/>
                  </a:lnTo>
                  <a:lnTo>
                    <a:pt x="9207" y="208800"/>
                  </a:lnTo>
                  <a:lnTo>
                    <a:pt x="11404" y="209550"/>
                  </a:lnTo>
                  <a:lnTo>
                    <a:pt x="10807" y="214223"/>
                  </a:lnTo>
                  <a:lnTo>
                    <a:pt x="4470" y="214223"/>
                  </a:lnTo>
                  <a:lnTo>
                    <a:pt x="4216" y="215849"/>
                  </a:lnTo>
                  <a:lnTo>
                    <a:pt x="9321" y="216712"/>
                  </a:lnTo>
                  <a:lnTo>
                    <a:pt x="9321" y="218541"/>
                  </a:lnTo>
                  <a:lnTo>
                    <a:pt x="4127" y="219481"/>
                  </a:lnTo>
                  <a:lnTo>
                    <a:pt x="2120" y="220230"/>
                  </a:lnTo>
                  <a:lnTo>
                    <a:pt x="4279" y="221386"/>
                  </a:lnTo>
                  <a:lnTo>
                    <a:pt x="4445" y="221386"/>
                  </a:lnTo>
                  <a:lnTo>
                    <a:pt x="4483" y="221805"/>
                  </a:lnTo>
                  <a:lnTo>
                    <a:pt x="4584" y="223139"/>
                  </a:lnTo>
                  <a:lnTo>
                    <a:pt x="4610" y="223481"/>
                  </a:lnTo>
                  <a:lnTo>
                    <a:pt x="8966" y="225196"/>
                  </a:lnTo>
                  <a:lnTo>
                    <a:pt x="8851" y="226568"/>
                  </a:lnTo>
                  <a:lnTo>
                    <a:pt x="8813" y="226987"/>
                  </a:lnTo>
                  <a:lnTo>
                    <a:pt x="8674" y="228765"/>
                  </a:lnTo>
                  <a:lnTo>
                    <a:pt x="8216" y="229412"/>
                  </a:lnTo>
                  <a:lnTo>
                    <a:pt x="7581" y="229984"/>
                  </a:lnTo>
                  <a:lnTo>
                    <a:pt x="6985" y="231203"/>
                  </a:lnTo>
                  <a:lnTo>
                    <a:pt x="6870" y="233019"/>
                  </a:lnTo>
                  <a:lnTo>
                    <a:pt x="5854" y="236080"/>
                  </a:lnTo>
                  <a:lnTo>
                    <a:pt x="3073" y="241452"/>
                  </a:lnTo>
                  <a:lnTo>
                    <a:pt x="3136" y="241617"/>
                  </a:lnTo>
                  <a:lnTo>
                    <a:pt x="3263" y="241909"/>
                  </a:lnTo>
                  <a:lnTo>
                    <a:pt x="4457" y="244856"/>
                  </a:lnTo>
                  <a:lnTo>
                    <a:pt x="5295" y="252501"/>
                  </a:lnTo>
                  <a:lnTo>
                    <a:pt x="1943" y="254546"/>
                  </a:lnTo>
                  <a:lnTo>
                    <a:pt x="0" y="254279"/>
                  </a:lnTo>
                  <a:lnTo>
                    <a:pt x="114" y="254546"/>
                  </a:lnTo>
                  <a:lnTo>
                    <a:pt x="723" y="256146"/>
                  </a:lnTo>
                  <a:lnTo>
                    <a:pt x="10401" y="256146"/>
                  </a:lnTo>
                  <a:lnTo>
                    <a:pt x="10439" y="254546"/>
                  </a:lnTo>
                  <a:lnTo>
                    <a:pt x="10477" y="252501"/>
                  </a:lnTo>
                  <a:lnTo>
                    <a:pt x="10604" y="246621"/>
                  </a:lnTo>
                  <a:lnTo>
                    <a:pt x="10731" y="242633"/>
                  </a:lnTo>
                  <a:lnTo>
                    <a:pt x="11341" y="241909"/>
                  </a:lnTo>
                  <a:lnTo>
                    <a:pt x="13284" y="243116"/>
                  </a:lnTo>
                  <a:lnTo>
                    <a:pt x="41351" y="242633"/>
                  </a:lnTo>
                  <a:lnTo>
                    <a:pt x="41478" y="241909"/>
                  </a:lnTo>
                  <a:lnTo>
                    <a:pt x="41567" y="241452"/>
                  </a:lnTo>
                  <a:lnTo>
                    <a:pt x="41821" y="239991"/>
                  </a:lnTo>
                  <a:lnTo>
                    <a:pt x="12001" y="239991"/>
                  </a:lnTo>
                  <a:lnTo>
                    <a:pt x="11658" y="238975"/>
                  </a:lnTo>
                  <a:lnTo>
                    <a:pt x="11557" y="238772"/>
                  </a:lnTo>
                  <a:lnTo>
                    <a:pt x="10807" y="237159"/>
                  </a:lnTo>
                  <a:lnTo>
                    <a:pt x="10909" y="236753"/>
                  </a:lnTo>
                  <a:lnTo>
                    <a:pt x="11658" y="233553"/>
                  </a:lnTo>
                  <a:lnTo>
                    <a:pt x="13970" y="232549"/>
                  </a:lnTo>
                  <a:lnTo>
                    <a:pt x="13970" y="221615"/>
                  </a:lnTo>
                  <a:lnTo>
                    <a:pt x="83261" y="221805"/>
                  </a:lnTo>
                  <a:lnTo>
                    <a:pt x="83286" y="221615"/>
                  </a:lnTo>
                  <a:lnTo>
                    <a:pt x="83312" y="221386"/>
                  </a:lnTo>
                  <a:lnTo>
                    <a:pt x="83515" y="219824"/>
                  </a:lnTo>
                  <a:lnTo>
                    <a:pt x="14465" y="219036"/>
                  </a:lnTo>
                  <a:lnTo>
                    <a:pt x="14465" y="216306"/>
                  </a:lnTo>
                  <a:lnTo>
                    <a:pt x="86334" y="216522"/>
                  </a:lnTo>
                  <a:lnTo>
                    <a:pt x="86360" y="216306"/>
                  </a:lnTo>
                  <a:lnTo>
                    <a:pt x="86423" y="215849"/>
                  </a:lnTo>
                  <a:lnTo>
                    <a:pt x="86639" y="214223"/>
                  </a:lnTo>
                  <a:lnTo>
                    <a:pt x="72644" y="214223"/>
                  </a:lnTo>
                  <a:lnTo>
                    <a:pt x="13779" y="213461"/>
                  </a:lnTo>
                  <a:lnTo>
                    <a:pt x="13970" y="209308"/>
                  </a:lnTo>
                  <a:lnTo>
                    <a:pt x="14630" y="208953"/>
                  </a:lnTo>
                  <a:lnTo>
                    <a:pt x="84201" y="207632"/>
                  </a:lnTo>
                  <a:lnTo>
                    <a:pt x="84264" y="207365"/>
                  </a:lnTo>
                  <a:lnTo>
                    <a:pt x="84594" y="205676"/>
                  </a:lnTo>
                  <a:lnTo>
                    <a:pt x="14198" y="205676"/>
                  </a:lnTo>
                  <a:lnTo>
                    <a:pt x="13970" y="205054"/>
                  </a:lnTo>
                  <a:lnTo>
                    <a:pt x="13779" y="203847"/>
                  </a:lnTo>
                  <a:lnTo>
                    <a:pt x="14782" y="202869"/>
                  </a:lnTo>
                  <a:lnTo>
                    <a:pt x="15481" y="202082"/>
                  </a:lnTo>
                  <a:lnTo>
                    <a:pt x="52158" y="201599"/>
                  </a:lnTo>
                  <a:lnTo>
                    <a:pt x="84467" y="201599"/>
                  </a:lnTo>
                  <a:lnTo>
                    <a:pt x="86525" y="203606"/>
                  </a:lnTo>
                  <a:lnTo>
                    <a:pt x="86601" y="203847"/>
                  </a:lnTo>
                  <a:lnTo>
                    <a:pt x="87617" y="207365"/>
                  </a:lnTo>
                  <a:lnTo>
                    <a:pt x="87718" y="208483"/>
                  </a:lnTo>
                  <a:lnTo>
                    <a:pt x="87820" y="209550"/>
                  </a:lnTo>
                  <a:lnTo>
                    <a:pt x="88658" y="218770"/>
                  </a:lnTo>
                  <a:lnTo>
                    <a:pt x="85140" y="221386"/>
                  </a:lnTo>
                  <a:lnTo>
                    <a:pt x="88658" y="226568"/>
                  </a:lnTo>
                  <a:lnTo>
                    <a:pt x="88531" y="230911"/>
                  </a:lnTo>
                  <a:lnTo>
                    <a:pt x="88455" y="233553"/>
                  </a:lnTo>
                  <a:lnTo>
                    <a:pt x="88353" y="237159"/>
                  </a:lnTo>
                  <a:lnTo>
                    <a:pt x="88303" y="238772"/>
                  </a:lnTo>
                  <a:lnTo>
                    <a:pt x="91376" y="241617"/>
                  </a:lnTo>
                  <a:lnTo>
                    <a:pt x="91300" y="241909"/>
                  </a:lnTo>
                  <a:lnTo>
                    <a:pt x="90805" y="243713"/>
                  </a:lnTo>
                  <a:lnTo>
                    <a:pt x="89408" y="244157"/>
                  </a:lnTo>
                  <a:lnTo>
                    <a:pt x="89496" y="244856"/>
                  </a:lnTo>
                  <a:lnTo>
                    <a:pt x="91401" y="259473"/>
                  </a:lnTo>
                  <a:lnTo>
                    <a:pt x="91503" y="260959"/>
                  </a:lnTo>
                  <a:lnTo>
                    <a:pt x="91846" y="265582"/>
                  </a:lnTo>
                  <a:lnTo>
                    <a:pt x="90639" y="266598"/>
                  </a:lnTo>
                  <a:lnTo>
                    <a:pt x="89331" y="268859"/>
                  </a:lnTo>
                  <a:lnTo>
                    <a:pt x="89408" y="273558"/>
                  </a:lnTo>
                  <a:lnTo>
                    <a:pt x="88176" y="278803"/>
                  </a:lnTo>
                  <a:lnTo>
                    <a:pt x="88074" y="280301"/>
                  </a:lnTo>
                  <a:lnTo>
                    <a:pt x="87947" y="282028"/>
                  </a:lnTo>
                  <a:lnTo>
                    <a:pt x="87871" y="283248"/>
                  </a:lnTo>
                  <a:lnTo>
                    <a:pt x="86855" y="297713"/>
                  </a:lnTo>
                  <a:lnTo>
                    <a:pt x="86804" y="302704"/>
                  </a:lnTo>
                  <a:lnTo>
                    <a:pt x="88963" y="305371"/>
                  </a:lnTo>
                  <a:lnTo>
                    <a:pt x="89077" y="306755"/>
                  </a:lnTo>
                  <a:lnTo>
                    <a:pt x="89750" y="314871"/>
                  </a:lnTo>
                  <a:lnTo>
                    <a:pt x="89750" y="364337"/>
                  </a:lnTo>
                  <a:lnTo>
                    <a:pt x="90627" y="406120"/>
                  </a:lnTo>
                  <a:lnTo>
                    <a:pt x="90652" y="412940"/>
                  </a:lnTo>
                  <a:lnTo>
                    <a:pt x="90766" y="436676"/>
                  </a:lnTo>
                  <a:lnTo>
                    <a:pt x="91376" y="566140"/>
                  </a:lnTo>
                  <a:lnTo>
                    <a:pt x="97993" y="569087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8177" y="1773339"/>
              <a:ext cx="68667" cy="26846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07161" y="784973"/>
              <a:ext cx="1376680" cy="1376680"/>
            </a:xfrm>
            <a:custGeom>
              <a:avLst/>
              <a:gdLst/>
              <a:ahLst/>
              <a:cxnLst/>
              <a:rect l="l" t="t" r="r" b="b"/>
              <a:pathLst>
                <a:path w="1376680" h="1376680">
                  <a:moveTo>
                    <a:pt x="15265" y="703554"/>
                  </a:moveTo>
                  <a:lnTo>
                    <a:pt x="15049" y="698741"/>
                  </a:lnTo>
                  <a:lnTo>
                    <a:pt x="15036" y="693597"/>
                  </a:lnTo>
                  <a:lnTo>
                    <a:pt x="0" y="693597"/>
                  </a:lnTo>
                  <a:lnTo>
                    <a:pt x="0" y="698741"/>
                  </a:lnTo>
                  <a:lnTo>
                    <a:pt x="190" y="703884"/>
                  </a:lnTo>
                  <a:lnTo>
                    <a:pt x="342" y="708939"/>
                  </a:lnTo>
                  <a:lnTo>
                    <a:pt x="15265" y="708393"/>
                  </a:lnTo>
                  <a:lnTo>
                    <a:pt x="15265" y="703554"/>
                  </a:lnTo>
                  <a:close/>
                </a:path>
                <a:path w="1376680" h="1376680">
                  <a:moveTo>
                    <a:pt x="15354" y="664083"/>
                  </a:moveTo>
                  <a:lnTo>
                    <a:pt x="469" y="663473"/>
                  </a:lnTo>
                  <a:lnTo>
                    <a:pt x="342" y="668350"/>
                  </a:lnTo>
                  <a:lnTo>
                    <a:pt x="177" y="673849"/>
                  </a:lnTo>
                  <a:lnTo>
                    <a:pt x="0" y="678573"/>
                  </a:lnTo>
                  <a:lnTo>
                    <a:pt x="15036" y="678827"/>
                  </a:lnTo>
                  <a:lnTo>
                    <a:pt x="15049" y="678573"/>
                  </a:lnTo>
                  <a:lnTo>
                    <a:pt x="15265" y="673849"/>
                  </a:lnTo>
                  <a:lnTo>
                    <a:pt x="15354" y="664083"/>
                  </a:lnTo>
                  <a:close/>
                </a:path>
                <a:path w="1376680" h="1376680">
                  <a:moveTo>
                    <a:pt x="16916" y="738035"/>
                  </a:moveTo>
                  <a:lnTo>
                    <a:pt x="16446" y="733145"/>
                  </a:lnTo>
                  <a:lnTo>
                    <a:pt x="16192" y="728256"/>
                  </a:lnTo>
                  <a:lnTo>
                    <a:pt x="16065" y="724154"/>
                  </a:lnTo>
                  <a:lnTo>
                    <a:pt x="16040" y="723290"/>
                  </a:lnTo>
                  <a:lnTo>
                    <a:pt x="1092" y="724154"/>
                  </a:lnTo>
                  <a:lnTo>
                    <a:pt x="1498" y="734199"/>
                  </a:lnTo>
                  <a:lnTo>
                    <a:pt x="1943" y="739140"/>
                  </a:lnTo>
                  <a:lnTo>
                    <a:pt x="16916" y="738035"/>
                  </a:lnTo>
                  <a:close/>
                </a:path>
                <a:path w="1376680" h="1376680">
                  <a:moveTo>
                    <a:pt x="17132" y="634517"/>
                  </a:moveTo>
                  <a:lnTo>
                    <a:pt x="2095" y="633234"/>
                  </a:lnTo>
                  <a:lnTo>
                    <a:pt x="2019" y="634517"/>
                  </a:lnTo>
                  <a:lnTo>
                    <a:pt x="1447" y="643255"/>
                  </a:lnTo>
                  <a:lnTo>
                    <a:pt x="1409" y="644334"/>
                  </a:lnTo>
                  <a:lnTo>
                    <a:pt x="1282" y="648398"/>
                  </a:lnTo>
                  <a:lnTo>
                    <a:pt x="16141" y="649160"/>
                  </a:lnTo>
                  <a:lnTo>
                    <a:pt x="16179" y="648398"/>
                  </a:lnTo>
                  <a:lnTo>
                    <a:pt x="16446" y="644334"/>
                  </a:lnTo>
                  <a:lnTo>
                    <a:pt x="16522" y="643255"/>
                  </a:lnTo>
                  <a:lnTo>
                    <a:pt x="16852" y="639267"/>
                  </a:lnTo>
                  <a:lnTo>
                    <a:pt x="17132" y="634517"/>
                  </a:lnTo>
                  <a:close/>
                </a:path>
                <a:path w="1376680" h="1376680">
                  <a:moveTo>
                    <a:pt x="19748" y="767549"/>
                  </a:moveTo>
                  <a:lnTo>
                    <a:pt x="19050" y="762584"/>
                  </a:lnTo>
                  <a:lnTo>
                    <a:pt x="18618" y="757783"/>
                  </a:lnTo>
                  <a:lnTo>
                    <a:pt x="18072" y="752792"/>
                  </a:lnTo>
                  <a:lnTo>
                    <a:pt x="3263" y="754240"/>
                  </a:lnTo>
                  <a:lnTo>
                    <a:pt x="3543" y="759142"/>
                  </a:lnTo>
                  <a:lnTo>
                    <a:pt x="4165" y="764235"/>
                  </a:lnTo>
                  <a:lnTo>
                    <a:pt x="4826" y="769264"/>
                  </a:lnTo>
                  <a:lnTo>
                    <a:pt x="19748" y="767549"/>
                  </a:lnTo>
                  <a:close/>
                </a:path>
                <a:path w="1376680" h="1376680">
                  <a:moveTo>
                    <a:pt x="20078" y="604964"/>
                  </a:moveTo>
                  <a:lnTo>
                    <a:pt x="5270" y="603072"/>
                  </a:lnTo>
                  <a:lnTo>
                    <a:pt x="4610" y="608215"/>
                  </a:lnTo>
                  <a:lnTo>
                    <a:pt x="4165" y="613041"/>
                  </a:lnTo>
                  <a:lnTo>
                    <a:pt x="3543" y="618185"/>
                  </a:lnTo>
                  <a:lnTo>
                    <a:pt x="18376" y="619696"/>
                  </a:lnTo>
                  <a:lnTo>
                    <a:pt x="18884" y="614807"/>
                  </a:lnTo>
                  <a:lnTo>
                    <a:pt x="20078" y="604964"/>
                  </a:lnTo>
                  <a:close/>
                </a:path>
                <a:path w="1376680" h="1376680">
                  <a:moveTo>
                    <a:pt x="23812" y="796798"/>
                  </a:moveTo>
                  <a:lnTo>
                    <a:pt x="22910" y="791959"/>
                  </a:lnTo>
                  <a:lnTo>
                    <a:pt x="22402" y="787057"/>
                  </a:lnTo>
                  <a:lnTo>
                    <a:pt x="21602" y="782320"/>
                  </a:lnTo>
                  <a:lnTo>
                    <a:pt x="6642" y="784313"/>
                  </a:lnTo>
                  <a:lnTo>
                    <a:pt x="7454" y="789292"/>
                  </a:lnTo>
                  <a:lnTo>
                    <a:pt x="8369" y="794270"/>
                  </a:lnTo>
                  <a:lnTo>
                    <a:pt x="9029" y="799249"/>
                  </a:lnTo>
                  <a:lnTo>
                    <a:pt x="23812" y="796798"/>
                  </a:lnTo>
                  <a:close/>
                </a:path>
                <a:path w="1376680" h="1376680">
                  <a:moveTo>
                    <a:pt x="24472" y="575640"/>
                  </a:moveTo>
                  <a:lnTo>
                    <a:pt x="9779" y="573062"/>
                  </a:lnTo>
                  <a:lnTo>
                    <a:pt x="7924" y="583069"/>
                  </a:lnTo>
                  <a:lnTo>
                    <a:pt x="7239" y="588098"/>
                  </a:lnTo>
                  <a:lnTo>
                    <a:pt x="22237" y="590334"/>
                  </a:lnTo>
                  <a:lnTo>
                    <a:pt x="22834" y="585393"/>
                  </a:lnTo>
                  <a:lnTo>
                    <a:pt x="23596" y="580555"/>
                  </a:lnTo>
                  <a:lnTo>
                    <a:pt x="24472" y="575640"/>
                  </a:lnTo>
                  <a:close/>
                </a:path>
                <a:path w="1376680" h="1376680">
                  <a:moveTo>
                    <a:pt x="29260" y="826058"/>
                  </a:moveTo>
                  <a:lnTo>
                    <a:pt x="28282" y="821080"/>
                  </a:lnTo>
                  <a:lnTo>
                    <a:pt x="27254" y="816267"/>
                  </a:lnTo>
                  <a:lnTo>
                    <a:pt x="26377" y="811403"/>
                  </a:lnTo>
                  <a:lnTo>
                    <a:pt x="11684" y="814260"/>
                  </a:lnTo>
                  <a:lnTo>
                    <a:pt x="13500" y="824064"/>
                  </a:lnTo>
                  <a:lnTo>
                    <a:pt x="14605" y="829106"/>
                  </a:lnTo>
                  <a:lnTo>
                    <a:pt x="29260" y="826058"/>
                  </a:lnTo>
                  <a:close/>
                </a:path>
                <a:path w="1376680" h="1376680">
                  <a:moveTo>
                    <a:pt x="30073" y="546595"/>
                  </a:moveTo>
                  <a:lnTo>
                    <a:pt x="15354" y="543331"/>
                  </a:lnTo>
                  <a:lnTo>
                    <a:pt x="12407" y="558177"/>
                  </a:lnTo>
                  <a:lnTo>
                    <a:pt x="27101" y="561162"/>
                  </a:lnTo>
                  <a:lnTo>
                    <a:pt x="27965" y="556209"/>
                  </a:lnTo>
                  <a:lnTo>
                    <a:pt x="28968" y="551510"/>
                  </a:lnTo>
                  <a:lnTo>
                    <a:pt x="30073" y="546595"/>
                  </a:lnTo>
                  <a:close/>
                </a:path>
                <a:path w="1376680" h="1376680">
                  <a:moveTo>
                    <a:pt x="35991" y="854824"/>
                  </a:moveTo>
                  <a:lnTo>
                    <a:pt x="34709" y="850074"/>
                  </a:lnTo>
                  <a:lnTo>
                    <a:pt x="33515" y="845248"/>
                  </a:lnTo>
                  <a:lnTo>
                    <a:pt x="32423" y="840346"/>
                  </a:lnTo>
                  <a:lnTo>
                    <a:pt x="17830" y="843927"/>
                  </a:lnTo>
                  <a:lnTo>
                    <a:pt x="19050" y="848855"/>
                  </a:lnTo>
                  <a:lnTo>
                    <a:pt x="20142" y="853567"/>
                  </a:lnTo>
                  <a:lnTo>
                    <a:pt x="21513" y="858456"/>
                  </a:lnTo>
                  <a:lnTo>
                    <a:pt x="35991" y="854824"/>
                  </a:lnTo>
                  <a:close/>
                </a:path>
                <a:path w="1376680" h="1376680">
                  <a:moveTo>
                    <a:pt x="36969" y="517804"/>
                  </a:moveTo>
                  <a:lnTo>
                    <a:pt x="22466" y="513930"/>
                  </a:lnTo>
                  <a:lnTo>
                    <a:pt x="21145" y="518833"/>
                  </a:lnTo>
                  <a:lnTo>
                    <a:pt x="19773" y="523786"/>
                  </a:lnTo>
                  <a:lnTo>
                    <a:pt x="18669" y="528586"/>
                  </a:lnTo>
                  <a:lnTo>
                    <a:pt x="33388" y="532104"/>
                  </a:lnTo>
                  <a:lnTo>
                    <a:pt x="34429" y="527354"/>
                  </a:lnTo>
                  <a:lnTo>
                    <a:pt x="35661" y="522414"/>
                  </a:lnTo>
                  <a:lnTo>
                    <a:pt x="36969" y="517804"/>
                  </a:lnTo>
                  <a:close/>
                </a:path>
                <a:path w="1376680" h="1376680">
                  <a:moveTo>
                    <a:pt x="43954" y="883285"/>
                  </a:moveTo>
                  <a:lnTo>
                    <a:pt x="43853" y="882942"/>
                  </a:lnTo>
                  <a:lnTo>
                    <a:pt x="42443" y="878662"/>
                  </a:lnTo>
                  <a:lnTo>
                    <a:pt x="41224" y="874001"/>
                  </a:lnTo>
                  <a:lnTo>
                    <a:pt x="39789" y="869124"/>
                  </a:lnTo>
                  <a:lnTo>
                    <a:pt x="25273" y="873150"/>
                  </a:lnTo>
                  <a:lnTo>
                    <a:pt x="26885" y="878039"/>
                  </a:lnTo>
                  <a:lnTo>
                    <a:pt x="28105" y="882942"/>
                  </a:lnTo>
                  <a:lnTo>
                    <a:pt x="28219" y="883285"/>
                  </a:lnTo>
                  <a:lnTo>
                    <a:pt x="29730" y="887730"/>
                  </a:lnTo>
                  <a:lnTo>
                    <a:pt x="43954" y="883285"/>
                  </a:lnTo>
                  <a:close/>
                </a:path>
                <a:path w="1376680" h="1376680">
                  <a:moveTo>
                    <a:pt x="45072" y="489305"/>
                  </a:moveTo>
                  <a:lnTo>
                    <a:pt x="30708" y="484873"/>
                  </a:lnTo>
                  <a:lnTo>
                    <a:pt x="29260" y="489712"/>
                  </a:lnTo>
                  <a:lnTo>
                    <a:pt x="27787" y="494563"/>
                  </a:lnTo>
                  <a:lnTo>
                    <a:pt x="26377" y="499440"/>
                  </a:lnTo>
                  <a:lnTo>
                    <a:pt x="40855" y="503428"/>
                  </a:lnTo>
                  <a:lnTo>
                    <a:pt x="42227" y="498729"/>
                  </a:lnTo>
                  <a:lnTo>
                    <a:pt x="43611" y="493877"/>
                  </a:lnTo>
                  <a:lnTo>
                    <a:pt x="45072" y="489305"/>
                  </a:lnTo>
                  <a:close/>
                </a:path>
                <a:path w="1376680" h="1376680">
                  <a:moveTo>
                    <a:pt x="53162" y="911453"/>
                  </a:moveTo>
                  <a:lnTo>
                    <a:pt x="51574" y="906805"/>
                  </a:lnTo>
                  <a:lnTo>
                    <a:pt x="49999" y="902106"/>
                  </a:lnTo>
                  <a:lnTo>
                    <a:pt x="48526" y="897331"/>
                  </a:lnTo>
                  <a:lnTo>
                    <a:pt x="34201" y="902106"/>
                  </a:lnTo>
                  <a:lnTo>
                    <a:pt x="35775" y="906945"/>
                  </a:lnTo>
                  <a:lnTo>
                    <a:pt x="37363" y="911694"/>
                  </a:lnTo>
                  <a:lnTo>
                    <a:pt x="39192" y="916368"/>
                  </a:lnTo>
                  <a:lnTo>
                    <a:pt x="53162" y="911453"/>
                  </a:lnTo>
                  <a:close/>
                </a:path>
                <a:path w="1376680" h="1376680">
                  <a:moveTo>
                    <a:pt x="54533" y="461098"/>
                  </a:moveTo>
                  <a:lnTo>
                    <a:pt x="40500" y="455917"/>
                  </a:lnTo>
                  <a:lnTo>
                    <a:pt x="38633" y="461098"/>
                  </a:lnTo>
                  <a:lnTo>
                    <a:pt x="36969" y="465467"/>
                  </a:lnTo>
                  <a:lnTo>
                    <a:pt x="36893" y="465709"/>
                  </a:lnTo>
                  <a:lnTo>
                    <a:pt x="35458" y="470408"/>
                  </a:lnTo>
                  <a:lnTo>
                    <a:pt x="49657" y="475005"/>
                  </a:lnTo>
                  <a:lnTo>
                    <a:pt x="51295" y="470408"/>
                  </a:lnTo>
                  <a:lnTo>
                    <a:pt x="52781" y="465709"/>
                  </a:lnTo>
                  <a:lnTo>
                    <a:pt x="52870" y="465467"/>
                  </a:lnTo>
                  <a:lnTo>
                    <a:pt x="54533" y="461098"/>
                  </a:lnTo>
                  <a:close/>
                </a:path>
                <a:path w="1376680" h="1376680">
                  <a:moveTo>
                    <a:pt x="63690" y="939063"/>
                  </a:moveTo>
                  <a:lnTo>
                    <a:pt x="61963" y="934554"/>
                  </a:lnTo>
                  <a:lnTo>
                    <a:pt x="60083" y="929970"/>
                  </a:lnTo>
                  <a:lnTo>
                    <a:pt x="58267" y="925334"/>
                  </a:lnTo>
                  <a:lnTo>
                    <a:pt x="44323" y="930592"/>
                  </a:lnTo>
                  <a:lnTo>
                    <a:pt x="47904" y="940015"/>
                  </a:lnTo>
                  <a:lnTo>
                    <a:pt x="49872" y="944829"/>
                  </a:lnTo>
                  <a:lnTo>
                    <a:pt x="63690" y="939063"/>
                  </a:lnTo>
                  <a:close/>
                </a:path>
                <a:path w="1376680" h="1376680">
                  <a:moveTo>
                    <a:pt x="65125" y="433336"/>
                  </a:moveTo>
                  <a:lnTo>
                    <a:pt x="51282" y="427736"/>
                  </a:lnTo>
                  <a:lnTo>
                    <a:pt x="49339" y="432346"/>
                  </a:lnTo>
                  <a:lnTo>
                    <a:pt x="45732" y="441858"/>
                  </a:lnTo>
                  <a:lnTo>
                    <a:pt x="59829" y="447103"/>
                  </a:lnTo>
                  <a:lnTo>
                    <a:pt x="61429" y="442582"/>
                  </a:lnTo>
                  <a:lnTo>
                    <a:pt x="63398" y="437934"/>
                  </a:lnTo>
                  <a:lnTo>
                    <a:pt x="65125" y="433336"/>
                  </a:lnTo>
                  <a:close/>
                </a:path>
                <a:path w="1376680" h="1376680">
                  <a:moveTo>
                    <a:pt x="75247" y="966216"/>
                  </a:moveTo>
                  <a:lnTo>
                    <a:pt x="73279" y="961720"/>
                  </a:lnTo>
                  <a:lnTo>
                    <a:pt x="71285" y="957262"/>
                  </a:lnTo>
                  <a:lnTo>
                    <a:pt x="69253" y="952842"/>
                  </a:lnTo>
                  <a:lnTo>
                    <a:pt x="55511" y="958621"/>
                  </a:lnTo>
                  <a:lnTo>
                    <a:pt x="57581" y="963231"/>
                  </a:lnTo>
                  <a:lnTo>
                    <a:pt x="59550" y="967841"/>
                  </a:lnTo>
                  <a:lnTo>
                    <a:pt x="61734" y="972489"/>
                  </a:lnTo>
                  <a:lnTo>
                    <a:pt x="75247" y="966216"/>
                  </a:lnTo>
                  <a:close/>
                </a:path>
                <a:path w="1376680" h="1376680">
                  <a:moveTo>
                    <a:pt x="77228" y="406247"/>
                  </a:moveTo>
                  <a:lnTo>
                    <a:pt x="63525" y="399783"/>
                  </a:lnTo>
                  <a:lnTo>
                    <a:pt x="59220" y="409117"/>
                  </a:lnTo>
                  <a:lnTo>
                    <a:pt x="57302" y="413766"/>
                  </a:lnTo>
                  <a:lnTo>
                    <a:pt x="71081" y="419544"/>
                  </a:lnTo>
                  <a:lnTo>
                    <a:pt x="72986" y="415137"/>
                  </a:lnTo>
                  <a:lnTo>
                    <a:pt x="74904" y="410654"/>
                  </a:lnTo>
                  <a:lnTo>
                    <a:pt x="77228" y="406247"/>
                  </a:lnTo>
                  <a:close/>
                </a:path>
                <a:path w="1376680" h="1376680">
                  <a:moveTo>
                    <a:pt x="88061" y="992873"/>
                  </a:moveTo>
                  <a:lnTo>
                    <a:pt x="85991" y="988364"/>
                  </a:lnTo>
                  <a:lnTo>
                    <a:pt x="83769" y="984135"/>
                  </a:lnTo>
                  <a:lnTo>
                    <a:pt x="81737" y="979487"/>
                  </a:lnTo>
                  <a:lnTo>
                    <a:pt x="68173" y="986231"/>
                  </a:lnTo>
                  <a:lnTo>
                    <a:pt x="70332" y="990727"/>
                  </a:lnTo>
                  <a:lnTo>
                    <a:pt x="72593" y="995146"/>
                  </a:lnTo>
                  <a:lnTo>
                    <a:pt x="74752" y="999591"/>
                  </a:lnTo>
                  <a:lnTo>
                    <a:pt x="88061" y="992873"/>
                  </a:lnTo>
                  <a:close/>
                </a:path>
                <a:path w="1376680" h="1376680">
                  <a:moveTo>
                    <a:pt x="90182" y="379463"/>
                  </a:moveTo>
                  <a:lnTo>
                    <a:pt x="76962" y="372656"/>
                  </a:lnTo>
                  <a:lnTo>
                    <a:pt x="74561" y="377266"/>
                  </a:lnTo>
                  <a:lnTo>
                    <a:pt x="72478" y="381584"/>
                  </a:lnTo>
                  <a:lnTo>
                    <a:pt x="70116" y="386156"/>
                  </a:lnTo>
                  <a:lnTo>
                    <a:pt x="83578" y="392772"/>
                  </a:lnTo>
                  <a:lnTo>
                    <a:pt x="85648" y="388315"/>
                  </a:lnTo>
                  <a:lnTo>
                    <a:pt x="87972" y="383882"/>
                  </a:lnTo>
                  <a:lnTo>
                    <a:pt x="90182" y="379463"/>
                  </a:lnTo>
                  <a:close/>
                </a:path>
                <a:path w="1376680" h="1376680">
                  <a:moveTo>
                    <a:pt x="102222" y="1018933"/>
                  </a:moveTo>
                  <a:lnTo>
                    <a:pt x="99974" y="1014603"/>
                  </a:lnTo>
                  <a:lnTo>
                    <a:pt x="97523" y="1010158"/>
                  </a:lnTo>
                  <a:lnTo>
                    <a:pt x="95046" y="1005967"/>
                  </a:lnTo>
                  <a:lnTo>
                    <a:pt x="81953" y="1012977"/>
                  </a:lnTo>
                  <a:lnTo>
                    <a:pt x="86652" y="1021969"/>
                  </a:lnTo>
                  <a:lnTo>
                    <a:pt x="89166" y="1026198"/>
                  </a:lnTo>
                  <a:lnTo>
                    <a:pt x="102222" y="1018933"/>
                  </a:lnTo>
                  <a:close/>
                </a:path>
                <a:path w="1376680" h="1376680">
                  <a:moveTo>
                    <a:pt x="104597" y="353441"/>
                  </a:moveTo>
                  <a:lnTo>
                    <a:pt x="91465" y="346062"/>
                  </a:lnTo>
                  <a:lnTo>
                    <a:pt x="88874" y="350329"/>
                  </a:lnTo>
                  <a:lnTo>
                    <a:pt x="86512" y="354685"/>
                  </a:lnTo>
                  <a:lnTo>
                    <a:pt x="84213" y="359219"/>
                  </a:lnTo>
                  <a:lnTo>
                    <a:pt x="97205" y="366395"/>
                  </a:lnTo>
                  <a:lnTo>
                    <a:pt x="99593" y="362038"/>
                  </a:lnTo>
                  <a:lnTo>
                    <a:pt x="102031" y="357873"/>
                  </a:lnTo>
                  <a:lnTo>
                    <a:pt x="104597" y="353441"/>
                  </a:lnTo>
                  <a:close/>
                </a:path>
                <a:path w="1376680" h="1376680">
                  <a:moveTo>
                    <a:pt x="117348" y="1044244"/>
                  </a:moveTo>
                  <a:lnTo>
                    <a:pt x="114744" y="1040117"/>
                  </a:lnTo>
                  <a:lnTo>
                    <a:pt x="112280" y="1035773"/>
                  </a:lnTo>
                  <a:lnTo>
                    <a:pt x="109677" y="1031684"/>
                  </a:lnTo>
                  <a:lnTo>
                    <a:pt x="96774" y="1039317"/>
                  </a:lnTo>
                  <a:lnTo>
                    <a:pt x="99441" y="1043597"/>
                  </a:lnTo>
                  <a:lnTo>
                    <a:pt x="102031" y="1047991"/>
                  </a:lnTo>
                  <a:lnTo>
                    <a:pt x="104660" y="1052131"/>
                  </a:lnTo>
                  <a:lnTo>
                    <a:pt x="117348" y="1044244"/>
                  </a:lnTo>
                  <a:close/>
                </a:path>
                <a:path w="1376680" h="1376680">
                  <a:moveTo>
                    <a:pt x="119799" y="328168"/>
                  </a:moveTo>
                  <a:lnTo>
                    <a:pt x="107289" y="320103"/>
                  </a:lnTo>
                  <a:lnTo>
                    <a:pt x="99199" y="332892"/>
                  </a:lnTo>
                  <a:lnTo>
                    <a:pt x="111925" y="340741"/>
                  </a:lnTo>
                  <a:lnTo>
                    <a:pt x="117157" y="332320"/>
                  </a:lnTo>
                  <a:lnTo>
                    <a:pt x="119799" y="328168"/>
                  </a:lnTo>
                  <a:close/>
                </a:path>
                <a:path w="1376680" h="1376680">
                  <a:moveTo>
                    <a:pt x="133692" y="1068920"/>
                  </a:moveTo>
                  <a:lnTo>
                    <a:pt x="130975" y="1064958"/>
                  </a:lnTo>
                  <a:lnTo>
                    <a:pt x="125361" y="1056716"/>
                  </a:lnTo>
                  <a:lnTo>
                    <a:pt x="112839" y="1064958"/>
                  </a:lnTo>
                  <a:lnTo>
                    <a:pt x="115595" y="1069073"/>
                  </a:lnTo>
                  <a:lnTo>
                    <a:pt x="118516" y="1073327"/>
                  </a:lnTo>
                  <a:lnTo>
                    <a:pt x="121234" y="1077442"/>
                  </a:lnTo>
                  <a:lnTo>
                    <a:pt x="133692" y="1068920"/>
                  </a:lnTo>
                  <a:close/>
                </a:path>
                <a:path w="1376680" h="1376680">
                  <a:moveTo>
                    <a:pt x="136271" y="303428"/>
                  </a:moveTo>
                  <a:lnTo>
                    <a:pt x="123990" y="294970"/>
                  </a:lnTo>
                  <a:lnTo>
                    <a:pt x="121208" y="298983"/>
                  </a:lnTo>
                  <a:lnTo>
                    <a:pt x="118427" y="303212"/>
                  </a:lnTo>
                  <a:lnTo>
                    <a:pt x="115404" y="307340"/>
                  </a:lnTo>
                  <a:lnTo>
                    <a:pt x="127863" y="315696"/>
                  </a:lnTo>
                  <a:lnTo>
                    <a:pt x="130695" y="311619"/>
                  </a:lnTo>
                  <a:lnTo>
                    <a:pt x="133540" y="307340"/>
                  </a:lnTo>
                  <a:lnTo>
                    <a:pt x="136271" y="303428"/>
                  </a:lnTo>
                  <a:close/>
                </a:path>
                <a:path w="1376680" h="1376680">
                  <a:moveTo>
                    <a:pt x="151066" y="1092885"/>
                  </a:moveTo>
                  <a:lnTo>
                    <a:pt x="147929" y="1088872"/>
                  </a:lnTo>
                  <a:lnTo>
                    <a:pt x="145135" y="1085100"/>
                  </a:lnTo>
                  <a:lnTo>
                    <a:pt x="142189" y="1081100"/>
                  </a:lnTo>
                  <a:lnTo>
                    <a:pt x="129946" y="1089787"/>
                  </a:lnTo>
                  <a:lnTo>
                    <a:pt x="133032" y="1093939"/>
                  </a:lnTo>
                  <a:lnTo>
                    <a:pt x="135890" y="1098042"/>
                  </a:lnTo>
                  <a:lnTo>
                    <a:pt x="138938" y="1102042"/>
                  </a:lnTo>
                  <a:lnTo>
                    <a:pt x="151066" y="1092885"/>
                  </a:lnTo>
                  <a:close/>
                </a:path>
                <a:path w="1376680" h="1376680">
                  <a:moveTo>
                    <a:pt x="153847" y="279615"/>
                  </a:moveTo>
                  <a:lnTo>
                    <a:pt x="142074" y="270510"/>
                  </a:lnTo>
                  <a:lnTo>
                    <a:pt x="138874" y="274434"/>
                  </a:lnTo>
                  <a:lnTo>
                    <a:pt x="135839" y="278396"/>
                  </a:lnTo>
                  <a:lnTo>
                    <a:pt x="132943" y="282486"/>
                  </a:lnTo>
                  <a:lnTo>
                    <a:pt x="144983" y="291376"/>
                  </a:lnTo>
                  <a:lnTo>
                    <a:pt x="150799" y="283438"/>
                  </a:lnTo>
                  <a:lnTo>
                    <a:pt x="153847" y="279615"/>
                  </a:lnTo>
                  <a:close/>
                </a:path>
                <a:path w="1376680" h="1376680">
                  <a:moveTo>
                    <a:pt x="169392" y="1116139"/>
                  </a:moveTo>
                  <a:lnTo>
                    <a:pt x="166179" y="1112469"/>
                  </a:lnTo>
                  <a:lnTo>
                    <a:pt x="163055" y="1108468"/>
                  </a:lnTo>
                  <a:lnTo>
                    <a:pt x="159956" y="1104709"/>
                  </a:lnTo>
                  <a:lnTo>
                    <a:pt x="148297" y="1114005"/>
                  </a:lnTo>
                  <a:lnTo>
                    <a:pt x="151485" y="1117968"/>
                  </a:lnTo>
                  <a:lnTo>
                    <a:pt x="157632" y="1125791"/>
                  </a:lnTo>
                  <a:lnTo>
                    <a:pt x="169392" y="1116139"/>
                  </a:lnTo>
                  <a:close/>
                </a:path>
                <a:path w="1376680" h="1376680">
                  <a:moveTo>
                    <a:pt x="172389" y="256324"/>
                  </a:moveTo>
                  <a:lnTo>
                    <a:pt x="160731" y="246710"/>
                  </a:lnTo>
                  <a:lnTo>
                    <a:pt x="157632" y="250685"/>
                  </a:lnTo>
                  <a:lnTo>
                    <a:pt x="154533" y="254596"/>
                  </a:lnTo>
                  <a:lnTo>
                    <a:pt x="151371" y="258381"/>
                  </a:lnTo>
                  <a:lnTo>
                    <a:pt x="162928" y="267881"/>
                  </a:lnTo>
                  <a:lnTo>
                    <a:pt x="166052" y="263956"/>
                  </a:lnTo>
                  <a:lnTo>
                    <a:pt x="169392" y="260121"/>
                  </a:lnTo>
                  <a:lnTo>
                    <a:pt x="172389" y="256324"/>
                  </a:lnTo>
                  <a:close/>
                </a:path>
                <a:path w="1376680" h="1376680">
                  <a:moveTo>
                    <a:pt x="182905" y="722706"/>
                  </a:moveTo>
                  <a:lnTo>
                    <a:pt x="182384" y="716978"/>
                  </a:lnTo>
                  <a:lnTo>
                    <a:pt x="182054" y="711479"/>
                  </a:lnTo>
                  <a:lnTo>
                    <a:pt x="182029" y="705192"/>
                  </a:lnTo>
                  <a:lnTo>
                    <a:pt x="173075" y="705434"/>
                  </a:lnTo>
                  <a:lnTo>
                    <a:pt x="173228" y="711479"/>
                  </a:lnTo>
                  <a:lnTo>
                    <a:pt x="173520" y="717334"/>
                  </a:lnTo>
                  <a:lnTo>
                    <a:pt x="173913" y="723366"/>
                  </a:lnTo>
                  <a:lnTo>
                    <a:pt x="182905" y="722706"/>
                  </a:lnTo>
                  <a:close/>
                </a:path>
                <a:path w="1376680" h="1376680">
                  <a:moveTo>
                    <a:pt x="182905" y="652411"/>
                  </a:moveTo>
                  <a:lnTo>
                    <a:pt x="174015" y="651852"/>
                  </a:lnTo>
                  <a:lnTo>
                    <a:pt x="173977" y="652411"/>
                  </a:lnTo>
                  <a:lnTo>
                    <a:pt x="173570" y="657631"/>
                  </a:lnTo>
                  <a:lnTo>
                    <a:pt x="173545" y="658266"/>
                  </a:lnTo>
                  <a:lnTo>
                    <a:pt x="173316" y="663702"/>
                  </a:lnTo>
                  <a:lnTo>
                    <a:pt x="173189" y="669632"/>
                  </a:lnTo>
                  <a:lnTo>
                    <a:pt x="182029" y="669975"/>
                  </a:lnTo>
                  <a:lnTo>
                    <a:pt x="182156" y="664083"/>
                  </a:lnTo>
                  <a:lnTo>
                    <a:pt x="182181" y="663702"/>
                  </a:lnTo>
                  <a:lnTo>
                    <a:pt x="182600" y="657631"/>
                  </a:lnTo>
                  <a:lnTo>
                    <a:pt x="182905" y="652411"/>
                  </a:lnTo>
                  <a:close/>
                </a:path>
                <a:path w="1376680" h="1376680">
                  <a:moveTo>
                    <a:pt x="188645" y="1138567"/>
                  </a:moveTo>
                  <a:lnTo>
                    <a:pt x="185394" y="1134910"/>
                  </a:lnTo>
                  <a:lnTo>
                    <a:pt x="182029" y="1131227"/>
                  </a:lnTo>
                  <a:lnTo>
                    <a:pt x="178841" y="1127391"/>
                  </a:lnTo>
                  <a:lnTo>
                    <a:pt x="167474" y="1137145"/>
                  </a:lnTo>
                  <a:lnTo>
                    <a:pt x="174117" y="1144955"/>
                  </a:lnTo>
                  <a:lnTo>
                    <a:pt x="177584" y="1148651"/>
                  </a:lnTo>
                  <a:lnTo>
                    <a:pt x="188645" y="1138567"/>
                  </a:lnTo>
                  <a:close/>
                </a:path>
                <a:path w="1376680" h="1376680">
                  <a:moveTo>
                    <a:pt x="189204" y="775296"/>
                  </a:moveTo>
                  <a:lnTo>
                    <a:pt x="188087" y="769467"/>
                  </a:lnTo>
                  <a:lnTo>
                    <a:pt x="186410" y="757885"/>
                  </a:lnTo>
                  <a:lnTo>
                    <a:pt x="177647" y="759091"/>
                  </a:lnTo>
                  <a:lnTo>
                    <a:pt x="178422" y="765124"/>
                  </a:lnTo>
                  <a:lnTo>
                    <a:pt x="179362" y="770813"/>
                  </a:lnTo>
                  <a:lnTo>
                    <a:pt x="180492" y="776681"/>
                  </a:lnTo>
                  <a:lnTo>
                    <a:pt x="189204" y="775296"/>
                  </a:lnTo>
                  <a:close/>
                </a:path>
                <a:path w="1376680" h="1376680">
                  <a:moveTo>
                    <a:pt x="189331" y="599973"/>
                  </a:moveTo>
                  <a:lnTo>
                    <a:pt x="180619" y="598512"/>
                  </a:lnTo>
                  <a:lnTo>
                    <a:pt x="179489" y="604202"/>
                  </a:lnTo>
                  <a:lnTo>
                    <a:pt x="177838" y="616140"/>
                  </a:lnTo>
                  <a:lnTo>
                    <a:pt x="186728" y="617347"/>
                  </a:lnTo>
                  <a:lnTo>
                    <a:pt x="187401" y="611505"/>
                  </a:lnTo>
                  <a:lnTo>
                    <a:pt x="188480" y="605815"/>
                  </a:lnTo>
                  <a:lnTo>
                    <a:pt x="189331" y="599973"/>
                  </a:lnTo>
                  <a:close/>
                </a:path>
                <a:path w="1376680" h="1376680">
                  <a:moveTo>
                    <a:pt x="191998" y="234251"/>
                  </a:moveTo>
                  <a:lnTo>
                    <a:pt x="180809" y="224104"/>
                  </a:lnTo>
                  <a:lnTo>
                    <a:pt x="177584" y="227723"/>
                  </a:lnTo>
                  <a:lnTo>
                    <a:pt x="170764" y="235254"/>
                  </a:lnTo>
                  <a:lnTo>
                    <a:pt x="182029" y="245084"/>
                  </a:lnTo>
                  <a:lnTo>
                    <a:pt x="185394" y="241414"/>
                  </a:lnTo>
                  <a:lnTo>
                    <a:pt x="188645" y="237718"/>
                  </a:lnTo>
                  <a:lnTo>
                    <a:pt x="191998" y="234251"/>
                  </a:lnTo>
                  <a:close/>
                </a:path>
                <a:path w="1376680" h="1376680">
                  <a:moveTo>
                    <a:pt x="208876" y="851801"/>
                  </a:moveTo>
                  <a:lnTo>
                    <a:pt x="206844" y="846404"/>
                  </a:lnTo>
                  <a:lnTo>
                    <a:pt x="205143" y="840752"/>
                  </a:lnTo>
                  <a:lnTo>
                    <a:pt x="203339" y="835037"/>
                  </a:lnTo>
                  <a:lnTo>
                    <a:pt x="195021" y="837755"/>
                  </a:lnTo>
                  <a:lnTo>
                    <a:pt x="196684" y="843572"/>
                  </a:lnTo>
                  <a:lnTo>
                    <a:pt x="198412" y="849223"/>
                  </a:lnTo>
                  <a:lnTo>
                    <a:pt x="200482" y="854735"/>
                  </a:lnTo>
                  <a:lnTo>
                    <a:pt x="208876" y="851801"/>
                  </a:lnTo>
                  <a:close/>
                </a:path>
                <a:path w="1376680" h="1376680">
                  <a:moveTo>
                    <a:pt x="209016" y="1160132"/>
                  </a:moveTo>
                  <a:lnTo>
                    <a:pt x="205460" y="1156665"/>
                  </a:lnTo>
                  <a:lnTo>
                    <a:pt x="202057" y="1152956"/>
                  </a:lnTo>
                  <a:lnTo>
                    <a:pt x="198742" y="1149527"/>
                  </a:lnTo>
                  <a:lnTo>
                    <a:pt x="187794" y="1159802"/>
                  </a:lnTo>
                  <a:lnTo>
                    <a:pt x="191249" y="1163345"/>
                  </a:lnTo>
                  <a:lnTo>
                    <a:pt x="194983" y="1167003"/>
                  </a:lnTo>
                  <a:lnTo>
                    <a:pt x="198412" y="1170647"/>
                  </a:lnTo>
                  <a:lnTo>
                    <a:pt x="209016" y="1160132"/>
                  </a:lnTo>
                  <a:close/>
                </a:path>
                <a:path w="1376680" h="1376680">
                  <a:moveTo>
                    <a:pt x="209321" y="523265"/>
                  </a:moveTo>
                  <a:lnTo>
                    <a:pt x="200990" y="520268"/>
                  </a:lnTo>
                  <a:lnTo>
                    <a:pt x="198818" y="525970"/>
                  </a:lnTo>
                  <a:lnTo>
                    <a:pt x="197129" y="531647"/>
                  </a:lnTo>
                  <a:lnTo>
                    <a:pt x="195313" y="537451"/>
                  </a:lnTo>
                  <a:lnTo>
                    <a:pt x="203860" y="539965"/>
                  </a:lnTo>
                  <a:lnTo>
                    <a:pt x="205460" y="534403"/>
                  </a:lnTo>
                  <a:lnTo>
                    <a:pt x="207403" y="528739"/>
                  </a:lnTo>
                  <a:lnTo>
                    <a:pt x="209321" y="523265"/>
                  </a:lnTo>
                  <a:close/>
                </a:path>
                <a:path w="1376680" h="1376680">
                  <a:moveTo>
                    <a:pt x="212420" y="212674"/>
                  </a:moveTo>
                  <a:lnTo>
                    <a:pt x="201853" y="202145"/>
                  </a:lnTo>
                  <a:lnTo>
                    <a:pt x="198272" y="205600"/>
                  </a:lnTo>
                  <a:lnTo>
                    <a:pt x="194627" y="209321"/>
                  </a:lnTo>
                  <a:lnTo>
                    <a:pt x="191249" y="212940"/>
                  </a:lnTo>
                  <a:lnTo>
                    <a:pt x="201993" y="223393"/>
                  </a:lnTo>
                  <a:lnTo>
                    <a:pt x="205409" y="219760"/>
                  </a:lnTo>
                  <a:lnTo>
                    <a:pt x="209016" y="216230"/>
                  </a:lnTo>
                  <a:lnTo>
                    <a:pt x="212420" y="212674"/>
                  </a:lnTo>
                  <a:close/>
                </a:path>
                <a:path w="1376680" h="1376680">
                  <a:moveTo>
                    <a:pt x="228701" y="900684"/>
                  </a:moveTo>
                  <a:lnTo>
                    <a:pt x="226136" y="895515"/>
                  </a:lnTo>
                  <a:lnTo>
                    <a:pt x="223697" y="890206"/>
                  </a:lnTo>
                  <a:lnTo>
                    <a:pt x="221437" y="884732"/>
                  </a:lnTo>
                  <a:lnTo>
                    <a:pt x="213410" y="888034"/>
                  </a:lnTo>
                  <a:lnTo>
                    <a:pt x="215519" y="893660"/>
                  </a:lnTo>
                  <a:lnTo>
                    <a:pt x="217970" y="899185"/>
                  </a:lnTo>
                  <a:lnTo>
                    <a:pt x="220510" y="904532"/>
                  </a:lnTo>
                  <a:lnTo>
                    <a:pt x="228701" y="900684"/>
                  </a:lnTo>
                  <a:close/>
                </a:path>
                <a:path w="1376680" h="1376680">
                  <a:moveTo>
                    <a:pt x="229323" y="474129"/>
                  </a:moveTo>
                  <a:lnTo>
                    <a:pt x="221119" y="470458"/>
                  </a:lnTo>
                  <a:lnTo>
                    <a:pt x="218719" y="475856"/>
                  </a:lnTo>
                  <a:lnTo>
                    <a:pt x="216154" y="481241"/>
                  </a:lnTo>
                  <a:lnTo>
                    <a:pt x="213855" y="486943"/>
                  </a:lnTo>
                  <a:lnTo>
                    <a:pt x="221970" y="490220"/>
                  </a:lnTo>
                  <a:lnTo>
                    <a:pt x="224282" y="484860"/>
                  </a:lnTo>
                  <a:lnTo>
                    <a:pt x="226885" y="479501"/>
                  </a:lnTo>
                  <a:lnTo>
                    <a:pt x="229323" y="474129"/>
                  </a:lnTo>
                  <a:close/>
                </a:path>
                <a:path w="1376680" h="1376680">
                  <a:moveTo>
                    <a:pt x="230212" y="1180706"/>
                  </a:moveTo>
                  <a:lnTo>
                    <a:pt x="226542" y="1177467"/>
                  </a:lnTo>
                  <a:lnTo>
                    <a:pt x="223075" y="1174165"/>
                  </a:lnTo>
                  <a:lnTo>
                    <a:pt x="219532" y="1170457"/>
                  </a:lnTo>
                  <a:lnTo>
                    <a:pt x="209130" y="1181188"/>
                  </a:lnTo>
                  <a:lnTo>
                    <a:pt x="216242" y="1188377"/>
                  </a:lnTo>
                  <a:lnTo>
                    <a:pt x="220065" y="1191691"/>
                  </a:lnTo>
                  <a:lnTo>
                    <a:pt x="230212" y="1180706"/>
                  </a:lnTo>
                  <a:close/>
                </a:path>
                <a:path w="1376680" h="1376680">
                  <a:moveTo>
                    <a:pt x="233794" y="192290"/>
                  </a:moveTo>
                  <a:lnTo>
                    <a:pt x="223710" y="181165"/>
                  </a:lnTo>
                  <a:lnTo>
                    <a:pt x="219913" y="184759"/>
                  </a:lnTo>
                  <a:lnTo>
                    <a:pt x="216242" y="188048"/>
                  </a:lnTo>
                  <a:lnTo>
                    <a:pt x="212661" y="191477"/>
                  </a:lnTo>
                  <a:lnTo>
                    <a:pt x="223075" y="202425"/>
                  </a:lnTo>
                  <a:lnTo>
                    <a:pt x="226491" y="198970"/>
                  </a:lnTo>
                  <a:lnTo>
                    <a:pt x="230212" y="195592"/>
                  </a:lnTo>
                  <a:lnTo>
                    <a:pt x="233794" y="192290"/>
                  </a:lnTo>
                  <a:close/>
                </a:path>
                <a:path w="1376680" h="1376680">
                  <a:moveTo>
                    <a:pt x="252247" y="1200391"/>
                  </a:moveTo>
                  <a:lnTo>
                    <a:pt x="244843" y="1193990"/>
                  </a:lnTo>
                  <a:lnTo>
                    <a:pt x="241300" y="1190726"/>
                  </a:lnTo>
                  <a:lnTo>
                    <a:pt x="231254" y="1201851"/>
                  </a:lnTo>
                  <a:lnTo>
                    <a:pt x="235077" y="1205369"/>
                  </a:lnTo>
                  <a:lnTo>
                    <a:pt x="242582" y="1211961"/>
                  </a:lnTo>
                  <a:lnTo>
                    <a:pt x="252247" y="1200391"/>
                  </a:lnTo>
                  <a:close/>
                </a:path>
                <a:path w="1376680" h="1376680">
                  <a:moveTo>
                    <a:pt x="253199" y="947369"/>
                  </a:moveTo>
                  <a:lnTo>
                    <a:pt x="250164" y="942314"/>
                  </a:lnTo>
                  <a:lnTo>
                    <a:pt x="247294" y="937336"/>
                  </a:lnTo>
                  <a:lnTo>
                    <a:pt x="244525" y="932027"/>
                  </a:lnTo>
                  <a:lnTo>
                    <a:pt x="236689" y="936447"/>
                  </a:lnTo>
                  <a:lnTo>
                    <a:pt x="242455" y="946810"/>
                  </a:lnTo>
                  <a:lnTo>
                    <a:pt x="245618" y="951826"/>
                  </a:lnTo>
                  <a:lnTo>
                    <a:pt x="253199" y="947369"/>
                  </a:lnTo>
                  <a:close/>
                </a:path>
                <a:path w="1376680" h="1376680">
                  <a:moveTo>
                    <a:pt x="254012" y="427443"/>
                  </a:moveTo>
                  <a:lnTo>
                    <a:pt x="246583" y="422986"/>
                  </a:lnTo>
                  <a:lnTo>
                    <a:pt x="243433" y="428040"/>
                  </a:lnTo>
                  <a:lnTo>
                    <a:pt x="240550" y="433273"/>
                  </a:lnTo>
                  <a:lnTo>
                    <a:pt x="237540" y="438454"/>
                  </a:lnTo>
                  <a:lnTo>
                    <a:pt x="245338" y="442798"/>
                  </a:lnTo>
                  <a:lnTo>
                    <a:pt x="248221" y="437553"/>
                  </a:lnTo>
                  <a:lnTo>
                    <a:pt x="251231" y="432587"/>
                  </a:lnTo>
                  <a:lnTo>
                    <a:pt x="254012" y="427443"/>
                  </a:lnTo>
                  <a:close/>
                </a:path>
                <a:path w="1376680" h="1376680">
                  <a:moveTo>
                    <a:pt x="256095" y="172745"/>
                  </a:moveTo>
                  <a:lnTo>
                    <a:pt x="246341" y="161302"/>
                  </a:lnTo>
                  <a:lnTo>
                    <a:pt x="242582" y="164490"/>
                  </a:lnTo>
                  <a:lnTo>
                    <a:pt x="238696" y="167716"/>
                  </a:lnTo>
                  <a:lnTo>
                    <a:pt x="234848" y="171094"/>
                  </a:lnTo>
                  <a:lnTo>
                    <a:pt x="244843" y="182219"/>
                  </a:lnTo>
                  <a:lnTo>
                    <a:pt x="248551" y="179120"/>
                  </a:lnTo>
                  <a:lnTo>
                    <a:pt x="252247" y="175907"/>
                  </a:lnTo>
                  <a:lnTo>
                    <a:pt x="256095" y="172745"/>
                  </a:lnTo>
                  <a:close/>
                </a:path>
                <a:path w="1376680" h="1376680">
                  <a:moveTo>
                    <a:pt x="275209" y="1219250"/>
                  </a:moveTo>
                  <a:lnTo>
                    <a:pt x="271386" y="1216113"/>
                  </a:lnTo>
                  <a:lnTo>
                    <a:pt x="267627" y="1213142"/>
                  </a:lnTo>
                  <a:lnTo>
                    <a:pt x="263893" y="1210043"/>
                  </a:lnTo>
                  <a:lnTo>
                    <a:pt x="254304" y="1221701"/>
                  </a:lnTo>
                  <a:lnTo>
                    <a:pt x="258191" y="1224876"/>
                  </a:lnTo>
                  <a:lnTo>
                    <a:pt x="262166" y="1227861"/>
                  </a:lnTo>
                  <a:lnTo>
                    <a:pt x="266115" y="1231087"/>
                  </a:lnTo>
                  <a:lnTo>
                    <a:pt x="275209" y="1219250"/>
                  </a:lnTo>
                  <a:close/>
                </a:path>
                <a:path w="1376680" h="1376680">
                  <a:moveTo>
                    <a:pt x="279184" y="154152"/>
                  </a:moveTo>
                  <a:lnTo>
                    <a:pt x="269963" y="142341"/>
                  </a:lnTo>
                  <a:lnTo>
                    <a:pt x="265988" y="145288"/>
                  </a:lnTo>
                  <a:lnTo>
                    <a:pt x="261950" y="148501"/>
                  </a:lnTo>
                  <a:lnTo>
                    <a:pt x="258191" y="151574"/>
                  </a:lnTo>
                  <a:lnTo>
                    <a:pt x="267487" y="163283"/>
                  </a:lnTo>
                  <a:lnTo>
                    <a:pt x="271221" y="160147"/>
                  </a:lnTo>
                  <a:lnTo>
                    <a:pt x="279184" y="154152"/>
                  </a:lnTo>
                  <a:close/>
                </a:path>
                <a:path w="1376680" h="1376680">
                  <a:moveTo>
                    <a:pt x="299046" y="1236903"/>
                  </a:moveTo>
                  <a:lnTo>
                    <a:pt x="295122" y="1234020"/>
                  </a:lnTo>
                  <a:lnTo>
                    <a:pt x="291045" y="1231150"/>
                  </a:lnTo>
                  <a:lnTo>
                    <a:pt x="287197" y="1228204"/>
                  </a:lnTo>
                  <a:lnTo>
                    <a:pt x="278168" y="1240345"/>
                  </a:lnTo>
                  <a:lnTo>
                    <a:pt x="286321" y="1246212"/>
                  </a:lnTo>
                  <a:lnTo>
                    <a:pt x="290322" y="1249045"/>
                  </a:lnTo>
                  <a:lnTo>
                    <a:pt x="299046" y="1236903"/>
                  </a:lnTo>
                  <a:close/>
                </a:path>
                <a:path w="1376680" h="1376680">
                  <a:moveTo>
                    <a:pt x="303047" y="136715"/>
                  </a:moveTo>
                  <a:lnTo>
                    <a:pt x="294411" y="124345"/>
                  </a:lnTo>
                  <a:lnTo>
                    <a:pt x="290271" y="127431"/>
                  </a:lnTo>
                  <a:lnTo>
                    <a:pt x="286143" y="130251"/>
                  </a:lnTo>
                  <a:lnTo>
                    <a:pt x="282117" y="133172"/>
                  </a:lnTo>
                  <a:lnTo>
                    <a:pt x="291045" y="145288"/>
                  </a:lnTo>
                  <a:lnTo>
                    <a:pt x="295008" y="142405"/>
                  </a:lnTo>
                  <a:lnTo>
                    <a:pt x="298856" y="139471"/>
                  </a:lnTo>
                  <a:lnTo>
                    <a:pt x="303047" y="136715"/>
                  </a:lnTo>
                  <a:close/>
                </a:path>
                <a:path w="1376680" h="1376680">
                  <a:moveTo>
                    <a:pt x="323697" y="1253667"/>
                  </a:moveTo>
                  <a:lnTo>
                    <a:pt x="319620" y="1250911"/>
                  </a:lnTo>
                  <a:lnTo>
                    <a:pt x="315366" y="1248194"/>
                  </a:lnTo>
                  <a:lnTo>
                    <a:pt x="311442" y="1245374"/>
                  </a:lnTo>
                  <a:lnTo>
                    <a:pt x="302895" y="1257871"/>
                  </a:lnTo>
                  <a:lnTo>
                    <a:pt x="307162" y="1260640"/>
                  </a:lnTo>
                  <a:lnTo>
                    <a:pt x="311442" y="1263357"/>
                  </a:lnTo>
                  <a:lnTo>
                    <a:pt x="315493" y="1266304"/>
                  </a:lnTo>
                  <a:lnTo>
                    <a:pt x="323697" y="1253667"/>
                  </a:lnTo>
                  <a:close/>
                </a:path>
                <a:path w="1376680" h="1376680">
                  <a:moveTo>
                    <a:pt x="327609" y="120269"/>
                  </a:moveTo>
                  <a:lnTo>
                    <a:pt x="319620" y="107607"/>
                  </a:lnTo>
                  <a:lnTo>
                    <a:pt x="315226" y="110324"/>
                  </a:lnTo>
                  <a:lnTo>
                    <a:pt x="306870" y="115760"/>
                  </a:lnTo>
                  <a:lnTo>
                    <a:pt x="315226" y="128397"/>
                  </a:lnTo>
                  <a:lnTo>
                    <a:pt x="319341" y="125539"/>
                  </a:lnTo>
                  <a:lnTo>
                    <a:pt x="327609" y="120269"/>
                  </a:lnTo>
                  <a:close/>
                </a:path>
                <a:path w="1376680" h="1376680">
                  <a:moveTo>
                    <a:pt x="334962" y="1050544"/>
                  </a:moveTo>
                  <a:lnTo>
                    <a:pt x="330695" y="1046568"/>
                  </a:lnTo>
                  <a:lnTo>
                    <a:pt x="326542" y="1042314"/>
                  </a:lnTo>
                  <a:lnTo>
                    <a:pt x="322338" y="1038123"/>
                  </a:lnTo>
                  <a:lnTo>
                    <a:pt x="316141" y="1044244"/>
                  </a:lnTo>
                  <a:lnTo>
                    <a:pt x="320052" y="1048651"/>
                  </a:lnTo>
                  <a:lnTo>
                    <a:pt x="324446" y="1052804"/>
                  </a:lnTo>
                  <a:lnTo>
                    <a:pt x="328663" y="1056995"/>
                  </a:lnTo>
                  <a:lnTo>
                    <a:pt x="334962" y="1050544"/>
                  </a:lnTo>
                  <a:close/>
                </a:path>
                <a:path w="1376680" h="1376680">
                  <a:moveTo>
                    <a:pt x="336308" y="324218"/>
                  </a:moveTo>
                  <a:lnTo>
                    <a:pt x="330073" y="317881"/>
                  </a:lnTo>
                  <a:lnTo>
                    <a:pt x="325729" y="322160"/>
                  </a:lnTo>
                  <a:lnTo>
                    <a:pt x="321500" y="326415"/>
                  </a:lnTo>
                  <a:lnTo>
                    <a:pt x="317322" y="330720"/>
                  </a:lnTo>
                  <a:lnTo>
                    <a:pt x="323875" y="336829"/>
                  </a:lnTo>
                  <a:lnTo>
                    <a:pt x="327914" y="332600"/>
                  </a:lnTo>
                  <a:lnTo>
                    <a:pt x="332206" y="328472"/>
                  </a:lnTo>
                  <a:lnTo>
                    <a:pt x="336308" y="324218"/>
                  </a:lnTo>
                  <a:close/>
                </a:path>
                <a:path w="1376680" h="1376680">
                  <a:moveTo>
                    <a:pt x="348818" y="1269149"/>
                  </a:moveTo>
                  <a:lnTo>
                    <a:pt x="344563" y="1266723"/>
                  </a:lnTo>
                  <a:lnTo>
                    <a:pt x="340512" y="1264056"/>
                  </a:lnTo>
                  <a:lnTo>
                    <a:pt x="336067" y="1261440"/>
                  </a:lnTo>
                  <a:lnTo>
                    <a:pt x="328269" y="1274114"/>
                  </a:lnTo>
                  <a:lnTo>
                    <a:pt x="332651" y="1276908"/>
                  </a:lnTo>
                  <a:lnTo>
                    <a:pt x="336981" y="1279512"/>
                  </a:lnTo>
                  <a:lnTo>
                    <a:pt x="341325" y="1282026"/>
                  </a:lnTo>
                  <a:lnTo>
                    <a:pt x="348818" y="1269149"/>
                  </a:lnTo>
                  <a:close/>
                </a:path>
                <a:path w="1376680" h="1376680">
                  <a:moveTo>
                    <a:pt x="352983" y="104762"/>
                  </a:moveTo>
                  <a:lnTo>
                    <a:pt x="345313" y="91960"/>
                  </a:lnTo>
                  <a:lnTo>
                    <a:pt x="340931" y="94437"/>
                  </a:lnTo>
                  <a:lnTo>
                    <a:pt x="336727" y="97028"/>
                  </a:lnTo>
                  <a:lnTo>
                    <a:pt x="332270" y="99517"/>
                  </a:lnTo>
                  <a:lnTo>
                    <a:pt x="340118" y="112407"/>
                  </a:lnTo>
                  <a:lnTo>
                    <a:pt x="344487" y="109905"/>
                  </a:lnTo>
                  <a:lnTo>
                    <a:pt x="348513" y="107353"/>
                  </a:lnTo>
                  <a:lnTo>
                    <a:pt x="352983" y="104762"/>
                  </a:lnTo>
                  <a:close/>
                </a:path>
                <a:path w="1376680" h="1376680">
                  <a:moveTo>
                    <a:pt x="374764" y="1283601"/>
                  </a:moveTo>
                  <a:lnTo>
                    <a:pt x="370497" y="1281391"/>
                  </a:lnTo>
                  <a:lnTo>
                    <a:pt x="366166" y="1279029"/>
                  </a:lnTo>
                  <a:lnTo>
                    <a:pt x="361823" y="1276591"/>
                  </a:lnTo>
                  <a:lnTo>
                    <a:pt x="354418" y="1289558"/>
                  </a:lnTo>
                  <a:lnTo>
                    <a:pt x="358876" y="1292123"/>
                  </a:lnTo>
                  <a:lnTo>
                    <a:pt x="367804" y="1296860"/>
                  </a:lnTo>
                  <a:lnTo>
                    <a:pt x="374764" y="1283601"/>
                  </a:lnTo>
                  <a:close/>
                </a:path>
                <a:path w="1376680" h="1376680">
                  <a:moveTo>
                    <a:pt x="378739" y="90563"/>
                  </a:moveTo>
                  <a:lnTo>
                    <a:pt x="371843" y="77457"/>
                  </a:lnTo>
                  <a:lnTo>
                    <a:pt x="367487" y="79603"/>
                  </a:lnTo>
                  <a:lnTo>
                    <a:pt x="362915" y="82029"/>
                  </a:lnTo>
                  <a:lnTo>
                    <a:pt x="358495" y="84480"/>
                  </a:lnTo>
                  <a:lnTo>
                    <a:pt x="365734" y="97574"/>
                  </a:lnTo>
                  <a:lnTo>
                    <a:pt x="370014" y="95224"/>
                  </a:lnTo>
                  <a:lnTo>
                    <a:pt x="374434" y="93040"/>
                  </a:lnTo>
                  <a:lnTo>
                    <a:pt x="378739" y="90563"/>
                  </a:lnTo>
                  <a:close/>
                </a:path>
                <a:path w="1376680" h="1376680">
                  <a:moveTo>
                    <a:pt x="401294" y="1296860"/>
                  </a:moveTo>
                  <a:lnTo>
                    <a:pt x="396963" y="1294828"/>
                  </a:lnTo>
                  <a:lnTo>
                    <a:pt x="392391" y="1292529"/>
                  </a:lnTo>
                  <a:lnTo>
                    <a:pt x="388010" y="1290396"/>
                  </a:lnTo>
                  <a:lnTo>
                    <a:pt x="381241" y="1303769"/>
                  </a:lnTo>
                  <a:lnTo>
                    <a:pt x="390423" y="1308290"/>
                  </a:lnTo>
                  <a:lnTo>
                    <a:pt x="394830" y="1310347"/>
                  </a:lnTo>
                  <a:lnTo>
                    <a:pt x="401294" y="1296860"/>
                  </a:lnTo>
                  <a:close/>
                </a:path>
                <a:path w="1376680" h="1376680">
                  <a:moveTo>
                    <a:pt x="405269" y="77647"/>
                  </a:moveTo>
                  <a:lnTo>
                    <a:pt x="398881" y="64008"/>
                  </a:lnTo>
                  <a:lnTo>
                    <a:pt x="389864" y="68249"/>
                  </a:lnTo>
                  <a:lnTo>
                    <a:pt x="385356" y="70408"/>
                  </a:lnTo>
                  <a:lnTo>
                    <a:pt x="391985" y="84010"/>
                  </a:lnTo>
                  <a:lnTo>
                    <a:pt x="396163" y="81851"/>
                  </a:lnTo>
                  <a:lnTo>
                    <a:pt x="400697" y="79603"/>
                  </a:lnTo>
                  <a:lnTo>
                    <a:pt x="405269" y="77647"/>
                  </a:lnTo>
                  <a:close/>
                </a:path>
                <a:path w="1376680" h="1376680">
                  <a:moveTo>
                    <a:pt x="428472" y="1308938"/>
                  </a:moveTo>
                  <a:lnTo>
                    <a:pt x="419303" y="1305140"/>
                  </a:lnTo>
                  <a:lnTo>
                    <a:pt x="414858" y="1303147"/>
                  </a:lnTo>
                  <a:lnTo>
                    <a:pt x="408736" y="1316736"/>
                  </a:lnTo>
                  <a:lnTo>
                    <a:pt x="413283" y="1318882"/>
                  </a:lnTo>
                  <a:lnTo>
                    <a:pt x="418020" y="1321015"/>
                  </a:lnTo>
                  <a:lnTo>
                    <a:pt x="422744" y="1322920"/>
                  </a:lnTo>
                  <a:lnTo>
                    <a:pt x="428472" y="1308938"/>
                  </a:lnTo>
                  <a:close/>
                </a:path>
                <a:path w="1376680" h="1376680">
                  <a:moveTo>
                    <a:pt x="432206" y="65671"/>
                  </a:moveTo>
                  <a:lnTo>
                    <a:pt x="426542" y="51828"/>
                  </a:lnTo>
                  <a:lnTo>
                    <a:pt x="421868" y="53708"/>
                  </a:lnTo>
                  <a:lnTo>
                    <a:pt x="417245" y="55638"/>
                  </a:lnTo>
                  <a:lnTo>
                    <a:pt x="412559" y="57759"/>
                  </a:lnTo>
                  <a:lnTo>
                    <a:pt x="418744" y="71374"/>
                  </a:lnTo>
                  <a:lnTo>
                    <a:pt x="427672" y="67627"/>
                  </a:lnTo>
                  <a:lnTo>
                    <a:pt x="432206" y="65671"/>
                  </a:lnTo>
                  <a:close/>
                </a:path>
                <a:path w="1376680" h="1376680">
                  <a:moveTo>
                    <a:pt x="439915" y="631736"/>
                  </a:moveTo>
                  <a:lnTo>
                    <a:pt x="436753" y="628103"/>
                  </a:lnTo>
                  <a:lnTo>
                    <a:pt x="352615" y="627875"/>
                  </a:lnTo>
                  <a:lnTo>
                    <a:pt x="348488" y="628103"/>
                  </a:lnTo>
                  <a:lnTo>
                    <a:pt x="354990" y="642023"/>
                  </a:lnTo>
                  <a:lnTo>
                    <a:pt x="366433" y="640829"/>
                  </a:lnTo>
                  <a:lnTo>
                    <a:pt x="380758" y="640651"/>
                  </a:lnTo>
                  <a:lnTo>
                    <a:pt x="380631" y="638632"/>
                  </a:lnTo>
                  <a:lnTo>
                    <a:pt x="380428" y="635266"/>
                  </a:lnTo>
                  <a:lnTo>
                    <a:pt x="380161" y="635266"/>
                  </a:lnTo>
                  <a:lnTo>
                    <a:pt x="377456" y="634339"/>
                  </a:lnTo>
                  <a:lnTo>
                    <a:pt x="439915" y="631736"/>
                  </a:lnTo>
                  <a:close/>
                </a:path>
                <a:path w="1376680" h="1376680">
                  <a:moveTo>
                    <a:pt x="441858" y="245694"/>
                  </a:moveTo>
                  <a:lnTo>
                    <a:pt x="437464" y="238074"/>
                  </a:lnTo>
                  <a:lnTo>
                    <a:pt x="427037" y="243954"/>
                  </a:lnTo>
                  <a:lnTo>
                    <a:pt x="421995" y="246964"/>
                  </a:lnTo>
                  <a:lnTo>
                    <a:pt x="426529" y="254584"/>
                  </a:lnTo>
                  <a:lnTo>
                    <a:pt x="431546" y="251548"/>
                  </a:lnTo>
                  <a:lnTo>
                    <a:pt x="436740" y="248666"/>
                  </a:lnTo>
                  <a:lnTo>
                    <a:pt x="441858" y="245694"/>
                  </a:lnTo>
                  <a:close/>
                </a:path>
                <a:path w="1376680" h="1376680">
                  <a:moveTo>
                    <a:pt x="449224" y="604456"/>
                  </a:moveTo>
                  <a:lnTo>
                    <a:pt x="444893" y="600849"/>
                  </a:lnTo>
                  <a:lnTo>
                    <a:pt x="442506" y="598843"/>
                  </a:lnTo>
                  <a:lnTo>
                    <a:pt x="442302" y="598678"/>
                  </a:lnTo>
                  <a:lnTo>
                    <a:pt x="421068" y="598843"/>
                  </a:lnTo>
                  <a:lnTo>
                    <a:pt x="391274" y="598220"/>
                  </a:lnTo>
                  <a:lnTo>
                    <a:pt x="376364" y="598678"/>
                  </a:lnTo>
                  <a:lnTo>
                    <a:pt x="355193" y="598678"/>
                  </a:lnTo>
                  <a:lnTo>
                    <a:pt x="355307" y="598843"/>
                  </a:lnTo>
                  <a:lnTo>
                    <a:pt x="357149" y="601497"/>
                  </a:lnTo>
                  <a:lnTo>
                    <a:pt x="393623" y="600849"/>
                  </a:lnTo>
                  <a:lnTo>
                    <a:pt x="437680" y="600849"/>
                  </a:lnTo>
                  <a:lnTo>
                    <a:pt x="443344" y="602576"/>
                  </a:lnTo>
                  <a:lnTo>
                    <a:pt x="449224" y="604456"/>
                  </a:lnTo>
                  <a:close/>
                </a:path>
                <a:path w="1376680" h="1376680">
                  <a:moveTo>
                    <a:pt x="452742" y="882586"/>
                  </a:moveTo>
                  <a:lnTo>
                    <a:pt x="452450" y="867359"/>
                  </a:lnTo>
                  <a:lnTo>
                    <a:pt x="449884" y="861453"/>
                  </a:lnTo>
                  <a:lnTo>
                    <a:pt x="449973" y="644728"/>
                  </a:lnTo>
                  <a:lnTo>
                    <a:pt x="444652" y="644728"/>
                  </a:lnTo>
                  <a:lnTo>
                    <a:pt x="444652" y="858799"/>
                  </a:lnTo>
                  <a:lnTo>
                    <a:pt x="445554" y="862507"/>
                  </a:lnTo>
                  <a:lnTo>
                    <a:pt x="447433" y="868337"/>
                  </a:lnTo>
                  <a:lnTo>
                    <a:pt x="448132" y="880287"/>
                  </a:lnTo>
                  <a:lnTo>
                    <a:pt x="452742" y="882586"/>
                  </a:lnTo>
                  <a:close/>
                </a:path>
                <a:path w="1376680" h="1376680">
                  <a:moveTo>
                    <a:pt x="456120" y="1319961"/>
                  </a:moveTo>
                  <a:lnTo>
                    <a:pt x="446874" y="1316456"/>
                  </a:lnTo>
                  <a:lnTo>
                    <a:pt x="442150" y="1314742"/>
                  </a:lnTo>
                  <a:lnTo>
                    <a:pt x="436753" y="1328508"/>
                  </a:lnTo>
                  <a:lnTo>
                    <a:pt x="441325" y="1330464"/>
                  </a:lnTo>
                  <a:lnTo>
                    <a:pt x="446176" y="1332318"/>
                  </a:lnTo>
                  <a:lnTo>
                    <a:pt x="450951" y="1333906"/>
                  </a:lnTo>
                  <a:lnTo>
                    <a:pt x="456120" y="1319961"/>
                  </a:lnTo>
                  <a:close/>
                </a:path>
                <a:path w="1376680" h="1376680">
                  <a:moveTo>
                    <a:pt x="459968" y="54914"/>
                  </a:moveTo>
                  <a:lnTo>
                    <a:pt x="454723" y="40944"/>
                  </a:lnTo>
                  <a:lnTo>
                    <a:pt x="449973" y="42557"/>
                  </a:lnTo>
                  <a:lnTo>
                    <a:pt x="445312" y="44348"/>
                  </a:lnTo>
                  <a:lnTo>
                    <a:pt x="440512" y="46342"/>
                  </a:lnTo>
                  <a:lnTo>
                    <a:pt x="445846" y="60172"/>
                  </a:lnTo>
                  <a:lnTo>
                    <a:pt x="455193" y="56654"/>
                  </a:lnTo>
                  <a:lnTo>
                    <a:pt x="459968" y="54914"/>
                  </a:lnTo>
                  <a:close/>
                </a:path>
                <a:path w="1376680" h="1376680">
                  <a:moveTo>
                    <a:pt x="484238" y="1329537"/>
                  </a:moveTo>
                  <a:lnTo>
                    <a:pt x="479412" y="1328140"/>
                  </a:lnTo>
                  <a:lnTo>
                    <a:pt x="474776" y="1326565"/>
                  </a:lnTo>
                  <a:lnTo>
                    <a:pt x="470065" y="1324889"/>
                  </a:lnTo>
                  <a:lnTo>
                    <a:pt x="465162" y="1339062"/>
                  </a:lnTo>
                  <a:lnTo>
                    <a:pt x="470065" y="1340751"/>
                  </a:lnTo>
                  <a:lnTo>
                    <a:pt x="474776" y="1342275"/>
                  </a:lnTo>
                  <a:lnTo>
                    <a:pt x="479640" y="1343926"/>
                  </a:lnTo>
                  <a:lnTo>
                    <a:pt x="484238" y="1329537"/>
                  </a:lnTo>
                  <a:close/>
                </a:path>
                <a:path w="1376680" h="1376680">
                  <a:moveTo>
                    <a:pt x="487832" y="45516"/>
                  </a:moveTo>
                  <a:lnTo>
                    <a:pt x="483438" y="31191"/>
                  </a:lnTo>
                  <a:lnTo>
                    <a:pt x="478574" y="32689"/>
                  </a:lnTo>
                  <a:lnTo>
                    <a:pt x="473837" y="34239"/>
                  </a:lnTo>
                  <a:lnTo>
                    <a:pt x="468960" y="36017"/>
                  </a:lnTo>
                  <a:lnTo>
                    <a:pt x="473837" y="50088"/>
                  </a:lnTo>
                  <a:lnTo>
                    <a:pt x="478574" y="48590"/>
                  </a:lnTo>
                  <a:lnTo>
                    <a:pt x="483171" y="47028"/>
                  </a:lnTo>
                  <a:lnTo>
                    <a:pt x="487832" y="45516"/>
                  </a:lnTo>
                  <a:close/>
                </a:path>
                <a:path w="1376680" h="1376680">
                  <a:moveTo>
                    <a:pt x="512622" y="1338033"/>
                  </a:moveTo>
                  <a:lnTo>
                    <a:pt x="507961" y="1336814"/>
                  </a:lnTo>
                  <a:lnTo>
                    <a:pt x="503174" y="1335328"/>
                  </a:lnTo>
                  <a:lnTo>
                    <a:pt x="498284" y="1333906"/>
                  </a:lnTo>
                  <a:lnTo>
                    <a:pt x="494195" y="1348270"/>
                  </a:lnTo>
                  <a:lnTo>
                    <a:pt x="499033" y="1349768"/>
                  </a:lnTo>
                  <a:lnTo>
                    <a:pt x="503859" y="1351165"/>
                  </a:lnTo>
                  <a:lnTo>
                    <a:pt x="508736" y="1352461"/>
                  </a:lnTo>
                  <a:lnTo>
                    <a:pt x="512622" y="1338033"/>
                  </a:lnTo>
                  <a:close/>
                </a:path>
                <a:path w="1376680" h="1376680">
                  <a:moveTo>
                    <a:pt x="515124" y="599617"/>
                  </a:moveTo>
                  <a:lnTo>
                    <a:pt x="506399" y="598398"/>
                  </a:lnTo>
                  <a:lnTo>
                    <a:pt x="506526" y="598678"/>
                  </a:lnTo>
                  <a:lnTo>
                    <a:pt x="506590" y="598843"/>
                  </a:lnTo>
                  <a:lnTo>
                    <a:pt x="507492" y="600849"/>
                  </a:lnTo>
                  <a:lnTo>
                    <a:pt x="515124" y="599617"/>
                  </a:lnTo>
                  <a:close/>
                </a:path>
                <a:path w="1376680" h="1376680">
                  <a:moveTo>
                    <a:pt x="516445" y="37236"/>
                  </a:moveTo>
                  <a:lnTo>
                    <a:pt x="512470" y="22847"/>
                  </a:lnTo>
                  <a:lnTo>
                    <a:pt x="507707" y="24041"/>
                  </a:lnTo>
                  <a:lnTo>
                    <a:pt x="502818" y="25412"/>
                  </a:lnTo>
                  <a:lnTo>
                    <a:pt x="497992" y="26987"/>
                  </a:lnTo>
                  <a:lnTo>
                    <a:pt x="501942" y="41262"/>
                  </a:lnTo>
                  <a:lnTo>
                    <a:pt x="506882" y="39827"/>
                  </a:lnTo>
                  <a:lnTo>
                    <a:pt x="516445" y="37236"/>
                  </a:lnTo>
                  <a:close/>
                </a:path>
                <a:path w="1376680" h="1376680">
                  <a:moveTo>
                    <a:pt x="530491" y="604202"/>
                  </a:moveTo>
                  <a:lnTo>
                    <a:pt x="526503" y="603008"/>
                  </a:lnTo>
                  <a:lnTo>
                    <a:pt x="520585" y="603885"/>
                  </a:lnTo>
                  <a:lnTo>
                    <a:pt x="520128" y="603885"/>
                  </a:lnTo>
                  <a:lnTo>
                    <a:pt x="520065" y="603199"/>
                  </a:lnTo>
                  <a:lnTo>
                    <a:pt x="519988" y="602576"/>
                  </a:lnTo>
                  <a:lnTo>
                    <a:pt x="519874" y="601497"/>
                  </a:lnTo>
                  <a:lnTo>
                    <a:pt x="519811" y="600849"/>
                  </a:lnTo>
                  <a:lnTo>
                    <a:pt x="515124" y="599617"/>
                  </a:lnTo>
                  <a:lnTo>
                    <a:pt x="518172" y="603885"/>
                  </a:lnTo>
                  <a:lnTo>
                    <a:pt x="516750" y="603885"/>
                  </a:lnTo>
                  <a:lnTo>
                    <a:pt x="518198" y="603923"/>
                  </a:lnTo>
                  <a:lnTo>
                    <a:pt x="518439" y="604202"/>
                  </a:lnTo>
                  <a:lnTo>
                    <a:pt x="520065" y="603973"/>
                  </a:lnTo>
                  <a:lnTo>
                    <a:pt x="530491" y="604202"/>
                  </a:lnTo>
                  <a:close/>
                </a:path>
                <a:path w="1376680" h="1376680">
                  <a:moveTo>
                    <a:pt x="538594" y="605967"/>
                  </a:moveTo>
                  <a:lnTo>
                    <a:pt x="538505" y="603288"/>
                  </a:lnTo>
                  <a:lnTo>
                    <a:pt x="531241" y="604202"/>
                  </a:lnTo>
                  <a:lnTo>
                    <a:pt x="530491" y="604202"/>
                  </a:lnTo>
                  <a:lnTo>
                    <a:pt x="535038" y="605548"/>
                  </a:lnTo>
                  <a:lnTo>
                    <a:pt x="535038" y="605967"/>
                  </a:lnTo>
                  <a:lnTo>
                    <a:pt x="532231" y="605548"/>
                  </a:lnTo>
                  <a:lnTo>
                    <a:pt x="530237" y="605167"/>
                  </a:lnTo>
                  <a:lnTo>
                    <a:pt x="518223" y="604202"/>
                  </a:lnTo>
                  <a:lnTo>
                    <a:pt x="508368" y="603885"/>
                  </a:lnTo>
                  <a:lnTo>
                    <a:pt x="500075" y="603885"/>
                  </a:lnTo>
                  <a:lnTo>
                    <a:pt x="487794" y="603008"/>
                  </a:lnTo>
                  <a:lnTo>
                    <a:pt x="483870" y="603008"/>
                  </a:lnTo>
                  <a:lnTo>
                    <a:pt x="479615" y="604456"/>
                  </a:lnTo>
                  <a:lnTo>
                    <a:pt x="474789" y="606183"/>
                  </a:lnTo>
                  <a:lnTo>
                    <a:pt x="474891" y="604850"/>
                  </a:lnTo>
                  <a:lnTo>
                    <a:pt x="475018" y="603199"/>
                  </a:lnTo>
                  <a:lnTo>
                    <a:pt x="475411" y="603199"/>
                  </a:lnTo>
                  <a:lnTo>
                    <a:pt x="481380" y="600964"/>
                  </a:lnTo>
                  <a:lnTo>
                    <a:pt x="492480" y="601497"/>
                  </a:lnTo>
                  <a:lnTo>
                    <a:pt x="505180" y="601256"/>
                  </a:lnTo>
                  <a:lnTo>
                    <a:pt x="505028" y="600849"/>
                  </a:lnTo>
                  <a:lnTo>
                    <a:pt x="504926" y="600583"/>
                  </a:lnTo>
                  <a:lnTo>
                    <a:pt x="504837" y="600329"/>
                  </a:lnTo>
                  <a:lnTo>
                    <a:pt x="504291" y="598843"/>
                  </a:lnTo>
                  <a:lnTo>
                    <a:pt x="478497" y="598843"/>
                  </a:lnTo>
                  <a:lnTo>
                    <a:pt x="474789" y="600329"/>
                  </a:lnTo>
                  <a:lnTo>
                    <a:pt x="469798" y="602576"/>
                  </a:lnTo>
                  <a:lnTo>
                    <a:pt x="469709" y="603008"/>
                  </a:lnTo>
                  <a:lnTo>
                    <a:pt x="469671" y="603199"/>
                  </a:lnTo>
                  <a:lnTo>
                    <a:pt x="468579" y="608139"/>
                  </a:lnTo>
                  <a:lnTo>
                    <a:pt x="463765" y="607123"/>
                  </a:lnTo>
                  <a:lnTo>
                    <a:pt x="463816" y="606793"/>
                  </a:lnTo>
                  <a:lnTo>
                    <a:pt x="463931" y="605967"/>
                  </a:lnTo>
                  <a:lnTo>
                    <a:pt x="464058" y="605167"/>
                  </a:lnTo>
                  <a:lnTo>
                    <a:pt x="464159" y="604456"/>
                  </a:lnTo>
                  <a:lnTo>
                    <a:pt x="464235" y="603885"/>
                  </a:lnTo>
                  <a:lnTo>
                    <a:pt x="464337" y="603199"/>
                  </a:lnTo>
                  <a:lnTo>
                    <a:pt x="464439" y="602576"/>
                  </a:lnTo>
                  <a:lnTo>
                    <a:pt x="464731" y="600583"/>
                  </a:lnTo>
                  <a:lnTo>
                    <a:pt x="461975" y="600849"/>
                  </a:lnTo>
                  <a:lnTo>
                    <a:pt x="458622" y="604456"/>
                  </a:lnTo>
                  <a:lnTo>
                    <a:pt x="449224" y="604456"/>
                  </a:lnTo>
                  <a:lnTo>
                    <a:pt x="455853" y="606793"/>
                  </a:lnTo>
                  <a:lnTo>
                    <a:pt x="458089" y="608926"/>
                  </a:lnTo>
                  <a:lnTo>
                    <a:pt x="455549" y="610184"/>
                  </a:lnTo>
                  <a:lnTo>
                    <a:pt x="451408" y="608558"/>
                  </a:lnTo>
                  <a:lnTo>
                    <a:pt x="444309" y="608558"/>
                  </a:lnTo>
                  <a:lnTo>
                    <a:pt x="441845" y="606183"/>
                  </a:lnTo>
                  <a:lnTo>
                    <a:pt x="441490" y="605828"/>
                  </a:lnTo>
                  <a:lnTo>
                    <a:pt x="440842" y="605548"/>
                  </a:lnTo>
                  <a:lnTo>
                    <a:pt x="436956" y="603885"/>
                  </a:lnTo>
                  <a:lnTo>
                    <a:pt x="434086" y="603199"/>
                  </a:lnTo>
                  <a:lnTo>
                    <a:pt x="433336" y="605548"/>
                  </a:lnTo>
                  <a:lnTo>
                    <a:pt x="428993" y="605548"/>
                  </a:lnTo>
                  <a:lnTo>
                    <a:pt x="425691" y="605167"/>
                  </a:lnTo>
                  <a:lnTo>
                    <a:pt x="422440" y="604850"/>
                  </a:lnTo>
                  <a:lnTo>
                    <a:pt x="420839" y="604850"/>
                  </a:lnTo>
                  <a:lnTo>
                    <a:pt x="414197" y="603885"/>
                  </a:lnTo>
                  <a:lnTo>
                    <a:pt x="401116" y="603885"/>
                  </a:lnTo>
                  <a:lnTo>
                    <a:pt x="400011" y="605828"/>
                  </a:lnTo>
                  <a:lnTo>
                    <a:pt x="394030" y="606183"/>
                  </a:lnTo>
                  <a:lnTo>
                    <a:pt x="389483" y="603199"/>
                  </a:lnTo>
                  <a:lnTo>
                    <a:pt x="382663" y="602805"/>
                  </a:lnTo>
                  <a:lnTo>
                    <a:pt x="371386" y="603008"/>
                  </a:lnTo>
                  <a:lnTo>
                    <a:pt x="368096" y="604850"/>
                  </a:lnTo>
                  <a:lnTo>
                    <a:pt x="358165" y="607123"/>
                  </a:lnTo>
                  <a:lnTo>
                    <a:pt x="350926" y="622312"/>
                  </a:lnTo>
                  <a:lnTo>
                    <a:pt x="431215" y="623785"/>
                  </a:lnTo>
                  <a:lnTo>
                    <a:pt x="437451" y="624128"/>
                  </a:lnTo>
                  <a:lnTo>
                    <a:pt x="439585" y="624128"/>
                  </a:lnTo>
                  <a:lnTo>
                    <a:pt x="442391" y="626364"/>
                  </a:lnTo>
                  <a:lnTo>
                    <a:pt x="442302" y="627392"/>
                  </a:lnTo>
                  <a:lnTo>
                    <a:pt x="442239" y="628103"/>
                  </a:lnTo>
                  <a:lnTo>
                    <a:pt x="441934" y="631736"/>
                  </a:lnTo>
                  <a:lnTo>
                    <a:pt x="439915" y="631736"/>
                  </a:lnTo>
                  <a:lnTo>
                    <a:pt x="441490" y="635266"/>
                  </a:lnTo>
                  <a:lnTo>
                    <a:pt x="441566" y="635609"/>
                  </a:lnTo>
                  <a:lnTo>
                    <a:pt x="443115" y="641870"/>
                  </a:lnTo>
                  <a:lnTo>
                    <a:pt x="449592" y="644613"/>
                  </a:lnTo>
                  <a:lnTo>
                    <a:pt x="453212" y="644613"/>
                  </a:lnTo>
                  <a:lnTo>
                    <a:pt x="479615" y="643636"/>
                  </a:lnTo>
                  <a:lnTo>
                    <a:pt x="484060" y="641870"/>
                  </a:lnTo>
                  <a:lnTo>
                    <a:pt x="498246" y="638632"/>
                  </a:lnTo>
                  <a:lnTo>
                    <a:pt x="498246" y="645350"/>
                  </a:lnTo>
                  <a:lnTo>
                    <a:pt x="505612" y="644931"/>
                  </a:lnTo>
                  <a:lnTo>
                    <a:pt x="505536" y="645350"/>
                  </a:lnTo>
                  <a:lnTo>
                    <a:pt x="502970" y="659244"/>
                  </a:lnTo>
                  <a:lnTo>
                    <a:pt x="505421" y="659409"/>
                  </a:lnTo>
                  <a:lnTo>
                    <a:pt x="505460" y="659244"/>
                  </a:lnTo>
                  <a:lnTo>
                    <a:pt x="508774" y="644931"/>
                  </a:lnTo>
                  <a:lnTo>
                    <a:pt x="508774" y="638632"/>
                  </a:lnTo>
                  <a:lnTo>
                    <a:pt x="508736" y="634923"/>
                  </a:lnTo>
                  <a:lnTo>
                    <a:pt x="504990" y="634923"/>
                  </a:lnTo>
                  <a:lnTo>
                    <a:pt x="504913" y="634339"/>
                  </a:lnTo>
                  <a:lnTo>
                    <a:pt x="504850" y="633869"/>
                  </a:lnTo>
                  <a:lnTo>
                    <a:pt x="504342" y="630199"/>
                  </a:lnTo>
                  <a:lnTo>
                    <a:pt x="503923" y="627100"/>
                  </a:lnTo>
                  <a:lnTo>
                    <a:pt x="497674" y="627392"/>
                  </a:lnTo>
                  <a:lnTo>
                    <a:pt x="483438" y="627392"/>
                  </a:lnTo>
                  <a:lnTo>
                    <a:pt x="480733" y="630199"/>
                  </a:lnTo>
                  <a:lnTo>
                    <a:pt x="476415" y="626706"/>
                  </a:lnTo>
                  <a:lnTo>
                    <a:pt x="479450" y="624293"/>
                  </a:lnTo>
                  <a:lnTo>
                    <a:pt x="485914" y="624293"/>
                  </a:lnTo>
                  <a:lnTo>
                    <a:pt x="504672" y="621639"/>
                  </a:lnTo>
                  <a:lnTo>
                    <a:pt x="504672" y="611136"/>
                  </a:lnTo>
                  <a:lnTo>
                    <a:pt x="515607" y="614984"/>
                  </a:lnTo>
                  <a:lnTo>
                    <a:pt x="516369" y="630199"/>
                  </a:lnTo>
                  <a:lnTo>
                    <a:pt x="516445" y="635609"/>
                  </a:lnTo>
                  <a:lnTo>
                    <a:pt x="519239" y="633869"/>
                  </a:lnTo>
                  <a:lnTo>
                    <a:pt x="519188" y="627875"/>
                  </a:lnTo>
                  <a:lnTo>
                    <a:pt x="519061" y="614083"/>
                  </a:lnTo>
                  <a:lnTo>
                    <a:pt x="527329" y="613867"/>
                  </a:lnTo>
                  <a:lnTo>
                    <a:pt x="532765" y="613867"/>
                  </a:lnTo>
                  <a:lnTo>
                    <a:pt x="534784" y="611136"/>
                  </a:lnTo>
                  <a:lnTo>
                    <a:pt x="535482" y="610184"/>
                  </a:lnTo>
                  <a:lnTo>
                    <a:pt x="536994" y="608139"/>
                  </a:lnTo>
                  <a:lnTo>
                    <a:pt x="538429" y="606183"/>
                  </a:lnTo>
                  <a:lnTo>
                    <a:pt x="538594" y="605967"/>
                  </a:lnTo>
                  <a:close/>
                </a:path>
                <a:path w="1376680" h="1376680">
                  <a:moveTo>
                    <a:pt x="541540" y="1345158"/>
                  </a:moveTo>
                  <a:lnTo>
                    <a:pt x="536562" y="1344053"/>
                  </a:lnTo>
                  <a:lnTo>
                    <a:pt x="531787" y="1342859"/>
                  </a:lnTo>
                  <a:lnTo>
                    <a:pt x="526948" y="1341780"/>
                  </a:lnTo>
                  <a:lnTo>
                    <a:pt x="523341" y="1356207"/>
                  </a:lnTo>
                  <a:lnTo>
                    <a:pt x="528281" y="1357490"/>
                  </a:lnTo>
                  <a:lnTo>
                    <a:pt x="533209" y="1358607"/>
                  </a:lnTo>
                  <a:lnTo>
                    <a:pt x="538175" y="1359801"/>
                  </a:lnTo>
                  <a:lnTo>
                    <a:pt x="541540" y="1345158"/>
                  </a:lnTo>
                  <a:close/>
                </a:path>
                <a:path w="1376680" h="1376680">
                  <a:moveTo>
                    <a:pt x="545236" y="30340"/>
                  </a:moveTo>
                  <a:lnTo>
                    <a:pt x="542010" y="15748"/>
                  </a:lnTo>
                  <a:lnTo>
                    <a:pt x="536943" y="16751"/>
                  </a:lnTo>
                  <a:lnTo>
                    <a:pt x="532104" y="17983"/>
                  </a:lnTo>
                  <a:lnTo>
                    <a:pt x="527151" y="19100"/>
                  </a:lnTo>
                  <a:lnTo>
                    <a:pt x="530733" y="33693"/>
                  </a:lnTo>
                  <a:lnTo>
                    <a:pt x="535546" y="32537"/>
                  </a:lnTo>
                  <a:lnTo>
                    <a:pt x="540321" y="31546"/>
                  </a:lnTo>
                  <a:lnTo>
                    <a:pt x="545236" y="30340"/>
                  </a:lnTo>
                  <a:close/>
                </a:path>
                <a:path w="1376680" h="1376680">
                  <a:moveTo>
                    <a:pt x="561403" y="878154"/>
                  </a:moveTo>
                  <a:lnTo>
                    <a:pt x="561009" y="863041"/>
                  </a:lnTo>
                  <a:lnTo>
                    <a:pt x="558901" y="857072"/>
                  </a:lnTo>
                  <a:lnTo>
                    <a:pt x="558901" y="640524"/>
                  </a:lnTo>
                  <a:lnTo>
                    <a:pt x="554266" y="640524"/>
                  </a:lnTo>
                  <a:lnTo>
                    <a:pt x="554266" y="854544"/>
                  </a:lnTo>
                  <a:lnTo>
                    <a:pt x="554418" y="855776"/>
                  </a:lnTo>
                  <a:lnTo>
                    <a:pt x="555040" y="856869"/>
                  </a:lnTo>
                  <a:lnTo>
                    <a:pt x="555167" y="858139"/>
                  </a:lnTo>
                  <a:lnTo>
                    <a:pt x="556856" y="864222"/>
                  </a:lnTo>
                  <a:lnTo>
                    <a:pt x="556856" y="867943"/>
                  </a:lnTo>
                  <a:lnTo>
                    <a:pt x="557276" y="875880"/>
                  </a:lnTo>
                  <a:lnTo>
                    <a:pt x="556856" y="877951"/>
                  </a:lnTo>
                  <a:lnTo>
                    <a:pt x="555993" y="879538"/>
                  </a:lnTo>
                  <a:lnTo>
                    <a:pt x="554266" y="880135"/>
                  </a:lnTo>
                  <a:lnTo>
                    <a:pt x="558901" y="883462"/>
                  </a:lnTo>
                  <a:lnTo>
                    <a:pt x="559752" y="881748"/>
                  </a:lnTo>
                  <a:lnTo>
                    <a:pt x="560374" y="879894"/>
                  </a:lnTo>
                  <a:lnTo>
                    <a:pt x="561403" y="878154"/>
                  </a:lnTo>
                  <a:close/>
                </a:path>
                <a:path w="1376680" h="1376680">
                  <a:moveTo>
                    <a:pt x="570509" y="1350860"/>
                  </a:moveTo>
                  <a:lnTo>
                    <a:pt x="565594" y="1350124"/>
                  </a:lnTo>
                  <a:lnTo>
                    <a:pt x="560654" y="1349235"/>
                  </a:lnTo>
                  <a:lnTo>
                    <a:pt x="555853" y="1348270"/>
                  </a:lnTo>
                  <a:lnTo>
                    <a:pt x="552983" y="1362913"/>
                  </a:lnTo>
                  <a:lnTo>
                    <a:pt x="557949" y="1363967"/>
                  </a:lnTo>
                  <a:lnTo>
                    <a:pt x="562838" y="1364767"/>
                  </a:lnTo>
                  <a:lnTo>
                    <a:pt x="567817" y="1365656"/>
                  </a:lnTo>
                  <a:lnTo>
                    <a:pt x="570509" y="1350860"/>
                  </a:lnTo>
                  <a:close/>
                </a:path>
                <a:path w="1376680" h="1376680">
                  <a:moveTo>
                    <a:pt x="574243" y="24663"/>
                  </a:moveTo>
                  <a:lnTo>
                    <a:pt x="571766" y="9867"/>
                  </a:lnTo>
                  <a:lnTo>
                    <a:pt x="566686" y="10731"/>
                  </a:lnTo>
                  <a:lnTo>
                    <a:pt x="561784" y="11696"/>
                  </a:lnTo>
                  <a:lnTo>
                    <a:pt x="556793" y="12750"/>
                  </a:lnTo>
                  <a:lnTo>
                    <a:pt x="559765" y="27393"/>
                  </a:lnTo>
                  <a:lnTo>
                    <a:pt x="564565" y="26314"/>
                  </a:lnTo>
                  <a:lnTo>
                    <a:pt x="569353" y="25412"/>
                  </a:lnTo>
                  <a:lnTo>
                    <a:pt x="574243" y="24663"/>
                  </a:lnTo>
                  <a:close/>
                </a:path>
                <a:path w="1376680" h="1376680">
                  <a:moveTo>
                    <a:pt x="579399" y="619150"/>
                  </a:moveTo>
                  <a:lnTo>
                    <a:pt x="579145" y="619277"/>
                  </a:lnTo>
                  <a:lnTo>
                    <a:pt x="579285" y="619277"/>
                  </a:lnTo>
                  <a:lnTo>
                    <a:pt x="579399" y="619150"/>
                  </a:lnTo>
                  <a:close/>
                </a:path>
                <a:path w="1376680" h="1376680">
                  <a:moveTo>
                    <a:pt x="593699" y="619277"/>
                  </a:moveTo>
                  <a:lnTo>
                    <a:pt x="579285" y="619277"/>
                  </a:lnTo>
                  <a:lnTo>
                    <a:pt x="579170" y="619404"/>
                  </a:lnTo>
                  <a:lnTo>
                    <a:pt x="577024" y="621690"/>
                  </a:lnTo>
                  <a:lnTo>
                    <a:pt x="576618" y="621944"/>
                  </a:lnTo>
                  <a:lnTo>
                    <a:pt x="576516" y="622198"/>
                  </a:lnTo>
                  <a:lnTo>
                    <a:pt x="576402" y="622452"/>
                  </a:lnTo>
                  <a:lnTo>
                    <a:pt x="576351" y="622579"/>
                  </a:lnTo>
                  <a:lnTo>
                    <a:pt x="575297" y="624992"/>
                  </a:lnTo>
                  <a:lnTo>
                    <a:pt x="575348" y="625246"/>
                  </a:lnTo>
                  <a:lnTo>
                    <a:pt x="575462" y="625373"/>
                  </a:lnTo>
                  <a:lnTo>
                    <a:pt x="575564" y="625500"/>
                  </a:lnTo>
                  <a:lnTo>
                    <a:pt x="575665" y="625627"/>
                  </a:lnTo>
                  <a:lnTo>
                    <a:pt x="575767" y="625754"/>
                  </a:lnTo>
                  <a:lnTo>
                    <a:pt x="575868" y="625881"/>
                  </a:lnTo>
                  <a:lnTo>
                    <a:pt x="577126" y="627405"/>
                  </a:lnTo>
                  <a:lnTo>
                    <a:pt x="577253" y="627659"/>
                  </a:lnTo>
                  <a:lnTo>
                    <a:pt x="577710" y="627786"/>
                  </a:lnTo>
                  <a:lnTo>
                    <a:pt x="581101" y="627659"/>
                  </a:lnTo>
                  <a:lnTo>
                    <a:pt x="590753" y="625754"/>
                  </a:lnTo>
                  <a:lnTo>
                    <a:pt x="590816" y="625627"/>
                  </a:lnTo>
                  <a:lnTo>
                    <a:pt x="590892" y="625500"/>
                  </a:lnTo>
                  <a:lnTo>
                    <a:pt x="590969" y="625373"/>
                  </a:lnTo>
                  <a:lnTo>
                    <a:pt x="591032" y="625246"/>
                  </a:lnTo>
                  <a:lnTo>
                    <a:pt x="591108" y="625119"/>
                  </a:lnTo>
                  <a:lnTo>
                    <a:pt x="591172" y="624992"/>
                  </a:lnTo>
                  <a:lnTo>
                    <a:pt x="592328" y="622922"/>
                  </a:lnTo>
                  <a:lnTo>
                    <a:pt x="593699" y="619277"/>
                  </a:lnTo>
                  <a:close/>
                </a:path>
                <a:path w="1376680" h="1376680">
                  <a:moveTo>
                    <a:pt x="595922" y="619023"/>
                  </a:moveTo>
                  <a:lnTo>
                    <a:pt x="593801" y="619023"/>
                  </a:lnTo>
                  <a:lnTo>
                    <a:pt x="593699" y="619277"/>
                  </a:lnTo>
                  <a:lnTo>
                    <a:pt x="595706" y="619277"/>
                  </a:lnTo>
                  <a:lnTo>
                    <a:pt x="595922" y="619023"/>
                  </a:lnTo>
                  <a:close/>
                </a:path>
                <a:path w="1376680" h="1376680">
                  <a:moveTo>
                    <a:pt x="599300" y="619277"/>
                  </a:moveTo>
                  <a:lnTo>
                    <a:pt x="595706" y="619277"/>
                  </a:lnTo>
                  <a:lnTo>
                    <a:pt x="595604" y="619404"/>
                  </a:lnTo>
                  <a:lnTo>
                    <a:pt x="595325" y="619747"/>
                  </a:lnTo>
                  <a:lnTo>
                    <a:pt x="595210" y="620039"/>
                  </a:lnTo>
                  <a:lnTo>
                    <a:pt x="595109" y="620420"/>
                  </a:lnTo>
                  <a:lnTo>
                    <a:pt x="594995" y="620801"/>
                  </a:lnTo>
                  <a:lnTo>
                    <a:pt x="594575" y="622198"/>
                  </a:lnTo>
                  <a:lnTo>
                    <a:pt x="594474" y="622579"/>
                  </a:lnTo>
                  <a:lnTo>
                    <a:pt x="594372" y="622922"/>
                  </a:lnTo>
                  <a:lnTo>
                    <a:pt x="594283" y="623100"/>
                  </a:lnTo>
                  <a:lnTo>
                    <a:pt x="593166" y="625373"/>
                  </a:lnTo>
                  <a:lnTo>
                    <a:pt x="595287" y="625119"/>
                  </a:lnTo>
                  <a:lnTo>
                    <a:pt x="595337" y="624992"/>
                  </a:lnTo>
                  <a:lnTo>
                    <a:pt x="596417" y="622452"/>
                  </a:lnTo>
                  <a:lnTo>
                    <a:pt x="598449" y="620547"/>
                  </a:lnTo>
                  <a:lnTo>
                    <a:pt x="598538" y="620420"/>
                  </a:lnTo>
                  <a:lnTo>
                    <a:pt x="599300" y="619277"/>
                  </a:lnTo>
                  <a:close/>
                </a:path>
                <a:path w="1376680" h="1376680">
                  <a:moveTo>
                    <a:pt x="599706" y="1355394"/>
                  </a:moveTo>
                  <a:lnTo>
                    <a:pt x="594817" y="1354912"/>
                  </a:lnTo>
                  <a:lnTo>
                    <a:pt x="589851" y="1354035"/>
                  </a:lnTo>
                  <a:lnTo>
                    <a:pt x="585025" y="1353413"/>
                  </a:lnTo>
                  <a:lnTo>
                    <a:pt x="584923" y="1354035"/>
                  </a:lnTo>
                  <a:lnTo>
                    <a:pt x="582663" y="1368209"/>
                  </a:lnTo>
                  <a:lnTo>
                    <a:pt x="592505" y="1369682"/>
                  </a:lnTo>
                  <a:lnTo>
                    <a:pt x="597700" y="1370279"/>
                  </a:lnTo>
                  <a:lnTo>
                    <a:pt x="597789" y="1369682"/>
                  </a:lnTo>
                  <a:lnTo>
                    <a:pt x="597877" y="1368971"/>
                  </a:lnTo>
                  <a:lnTo>
                    <a:pt x="597979" y="1368209"/>
                  </a:lnTo>
                  <a:lnTo>
                    <a:pt x="599706" y="1355394"/>
                  </a:lnTo>
                  <a:close/>
                </a:path>
                <a:path w="1376680" h="1376680">
                  <a:moveTo>
                    <a:pt x="600811" y="620928"/>
                  </a:moveTo>
                  <a:lnTo>
                    <a:pt x="597344" y="625373"/>
                  </a:lnTo>
                  <a:lnTo>
                    <a:pt x="598779" y="626389"/>
                  </a:lnTo>
                  <a:lnTo>
                    <a:pt x="598881" y="625754"/>
                  </a:lnTo>
                  <a:lnTo>
                    <a:pt x="598995" y="625119"/>
                  </a:lnTo>
                  <a:lnTo>
                    <a:pt x="599109" y="624484"/>
                  </a:lnTo>
                  <a:lnTo>
                    <a:pt x="599236" y="624230"/>
                  </a:lnTo>
                  <a:lnTo>
                    <a:pt x="599351" y="623976"/>
                  </a:lnTo>
                  <a:lnTo>
                    <a:pt x="599478" y="623722"/>
                  </a:lnTo>
                  <a:lnTo>
                    <a:pt x="599567" y="623519"/>
                  </a:lnTo>
                  <a:lnTo>
                    <a:pt x="600811" y="620928"/>
                  </a:lnTo>
                  <a:close/>
                </a:path>
                <a:path w="1376680" h="1376680">
                  <a:moveTo>
                    <a:pt x="601078" y="619023"/>
                  </a:moveTo>
                  <a:lnTo>
                    <a:pt x="599465" y="619023"/>
                  </a:lnTo>
                  <a:lnTo>
                    <a:pt x="599300" y="619277"/>
                  </a:lnTo>
                  <a:lnTo>
                    <a:pt x="601040" y="619277"/>
                  </a:lnTo>
                  <a:lnTo>
                    <a:pt x="601078" y="619023"/>
                  </a:lnTo>
                  <a:close/>
                </a:path>
                <a:path w="1376680" h="1376680">
                  <a:moveTo>
                    <a:pt x="602602" y="619277"/>
                  </a:moveTo>
                  <a:lnTo>
                    <a:pt x="601040" y="619277"/>
                  </a:lnTo>
                  <a:lnTo>
                    <a:pt x="600951" y="620801"/>
                  </a:lnTo>
                  <a:lnTo>
                    <a:pt x="602602" y="619277"/>
                  </a:lnTo>
                  <a:close/>
                </a:path>
                <a:path w="1376680" h="1376680">
                  <a:moveTo>
                    <a:pt x="603592" y="20383"/>
                  </a:moveTo>
                  <a:lnTo>
                    <a:pt x="601713" y="5473"/>
                  </a:lnTo>
                  <a:lnTo>
                    <a:pt x="596633" y="6045"/>
                  </a:lnTo>
                  <a:lnTo>
                    <a:pt x="586689" y="7480"/>
                  </a:lnTo>
                  <a:lnTo>
                    <a:pt x="589026" y="22364"/>
                  </a:lnTo>
                  <a:lnTo>
                    <a:pt x="598462" y="20955"/>
                  </a:lnTo>
                  <a:lnTo>
                    <a:pt x="603592" y="20383"/>
                  </a:lnTo>
                  <a:close/>
                </a:path>
                <a:path w="1376680" h="1376680">
                  <a:moveTo>
                    <a:pt x="605015" y="619023"/>
                  </a:moveTo>
                  <a:lnTo>
                    <a:pt x="602869" y="619023"/>
                  </a:lnTo>
                  <a:lnTo>
                    <a:pt x="602602" y="619277"/>
                  </a:lnTo>
                  <a:lnTo>
                    <a:pt x="604913" y="619277"/>
                  </a:lnTo>
                  <a:lnTo>
                    <a:pt x="605015" y="619023"/>
                  </a:lnTo>
                  <a:close/>
                </a:path>
                <a:path w="1376680" h="1376680">
                  <a:moveTo>
                    <a:pt x="622312" y="617245"/>
                  </a:moveTo>
                  <a:lnTo>
                    <a:pt x="605701" y="617245"/>
                  </a:lnTo>
                  <a:lnTo>
                    <a:pt x="605612" y="617499"/>
                  </a:lnTo>
                  <a:lnTo>
                    <a:pt x="605015" y="619023"/>
                  </a:lnTo>
                  <a:lnTo>
                    <a:pt x="621474" y="619023"/>
                  </a:lnTo>
                  <a:lnTo>
                    <a:pt x="622312" y="617245"/>
                  </a:lnTo>
                  <a:close/>
                </a:path>
                <a:path w="1376680" h="1376680">
                  <a:moveTo>
                    <a:pt x="622427" y="616991"/>
                  </a:moveTo>
                  <a:lnTo>
                    <a:pt x="605802" y="616991"/>
                  </a:lnTo>
                  <a:lnTo>
                    <a:pt x="605751" y="617118"/>
                  </a:lnTo>
                  <a:lnTo>
                    <a:pt x="622376" y="617118"/>
                  </a:lnTo>
                  <a:lnTo>
                    <a:pt x="622427" y="616991"/>
                  </a:lnTo>
                  <a:close/>
                </a:path>
                <a:path w="1376680" h="1376680">
                  <a:moveTo>
                    <a:pt x="622846" y="619023"/>
                  </a:moveTo>
                  <a:lnTo>
                    <a:pt x="621474" y="619023"/>
                  </a:lnTo>
                  <a:lnTo>
                    <a:pt x="621347" y="619277"/>
                  </a:lnTo>
                  <a:lnTo>
                    <a:pt x="622846" y="619277"/>
                  </a:lnTo>
                  <a:lnTo>
                    <a:pt x="622846" y="619023"/>
                  </a:lnTo>
                  <a:close/>
                </a:path>
                <a:path w="1376680" h="1376680">
                  <a:moveTo>
                    <a:pt x="623760" y="617118"/>
                  </a:moveTo>
                  <a:lnTo>
                    <a:pt x="622376" y="617118"/>
                  </a:lnTo>
                  <a:lnTo>
                    <a:pt x="622312" y="617245"/>
                  </a:lnTo>
                  <a:lnTo>
                    <a:pt x="623684" y="617245"/>
                  </a:lnTo>
                  <a:lnTo>
                    <a:pt x="623760" y="617118"/>
                  </a:lnTo>
                  <a:close/>
                </a:path>
                <a:path w="1376680" h="1376680">
                  <a:moveTo>
                    <a:pt x="623912" y="616864"/>
                  </a:moveTo>
                  <a:lnTo>
                    <a:pt x="622490" y="616864"/>
                  </a:lnTo>
                  <a:lnTo>
                    <a:pt x="622427" y="616991"/>
                  </a:lnTo>
                  <a:lnTo>
                    <a:pt x="623836" y="616991"/>
                  </a:lnTo>
                  <a:lnTo>
                    <a:pt x="623912" y="616864"/>
                  </a:lnTo>
                  <a:close/>
                </a:path>
                <a:path w="1376680" h="1376680">
                  <a:moveTo>
                    <a:pt x="624103" y="624357"/>
                  </a:moveTo>
                  <a:lnTo>
                    <a:pt x="622388" y="624357"/>
                  </a:lnTo>
                  <a:lnTo>
                    <a:pt x="622312" y="625627"/>
                  </a:lnTo>
                  <a:lnTo>
                    <a:pt x="623354" y="626516"/>
                  </a:lnTo>
                  <a:lnTo>
                    <a:pt x="623417" y="626389"/>
                  </a:lnTo>
                  <a:lnTo>
                    <a:pt x="623544" y="626135"/>
                  </a:lnTo>
                  <a:lnTo>
                    <a:pt x="623671" y="625881"/>
                  </a:lnTo>
                  <a:lnTo>
                    <a:pt x="623735" y="625754"/>
                  </a:lnTo>
                  <a:lnTo>
                    <a:pt x="623862" y="625500"/>
                  </a:lnTo>
                  <a:lnTo>
                    <a:pt x="623976" y="625246"/>
                  </a:lnTo>
                  <a:lnTo>
                    <a:pt x="624103" y="624357"/>
                  </a:lnTo>
                  <a:close/>
                </a:path>
                <a:path w="1376680" h="1376680">
                  <a:moveTo>
                    <a:pt x="624116" y="624103"/>
                  </a:moveTo>
                  <a:lnTo>
                    <a:pt x="622439" y="624103"/>
                  </a:lnTo>
                  <a:lnTo>
                    <a:pt x="622414" y="624230"/>
                  </a:lnTo>
                  <a:lnTo>
                    <a:pt x="624103" y="624230"/>
                  </a:lnTo>
                  <a:lnTo>
                    <a:pt x="624116" y="624103"/>
                  </a:lnTo>
                  <a:close/>
                </a:path>
                <a:path w="1376680" h="1376680">
                  <a:moveTo>
                    <a:pt x="624370" y="614197"/>
                  </a:moveTo>
                  <a:lnTo>
                    <a:pt x="605853" y="614197"/>
                  </a:lnTo>
                  <a:lnTo>
                    <a:pt x="605853" y="616864"/>
                  </a:lnTo>
                  <a:lnTo>
                    <a:pt x="622490" y="616864"/>
                  </a:lnTo>
                  <a:lnTo>
                    <a:pt x="622617" y="616610"/>
                  </a:lnTo>
                  <a:lnTo>
                    <a:pt x="622731" y="616356"/>
                  </a:lnTo>
                  <a:lnTo>
                    <a:pt x="622846" y="616102"/>
                  </a:lnTo>
                  <a:lnTo>
                    <a:pt x="624370" y="614197"/>
                  </a:lnTo>
                  <a:close/>
                </a:path>
                <a:path w="1376680" h="1376680">
                  <a:moveTo>
                    <a:pt x="624674" y="614070"/>
                  </a:moveTo>
                  <a:lnTo>
                    <a:pt x="624370" y="614197"/>
                  </a:lnTo>
                  <a:lnTo>
                    <a:pt x="624674" y="614197"/>
                  </a:lnTo>
                  <a:lnTo>
                    <a:pt x="624674" y="614070"/>
                  </a:lnTo>
                  <a:close/>
                </a:path>
                <a:path w="1376680" h="1376680">
                  <a:moveTo>
                    <a:pt x="625436" y="624230"/>
                  </a:moveTo>
                  <a:lnTo>
                    <a:pt x="624103" y="624230"/>
                  </a:lnTo>
                  <a:lnTo>
                    <a:pt x="624103" y="624357"/>
                  </a:lnTo>
                  <a:lnTo>
                    <a:pt x="625386" y="624357"/>
                  </a:lnTo>
                  <a:lnTo>
                    <a:pt x="625436" y="624230"/>
                  </a:lnTo>
                  <a:close/>
                </a:path>
                <a:path w="1376680" h="1376680">
                  <a:moveTo>
                    <a:pt x="625449" y="626770"/>
                  </a:moveTo>
                  <a:lnTo>
                    <a:pt x="625398" y="626516"/>
                  </a:lnTo>
                  <a:lnTo>
                    <a:pt x="623354" y="626516"/>
                  </a:lnTo>
                  <a:lnTo>
                    <a:pt x="620407" y="626516"/>
                  </a:lnTo>
                  <a:lnTo>
                    <a:pt x="620306" y="626668"/>
                  </a:lnTo>
                  <a:lnTo>
                    <a:pt x="620344" y="626389"/>
                  </a:lnTo>
                  <a:lnTo>
                    <a:pt x="620458" y="625373"/>
                  </a:lnTo>
                  <a:lnTo>
                    <a:pt x="620585" y="624357"/>
                  </a:lnTo>
                  <a:lnTo>
                    <a:pt x="622388" y="624357"/>
                  </a:lnTo>
                  <a:lnTo>
                    <a:pt x="622414" y="624230"/>
                  </a:lnTo>
                  <a:lnTo>
                    <a:pt x="620598" y="624230"/>
                  </a:lnTo>
                  <a:lnTo>
                    <a:pt x="620610" y="624103"/>
                  </a:lnTo>
                  <a:lnTo>
                    <a:pt x="622439" y="624103"/>
                  </a:lnTo>
                  <a:lnTo>
                    <a:pt x="622465" y="623976"/>
                  </a:lnTo>
                  <a:lnTo>
                    <a:pt x="620623" y="623976"/>
                  </a:lnTo>
                  <a:lnTo>
                    <a:pt x="620674" y="623519"/>
                  </a:lnTo>
                  <a:lnTo>
                    <a:pt x="620801" y="622452"/>
                  </a:lnTo>
                  <a:lnTo>
                    <a:pt x="620915" y="621436"/>
                  </a:lnTo>
                  <a:lnTo>
                    <a:pt x="621017" y="620547"/>
                  </a:lnTo>
                  <a:lnTo>
                    <a:pt x="621131" y="619747"/>
                  </a:lnTo>
                  <a:lnTo>
                    <a:pt x="621347" y="619277"/>
                  </a:lnTo>
                  <a:lnTo>
                    <a:pt x="604913" y="619277"/>
                  </a:lnTo>
                  <a:lnTo>
                    <a:pt x="604862" y="619404"/>
                  </a:lnTo>
                  <a:lnTo>
                    <a:pt x="604735" y="619747"/>
                  </a:lnTo>
                  <a:lnTo>
                    <a:pt x="604812" y="620166"/>
                  </a:lnTo>
                  <a:lnTo>
                    <a:pt x="604913" y="620547"/>
                  </a:lnTo>
                  <a:lnTo>
                    <a:pt x="605002" y="620928"/>
                  </a:lnTo>
                  <a:lnTo>
                    <a:pt x="605129" y="621436"/>
                  </a:lnTo>
                  <a:lnTo>
                    <a:pt x="605256" y="621944"/>
                  </a:lnTo>
                  <a:lnTo>
                    <a:pt x="605383" y="622452"/>
                  </a:lnTo>
                  <a:lnTo>
                    <a:pt x="605409" y="623100"/>
                  </a:lnTo>
                  <a:lnTo>
                    <a:pt x="602602" y="627151"/>
                  </a:lnTo>
                  <a:lnTo>
                    <a:pt x="606907" y="628929"/>
                  </a:lnTo>
                  <a:lnTo>
                    <a:pt x="609917" y="629818"/>
                  </a:lnTo>
                  <a:lnTo>
                    <a:pt x="612990" y="630326"/>
                  </a:lnTo>
                  <a:lnTo>
                    <a:pt x="618909" y="628675"/>
                  </a:lnTo>
                  <a:lnTo>
                    <a:pt x="620141" y="626897"/>
                  </a:lnTo>
                  <a:lnTo>
                    <a:pt x="620293" y="626770"/>
                  </a:lnTo>
                  <a:lnTo>
                    <a:pt x="625449" y="626770"/>
                  </a:lnTo>
                  <a:close/>
                </a:path>
                <a:path w="1376680" h="1376680">
                  <a:moveTo>
                    <a:pt x="625513" y="619277"/>
                  </a:moveTo>
                  <a:lnTo>
                    <a:pt x="622846" y="619277"/>
                  </a:lnTo>
                  <a:lnTo>
                    <a:pt x="622731" y="622579"/>
                  </a:lnTo>
                  <a:lnTo>
                    <a:pt x="622630" y="623100"/>
                  </a:lnTo>
                  <a:lnTo>
                    <a:pt x="622503" y="623722"/>
                  </a:lnTo>
                  <a:lnTo>
                    <a:pt x="622465" y="623976"/>
                  </a:lnTo>
                  <a:lnTo>
                    <a:pt x="624128" y="623976"/>
                  </a:lnTo>
                  <a:lnTo>
                    <a:pt x="624141" y="623722"/>
                  </a:lnTo>
                  <a:lnTo>
                    <a:pt x="624268" y="621944"/>
                  </a:lnTo>
                  <a:lnTo>
                    <a:pt x="624395" y="620166"/>
                  </a:lnTo>
                  <a:lnTo>
                    <a:pt x="625513" y="619277"/>
                  </a:lnTo>
                  <a:close/>
                </a:path>
                <a:path w="1376680" h="1376680">
                  <a:moveTo>
                    <a:pt x="626198" y="626770"/>
                  </a:moveTo>
                  <a:lnTo>
                    <a:pt x="625449" y="626770"/>
                  </a:lnTo>
                  <a:lnTo>
                    <a:pt x="625563" y="627278"/>
                  </a:lnTo>
                  <a:lnTo>
                    <a:pt x="626198" y="626770"/>
                  </a:lnTo>
                  <a:close/>
                </a:path>
                <a:path w="1376680" h="1376680">
                  <a:moveTo>
                    <a:pt x="626605" y="626135"/>
                  </a:moveTo>
                  <a:lnTo>
                    <a:pt x="625322" y="626135"/>
                  </a:lnTo>
                  <a:lnTo>
                    <a:pt x="625398" y="626516"/>
                  </a:lnTo>
                  <a:lnTo>
                    <a:pt x="626516" y="626516"/>
                  </a:lnTo>
                  <a:lnTo>
                    <a:pt x="626605" y="626135"/>
                  </a:lnTo>
                  <a:close/>
                </a:path>
                <a:path w="1376680" h="1376680">
                  <a:moveTo>
                    <a:pt x="627011" y="624357"/>
                  </a:moveTo>
                  <a:lnTo>
                    <a:pt x="625386" y="624357"/>
                  </a:lnTo>
                  <a:lnTo>
                    <a:pt x="625297" y="624611"/>
                  </a:lnTo>
                  <a:lnTo>
                    <a:pt x="625157" y="624992"/>
                  </a:lnTo>
                  <a:lnTo>
                    <a:pt x="625284" y="625881"/>
                  </a:lnTo>
                  <a:lnTo>
                    <a:pt x="626668" y="625881"/>
                  </a:lnTo>
                  <a:lnTo>
                    <a:pt x="626719" y="625627"/>
                  </a:lnTo>
                  <a:lnTo>
                    <a:pt x="626846" y="625119"/>
                  </a:lnTo>
                  <a:lnTo>
                    <a:pt x="626960" y="624611"/>
                  </a:lnTo>
                  <a:lnTo>
                    <a:pt x="627011" y="624357"/>
                  </a:lnTo>
                  <a:close/>
                </a:path>
                <a:path w="1376680" h="1376680">
                  <a:moveTo>
                    <a:pt x="627913" y="617245"/>
                  </a:moveTo>
                  <a:lnTo>
                    <a:pt x="623684" y="617245"/>
                  </a:lnTo>
                  <a:lnTo>
                    <a:pt x="622846" y="618642"/>
                  </a:lnTo>
                  <a:lnTo>
                    <a:pt x="622846" y="619023"/>
                  </a:lnTo>
                  <a:lnTo>
                    <a:pt x="625830" y="619023"/>
                  </a:lnTo>
                  <a:lnTo>
                    <a:pt x="627100" y="618007"/>
                  </a:lnTo>
                  <a:lnTo>
                    <a:pt x="627303" y="617880"/>
                  </a:lnTo>
                  <a:lnTo>
                    <a:pt x="627913" y="617245"/>
                  </a:lnTo>
                  <a:close/>
                </a:path>
                <a:path w="1376680" h="1376680">
                  <a:moveTo>
                    <a:pt x="628611" y="619023"/>
                  </a:moveTo>
                  <a:lnTo>
                    <a:pt x="625830" y="619023"/>
                  </a:lnTo>
                  <a:lnTo>
                    <a:pt x="625513" y="619277"/>
                  </a:lnTo>
                  <a:lnTo>
                    <a:pt x="628434" y="619277"/>
                  </a:lnTo>
                  <a:lnTo>
                    <a:pt x="628611" y="619023"/>
                  </a:lnTo>
                  <a:close/>
                </a:path>
                <a:path w="1376680" h="1376680">
                  <a:moveTo>
                    <a:pt x="629183" y="1358798"/>
                  </a:moveTo>
                  <a:lnTo>
                    <a:pt x="624281" y="1358290"/>
                  </a:lnTo>
                  <a:lnTo>
                    <a:pt x="619264" y="1357909"/>
                  </a:lnTo>
                  <a:lnTo>
                    <a:pt x="614375" y="1357236"/>
                  </a:lnTo>
                  <a:lnTo>
                    <a:pt x="614260" y="1358290"/>
                  </a:lnTo>
                  <a:lnTo>
                    <a:pt x="614210" y="1358798"/>
                  </a:lnTo>
                  <a:lnTo>
                    <a:pt x="612775" y="1372235"/>
                  </a:lnTo>
                  <a:lnTo>
                    <a:pt x="617778" y="1372603"/>
                  </a:lnTo>
                  <a:lnTo>
                    <a:pt x="622858" y="1373276"/>
                  </a:lnTo>
                  <a:lnTo>
                    <a:pt x="627989" y="1373555"/>
                  </a:lnTo>
                  <a:lnTo>
                    <a:pt x="628103" y="1372235"/>
                  </a:lnTo>
                  <a:lnTo>
                    <a:pt x="629183" y="1358798"/>
                  </a:lnTo>
                  <a:close/>
                </a:path>
                <a:path w="1376680" h="1376680">
                  <a:moveTo>
                    <a:pt x="629691" y="624230"/>
                  </a:moveTo>
                  <a:lnTo>
                    <a:pt x="627049" y="624230"/>
                  </a:lnTo>
                  <a:lnTo>
                    <a:pt x="627011" y="624357"/>
                  </a:lnTo>
                  <a:lnTo>
                    <a:pt x="629627" y="624357"/>
                  </a:lnTo>
                  <a:lnTo>
                    <a:pt x="629691" y="624230"/>
                  </a:lnTo>
                  <a:close/>
                </a:path>
                <a:path w="1376680" h="1376680">
                  <a:moveTo>
                    <a:pt x="631050" y="619277"/>
                  </a:moveTo>
                  <a:lnTo>
                    <a:pt x="628434" y="619277"/>
                  </a:lnTo>
                  <a:lnTo>
                    <a:pt x="628357" y="619404"/>
                  </a:lnTo>
                  <a:lnTo>
                    <a:pt x="628116" y="619747"/>
                  </a:lnTo>
                  <a:lnTo>
                    <a:pt x="627773" y="620166"/>
                  </a:lnTo>
                  <a:lnTo>
                    <a:pt x="627265" y="620420"/>
                  </a:lnTo>
                  <a:lnTo>
                    <a:pt x="627176" y="620547"/>
                  </a:lnTo>
                  <a:lnTo>
                    <a:pt x="626338" y="621690"/>
                  </a:lnTo>
                  <a:lnTo>
                    <a:pt x="626249" y="621944"/>
                  </a:lnTo>
                  <a:lnTo>
                    <a:pt x="626160" y="622198"/>
                  </a:lnTo>
                  <a:lnTo>
                    <a:pt x="626071" y="622452"/>
                  </a:lnTo>
                  <a:lnTo>
                    <a:pt x="626021" y="622579"/>
                  </a:lnTo>
                  <a:lnTo>
                    <a:pt x="625894" y="622922"/>
                  </a:lnTo>
                  <a:lnTo>
                    <a:pt x="625830" y="623100"/>
                  </a:lnTo>
                  <a:lnTo>
                    <a:pt x="625436" y="624230"/>
                  </a:lnTo>
                  <a:lnTo>
                    <a:pt x="627049" y="624230"/>
                  </a:lnTo>
                  <a:lnTo>
                    <a:pt x="627100" y="623976"/>
                  </a:lnTo>
                  <a:lnTo>
                    <a:pt x="627202" y="623519"/>
                  </a:lnTo>
                  <a:lnTo>
                    <a:pt x="627303" y="623100"/>
                  </a:lnTo>
                  <a:lnTo>
                    <a:pt x="627418" y="622579"/>
                  </a:lnTo>
                  <a:lnTo>
                    <a:pt x="630694" y="619912"/>
                  </a:lnTo>
                  <a:lnTo>
                    <a:pt x="630783" y="619747"/>
                  </a:lnTo>
                  <a:lnTo>
                    <a:pt x="631050" y="619277"/>
                  </a:lnTo>
                  <a:close/>
                </a:path>
                <a:path w="1376680" h="1376680">
                  <a:moveTo>
                    <a:pt x="631240" y="624357"/>
                  </a:moveTo>
                  <a:lnTo>
                    <a:pt x="629627" y="624357"/>
                  </a:lnTo>
                  <a:lnTo>
                    <a:pt x="629500" y="625373"/>
                  </a:lnTo>
                  <a:lnTo>
                    <a:pt x="629475" y="625627"/>
                  </a:lnTo>
                  <a:lnTo>
                    <a:pt x="630999" y="625119"/>
                  </a:lnTo>
                  <a:lnTo>
                    <a:pt x="631037" y="624992"/>
                  </a:lnTo>
                  <a:lnTo>
                    <a:pt x="631151" y="624611"/>
                  </a:lnTo>
                  <a:lnTo>
                    <a:pt x="631240" y="624357"/>
                  </a:lnTo>
                  <a:close/>
                </a:path>
                <a:path w="1376680" h="1376680">
                  <a:moveTo>
                    <a:pt x="632269" y="617245"/>
                  </a:moveTo>
                  <a:lnTo>
                    <a:pt x="629805" y="617245"/>
                  </a:lnTo>
                  <a:lnTo>
                    <a:pt x="628611" y="619023"/>
                  </a:lnTo>
                  <a:lnTo>
                    <a:pt x="631190" y="619023"/>
                  </a:lnTo>
                  <a:lnTo>
                    <a:pt x="632040" y="617499"/>
                  </a:lnTo>
                  <a:lnTo>
                    <a:pt x="632269" y="617245"/>
                  </a:lnTo>
                  <a:close/>
                </a:path>
                <a:path w="1376680" h="1376680">
                  <a:moveTo>
                    <a:pt x="632282" y="620928"/>
                  </a:moveTo>
                  <a:lnTo>
                    <a:pt x="630351" y="622922"/>
                  </a:lnTo>
                  <a:lnTo>
                    <a:pt x="630250" y="623100"/>
                  </a:lnTo>
                  <a:lnTo>
                    <a:pt x="629958" y="623722"/>
                  </a:lnTo>
                  <a:lnTo>
                    <a:pt x="629691" y="624230"/>
                  </a:lnTo>
                  <a:lnTo>
                    <a:pt x="631278" y="624230"/>
                  </a:lnTo>
                  <a:lnTo>
                    <a:pt x="631317" y="624103"/>
                  </a:lnTo>
                  <a:lnTo>
                    <a:pt x="631431" y="623722"/>
                  </a:lnTo>
                  <a:lnTo>
                    <a:pt x="631494" y="623519"/>
                  </a:lnTo>
                  <a:lnTo>
                    <a:pt x="632282" y="620928"/>
                  </a:lnTo>
                  <a:close/>
                </a:path>
                <a:path w="1376680" h="1376680">
                  <a:moveTo>
                    <a:pt x="632498" y="616991"/>
                  </a:moveTo>
                  <a:lnTo>
                    <a:pt x="629970" y="616991"/>
                  </a:lnTo>
                  <a:lnTo>
                    <a:pt x="630059" y="616864"/>
                  </a:lnTo>
                  <a:lnTo>
                    <a:pt x="628269" y="616864"/>
                  </a:lnTo>
                  <a:lnTo>
                    <a:pt x="628154" y="616991"/>
                  </a:lnTo>
                  <a:lnTo>
                    <a:pt x="628027" y="617118"/>
                  </a:lnTo>
                  <a:lnTo>
                    <a:pt x="627913" y="617245"/>
                  </a:lnTo>
                  <a:lnTo>
                    <a:pt x="629805" y="617245"/>
                  </a:lnTo>
                  <a:lnTo>
                    <a:pt x="629881" y="617118"/>
                  </a:lnTo>
                  <a:lnTo>
                    <a:pt x="632498" y="616991"/>
                  </a:lnTo>
                  <a:close/>
                </a:path>
                <a:path w="1376680" h="1376680">
                  <a:moveTo>
                    <a:pt x="633069" y="17399"/>
                  </a:moveTo>
                  <a:lnTo>
                    <a:pt x="631863" y="2362"/>
                  </a:lnTo>
                  <a:lnTo>
                    <a:pt x="621601" y="3187"/>
                  </a:lnTo>
                  <a:lnTo>
                    <a:pt x="616724" y="3733"/>
                  </a:lnTo>
                  <a:lnTo>
                    <a:pt x="618223" y="18630"/>
                  </a:lnTo>
                  <a:lnTo>
                    <a:pt x="628103" y="17716"/>
                  </a:lnTo>
                  <a:lnTo>
                    <a:pt x="633069" y="17399"/>
                  </a:lnTo>
                  <a:close/>
                </a:path>
                <a:path w="1376680" h="1376680">
                  <a:moveTo>
                    <a:pt x="633336" y="624230"/>
                  </a:moveTo>
                  <a:lnTo>
                    <a:pt x="631278" y="624230"/>
                  </a:lnTo>
                  <a:lnTo>
                    <a:pt x="631240" y="624357"/>
                  </a:lnTo>
                  <a:lnTo>
                    <a:pt x="633336" y="624357"/>
                  </a:lnTo>
                  <a:lnTo>
                    <a:pt x="633336" y="624230"/>
                  </a:lnTo>
                  <a:close/>
                </a:path>
                <a:path w="1376680" h="1376680">
                  <a:moveTo>
                    <a:pt x="633996" y="626135"/>
                  </a:moveTo>
                  <a:lnTo>
                    <a:pt x="633895" y="625881"/>
                  </a:lnTo>
                  <a:lnTo>
                    <a:pt x="626668" y="625881"/>
                  </a:lnTo>
                  <a:lnTo>
                    <a:pt x="626605" y="626135"/>
                  </a:lnTo>
                  <a:lnTo>
                    <a:pt x="633996" y="626135"/>
                  </a:lnTo>
                  <a:close/>
                </a:path>
                <a:path w="1376680" h="1376680">
                  <a:moveTo>
                    <a:pt x="634250" y="617118"/>
                  </a:moveTo>
                  <a:lnTo>
                    <a:pt x="632383" y="617118"/>
                  </a:lnTo>
                  <a:lnTo>
                    <a:pt x="632269" y="617245"/>
                  </a:lnTo>
                  <a:lnTo>
                    <a:pt x="634187" y="617245"/>
                  </a:lnTo>
                  <a:lnTo>
                    <a:pt x="634250" y="617118"/>
                  </a:lnTo>
                  <a:close/>
                </a:path>
                <a:path w="1376680" h="1376680">
                  <a:moveTo>
                    <a:pt x="634377" y="616864"/>
                  </a:moveTo>
                  <a:lnTo>
                    <a:pt x="632612" y="616864"/>
                  </a:lnTo>
                  <a:lnTo>
                    <a:pt x="632498" y="616991"/>
                  </a:lnTo>
                  <a:lnTo>
                    <a:pt x="634314" y="616991"/>
                  </a:lnTo>
                  <a:lnTo>
                    <a:pt x="634377" y="616864"/>
                  </a:lnTo>
                  <a:close/>
                </a:path>
                <a:path w="1376680" h="1376680">
                  <a:moveTo>
                    <a:pt x="635088" y="626135"/>
                  </a:moveTo>
                  <a:lnTo>
                    <a:pt x="633996" y="626135"/>
                  </a:lnTo>
                  <a:lnTo>
                    <a:pt x="634098" y="626389"/>
                  </a:lnTo>
                  <a:lnTo>
                    <a:pt x="635088" y="626135"/>
                  </a:lnTo>
                  <a:close/>
                </a:path>
                <a:path w="1376680" h="1376680">
                  <a:moveTo>
                    <a:pt x="635215" y="619023"/>
                  </a:moveTo>
                  <a:lnTo>
                    <a:pt x="633387" y="619023"/>
                  </a:lnTo>
                  <a:lnTo>
                    <a:pt x="633260" y="619023"/>
                  </a:lnTo>
                  <a:lnTo>
                    <a:pt x="631190" y="619023"/>
                  </a:lnTo>
                  <a:lnTo>
                    <a:pt x="631050" y="619277"/>
                  </a:lnTo>
                  <a:lnTo>
                    <a:pt x="633133" y="619277"/>
                  </a:lnTo>
                  <a:lnTo>
                    <a:pt x="635114" y="619277"/>
                  </a:lnTo>
                  <a:lnTo>
                    <a:pt x="635215" y="619023"/>
                  </a:lnTo>
                  <a:close/>
                </a:path>
                <a:path w="1376680" h="1376680">
                  <a:moveTo>
                    <a:pt x="636206" y="617245"/>
                  </a:moveTo>
                  <a:lnTo>
                    <a:pt x="634187" y="617245"/>
                  </a:lnTo>
                  <a:lnTo>
                    <a:pt x="633463" y="618642"/>
                  </a:lnTo>
                  <a:lnTo>
                    <a:pt x="633387" y="619023"/>
                  </a:lnTo>
                  <a:lnTo>
                    <a:pt x="636206" y="617245"/>
                  </a:lnTo>
                  <a:close/>
                </a:path>
                <a:path w="1376680" h="1376680">
                  <a:moveTo>
                    <a:pt x="636600" y="616991"/>
                  </a:moveTo>
                  <a:lnTo>
                    <a:pt x="634314" y="616991"/>
                  </a:lnTo>
                  <a:lnTo>
                    <a:pt x="634250" y="617118"/>
                  </a:lnTo>
                  <a:lnTo>
                    <a:pt x="636409" y="617118"/>
                  </a:lnTo>
                  <a:lnTo>
                    <a:pt x="636600" y="616991"/>
                  </a:lnTo>
                  <a:close/>
                </a:path>
                <a:path w="1376680" h="1376680">
                  <a:moveTo>
                    <a:pt x="636752" y="617118"/>
                  </a:moveTo>
                  <a:lnTo>
                    <a:pt x="636409" y="617118"/>
                  </a:lnTo>
                  <a:lnTo>
                    <a:pt x="636206" y="617245"/>
                  </a:lnTo>
                  <a:lnTo>
                    <a:pt x="636638" y="617245"/>
                  </a:lnTo>
                  <a:lnTo>
                    <a:pt x="636752" y="617118"/>
                  </a:lnTo>
                  <a:close/>
                </a:path>
                <a:path w="1376680" h="1376680">
                  <a:moveTo>
                    <a:pt x="636866" y="616991"/>
                  </a:moveTo>
                  <a:lnTo>
                    <a:pt x="636803" y="616864"/>
                  </a:lnTo>
                  <a:lnTo>
                    <a:pt x="636600" y="616991"/>
                  </a:lnTo>
                  <a:lnTo>
                    <a:pt x="636866" y="616991"/>
                  </a:lnTo>
                  <a:close/>
                </a:path>
                <a:path w="1376680" h="1376680">
                  <a:moveTo>
                    <a:pt x="637108" y="624357"/>
                  </a:moveTo>
                  <a:lnTo>
                    <a:pt x="633336" y="624357"/>
                  </a:lnTo>
                  <a:lnTo>
                    <a:pt x="633374" y="624611"/>
                  </a:lnTo>
                  <a:lnTo>
                    <a:pt x="633895" y="625881"/>
                  </a:lnTo>
                  <a:lnTo>
                    <a:pt x="636066" y="625881"/>
                  </a:lnTo>
                  <a:lnTo>
                    <a:pt x="637057" y="625627"/>
                  </a:lnTo>
                  <a:lnTo>
                    <a:pt x="637108" y="624357"/>
                  </a:lnTo>
                  <a:close/>
                </a:path>
                <a:path w="1376680" h="1376680">
                  <a:moveTo>
                    <a:pt x="638771" y="626516"/>
                  </a:moveTo>
                  <a:lnTo>
                    <a:pt x="626516" y="626516"/>
                  </a:lnTo>
                  <a:lnTo>
                    <a:pt x="626198" y="626770"/>
                  </a:lnTo>
                  <a:lnTo>
                    <a:pt x="638733" y="626770"/>
                  </a:lnTo>
                  <a:lnTo>
                    <a:pt x="638771" y="626516"/>
                  </a:lnTo>
                  <a:close/>
                </a:path>
                <a:path w="1376680" h="1376680">
                  <a:moveTo>
                    <a:pt x="638860" y="625881"/>
                  </a:moveTo>
                  <a:lnTo>
                    <a:pt x="636066" y="625881"/>
                  </a:lnTo>
                  <a:lnTo>
                    <a:pt x="635088" y="626135"/>
                  </a:lnTo>
                  <a:lnTo>
                    <a:pt x="638822" y="626135"/>
                  </a:lnTo>
                  <a:lnTo>
                    <a:pt x="638860" y="625881"/>
                  </a:lnTo>
                  <a:close/>
                </a:path>
                <a:path w="1376680" h="1376680">
                  <a:moveTo>
                    <a:pt x="639064" y="624230"/>
                  </a:moveTo>
                  <a:lnTo>
                    <a:pt x="637108" y="624230"/>
                  </a:lnTo>
                  <a:lnTo>
                    <a:pt x="637108" y="624357"/>
                  </a:lnTo>
                  <a:lnTo>
                    <a:pt x="639051" y="624357"/>
                  </a:lnTo>
                  <a:lnTo>
                    <a:pt x="639064" y="624230"/>
                  </a:lnTo>
                  <a:close/>
                </a:path>
                <a:path w="1376680" h="1376680">
                  <a:moveTo>
                    <a:pt x="654075" y="626770"/>
                  </a:moveTo>
                  <a:lnTo>
                    <a:pt x="638733" y="626770"/>
                  </a:lnTo>
                  <a:lnTo>
                    <a:pt x="638822" y="627405"/>
                  </a:lnTo>
                  <a:lnTo>
                    <a:pt x="642289" y="630326"/>
                  </a:lnTo>
                  <a:lnTo>
                    <a:pt x="646747" y="629183"/>
                  </a:lnTo>
                  <a:lnTo>
                    <a:pt x="647065" y="629945"/>
                  </a:lnTo>
                  <a:lnTo>
                    <a:pt x="647357" y="630453"/>
                  </a:lnTo>
                  <a:lnTo>
                    <a:pt x="651967" y="629437"/>
                  </a:lnTo>
                  <a:lnTo>
                    <a:pt x="652487" y="629056"/>
                  </a:lnTo>
                  <a:lnTo>
                    <a:pt x="652970" y="628929"/>
                  </a:lnTo>
                  <a:lnTo>
                    <a:pt x="653897" y="627405"/>
                  </a:lnTo>
                  <a:lnTo>
                    <a:pt x="653973" y="627151"/>
                  </a:lnTo>
                  <a:lnTo>
                    <a:pt x="654075" y="626770"/>
                  </a:lnTo>
                  <a:close/>
                </a:path>
                <a:path w="1376680" h="1376680">
                  <a:moveTo>
                    <a:pt x="654253" y="626135"/>
                  </a:moveTo>
                  <a:lnTo>
                    <a:pt x="638822" y="626135"/>
                  </a:lnTo>
                  <a:lnTo>
                    <a:pt x="638771" y="626516"/>
                  </a:lnTo>
                  <a:lnTo>
                    <a:pt x="654151" y="626516"/>
                  </a:lnTo>
                  <a:lnTo>
                    <a:pt x="654253" y="626135"/>
                  </a:lnTo>
                  <a:close/>
                </a:path>
                <a:path w="1376680" h="1376680">
                  <a:moveTo>
                    <a:pt x="654748" y="624357"/>
                  </a:moveTo>
                  <a:lnTo>
                    <a:pt x="639051" y="624357"/>
                  </a:lnTo>
                  <a:lnTo>
                    <a:pt x="638937" y="625246"/>
                  </a:lnTo>
                  <a:lnTo>
                    <a:pt x="638860" y="625881"/>
                  </a:lnTo>
                  <a:lnTo>
                    <a:pt x="654316" y="625881"/>
                  </a:lnTo>
                  <a:lnTo>
                    <a:pt x="654354" y="625754"/>
                  </a:lnTo>
                  <a:lnTo>
                    <a:pt x="654469" y="625373"/>
                  </a:lnTo>
                  <a:lnTo>
                    <a:pt x="654570" y="624992"/>
                  </a:lnTo>
                  <a:lnTo>
                    <a:pt x="654672" y="624611"/>
                  </a:lnTo>
                  <a:lnTo>
                    <a:pt x="654748" y="624357"/>
                  </a:lnTo>
                  <a:close/>
                </a:path>
                <a:path w="1376680" h="1376680">
                  <a:moveTo>
                    <a:pt x="656755" y="624230"/>
                  </a:moveTo>
                  <a:lnTo>
                    <a:pt x="654773" y="624230"/>
                  </a:lnTo>
                  <a:lnTo>
                    <a:pt x="654748" y="624357"/>
                  </a:lnTo>
                  <a:lnTo>
                    <a:pt x="656717" y="624357"/>
                  </a:lnTo>
                  <a:lnTo>
                    <a:pt x="656755" y="624230"/>
                  </a:lnTo>
                  <a:close/>
                </a:path>
                <a:path w="1376680" h="1376680">
                  <a:moveTo>
                    <a:pt x="657110" y="619277"/>
                  </a:moveTo>
                  <a:lnTo>
                    <a:pt x="639800" y="619277"/>
                  </a:lnTo>
                  <a:lnTo>
                    <a:pt x="635114" y="619277"/>
                  </a:lnTo>
                  <a:lnTo>
                    <a:pt x="635050" y="619404"/>
                  </a:lnTo>
                  <a:lnTo>
                    <a:pt x="633437" y="623100"/>
                  </a:lnTo>
                  <a:lnTo>
                    <a:pt x="633336" y="624230"/>
                  </a:lnTo>
                  <a:lnTo>
                    <a:pt x="637108" y="624230"/>
                  </a:lnTo>
                  <a:lnTo>
                    <a:pt x="637209" y="621690"/>
                  </a:lnTo>
                  <a:lnTo>
                    <a:pt x="639292" y="619747"/>
                  </a:lnTo>
                  <a:lnTo>
                    <a:pt x="639660" y="619493"/>
                  </a:lnTo>
                  <a:lnTo>
                    <a:pt x="639559" y="620801"/>
                  </a:lnTo>
                  <a:lnTo>
                    <a:pt x="639457" y="621436"/>
                  </a:lnTo>
                  <a:lnTo>
                    <a:pt x="639330" y="622198"/>
                  </a:lnTo>
                  <a:lnTo>
                    <a:pt x="639216" y="623100"/>
                  </a:lnTo>
                  <a:lnTo>
                    <a:pt x="639102" y="623976"/>
                  </a:lnTo>
                  <a:lnTo>
                    <a:pt x="639064" y="624230"/>
                  </a:lnTo>
                  <a:lnTo>
                    <a:pt x="654773" y="624230"/>
                  </a:lnTo>
                  <a:lnTo>
                    <a:pt x="654850" y="623976"/>
                  </a:lnTo>
                  <a:lnTo>
                    <a:pt x="654964" y="623722"/>
                  </a:lnTo>
                  <a:lnTo>
                    <a:pt x="655053" y="623519"/>
                  </a:lnTo>
                  <a:lnTo>
                    <a:pt x="656818" y="619747"/>
                  </a:lnTo>
                  <a:lnTo>
                    <a:pt x="657110" y="619277"/>
                  </a:lnTo>
                  <a:close/>
                </a:path>
                <a:path w="1376680" h="1376680">
                  <a:moveTo>
                    <a:pt x="657910" y="626135"/>
                  </a:moveTo>
                  <a:lnTo>
                    <a:pt x="657415" y="625881"/>
                  </a:lnTo>
                  <a:lnTo>
                    <a:pt x="654316" y="625881"/>
                  </a:lnTo>
                  <a:lnTo>
                    <a:pt x="654253" y="626135"/>
                  </a:lnTo>
                  <a:lnTo>
                    <a:pt x="657910" y="626135"/>
                  </a:lnTo>
                  <a:close/>
                </a:path>
                <a:path w="1376680" h="1376680">
                  <a:moveTo>
                    <a:pt x="658431" y="617245"/>
                  </a:moveTo>
                  <a:lnTo>
                    <a:pt x="636638" y="617245"/>
                  </a:lnTo>
                  <a:lnTo>
                    <a:pt x="635393" y="618642"/>
                  </a:lnTo>
                  <a:lnTo>
                    <a:pt x="635215" y="619023"/>
                  </a:lnTo>
                  <a:lnTo>
                    <a:pt x="657275" y="619023"/>
                  </a:lnTo>
                  <a:lnTo>
                    <a:pt x="658431" y="617245"/>
                  </a:lnTo>
                  <a:close/>
                </a:path>
                <a:path w="1376680" h="1376680">
                  <a:moveTo>
                    <a:pt x="658583" y="616991"/>
                  </a:moveTo>
                  <a:lnTo>
                    <a:pt x="636866" y="616991"/>
                  </a:lnTo>
                  <a:lnTo>
                    <a:pt x="636752" y="617118"/>
                  </a:lnTo>
                  <a:lnTo>
                    <a:pt x="658507" y="617118"/>
                  </a:lnTo>
                  <a:lnTo>
                    <a:pt x="658583" y="616991"/>
                  </a:lnTo>
                  <a:close/>
                </a:path>
                <a:path w="1376680" h="1376680">
                  <a:moveTo>
                    <a:pt x="658672" y="1360766"/>
                  </a:moveTo>
                  <a:lnTo>
                    <a:pt x="653808" y="1360551"/>
                  </a:lnTo>
                  <a:lnTo>
                    <a:pt x="648741" y="1360182"/>
                  </a:lnTo>
                  <a:lnTo>
                    <a:pt x="643978" y="1359941"/>
                  </a:lnTo>
                  <a:lnTo>
                    <a:pt x="643915" y="1360766"/>
                  </a:lnTo>
                  <a:lnTo>
                    <a:pt x="642848" y="1374863"/>
                  </a:lnTo>
                  <a:lnTo>
                    <a:pt x="647954" y="1375181"/>
                  </a:lnTo>
                  <a:lnTo>
                    <a:pt x="652970" y="1375333"/>
                  </a:lnTo>
                  <a:lnTo>
                    <a:pt x="657948" y="1375778"/>
                  </a:lnTo>
                  <a:lnTo>
                    <a:pt x="657999" y="1374863"/>
                  </a:lnTo>
                  <a:lnTo>
                    <a:pt x="658672" y="1360766"/>
                  </a:lnTo>
                  <a:close/>
                </a:path>
                <a:path w="1376680" h="1376680">
                  <a:moveTo>
                    <a:pt x="659091" y="616991"/>
                  </a:moveTo>
                  <a:lnTo>
                    <a:pt x="658672" y="616864"/>
                  </a:lnTo>
                  <a:lnTo>
                    <a:pt x="658583" y="616991"/>
                  </a:lnTo>
                  <a:lnTo>
                    <a:pt x="659091" y="616991"/>
                  </a:lnTo>
                  <a:close/>
                </a:path>
                <a:path w="1376680" h="1376680">
                  <a:moveTo>
                    <a:pt x="659384" y="619023"/>
                  </a:moveTo>
                  <a:lnTo>
                    <a:pt x="657275" y="619023"/>
                  </a:lnTo>
                  <a:lnTo>
                    <a:pt x="657110" y="619277"/>
                  </a:lnTo>
                  <a:lnTo>
                    <a:pt x="659244" y="619277"/>
                  </a:lnTo>
                  <a:lnTo>
                    <a:pt x="659384" y="619023"/>
                  </a:lnTo>
                  <a:close/>
                </a:path>
                <a:path w="1376680" h="1376680">
                  <a:moveTo>
                    <a:pt x="659447" y="624357"/>
                  </a:moveTo>
                  <a:lnTo>
                    <a:pt x="656717" y="624357"/>
                  </a:lnTo>
                  <a:lnTo>
                    <a:pt x="656640" y="624611"/>
                  </a:lnTo>
                  <a:lnTo>
                    <a:pt x="656526" y="624992"/>
                  </a:lnTo>
                  <a:lnTo>
                    <a:pt x="656412" y="625373"/>
                  </a:lnTo>
                  <a:lnTo>
                    <a:pt x="657415" y="625881"/>
                  </a:lnTo>
                  <a:lnTo>
                    <a:pt x="659079" y="625881"/>
                  </a:lnTo>
                  <a:lnTo>
                    <a:pt x="659142" y="625627"/>
                  </a:lnTo>
                  <a:lnTo>
                    <a:pt x="659269" y="625119"/>
                  </a:lnTo>
                  <a:lnTo>
                    <a:pt x="659384" y="624611"/>
                  </a:lnTo>
                  <a:lnTo>
                    <a:pt x="659447" y="624357"/>
                  </a:lnTo>
                  <a:close/>
                </a:path>
                <a:path w="1376680" h="1376680">
                  <a:moveTo>
                    <a:pt x="659930" y="617245"/>
                  </a:moveTo>
                  <a:lnTo>
                    <a:pt x="659511" y="617118"/>
                  </a:lnTo>
                  <a:lnTo>
                    <a:pt x="658507" y="617118"/>
                  </a:lnTo>
                  <a:lnTo>
                    <a:pt x="658431" y="617245"/>
                  </a:lnTo>
                  <a:lnTo>
                    <a:pt x="659930" y="617245"/>
                  </a:lnTo>
                  <a:close/>
                </a:path>
                <a:path w="1376680" h="1376680">
                  <a:moveTo>
                    <a:pt x="660527" y="624230"/>
                  </a:moveTo>
                  <a:lnTo>
                    <a:pt x="659472" y="624230"/>
                  </a:lnTo>
                  <a:lnTo>
                    <a:pt x="659447" y="624357"/>
                  </a:lnTo>
                  <a:lnTo>
                    <a:pt x="660488" y="624357"/>
                  </a:lnTo>
                  <a:lnTo>
                    <a:pt x="660527" y="624230"/>
                  </a:lnTo>
                  <a:close/>
                </a:path>
                <a:path w="1376680" h="1376680">
                  <a:moveTo>
                    <a:pt x="660704" y="619277"/>
                  </a:moveTo>
                  <a:lnTo>
                    <a:pt x="659244" y="619277"/>
                  </a:lnTo>
                  <a:lnTo>
                    <a:pt x="659168" y="619404"/>
                  </a:lnTo>
                  <a:lnTo>
                    <a:pt x="657148" y="622922"/>
                  </a:lnTo>
                  <a:lnTo>
                    <a:pt x="657085" y="623100"/>
                  </a:lnTo>
                  <a:lnTo>
                    <a:pt x="656958" y="623519"/>
                  </a:lnTo>
                  <a:lnTo>
                    <a:pt x="656894" y="623722"/>
                  </a:lnTo>
                  <a:lnTo>
                    <a:pt x="656793" y="624103"/>
                  </a:lnTo>
                  <a:lnTo>
                    <a:pt x="656755" y="624230"/>
                  </a:lnTo>
                  <a:lnTo>
                    <a:pt x="659472" y="624230"/>
                  </a:lnTo>
                  <a:lnTo>
                    <a:pt x="659523" y="623976"/>
                  </a:lnTo>
                  <a:lnTo>
                    <a:pt x="659638" y="623519"/>
                  </a:lnTo>
                  <a:lnTo>
                    <a:pt x="659726" y="623100"/>
                  </a:lnTo>
                  <a:lnTo>
                    <a:pt x="659765" y="622922"/>
                  </a:lnTo>
                  <a:lnTo>
                    <a:pt x="659879" y="622452"/>
                  </a:lnTo>
                  <a:lnTo>
                    <a:pt x="659993" y="621944"/>
                  </a:lnTo>
                  <a:lnTo>
                    <a:pt x="660107" y="621436"/>
                  </a:lnTo>
                  <a:lnTo>
                    <a:pt x="660234" y="620928"/>
                  </a:lnTo>
                  <a:lnTo>
                    <a:pt x="660336" y="620547"/>
                  </a:lnTo>
                  <a:lnTo>
                    <a:pt x="660450" y="620166"/>
                  </a:lnTo>
                  <a:lnTo>
                    <a:pt x="660565" y="619747"/>
                  </a:lnTo>
                  <a:lnTo>
                    <a:pt x="660666" y="619404"/>
                  </a:lnTo>
                  <a:lnTo>
                    <a:pt x="660704" y="619277"/>
                  </a:lnTo>
                  <a:close/>
                </a:path>
                <a:path w="1376680" h="1376680">
                  <a:moveTo>
                    <a:pt x="661352" y="617499"/>
                  </a:moveTo>
                  <a:lnTo>
                    <a:pt x="659384" y="619023"/>
                  </a:lnTo>
                  <a:lnTo>
                    <a:pt x="660781" y="619023"/>
                  </a:lnTo>
                  <a:lnTo>
                    <a:pt x="660895" y="618642"/>
                  </a:lnTo>
                  <a:lnTo>
                    <a:pt x="661009" y="618261"/>
                  </a:lnTo>
                  <a:lnTo>
                    <a:pt x="661123" y="617880"/>
                  </a:lnTo>
                  <a:lnTo>
                    <a:pt x="661352" y="617499"/>
                  </a:lnTo>
                  <a:close/>
                </a:path>
                <a:path w="1376680" h="1376680">
                  <a:moveTo>
                    <a:pt x="661441" y="617245"/>
                  </a:moveTo>
                  <a:lnTo>
                    <a:pt x="659930" y="617245"/>
                  </a:lnTo>
                  <a:lnTo>
                    <a:pt x="660768" y="617499"/>
                  </a:lnTo>
                  <a:lnTo>
                    <a:pt x="661276" y="617499"/>
                  </a:lnTo>
                  <a:lnTo>
                    <a:pt x="661441" y="617245"/>
                  </a:lnTo>
                  <a:close/>
                </a:path>
                <a:path w="1376680" h="1376680">
                  <a:moveTo>
                    <a:pt x="661606" y="616991"/>
                  </a:moveTo>
                  <a:lnTo>
                    <a:pt x="659091" y="616991"/>
                  </a:lnTo>
                  <a:lnTo>
                    <a:pt x="659511" y="617118"/>
                  </a:lnTo>
                  <a:lnTo>
                    <a:pt x="661517" y="617118"/>
                  </a:lnTo>
                  <a:lnTo>
                    <a:pt x="661606" y="616991"/>
                  </a:lnTo>
                  <a:close/>
                </a:path>
                <a:path w="1376680" h="1376680">
                  <a:moveTo>
                    <a:pt x="662025" y="619023"/>
                  </a:moveTo>
                  <a:lnTo>
                    <a:pt x="660781" y="619023"/>
                  </a:lnTo>
                  <a:lnTo>
                    <a:pt x="660704" y="619277"/>
                  </a:lnTo>
                  <a:lnTo>
                    <a:pt x="661962" y="619277"/>
                  </a:lnTo>
                  <a:lnTo>
                    <a:pt x="662025" y="619023"/>
                  </a:lnTo>
                  <a:close/>
                </a:path>
                <a:path w="1376680" h="1376680">
                  <a:moveTo>
                    <a:pt x="662038" y="624357"/>
                  </a:moveTo>
                  <a:lnTo>
                    <a:pt x="660488" y="624357"/>
                  </a:lnTo>
                  <a:lnTo>
                    <a:pt x="660412" y="624611"/>
                  </a:lnTo>
                  <a:lnTo>
                    <a:pt x="660285" y="624992"/>
                  </a:lnTo>
                  <a:lnTo>
                    <a:pt x="660158" y="625373"/>
                  </a:lnTo>
                  <a:lnTo>
                    <a:pt x="660031" y="625754"/>
                  </a:lnTo>
                  <a:lnTo>
                    <a:pt x="659993" y="625881"/>
                  </a:lnTo>
                  <a:lnTo>
                    <a:pt x="661479" y="625881"/>
                  </a:lnTo>
                  <a:lnTo>
                    <a:pt x="661530" y="625754"/>
                  </a:lnTo>
                  <a:lnTo>
                    <a:pt x="661619" y="625500"/>
                  </a:lnTo>
                  <a:lnTo>
                    <a:pt x="661720" y="625246"/>
                  </a:lnTo>
                  <a:lnTo>
                    <a:pt x="661809" y="624992"/>
                  </a:lnTo>
                  <a:lnTo>
                    <a:pt x="662038" y="624357"/>
                  </a:lnTo>
                  <a:close/>
                </a:path>
                <a:path w="1376680" h="1376680">
                  <a:moveTo>
                    <a:pt x="662470" y="15570"/>
                  </a:moveTo>
                  <a:lnTo>
                    <a:pt x="662025" y="571"/>
                  </a:lnTo>
                  <a:lnTo>
                    <a:pt x="656945" y="749"/>
                  </a:lnTo>
                  <a:lnTo>
                    <a:pt x="646950" y="1257"/>
                  </a:lnTo>
                  <a:lnTo>
                    <a:pt x="647865" y="16167"/>
                  </a:lnTo>
                  <a:lnTo>
                    <a:pt x="659434" y="15570"/>
                  </a:lnTo>
                  <a:lnTo>
                    <a:pt x="662470" y="15570"/>
                  </a:lnTo>
                  <a:close/>
                </a:path>
                <a:path w="1376680" h="1376680">
                  <a:moveTo>
                    <a:pt x="662508" y="617118"/>
                  </a:moveTo>
                  <a:lnTo>
                    <a:pt x="661517" y="617118"/>
                  </a:lnTo>
                  <a:lnTo>
                    <a:pt x="661441" y="617245"/>
                  </a:lnTo>
                  <a:lnTo>
                    <a:pt x="662495" y="617245"/>
                  </a:lnTo>
                  <a:lnTo>
                    <a:pt x="662508" y="617118"/>
                  </a:lnTo>
                  <a:close/>
                </a:path>
                <a:path w="1376680" h="1376680">
                  <a:moveTo>
                    <a:pt x="663295" y="619277"/>
                  </a:moveTo>
                  <a:lnTo>
                    <a:pt x="661962" y="619277"/>
                  </a:lnTo>
                  <a:lnTo>
                    <a:pt x="661835" y="619747"/>
                  </a:lnTo>
                  <a:lnTo>
                    <a:pt x="661720" y="620166"/>
                  </a:lnTo>
                  <a:lnTo>
                    <a:pt x="661631" y="620547"/>
                  </a:lnTo>
                  <a:lnTo>
                    <a:pt x="661530" y="620928"/>
                  </a:lnTo>
                  <a:lnTo>
                    <a:pt x="661428" y="621309"/>
                  </a:lnTo>
                  <a:lnTo>
                    <a:pt x="661327" y="621690"/>
                  </a:lnTo>
                  <a:lnTo>
                    <a:pt x="661263" y="621944"/>
                  </a:lnTo>
                  <a:lnTo>
                    <a:pt x="661187" y="622198"/>
                  </a:lnTo>
                  <a:lnTo>
                    <a:pt x="661073" y="622579"/>
                  </a:lnTo>
                  <a:lnTo>
                    <a:pt x="660958" y="622922"/>
                  </a:lnTo>
                  <a:lnTo>
                    <a:pt x="660895" y="623100"/>
                  </a:lnTo>
                  <a:lnTo>
                    <a:pt x="660527" y="624230"/>
                  </a:lnTo>
                  <a:lnTo>
                    <a:pt x="662089" y="624230"/>
                  </a:lnTo>
                  <a:lnTo>
                    <a:pt x="662178" y="623976"/>
                  </a:lnTo>
                  <a:lnTo>
                    <a:pt x="662279" y="623722"/>
                  </a:lnTo>
                  <a:lnTo>
                    <a:pt x="662343" y="623519"/>
                  </a:lnTo>
                  <a:lnTo>
                    <a:pt x="662825" y="622198"/>
                  </a:lnTo>
                  <a:lnTo>
                    <a:pt x="662952" y="621436"/>
                  </a:lnTo>
                  <a:lnTo>
                    <a:pt x="663054" y="620801"/>
                  </a:lnTo>
                  <a:lnTo>
                    <a:pt x="663168" y="620039"/>
                  </a:lnTo>
                  <a:lnTo>
                    <a:pt x="663295" y="619277"/>
                  </a:lnTo>
                  <a:close/>
                </a:path>
                <a:path w="1376680" h="1376680">
                  <a:moveTo>
                    <a:pt x="663905" y="624230"/>
                  </a:moveTo>
                  <a:lnTo>
                    <a:pt x="662089" y="624230"/>
                  </a:lnTo>
                  <a:lnTo>
                    <a:pt x="662038" y="624357"/>
                  </a:lnTo>
                  <a:lnTo>
                    <a:pt x="663879" y="624357"/>
                  </a:lnTo>
                  <a:lnTo>
                    <a:pt x="663905" y="624230"/>
                  </a:lnTo>
                  <a:close/>
                </a:path>
                <a:path w="1376680" h="1376680">
                  <a:moveTo>
                    <a:pt x="664324" y="624357"/>
                  </a:moveTo>
                  <a:lnTo>
                    <a:pt x="663879" y="624357"/>
                  </a:lnTo>
                  <a:lnTo>
                    <a:pt x="663803" y="625373"/>
                  </a:lnTo>
                  <a:lnTo>
                    <a:pt x="663867" y="625246"/>
                  </a:lnTo>
                  <a:lnTo>
                    <a:pt x="663930" y="625119"/>
                  </a:lnTo>
                  <a:lnTo>
                    <a:pt x="663994" y="624992"/>
                  </a:lnTo>
                  <a:lnTo>
                    <a:pt x="664324" y="624357"/>
                  </a:lnTo>
                  <a:close/>
                </a:path>
                <a:path w="1376680" h="1376680">
                  <a:moveTo>
                    <a:pt x="665276" y="617245"/>
                  </a:moveTo>
                  <a:lnTo>
                    <a:pt x="662495" y="617245"/>
                  </a:lnTo>
                  <a:lnTo>
                    <a:pt x="662432" y="617499"/>
                  </a:lnTo>
                  <a:lnTo>
                    <a:pt x="662330" y="617880"/>
                  </a:lnTo>
                  <a:lnTo>
                    <a:pt x="662228" y="618261"/>
                  </a:lnTo>
                  <a:lnTo>
                    <a:pt x="662127" y="618642"/>
                  </a:lnTo>
                  <a:lnTo>
                    <a:pt x="662025" y="619023"/>
                  </a:lnTo>
                  <a:lnTo>
                    <a:pt x="663333" y="619023"/>
                  </a:lnTo>
                  <a:lnTo>
                    <a:pt x="663397" y="618642"/>
                  </a:lnTo>
                  <a:lnTo>
                    <a:pt x="665276" y="617245"/>
                  </a:lnTo>
                  <a:close/>
                </a:path>
                <a:path w="1376680" h="1376680">
                  <a:moveTo>
                    <a:pt x="666419" y="624230"/>
                  </a:moveTo>
                  <a:lnTo>
                    <a:pt x="664387" y="624230"/>
                  </a:lnTo>
                  <a:lnTo>
                    <a:pt x="664324" y="624357"/>
                  </a:lnTo>
                  <a:lnTo>
                    <a:pt x="666330" y="624357"/>
                  </a:lnTo>
                  <a:lnTo>
                    <a:pt x="666419" y="624230"/>
                  </a:lnTo>
                  <a:close/>
                </a:path>
                <a:path w="1376680" h="1376680">
                  <a:moveTo>
                    <a:pt x="669696" y="624357"/>
                  </a:moveTo>
                  <a:lnTo>
                    <a:pt x="666330" y="624357"/>
                  </a:lnTo>
                  <a:lnTo>
                    <a:pt x="666254" y="624484"/>
                  </a:lnTo>
                  <a:lnTo>
                    <a:pt x="666165" y="624611"/>
                  </a:lnTo>
                  <a:lnTo>
                    <a:pt x="665746" y="625246"/>
                  </a:lnTo>
                  <a:lnTo>
                    <a:pt x="667905" y="625500"/>
                  </a:lnTo>
                  <a:lnTo>
                    <a:pt x="669340" y="625500"/>
                  </a:lnTo>
                  <a:lnTo>
                    <a:pt x="669378" y="625373"/>
                  </a:lnTo>
                  <a:lnTo>
                    <a:pt x="669505" y="624992"/>
                  </a:lnTo>
                  <a:lnTo>
                    <a:pt x="669620" y="624611"/>
                  </a:lnTo>
                  <a:lnTo>
                    <a:pt x="669696" y="624357"/>
                  </a:lnTo>
                  <a:close/>
                </a:path>
                <a:path w="1376680" h="1376680">
                  <a:moveTo>
                    <a:pt x="670382" y="626516"/>
                  </a:moveTo>
                  <a:lnTo>
                    <a:pt x="658939" y="626516"/>
                  </a:lnTo>
                  <a:lnTo>
                    <a:pt x="659028" y="626135"/>
                  </a:lnTo>
                  <a:lnTo>
                    <a:pt x="658418" y="626135"/>
                  </a:lnTo>
                  <a:lnTo>
                    <a:pt x="657910" y="626135"/>
                  </a:lnTo>
                  <a:lnTo>
                    <a:pt x="658660" y="626516"/>
                  </a:lnTo>
                  <a:lnTo>
                    <a:pt x="654151" y="626516"/>
                  </a:lnTo>
                  <a:lnTo>
                    <a:pt x="654075" y="626770"/>
                  </a:lnTo>
                  <a:lnTo>
                    <a:pt x="658888" y="626770"/>
                  </a:lnTo>
                  <a:lnTo>
                    <a:pt x="658914" y="626643"/>
                  </a:lnTo>
                  <a:lnTo>
                    <a:pt x="659168" y="626770"/>
                  </a:lnTo>
                  <a:lnTo>
                    <a:pt x="670293" y="626770"/>
                  </a:lnTo>
                  <a:lnTo>
                    <a:pt x="670382" y="626516"/>
                  </a:lnTo>
                  <a:close/>
                </a:path>
                <a:path w="1376680" h="1376680">
                  <a:moveTo>
                    <a:pt x="671499" y="624230"/>
                  </a:moveTo>
                  <a:lnTo>
                    <a:pt x="669747" y="624230"/>
                  </a:lnTo>
                  <a:lnTo>
                    <a:pt x="669696" y="624357"/>
                  </a:lnTo>
                  <a:lnTo>
                    <a:pt x="671423" y="624357"/>
                  </a:lnTo>
                  <a:lnTo>
                    <a:pt x="671499" y="624230"/>
                  </a:lnTo>
                  <a:close/>
                </a:path>
                <a:path w="1376680" h="1376680">
                  <a:moveTo>
                    <a:pt x="685507" y="626770"/>
                  </a:moveTo>
                  <a:lnTo>
                    <a:pt x="670293" y="626770"/>
                  </a:lnTo>
                  <a:lnTo>
                    <a:pt x="670306" y="627278"/>
                  </a:lnTo>
                  <a:lnTo>
                    <a:pt x="670890" y="627786"/>
                  </a:lnTo>
                  <a:lnTo>
                    <a:pt x="676021" y="629818"/>
                  </a:lnTo>
                  <a:lnTo>
                    <a:pt x="678649" y="630326"/>
                  </a:lnTo>
                  <a:lnTo>
                    <a:pt x="685457" y="627024"/>
                  </a:lnTo>
                  <a:lnTo>
                    <a:pt x="685507" y="626770"/>
                  </a:lnTo>
                  <a:close/>
                </a:path>
                <a:path w="1376680" h="1376680">
                  <a:moveTo>
                    <a:pt x="685977" y="624357"/>
                  </a:moveTo>
                  <a:lnTo>
                    <a:pt x="671423" y="624357"/>
                  </a:lnTo>
                  <a:lnTo>
                    <a:pt x="671347" y="624484"/>
                  </a:lnTo>
                  <a:lnTo>
                    <a:pt x="671271" y="624611"/>
                  </a:lnTo>
                  <a:lnTo>
                    <a:pt x="670471" y="626008"/>
                  </a:lnTo>
                  <a:lnTo>
                    <a:pt x="670496" y="625881"/>
                  </a:lnTo>
                  <a:lnTo>
                    <a:pt x="661479" y="625881"/>
                  </a:lnTo>
                  <a:lnTo>
                    <a:pt x="659955" y="626008"/>
                  </a:lnTo>
                  <a:lnTo>
                    <a:pt x="659917" y="626135"/>
                  </a:lnTo>
                  <a:lnTo>
                    <a:pt x="670394" y="626135"/>
                  </a:lnTo>
                  <a:lnTo>
                    <a:pt x="670382" y="626516"/>
                  </a:lnTo>
                  <a:lnTo>
                    <a:pt x="685558" y="626516"/>
                  </a:lnTo>
                  <a:lnTo>
                    <a:pt x="685596" y="626262"/>
                  </a:lnTo>
                  <a:lnTo>
                    <a:pt x="685723" y="625627"/>
                  </a:lnTo>
                  <a:lnTo>
                    <a:pt x="685850" y="624992"/>
                  </a:lnTo>
                  <a:lnTo>
                    <a:pt x="685977" y="624357"/>
                  </a:lnTo>
                  <a:close/>
                </a:path>
                <a:path w="1376680" h="1376680">
                  <a:moveTo>
                    <a:pt x="687260" y="626770"/>
                  </a:moveTo>
                  <a:lnTo>
                    <a:pt x="687209" y="626516"/>
                  </a:lnTo>
                  <a:lnTo>
                    <a:pt x="685558" y="626516"/>
                  </a:lnTo>
                  <a:lnTo>
                    <a:pt x="685507" y="626770"/>
                  </a:lnTo>
                  <a:lnTo>
                    <a:pt x="687260" y="626770"/>
                  </a:lnTo>
                  <a:close/>
                </a:path>
                <a:path w="1376680" h="1376680">
                  <a:moveTo>
                    <a:pt x="687590" y="626770"/>
                  </a:moveTo>
                  <a:lnTo>
                    <a:pt x="687260" y="626770"/>
                  </a:lnTo>
                  <a:lnTo>
                    <a:pt x="687311" y="627024"/>
                  </a:lnTo>
                  <a:lnTo>
                    <a:pt x="687425" y="627151"/>
                  </a:lnTo>
                  <a:lnTo>
                    <a:pt x="687476" y="627024"/>
                  </a:lnTo>
                  <a:lnTo>
                    <a:pt x="687590" y="626770"/>
                  </a:lnTo>
                  <a:close/>
                </a:path>
                <a:path w="1376680" h="1376680">
                  <a:moveTo>
                    <a:pt x="687654" y="624230"/>
                  </a:moveTo>
                  <a:lnTo>
                    <a:pt x="686003" y="624230"/>
                  </a:lnTo>
                  <a:lnTo>
                    <a:pt x="685977" y="624357"/>
                  </a:lnTo>
                  <a:lnTo>
                    <a:pt x="687616" y="624357"/>
                  </a:lnTo>
                  <a:lnTo>
                    <a:pt x="687654" y="624230"/>
                  </a:lnTo>
                  <a:close/>
                </a:path>
                <a:path w="1376680" h="1376680">
                  <a:moveTo>
                    <a:pt x="687870" y="626135"/>
                  </a:moveTo>
                  <a:lnTo>
                    <a:pt x="687133" y="626135"/>
                  </a:lnTo>
                  <a:lnTo>
                    <a:pt x="687209" y="626516"/>
                  </a:lnTo>
                  <a:lnTo>
                    <a:pt x="687705" y="626516"/>
                  </a:lnTo>
                  <a:lnTo>
                    <a:pt x="687755" y="626389"/>
                  </a:lnTo>
                  <a:lnTo>
                    <a:pt x="687870" y="626135"/>
                  </a:lnTo>
                  <a:close/>
                </a:path>
                <a:path w="1376680" h="1376680">
                  <a:moveTo>
                    <a:pt x="688416" y="1361503"/>
                  </a:moveTo>
                  <a:lnTo>
                    <a:pt x="683348" y="1361503"/>
                  </a:lnTo>
                  <a:lnTo>
                    <a:pt x="673544" y="1361147"/>
                  </a:lnTo>
                  <a:lnTo>
                    <a:pt x="673544" y="1361503"/>
                  </a:lnTo>
                  <a:lnTo>
                    <a:pt x="673227" y="1376095"/>
                  </a:lnTo>
                  <a:lnTo>
                    <a:pt x="678268" y="1376375"/>
                  </a:lnTo>
                  <a:lnTo>
                    <a:pt x="688416" y="1376375"/>
                  </a:lnTo>
                  <a:lnTo>
                    <a:pt x="688416" y="1361503"/>
                  </a:lnTo>
                  <a:close/>
                </a:path>
                <a:path w="1376680" h="1376680">
                  <a:moveTo>
                    <a:pt x="688657" y="624357"/>
                  </a:moveTo>
                  <a:lnTo>
                    <a:pt x="687616" y="624357"/>
                  </a:lnTo>
                  <a:lnTo>
                    <a:pt x="687539" y="624611"/>
                  </a:lnTo>
                  <a:lnTo>
                    <a:pt x="687425" y="624992"/>
                  </a:lnTo>
                  <a:lnTo>
                    <a:pt x="687298" y="625373"/>
                  </a:lnTo>
                  <a:lnTo>
                    <a:pt x="687184" y="625754"/>
                  </a:lnTo>
                  <a:lnTo>
                    <a:pt x="687146" y="625881"/>
                  </a:lnTo>
                  <a:lnTo>
                    <a:pt x="687984" y="625881"/>
                  </a:lnTo>
                  <a:lnTo>
                    <a:pt x="688035" y="625754"/>
                  </a:lnTo>
                  <a:lnTo>
                    <a:pt x="688149" y="625500"/>
                  </a:lnTo>
                  <a:lnTo>
                    <a:pt x="688263" y="625246"/>
                  </a:lnTo>
                  <a:lnTo>
                    <a:pt x="688378" y="624992"/>
                  </a:lnTo>
                  <a:lnTo>
                    <a:pt x="688657" y="624357"/>
                  </a:lnTo>
                  <a:close/>
                </a:path>
                <a:path w="1376680" h="1376680">
                  <a:moveTo>
                    <a:pt x="688848" y="626135"/>
                  </a:moveTo>
                  <a:lnTo>
                    <a:pt x="688746" y="625881"/>
                  </a:lnTo>
                  <a:lnTo>
                    <a:pt x="687984" y="625881"/>
                  </a:lnTo>
                  <a:lnTo>
                    <a:pt x="687870" y="626135"/>
                  </a:lnTo>
                  <a:lnTo>
                    <a:pt x="688848" y="626135"/>
                  </a:lnTo>
                  <a:close/>
                </a:path>
                <a:path w="1376680" h="1376680">
                  <a:moveTo>
                    <a:pt x="689089" y="626770"/>
                  </a:moveTo>
                  <a:lnTo>
                    <a:pt x="688987" y="626516"/>
                  </a:lnTo>
                  <a:lnTo>
                    <a:pt x="687705" y="626516"/>
                  </a:lnTo>
                  <a:lnTo>
                    <a:pt x="687590" y="626770"/>
                  </a:lnTo>
                  <a:lnTo>
                    <a:pt x="689089" y="626770"/>
                  </a:lnTo>
                  <a:close/>
                </a:path>
                <a:path w="1376680" h="1376680">
                  <a:moveTo>
                    <a:pt x="689698" y="626770"/>
                  </a:moveTo>
                  <a:lnTo>
                    <a:pt x="689089" y="626770"/>
                  </a:lnTo>
                  <a:lnTo>
                    <a:pt x="689178" y="627024"/>
                  </a:lnTo>
                  <a:lnTo>
                    <a:pt x="689279" y="627278"/>
                  </a:lnTo>
                  <a:lnTo>
                    <a:pt x="689381" y="627151"/>
                  </a:lnTo>
                  <a:lnTo>
                    <a:pt x="689483" y="627024"/>
                  </a:lnTo>
                  <a:lnTo>
                    <a:pt x="689584" y="626897"/>
                  </a:lnTo>
                  <a:lnTo>
                    <a:pt x="689698" y="626770"/>
                  </a:lnTo>
                  <a:close/>
                </a:path>
                <a:path w="1376680" h="1376680">
                  <a:moveTo>
                    <a:pt x="690219" y="626135"/>
                  </a:moveTo>
                  <a:lnTo>
                    <a:pt x="688848" y="626135"/>
                  </a:lnTo>
                  <a:lnTo>
                    <a:pt x="688936" y="626389"/>
                  </a:lnTo>
                  <a:lnTo>
                    <a:pt x="688987" y="626516"/>
                  </a:lnTo>
                  <a:lnTo>
                    <a:pt x="689902" y="626516"/>
                  </a:lnTo>
                  <a:lnTo>
                    <a:pt x="690003" y="626389"/>
                  </a:lnTo>
                  <a:lnTo>
                    <a:pt x="690105" y="626262"/>
                  </a:lnTo>
                  <a:lnTo>
                    <a:pt x="690219" y="626135"/>
                  </a:lnTo>
                  <a:close/>
                </a:path>
                <a:path w="1376680" h="1376680">
                  <a:moveTo>
                    <a:pt x="690499" y="615594"/>
                  </a:moveTo>
                  <a:lnTo>
                    <a:pt x="662749" y="615594"/>
                  </a:lnTo>
                  <a:lnTo>
                    <a:pt x="662635" y="616356"/>
                  </a:lnTo>
                  <a:lnTo>
                    <a:pt x="662508" y="617118"/>
                  </a:lnTo>
                  <a:lnTo>
                    <a:pt x="665454" y="617118"/>
                  </a:lnTo>
                  <a:lnTo>
                    <a:pt x="666305" y="616483"/>
                  </a:lnTo>
                  <a:lnTo>
                    <a:pt x="666470" y="616407"/>
                  </a:lnTo>
                  <a:lnTo>
                    <a:pt x="666419" y="616610"/>
                  </a:lnTo>
                  <a:lnTo>
                    <a:pt x="666102" y="617118"/>
                  </a:lnTo>
                  <a:lnTo>
                    <a:pt x="665276" y="617245"/>
                  </a:lnTo>
                  <a:lnTo>
                    <a:pt x="666026" y="617245"/>
                  </a:lnTo>
                  <a:lnTo>
                    <a:pt x="664845" y="619163"/>
                  </a:lnTo>
                  <a:lnTo>
                    <a:pt x="664883" y="619023"/>
                  </a:lnTo>
                  <a:lnTo>
                    <a:pt x="663333" y="619023"/>
                  </a:lnTo>
                  <a:lnTo>
                    <a:pt x="663295" y="619277"/>
                  </a:lnTo>
                  <a:lnTo>
                    <a:pt x="664781" y="619277"/>
                  </a:lnTo>
                  <a:lnTo>
                    <a:pt x="664667" y="620166"/>
                  </a:lnTo>
                  <a:lnTo>
                    <a:pt x="664552" y="620801"/>
                  </a:lnTo>
                  <a:lnTo>
                    <a:pt x="664425" y="621436"/>
                  </a:lnTo>
                  <a:lnTo>
                    <a:pt x="664337" y="621944"/>
                  </a:lnTo>
                  <a:lnTo>
                    <a:pt x="664210" y="622579"/>
                  </a:lnTo>
                  <a:lnTo>
                    <a:pt x="664108" y="623100"/>
                  </a:lnTo>
                  <a:lnTo>
                    <a:pt x="663994" y="623722"/>
                  </a:lnTo>
                  <a:lnTo>
                    <a:pt x="663905" y="624230"/>
                  </a:lnTo>
                  <a:lnTo>
                    <a:pt x="664387" y="624230"/>
                  </a:lnTo>
                  <a:lnTo>
                    <a:pt x="664451" y="624103"/>
                  </a:lnTo>
                  <a:lnTo>
                    <a:pt x="664514" y="623976"/>
                  </a:lnTo>
                  <a:lnTo>
                    <a:pt x="665060" y="622922"/>
                  </a:lnTo>
                  <a:lnTo>
                    <a:pt x="666711" y="621182"/>
                  </a:lnTo>
                  <a:lnTo>
                    <a:pt x="666762" y="620928"/>
                  </a:lnTo>
                  <a:lnTo>
                    <a:pt x="666851" y="620547"/>
                  </a:lnTo>
                  <a:lnTo>
                    <a:pt x="666927" y="620166"/>
                  </a:lnTo>
                  <a:lnTo>
                    <a:pt x="667029" y="619747"/>
                  </a:lnTo>
                  <a:lnTo>
                    <a:pt x="667131" y="619277"/>
                  </a:lnTo>
                  <a:lnTo>
                    <a:pt x="668769" y="616610"/>
                  </a:lnTo>
                  <a:lnTo>
                    <a:pt x="668870" y="616864"/>
                  </a:lnTo>
                  <a:lnTo>
                    <a:pt x="668985" y="617118"/>
                  </a:lnTo>
                  <a:lnTo>
                    <a:pt x="669036" y="617245"/>
                  </a:lnTo>
                  <a:lnTo>
                    <a:pt x="669137" y="617499"/>
                  </a:lnTo>
                  <a:lnTo>
                    <a:pt x="669290" y="617880"/>
                  </a:lnTo>
                  <a:lnTo>
                    <a:pt x="669239" y="618388"/>
                  </a:lnTo>
                  <a:lnTo>
                    <a:pt x="669163" y="618642"/>
                  </a:lnTo>
                  <a:lnTo>
                    <a:pt x="669048" y="619023"/>
                  </a:lnTo>
                  <a:lnTo>
                    <a:pt x="668947" y="619404"/>
                  </a:lnTo>
                  <a:lnTo>
                    <a:pt x="668845" y="619747"/>
                  </a:lnTo>
                  <a:lnTo>
                    <a:pt x="668731" y="620166"/>
                  </a:lnTo>
                  <a:lnTo>
                    <a:pt x="668616" y="620547"/>
                  </a:lnTo>
                  <a:lnTo>
                    <a:pt x="668515" y="620928"/>
                  </a:lnTo>
                  <a:lnTo>
                    <a:pt x="668439" y="621182"/>
                  </a:lnTo>
                  <a:lnTo>
                    <a:pt x="668350" y="621309"/>
                  </a:lnTo>
                  <a:lnTo>
                    <a:pt x="668274" y="621436"/>
                  </a:lnTo>
                  <a:lnTo>
                    <a:pt x="666419" y="624230"/>
                  </a:lnTo>
                  <a:lnTo>
                    <a:pt x="669747" y="624230"/>
                  </a:lnTo>
                  <a:lnTo>
                    <a:pt x="669785" y="624103"/>
                  </a:lnTo>
                  <a:lnTo>
                    <a:pt x="669899" y="623722"/>
                  </a:lnTo>
                  <a:lnTo>
                    <a:pt x="669963" y="623519"/>
                  </a:lnTo>
                  <a:lnTo>
                    <a:pt x="670382" y="622198"/>
                  </a:lnTo>
                  <a:lnTo>
                    <a:pt x="670471" y="617499"/>
                  </a:lnTo>
                  <a:lnTo>
                    <a:pt x="673125" y="617118"/>
                  </a:lnTo>
                  <a:lnTo>
                    <a:pt x="673023" y="618007"/>
                  </a:lnTo>
                  <a:lnTo>
                    <a:pt x="672934" y="618642"/>
                  </a:lnTo>
                  <a:lnTo>
                    <a:pt x="672846" y="619404"/>
                  </a:lnTo>
                  <a:lnTo>
                    <a:pt x="672744" y="620166"/>
                  </a:lnTo>
                  <a:lnTo>
                    <a:pt x="672655" y="620928"/>
                  </a:lnTo>
                  <a:lnTo>
                    <a:pt x="672553" y="621690"/>
                  </a:lnTo>
                  <a:lnTo>
                    <a:pt x="672439" y="622579"/>
                  </a:lnTo>
                  <a:lnTo>
                    <a:pt x="671499" y="624230"/>
                  </a:lnTo>
                  <a:lnTo>
                    <a:pt x="686003" y="624230"/>
                  </a:lnTo>
                  <a:lnTo>
                    <a:pt x="689406" y="617118"/>
                  </a:lnTo>
                  <a:lnTo>
                    <a:pt x="689495" y="616991"/>
                  </a:lnTo>
                  <a:lnTo>
                    <a:pt x="689584" y="616864"/>
                  </a:lnTo>
                  <a:lnTo>
                    <a:pt x="689775" y="616610"/>
                  </a:lnTo>
                  <a:lnTo>
                    <a:pt x="689864" y="616483"/>
                  </a:lnTo>
                  <a:lnTo>
                    <a:pt x="689952" y="616356"/>
                  </a:lnTo>
                  <a:lnTo>
                    <a:pt x="690041" y="616229"/>
                  </a:lnTo>
                  <a:lnTo>
                    <a:pt x="690130" y="616102"/>
                  </a:lnTo>
                  <a:lnTo>
                    <a:pt x="690499" y="615594"/>
                  </a:lnTo>
                  <a:close/>
                </a:path>
                <a:path w="1376680" h="1376680">
                  <a:moveTo>
                    <a:pt x="691426" y="624357"/>
                  </a:moveTo>
                  <a:lnTo>
                    <a:pt x="688682" y="624357"/>
                  </a:lnTo>
                  <a:lnTo>
                    <a:pt x="688746" y="625881"/>
                  </a:lnTo>
                  <a:lnTo>
                    <a:pt x="690422" y="625881"/>
                  </a:lnTo>
                  <a:lnTo>
                    <a:pt x="690524" y="625754"/>
                  </a:lnTo>
                  <a:lnTo>
                    <a:pt x="690638" y="625627"/>
                  </a:lnTo>
                  <a:lnTo>
                    <a:pt x="690740" y="625500"/>
                  </a:lnTo>
                  <a:lnTo>
                    <a:pt x="690841" y="625373"/>
                  </a:lnTo>
                  <a:lnTo>
                    <a:pt x="690943" y="625246"/>
                  </a:lnTo>
                  <a:lnTo>
                    <a:pt x="691057" y="625119"/>
                  </a:lnTo>
                  <a:lnTo>
                    <a:pt x="691159" y="624992"/>
                  </a:lnTo>
                  <a:lnTo>
                    <a:pt x="691426" y="624357"/>
                  </a:lnTo>
                  <a:close/>
                </a:path>
                <a:path w="1376680" h="1376680">
                  <a:moveTo>
                    <a:pt x="691489" y="614197"/>
                  </a:moveTo>
                  <a:lnTo>
                    <a:pt x="624674" y="614197"/>
                  </a:lnTo>
                  <a:lnTo>
                    <a:pt x="624674" y="615594"/>
                  </a:lnTo>
                  <a:lnTo>
                    <a:pt x="623912" y="616864"/>
                  </a:lnTo>
                  <a:lnTo>
                    <a:pt x="628269" y="616864"/>
                  </a:lnTo>
                  <a:lnTo>
                    <a:pt x="629958" y="615086"/>
                  </a:lnTo>
                  <a:lnTo>
                    <a:pt x="630059" y="616864"/>
                  </a:lnTo>
                  <a:lnTo>
                    <a:pt x="632612" y="616864"/>
                  </a:lnTo>
                  <a:lnTo>
                    <a:pt x="633857" y="615467"/>
                  </a:lnTo>
                  <a:lnTo>
                    <a:pt x="633907" y="615594"/>
                  </a:lnTo>
                  <a:lnTo>
                    <a:pt x="633996" y="615848"/>
                  </a:lnTo>
                  <a:lnTo>
                    <a:pt x="634098" y="616102"/>
                  </a:lnTo>
                  <a:lnTo>
                    <a:pt x="634187" y="616356"/>
                  </a:lnTo>
                  <a:lnTo>
                    <a:pt x="634288" y="616610"/>
                  </a:lnTo>
                  <a:lnTo>
                    <a:pt x="634377" y="616864"/>
                  </a:lnTo>
                  <a:lnTo>
                    <a:pt x="636803" y="616864"/>
                  </a:lnTo>
                  <a:lnTo>
                    <a:pt x="637209" y="616610"/>
                  </a:lnTo>
                  <a:lnTo>
                    <a:pt x="636981" y="616864"/>
                  </a:lnTo>
                  <a:lnTo>
                    <a:pt x="658672" y="616864"/>
                  </a:lnTo>
                  <a:lnTo>
                    <a:pt x="661682" y="616864"/>
                  </a:lnTo>
                  <a:lnTo>
                    <a:pt x="661847" y="616610"/>
                  </a:lnTo>
                  <a:lnTo>
                    <a:pt x="661924" y="616483"/>
                  </a:lnTo>
                  <a:lnTo>
                    <a:pt x="662012" y="616356"/>
                  </a:lnTo>
                  <a:lnTo>
                    <a:pt x="662089" y="616229"/>
                  </a:lnTo>
                  <a:lnTo>
                    <a:pt x="662178" y="616102"/>
                  </a:lnTo>
                  <a:lnTo>
                    <a:pt x="662584" y="615467"/>
                  </a:lnTo>
                  <a:lnTo>
                    <a:pt x="662800" y="615226"/>
                  </a:lnTo>
                  <a:lnTo>
                    <a:pt x="662774" y="615467"/>
                  </a:lnTo>
                  <a:lnTo>
                    <a:pt x="690587" y="615467"/>
                  </a:lnTo>
                  <a:lnTo>
                    <a:pt x="690854" y="615086"/>
                  </a:lnTo>
                  <a:lnTo>
                    <a:pt x="691489" y="614197"/>
                  </a:lnTo>
                  <a:close/>
                </a:path>
                <a:path w="1376680" h="1376680">
                  <a:moveTo>
                    <a:pt x="692023" y="616610"/>
                  </a:moveTo>
                  <a:lnTo>
                    <a:pt x="688962" y="618642"/>
                  </a:lnTo>
                  <a:lnTo>
                    <a:pt x="688835" y="619023"/>
                  </a:lnTo>
                  <a:lnTo>
                    <a:pt x="688721" y="619404"/>
                  </a:lnTo>
                  <a:lnTo>
                    <a:pt x="688619" y="619747"/>
                  </a:lnTo>
                  <a:lnTo>
                    <a:pt x="688517" y="620039"/>
                  </a:lnTo>
                  <a:lnTo>
                    <a:pt x="688403" y="620420"/>
                  </a:lnTo>
                  <a:lnTo>
                    <a:pt x="688289" y="620801"/>
                  </a:lnTo>
                  <a:lnTo>
                    <a:pt x="688174" y="621182"/>
                  </a:lnTo>
                  <a:lnTo>
                    <a:pt x="688086" y="621436"/>
                  </a:lnTo>
                  <a:lnTo>
                    <a:pt x="688009" y="621690"/>
                  </a:lnTo>
                  <a:lnTo>
                    <a:pt x="687933" y="621944"/>
                  </a:lnTo>
                  <a:lnTo>
                    <a:pt x="687819" y="623722"/>
                  </a:lnTo>
                  <a:lnTo>
                    <a:pt x="687692" y="624103"/>
                  </a:lnTo>
                  <a:lnTo>
                    <a:pt x="687654" y="624230"/>
                  </a:lnTo>
                  <a:lnTo>
                    <a:pt x="688708" y="624230"/>
                  </a:lnTo>
                  <a:lnTo>
                    <a:pt x="688809" y="623722"/>
                  </a:lnTo>
                  <a:lnTo>
                    <a:pt x="688936" y="623100"/>
                  </a:lnTo>
                  <a:lnTo>
                    <a:pt x="689038" y="622579"/>
                  </a:lnTo>
                  <a:lnTo>
                    <a:pt x="689114" y="622198"/>
                  </a:lnTo>
                  <a:lnTo>
                    <a:pt x="689216" y="621690"/>
                  </a:lnTo>
                  <a:lnTo>
                    <a:pt x="690257" y="621690"/>
                  </a:lnTo>
                  <a:lnTo>
                    <a:pt x="690460" y="621436"/>
                  </a:lnTo>
                  <a:lnTo>
                    <a:pt x="689317" y="621436"/>
                  </a:lnTo>
                  <a:lnTo>
                    <a:pt x="689381" y="621309"/>
                  </a:lnTo>
                  <a:lnTo>
                    <a:pt x="689457" y="621182"/>
                  </a:lnTo>
                  <a:lnTo>
                    <a:pt x="691845" y="616864"/>
                  </a:lnTo>
                  <a:lnTo>
                    <a:pt x="692023" y="616610"/>
                  </a:lnTo>
                  <a:close/>
                </a:path>
                <a:path w="1376680" h="1376680">
                  <a:moveTo>
                    <a:pt x="692023" y="614070"/>
                  </a:moveTo>
                  <a:lnTo>
                    <a:pt x="691578" y="614070"/>
                  </a:lnTo>
                  <a:lnTo>
                    <a:pt x="691489" y="614197"/>
                  </a:lnTo>
                  <a:lnTo>
                    <a:pt x="692023" y="614197"/>
                  </a:lnTo>
                  <a:lnTo>
                    <a:pt x="692023" y="614070"/>
                  </a:lnTo>
                  <a:close/>
                </a:path>
                <a:path w="1376680" h="1376680">
                  <a:moveTo>
                    <a:pt x="692416" y="0"/>
                  </a:moveTo>
                  <a:lnTo>
                    <a:pt x="680808" y="0"/>
                  </a:lnTo>
                  <a:lnTo>
                    <a:pt x="677062" y="152"/>
                  </a:lnTo>
                  <a:lnTo>
                    <a:pt x="677367" y="15100"/>
                  </a:lnTo>
                  <a:lnTo>
                    <a:pt x="680910" y="14973"/>
                  </a:lnTo>
                  <a:lnTo>
                    <a:pt x="692023" y="14973"/>
                  </a:lnTo>
                  <a:lnTo>
                    <a:pt x="692416" y="0"/>
                  </a:lnTo>
                  <a:close/>
                </a:path>
                <a:path w="1376680" h="1376680">
                  <a:moveTo>
                    <a:pt x="692645" y="624103"/>
                  </a:moveTo>
                  <a:lnTo>
                    <a:pt x="691527" y="624103"/>
                  </a:lnTo>
                  <a:lnTo>
                    <a:pt x="691591" y="623976"/>
                  </a:lnTo>
                  <a:lnTo>
                    <a:pt x="691692" y="623722"/>
                  </a:lnTo>
                  <a:lnTo>
                    <a:pt x="691781" y="623519"/>
                  </a:lnTo>
                  <a:lnTo>
                    <a:pt x="692556" y="621690"/>
                  </a:lnTo>
                  <a:lnTo>
                    <a:pt x="690257" y="621690"/>
                  </a:lnTo>
                  <a:lnTo>
                    <a:pt x="689305" y="622922"/>
                  </a:lnTo>
                  <a:lnTo>
                    <a:pt x="689216" y="623100"/>
                  </a:lnTo>
                  <a:lnTo>
                    <a:pt x="688708" y="624230"/>
                  </a:lnTo>
                  <a:lnTo>
                    <a:pt x="691476" y="624230"/>
                  </a:lnTo>
                  <a:lnTo>
                    <a:pt x="691426" y="624357"/>
                  </a:lnTo>
                  <a:lnTo>
                    <a:pt x="692492" y="624357"/>
                  </a:lnTo>
                  <a:lnTo>
                    <a:pt x="692569" y="624230"/>
                  </a:lnTo>
                  <a:lnTo>
                    <a:pt x="692645" y="624103"/>
                  </a:lnTo>
                  <a:close/>
                </a:path>
                <a:path w="1376680" h="1376680">
                  <a:moveTo>
                    <a:pt x="694118" y="621436"/>
                  </a:moveTo>
                  <a:lnTo>
                    <a:pt x="692658" y="621436"/>
                  </a:lnTo>
                  <a:lnTo>
                    <a:pt x="692556" y="621690"/>
                  </a:lnTo>
                  <a:lnTo>
                    <a:pt x="693991" y="621690"/>
                  </a:lnTo>
                  <a:lnTo>
                    <a:pt x="694118" y="621436"/>
                  </a:lnTo>
                  <a:close/>
                </a:path>
                <a:path w="1376680" h="1376680">
                  <a:moveTo>
                    <a:pt x="694690" y="624357"/>
                  </a:moveTo>
                  <a:lnTo>
                    <a:pt x="692492" y="624357"/>
                  </a:lnTo>
                  <a:lnTo>
                    <a:pt x="692416" y="624484"/>
                  </a:lnTo>
                  <a:lnTo>
                    <a:pt x="692340" y="624611"/>
                  </a:lnTo>
                  <a:lnTo>
                    <a:pt x="691515" y="626021"/>
                  </a:lnTo>
                  <a:lnTo>
                    <a:pt x="691489" y="625881"/>
                  </a:lnTo>
                  <a:lnTo>
                    <a:pt x="690422" y="625881"/>
                  </a:lnTo>
                  <a:lnTo>
                    <a:pt x="690219" y="626135"/>
                  </a:lnTo>
                  <a:lnTo>
                    <a:pt x="691451" y="626135"/>
                  </a:lnTo>
                  <a:lnTo>
                    <a:pt x="691578" y="626262"/>
                  </a:lnTo>
                  <a:lnTo>
                    <a:pt x="691667" y="626643"/>
                  </a:lnTo>
                  <a:lnTo>
                    <a:pt x="691616" y="626516"/>
                  </a:lnTo>
                  <a:lnTo>
                    <a:pt x="689902" y="626516"/>
                  </a:lnTo>
                  <a:lnTo>
                    <a:pt x="689698" y="626770"/>
                  </a:lnTo>
                  <a:lnTo>
                    <a:pt x="691705" y="626770"/>
                  </a:lnTo>
                  <a:lnTo>
                    <a:pt x="691794" y="626897"/>
                  </a:lnTo>
                  <a:lnTo>
                    <a:pt x="691908" y="627151"/>
                  </a:lnTo>
                  <a:lnTo>
                    <a:pt x="692023" y="627405"/>
                  </a:lnTo>
                  <a:lnTo>
                    <a:pt x="692137" y="627278"/>
                  </a:lnTo>
                  <a:lnTo>
                    <a:pt x="692251" y="627151"/>
                  </a:lnTo>
                  <a:lnTo>
                    <a:pt x="692353" y="627024"/>
                  </a:lnTo>
                  <a:lnTo>
                    <a:pt x="692467" y="626897"/>
                  </a:lnTo>
                  <a:lnTo>
                    <a:pt x="692581" y="626770"/>
                  </a:lnTo>
                  <a:lnTo>
                    <a:pt x="694690" y="624357"/>
                  </a:lnTo>
                  <a:close/>
                </a:path>
                <a:path w="1376680" h="1376680">
                  <a:moveTo>
                    <a:pt x="695883" y="614197"/>
                  </a:moveTo>
                  <a:lnTo>
                    <a:pt x="692023" y="614197"/>
                  </a:lnTo>
                  <a:lnTo>
                    <a:pt x="692137" y="616356"/>
                  </a:lnTo>
                  <a:lnTo>
                    <a:pt x="692213" y="616229"/>
                  </a:lnTo>
                  <a:lnTo>
                    <a:pt x="692289" y="616102"/>
                  </a:lnTo>
                  <a:lnTo>
                    <a:pt x="692645" y="615467"/>
                  </a:lnTo>
                  <a:lnTo>
                    <a:pt x="692861" y="615213"/>
                  </a:lnTo>
                  <a:lnTo>
                    <a:pt x="692746" y="616483"/>
                  </a:lnTo>
                  <a:lnTo>
                    <a:pt x="692658" y="617499"/>
                  </a:lnTo>
                  <a:lnTo>
                    <a:pt x="690651" y="621182"/>
                  </a:lnTo>
                  <a:lnTo>
                    <a:pt x="690549" y="621309"/>
                  </a:lnTo>
                  <a:lnTo>
                    <a:pt x="690460" y="621436"/>
                  </a:lnTo>
                  <a:lnTo>
                    <a:pt x="692658" y="621436"/>
                  </a:lnTo>
                  <a:lnTo>
                    <a:pt x="692759" y="621182"/>
                  </a:lnTo>
                  <a:lnTo>
                    <a:pt x="692873" y="620928"/>
                  </a:lnTo>
                  <a:lnTo>
                    <a:pt x="692924" y="620801"/>
                  </a:lnTo>
                  <a:lnTo>
                    <a:pt x="693039" y="620547"/>
                  </a:lnTo>
                  <a:lnTo>
                    <a:pt x="693089" y="620420"/>
                  </a:lnTo>
                  <a:lnTo>
                    <a:pt x="693191" y="620166"/>
                  </a:lnTo>
                  <a:lnTo>
                    <a:pt x="693242" y="620039"/>
                  </a:lnTo>
                  <a:lnTo>
                    <a:pt x="693369" y="619747"/>
                  </a:lnTo>
                  <a:lnTo>
                    <a:pt x="693674" y="619023"/>
                  </a:lnTo>
                  <a:lnTo>
                    <a:pt x="695477" y="615086"/>
                  </a:lnTo>
                  <a:lnTo>
                    <a:pt x="695883" y="614197"/>
                  </a:lnTo>
                  <a:close/>
                </a:path>
                <a:path w="1376680" h="1376680">
                  <a:moveTo>
                    <a:pt x="696290" y="614197"/>
                  </a:moveTo>
                  <a:lnTo>
                    <a:pt x="696277" y="614070"/>
                  </a:lnTo>
                  <a:lnTo>
                    <a:pt x="695947" y="614070"/>
                  </a:lnTo>
                  <a:lnTo>
                    <a:pt x="695883" y="614197"/>
                  </a:lnTo>
                  <a:lnTo>
                    <a:pt x="696290" y="614197"/>
                  </a:lnTo>
                  <a:close/>
                </a:path>
                <a:path w="1376680" h="1376680">
                  <a:moveTo>
                    <a:pt x="696874" y="624103"/>
                  </a:moveTo>
                  <a:lnTo>
                    <a:pt x="694918" y="624103"/>
                  </a:lnTo>
                  <a:lnTo>
                    <a:pt x="694804" y="624230"/>
                  </a:lnTo>
                  <a:lnTo>
                    <a:pt x="694690" y="624357"/>
                  </a:lnTo>
                  <a:lnTo>
                    <a:pt x="696683" y="624357"/>
                  </a:lnTo>
                  <a:lnTo>
                    <a:pt x="696785" y="624230"/>
                  </a:lnTo>
                  <a:lnTo>
                    <a:pt x="696874" y="624103"/>
                  </a:lnTo>
                  <a:close/>
                </a:path>
                <a:path w="1376680" h="1376680">
                  <a:moveTo>
                    <a:pt x="697217" y="621690"/>
                  </a:moveTo>
                  <a:lnTo>
                    <a:pt x="693991" y="621690"/>
                  </a:lnTo>
                  <a:lnTo>
                    <a:pt x="693254" y="623100"/>
                  </a:lnTo>
                  <a:lnTo>
                    <a:pt x="692645" y="624103"/>
                  </a:lnTo>
                  <a:lnTo>
                    <a:pt x="694918" y="624103"/>
                  </a:lnTo>
                  <a:lnTo>
                    <a:pt x="695020" y="623976"/>
                  </a:lnTo>
                  <a:lnTo>
                    <a:pt x="695807" y="623100"/>
                  </a:lnTo>
                  <a:lnTo>
                    <a:pt x="697217" y="621690"/>
                  </a:lnTo>
                  <a:close/>
                </a:path>
                <a:path w="1376680" h="1376680">
                  <a:moveTo>
                    <a:pt x="698792" y="621436"/>
                  </a:moveTo>
                  <a:lnTo>
                    <a:pt x="697471" y="621436"/>
                  </a:lnTo>
                  <a:lnTo>
                    <a:pt x="697217" y="621690"/>
                  </a:lnTo>
                  <a:lnTo>
                    <a:pt x="698601" y="621690"/>
                  </a:lnTo>
                  <a:lnTo>
                    <a:pt x="698792" y="621436"/>
                  </a:lnTo>
                  <a:close/>
                </a:path>
                <a:path w="1376680" h="1376680">
                  <a:moveTo>
                    <a:pt x="698957" y="624357"/>
                  </a:moveTo>
                  <a:lnTo>
                    <a:pt x="696683" y="624357"/>
                  </a:lnTo>
                  <a:lnTo>
                    <a:pt x="696595" y="624484"/>
                  </a:lnTo>
                  <a:lnTo>
                    <a:pt x="696506" y="624611"/>
                  </a:lnTo>
                  <a:lnTo>
                    <a:pt x="696226" y="624992"/>
                  </a:lnTo>
                  <a:lnTo>
                    <a:pt x="696315" y="625119"/>
                  </a:lnTo>
                  <a:lnTo>
                    <a:pt x="696391" y="625246"/>
                  </a:lnTo>
                  <a:lnTo>
                    <a:pt x="696468" y="625373"/>
                  </a:lnTo>
                  <a:lnTo>
                    <a:pt x="696556" y="625500"/>
                  </a:lnTo>
                  <a:lnTo>
                    <a:pt x="696633" y="625627"/>
                  </a:lnTo>
                  <a:lnTo>
                    <a:pt x="696709" y="625754"/>
                  </a:lnTo>
                  <a:lnTo>
                    <a:pt x="696785" y="625881"/>
                  </a:lnTo>
                  <a:lnTo>
                    <a:pt x="696950" y="626135"/>
                  </a:lnTo>
                  <a:lnTo>
                    <a:pt x="698957" y="624357"/>
                  </a:lnTo>
                  <a:close/>
                </a:path>
                <a:path w="1376680" h="1376680">
                  <a:moveTo>
                    <a:pt x="700544" y="621690"/>
                  </a:moveTo>
                  <a:lnTo>
                    <a:pt x="698601" y="621690"/>
                  </a:lnTo>
                  <a:lnTo>
                    <a:pt x="696874" y="624103"/>
                  </a:lnTo>
                  <a:lnTo>
                    <a:pt x="699249" y="624103"/>
                  </a:lnTo>
                  <a:lnTo>
                    <a:pt x="700379" y="623100"/>
                  </a:lnTo>
                  <a:lnTo>
                    <a:pt x="700544" y="622922"/>
                  </a:lnTo>
                  <a:lnTo>
                    <a:pt x="700544" y="621690"/>
                  </a:lnTo>
                  <a:close/>
                </a:path>
                <a:path w="1376680" h="1376680">
                  <a:moveTo>
                    <a:pt x="700544" y="621309"/>
                  </a:moveTo>
                  <a:lnTo>
                    <a:pt x="698881" y="621309"/>
                  </a:lnTo>
                  <a:lnTo>
                    <a:pt x="698792" y="621436"/>
                  </a:lnTo>
                  <a:lnTo>
                    <a:pt x="700544" y="621436"/>
                  </a:lnTo>
                  <a:lnTo>
                    <a:pt x="700544" y="621309"/>
                  </a:lnTo>
                  <a:close/>
                </a:path>
                <a:path w="1376680" h="1376680">
                  <a:moveTo>
                    <a:pt x="700684" y="624103"/>
                  </a:moveTo>
                  <a:lnTo>
                    <a:pt x="699249" y="624103"/>
                  </a:lnTo>
                  <a:lnTo>
                    <a:pt x="698957" y="624357"/>
                  </a:lnTo>
                  <a:lnTo>
                    <a:pt x="700493" y="624357"/>
                  </a:lnTo>
                  <a:lnTo>
                    <a:pt x="700544" y="624230"/>
                  </a:lnTo>
                  <a:lnTo>
                    <a:pt x="700684" y="624103"/>
                  </a:lnTo>
                  <a:close/>
                </a:path>
                <a:path w="1376680" h="1376680">
                  <a:moveTo>
                    <a:pt x="703275" y="617118"/>
                  </a:moveTo>
                  <a:lnTo>
                    <a:pt x="700989" y="617245"/>
                  </a:lnTo>
                  <a:lnTo>
                    <a:pt x="700887" y="617499"/>
                  </a:lnTo>
                  <a:lnTo>
                    <a:pt x="699998" y="619747"/>
                  </a:lnTo>
                  <a:lnTo>
                    <a:pt x="699884" y="619912"/>
                  </a:lnTo>
                  <a:lnTo>
                    <a:pt x="699795" y="620039"/>
                  </a:lnTo>
                  <a:lnTo>
                    <a:pt x="699706" y="620166"/>
                  </a:lnTo>
                  <a:lnTo>
                    <a:pt x="698969" y="621182"/>
                  </a:lnTo>
                  <a:lnTo>
                    <a:pt x="700544" y="621182"/>
                  </a:lnTo>
                  <a:lnTo>
                    <a:pt x="700620" y="620801"/>
                  </a:lnTo>
                  <a:lnTo>
                    <a:pt x="701827" y="618642"/>
                  </a:lnTo>
                  <a:lnTo>
                    <a:pt x="703275" y="617118"/>
                  </a:lnTo>
                  <a:close/>
                </a:path>
                <a:path w="1376680" h="1376680">
                  <a:moveTo>
                    <a:pt x="703376" y="621690"/>
                  </a:moveTo>
                  <a:lnTo>
                    <a:pt x="700684" y="624103"/>
                  </a:lnTo>
                  <a:lnTo>
                    <a:pt x="702106" y="624103"/>
                  </a:lnTo>
                  <a:lnTo>
                    <a:pt x="702170" y="623976"/>
                  </a:lnTo>
                  <a:lnTo>
                    <a:pt x="702284" y="623722"/>
                  </a:lnTo>
                  <a:lnTo>
                    <a:pt x="702386" y="623519"/>
                  </a:lnTo>
                  <a:lnTo>
                    <a:pt x="702678" y="622922"/>
                  </a:lnTo>
                  <a:lnTo>
                    <a:pt x="703300" y="621944"/>
                  </a:lnTo>
                  <a:lnTo>
                    <a:pt x="703376" y="621690"/>
                  </a:lnTo>
                  <a:close/>
                </a:path>
                <a:path w="1376680" h="1376680">
                  <a:moveTo>
                    <a:pt x="703783" y="621182"/>
                  </a:moveTo>
                  <a:lnTo>
                    <a:pt x="700544" y="621182"/>
                  </a:lnTo>
                  <a:lnTo>
                    <a:pt x="700544" y="621309"/>
                  </a:lnTo>
                  <a:lnTo>
                    <a:pt x="703694" y="621309"/>
                  </a:lnTo>
                  <a:lnTo>
                    <a:pt x="703783" y="621182"/>
                  </a:lnTo>
                  <a:close/>
                </a:path>
                <a:path w="1376680" h="1376680">
                  <a:moveTo>
                    <a:pt x="703935" y="621182"/>
                  </a:moveTo>
                  <a:lnTo>
                    <a:pt x="703859" y="621055"/>
                  </a:lnTo>
                  <a:lnTo>
                    <a:pt x="703783" y="621182"/>
                  </a:lnTo>
                  <a:lnTo>
                    <a:pt x="703935" y="621182"/>
                  </a:lnTo>
                  <a:close/>
                </a:path>
                <a:path w="1376680" h="1376680">
                  <a:moveTo>
                    <a:pt x="703948" y="616991"/>
                  </a:moveTo>
                  <a:lnTo>
                    <a:pt x="703402" y="616991"/>
                  </a:lnTo>
                  <a:lnTo>
                    <a:pt x="703275" y="617118"/>
                  </a:lnTo>
                  <a:lnTo>
                    <a:pt x="703884" y="617118"/>
                  </a:lnTo>
                  <a:lnTo>
                    <a:pt x="703948" y="616991"/>
                  </a:lnTo>
                  <a:close/>
                </a:path>
                <a:path w="1376680" h="1376680">
                  <a:moveTo>
                    <a:pt x="704418" y="624611"/>
                  </a:moveTo>
                  <a:lnTo>
                    <a:pt x="704303" y="624357"/>
                  </a:lnTo>
                  <a:lnTo>
                    <a:pt x="702551" y="625500"/>
                  </a:lnTo>
                  <a:lnTo>
                    <a:pt x="701179" y="626516"/>
                  </a:lnTo>
                  <a:lnTo>
                    <a:pt x="700951" y="626516"/>
                  </a:lnTo>
                  <a:lnTo>
                    <a:pt x="701014" y="626389"/>
                  </a:lnTo>
                  <a:lnTo>
                    <a:pt x="701141" y="626135"/>
                  </a:lnTo>
                  <a:lnTo>
                    <a:pt x="701255" y="625881"/>
                  </a:lnTo>
                  <a:lnTo>
                    <a:pt x="701319" y="625754"/>
                  </a:lnTo>
                  <a:lnTo>
                    <a:pt x="701433" y="625500"/>
                  </a:lnTo>
                  <a:lnTo>
                    <a:pt x="701560" y="625246"/>
                  </a:lnTo>
                  <a:lnTo>
                    <a:pt x="701687" y="624992"/>
                  </a:lnTo>
                  <a:lnTo>
                    <a:pt x="701979" y="624357"/>
                  </a:lnTo>
                  <a:lnTo>
                    <a:pt x="700493" y="624357"/>
                  </a:lnTo>
                  <a:lnTo>
                    <a:pt x="700379" y="624611"/>
                  </a:lnTo>
                  <a:lnTo>
                    <a:pt x="699604" y="626389"/>
                  </a:lnTo>
                  <a:lnTo>
                    <a:pt x="700900" y="626618"/>
                  </a:lnTo>
                  <a:lnTo>
                    <a:pt x="700836" y="626770"/>
                  </a:lnTo>
                  <a:lnTo>
                    <a:pt x="701027" y="626630"/>
                  </a:lnTo>
                  <a:lnTo>
                    <a:pt x="703376" y="627024"/>
                  </a:lnTo>
                  <a:lnTo>
                    <a:pt x="703478" y="626770"/>
                  </a:lnTo>
                  <a:lnTo>
                    <a:pt x="703592" y="626516"/>
                  </a:lnTo>
                  <a:lnTo>
                    <a:pt x="703643" y="626389"/>
                  </a:lnTo>
                  <a:lnTo>
                    <a:pt x="703757" y="626135"/>
                  </a:lnTo>
                  <a:lnTo>
                    <a:pt x="703872" y="625881"/>
                  </a:lnTo>
                  <a:lnTo>
                    <a:pt x="703922" y="625754"/>
                  </a:lnTo>
                  <a:lnTo>
                    <a:pt x="704037" y="625500"/>
                  </a:lnTo>
                  <a:lnTo>
                    <a:pt x="704138" y="625246"/>
                  </a:lnTo>
                  <a:lnTo>
                    <a:pt x="704253" y="624992"/>
                  </a:lnTo>
                  <a:lnTo>
                    <a:pt x="704418" y="624611"/>
                  </a:lnTo>
                  <a:close/>
                </a:path>
                <a:path w="1376680" h="1376680">
                  <a:moveTo>
                    <a:pt x="704430" y="624103"/>
                  </a:moveTo>
                  <a:lnTo>
                    <a:pt x="702106" y="624103"/>
                  </a:lnTo>
                  <a:lnTo>
                    <a:pt x="701979" y="624357"/>
                  </a:lnTo>
                  <a:lnTo>
                    <a:pt x="704303" y="624357"/>
                  </a:lnTo>
                  <a:lnTo>
                    <a:pt x="704430" y="624103"/>
                  </a:lnTo>
                  <a:close/>
                </a:path>
                <a:path w="1376680" h="1376680">
                  <a:moveTo>
                    <a:pt x="705345" y="622198"/>
                  </a:moveTo>
                  <a:lnTo>
                    <a:pt x="705218" y="622452"/>
                  </a:lnTo>
                  <a:lnTo>
                    <a:pt x="705154" y="622579"/>
                  </a:lnTo>
                  <a:lnTo>
                    <a:pt x="704430" y="624103"/>
                  </a:lnTo>
                  <a:lnTo>
                    <a:pt x="704634" y="624103"/>
                  </a:lnTo>
                  <a:lnTo>
                    <a:pt x="704684" y="623976"/>
                  </a:lnTo>
                  <a:lnTo>
                    <a:pt x="704799" y="623722"/>
                  </a:lnTo>
                  <a:lnTo>
                    <a:pt x="704888" y="623519"/>
                  </a:lnTo>
                  <a:lnTo>
                    <a:pt x="705294" y="622579"/>
                  </a:lnTo>
                  <a:lnTo>
                    <a:pt x="705345" y="622198"/>
                  </a:lnTo>
                  <a:close/>
                </a:path>
                <a:path w="1376680" h="1376680">
                  <a:moveTo>
                    <a:pt x="705535" y="617118"/>
                  </a:moveTo>
                  <a:lnTo>
                    <a:pt x="703884" y="617118"/>
                  </a:lnTo>
                  <a:lnTo>
                    <a:pt x="703834" y="617245"/>
                  </a:lnTo>
                  <a:lnTo>
                    <a:pt x="703707" y="617499"/>
                  </a:lnTo>
                  <a:lnTo>
                    <a:pt x="702983" y="619023"/>
                  </a:lnTo>
                  <a:lnTo>
                    <a:pt x="702932" y="619404"/>
                  </a:lnTo>
                  <a:lnTo>
                    <a:pt x="703795" y="620928"/>
                  </a:lnTo>
                  <a:lnTo>
                    <a:pt x="703935" y="620928"/>
                  </a:lnTo>
                  <a:lnTo>
                    <a:pt x="704011" y="620801"/>
                  </a:lnTo>
                  <a:lnTo>
                    <a:pt x="704900" y="619404"/>
                  </a:lnTo>
                  <a:lnTo>
                    <a:pt x="705002" y="619023"/>
                  </a:lnTo>
                  <a:lnTo>
                    <a:pt x="705116" y="618642"/>
                  </a:lnTo>
                  <a:lnTo>
                    <a:pt x="705218" y="618261"/>
                  </a:lnTo>
                  <a:lnTo>
                    <a:pt x="705319" y="617880"/>
                  </a:lnTo>
                  <a:lnTo>
                    <a:pt x="705434" y="617499"/>
                  </a:lnTo>
                  <a:lnTo>
                    <a:pt x="705535" y="617118"/>
                  </a:lnTo>
                  <a:close/>
                </a:path>
                <a:path w="1376680" h="1376680">
                  <a:moveTo>
                    <a:pt x="705713" y="621436"/>
                  </a:moveTo>
                  <a:lnTo>
                    <a:pt x="703656" y="621436"/>
                  </a:lnTo>
                  <a:lnTo>
                    <a:pt x="700544" y="621436"/>
                  </a:lnTo>
                  <a:lnTo>
                    <a:pt x="700544" y="621690"/>
                  </a:lnTo>
                  <a:lnTo>
                    <a:pt x="703376" y="621690"/>
                  </a:lnTo>
                  <a:lnTo>
                    <a:pt x="705586" y="621690"/>
                  </a:lnTo>
                  <a:lnTo>
                    <a:pt x="705713" y="621436"/>
                  </a:lnTo>
                  <a:close/>
                </a:path>
                <a:path w="1376680" h="1376680">
                  <a:moveTo>
                    <a:pt x="705827" y="621182"/>
                  </a:moveTo>
                  <a:lnTo>
                    <a:pt x="703935" y="621182"/>
                  </a:lnTo>
                  <a:lnTo>
                    <a:pt x="703795" y="621309"/>
                  </a:lnTo>
                  <a:lnTo>
                    <a:pt x="705777" y="621309"/>
                  </a:lnTo>
                  <a:lnTo>
                    <a:pt x="705827" y="621182"/>
                  </a:lnTo>
                  <a:close/>
                </a:path>
                <a:path w="1376680" h="1376680">
                  <a:moveTo>
                    <a:pt x="706043" y="624230"/>
                  </a:moveTo>
                  <a:lnTo>
                    <a:pt x="704583" y="624230"/>
                  </a:lnTo>
                  <a:lnTo>
                    <a:pt x="704519" y="624357"/>
                  </a:lnTo>
                  <a:lnTo>
                    <a:pt x="705993" y="624357"/>
                  </a:lnTo>
                  <a:lnTo>
                    <a:pt x="706043" y="624230"/>
                  </a:lnTo>
                  <a:close/>
                </a:path>
                <a:path w="1376680" h="1376680">
                  <a:moveTo>
                    <a:pt x="706767" y="620928"/>
                  </a:moveTo>
                  <a:lnTo>
                    <a:pt x="706742" y="620801"/>
                  </a:lnTo>
                  <a:lnTo>
                    <a:pt x="706069" y="620801"/>
                  </a:lnTo>
                  <a:lnTo>
                    <a:pt x="706005" y="620928"/>
                  </a:lnTo>
                  <a:lnTo>
                    <a:pt x="706767" y="620928"/>
                  </a:lnTo>
                  <a:close/>
                </a:path>
                <a:path w="1376680" h="1376680">
                  <a:moveTo>
                    <a:pt x="706843" y="621309"/>
                  </a:moveTo>
                  <a:lnTo>
                    <a:pt x="706818" y="621182"/>
                  </a:lnTo>
                  <a:lnTo>
                    <a:pt x="705904" y="621182"/>
                  </a:lnTo>
                  <a:lnTo>
                    <a:pt x="705840" y="621309"/>
                  </a:lnTo>
                  <a:lnTo>
                    <a:pt x="706843" y="621309"/>
                  </a:lnTo>
                  <a:close/>
                </a:path>
                <a:path w="1376680" h="1376680">
                  <a:moveTo>
                    <a:pt x="710158" y="1375943"/>
                  </a:moveTo>
                  <a:lnTo>
                    <a:pt x="709853" y="1361109"/>
                  </a:lnTo>
                  <a:lnTo>
                    <a:pt x="706120" y="1361109"/>
                  </a:lnTo>
                  <a:lnTo>
                    <a:pt x="699922" y="1361351"/>
                  </a:lnTo>
                  <a:lnTo>
                    <a:pt x="695045" y="1361351"/>
                  </a:lnTo>
                  <a:lnTo>
                    <a:pt x="695198" y="1376375"/>
                  </a:lnTo>
                  <a:lnTo>
                    <a:pt x="700303" y="1376375"/>
                  </a:lnTo>
                  <a:lnTo>
                    <a:pt x="705307" y="1376095"/>
                  </a:lnTo>
                  <a:lnTo>
                    <a:pt x="710158" y="1375943"/>
                  </a:lnTo>
                  <a:close/>
                </a:path>
                <a:path w="1376680" h="1376680">
                  <a:moveTo>
                    <a:pt x="721258" y="626135"/>
                  </a:moveTo>
                  <a:lnTo>
                    <a:pt x="705523" y="626135"/>
                  </a:lnTo>
                  <a:lnTo>
                    <a:pt x="705637" y="626389"/>
                  </a:lnTo>
                  <a:lnTo>
                    <a:pt x="705700" y="626516"/>
                  </a:lnTo>
                  <a:lnTo>
                    <a:pt x="705827" y="626770"/>
                  </a:lnTo>
                  <a:lnTo>
                    <a:pt x="705942" y="627024"/>
                  </a:lnTo>
                  <a:lnTo>
                    <a:pt x="706069" y="627278"/>
                  </a:lnTo>
                  <a:lnTo>
                    <a:pt x="706120" y="627405"/>
                  </a:lnTo>
                  <a:lnTo>
                    <a:pt x="708875" y="628040"/>
                  </a:lnTo>
                  <a:lnTo>
                    <a:pt x="713079" y="630326"/>
                  </a:lnTo>
                  <a:lnTo>
                    <a:pt x="715772" y="630326"/>
                  </a:lnTo>
                  <a:lnTo>
                    <a:pt x="719086" y="626262"/>
                  </a:lnTo>
                  <a:lnTo>
                    <a:pt x="719213" y="626516"/>
                  </a:lnTo>
                  <a:lnTo>
                    <a:pt x="719328" y="626770"/>
                  </a:lnTo>
                  <a:lnTo>
                    <a:pt x="719442" y="627024"/>
                  </a:lnTo>
                  <a:lnTo>
                    <a:pt x="719569" y="627278"/>
                  </a:lnTo>
                  <a:lnTo>
                    <a:pt x="719620" y="627405"/>
                  </a:lnTo>
                  <a:lnTo>
                    <a:pt x="719747" y="627659"/>
                  </a:lnTo>
                  <a:lnTo>
                    <a:pt x="721131" y="626262"/>
                  </a:lnTo>
                  <a:lnTo>
                    <a:pt x="721258" y="626135"/>
                  </a:lnTo>
                  <a:close/>
                </a:path>
                <a:path w="1376680" h="1376680">
                  <a:moveTo>
                    <a:pt x="721347" y="625881"/>
                  </a:moveTo>
                  <a:lnTo>
                    <a:pt x="721271" y="625500"/>
                  </a:lnTo>
                  <a:lnTo>
                    <a:pt x="721156" y="624992"/>
                  </a:lnTo>
                  <a:lnTo>
                    <a:pt x="721042" y="624357"/>
                  </a:lnTo>
                  <a:lnTo>
                    <a:pt x="705993" y="624357"/>
                  </a:lnTo>
                  <a:lnTo>
                    <a:pt x="705916" y="624611"/>
                  </a:lnTo>
                  <a:lnTo>
                    <a:pt x="705789" y="624992"/>
                  </a:lnTo>
                  <a:lnTo>
                    <a:pt x="705662" y="625373"/>
                  </a:lnTo>
                  <a:lnTo>
                    <a:pt x="705548" y="625754"/>
                  </a:lnTo>
                  <a:lnTo>
                    <a:pt x="705510" y="625881"/>
                  </a:lnTo>
                  <a:lnTo>
                    <a:pt x="721347" y="625881"/>
                  </a:lnTo>
                  <a:close/>
                </a:path>
                <a:path w="1376680" h="1376680">
                  <a:moveTo>
                    <a:pt x="721410" y="626135"/>
                  </a:moveTo>
                  <a:lnTo>
                    <a:pt x="721372" y="626008"/>
                  </a:lnTo>
                  <a:lnTo>
                    <a:pt x="721258" y="626135"/>
                  </a:lnTo>
                  <a:lnTo>
                    <a:pt x="721410" y="626135"/>
                  </a:lnTo>
                  <a:close/>
                </a:path>
                <a:path w="1376680" h="1376680">
                  <a:moveTo>
                    <a:pt x="722515" y="876"/>
                  </a:moveTo>
                  <a:lnTo>
                    <a:pt x="712355" y="495"/>
                  </a:lnTo>
                  <a:lnTo>
                    <a:pt x="707415" y="215"/>
                  </a:lnTo>
                  <a:lnTo>
                    <a:pt x="707390" y="876"/>
                  </a:lnTo>
                  <a:lnTo>
                    <a:pt x="706970" y="15278"/>
                  </a:lnTo>
                  <a:lnTo>
                    <a:pt x="710222" y="15278"/>
                  </a:lnTo>
                  <a:lnTo>
                    <a:pt x="721702" y="15798"/>
                  </a:lnTo>
                  <a:lnTo>
                    <a:pt x="721728" y="15278"/>
                  </a:lnTo>
                  <a:lnTo>
                    <a:pt x="722515" y="876"/>
                  </a:lnTo>
                  <a:close/>
                </a:path>
                <a:path w="1376680" h="1376680">
                  <a:moveTo>
                    <a:pt x="722960" y="624230"/>
                  </a:moveTo>
                  <a:lnTo>
                    <a:pt x="721029" y="624230"/>
                  </a:lnTo>
                  <a:lnTo>
                    <a:pt x="721042" y="624357"/>
                  </a:lnTo>
                  <a:lnTo>
                    <a:pt x="722909" y="624357"/>
                  </a:lnTo>
                  <a:lnTo>
                    <a:pt x="722960" y="624230"/>
                  </a:lnTo>
                  <a:close/>
                </a:path>
                <a:path w="1376680" h="1376680">
                  <a:moveTo>
                    <a:pt x="723353" y="621182"/>
                  </a:moveTo>
                  <a:lnTo>
                    <a:pt x="723277" y="620928"/>
                  </a:lnTo>
                  <a:lnTo>
                    <a:pt x="706767" y="620928"/>
                  </a:lnTo>
                  <a:lnTo>
                    <a:pt x="706818" y="621182"/>
                  </a:lnTo>
                  <a:lnTo>
                    <a:pt x="723353" y="621182"/>
                  </a:lnTo>
                  <a:close/>
                </a:path>
                <a:path w="1376680" h="1376680">
                  <a:moveTo>
                    <a:pt x="723823" y="622579"/>
                  </a:moveTo>
                  <a:lnTo>
                    <a:pt x="723696" y="622198"/>
                  </a:lnTo>
                  <a:lnTo>
                    <a:pt x="723607" y="621944"/>
                  </a:lnTo>
                  <a:lnTo>
                    <a:pt x="723531" y="621690"/>
                  </a:lnTo>
                  <a:lnTo>
                    <a:pt x="723404" y="621309"/>
                  </a:lnTo>
                  <a:lnTo>
                    <a:pt x="706843" y="621309"/>
                  </a:lnTo>
                  <a:lnTo>
                    <a:pt x="706831" y="621436"/>
                  </a:lnTo>
                  <a:lnTo>
                    <a:pt x="705789" y="621436"/>
                  </a:lnTo>
                  <a:lnTo>
                    <a:pt x="705675" y="621690"/>
                  </a:lnTo>
                  <a:lnTo>
                    <a:pt x="706805" y="621690"/>
                  </a:lnTo>
                  <a:lnTo>
                    <a:pt x="706780" y="621944"/>
                  </a:lnTo>
                  <a:lnTo>
                    <a:pt x="706691" y="622198"/>
                  </a:lnTo>
                  <a:lnTo>
                    <a:pt x="706577" y="622579"/>
                  </a:lnTo>
                  <a:lnTo>
                    <a:pt x="706462" y="622922"/>
                  </a:lnTo>
                  <a:lnTo>
                    <a:pt x="706399" y="623100"/>
                  </a:lnTo>
                  <a:lnTo>
                    <a:pt x="706043" y="624230"/>
                  </a:lnTo>
                  <a:lnTo>
                    <a:pt x="721029" y="624230"/>
                  </a:lnTo>
                  <a:lnTo>
                    <a:pt x="720928" y="623722"/>
                  </a:lnTo>
                  <a:lnTo>
                    <a:pt x="723379" y="623100"/>
                  </a:lnTo>
                  <a:lnTo>
                    <a:pt x="723442" y="622922"/>
                  </a:lnTo>
                  <a:lnTo>
                    <a:pt x="723569" y="622579"/>
                  </a:lnTo>
                  <a:lnTo>
                    <a:pt x="723823" y="622579"/>
                  </a:lnTo>
                  <a:close/>
                </a:path>
                <a:path w="1376680" h="1376680">
                  <a:moveTo>
                    <a:pt x="724992" y="624357"/>
                  </a:moveTo>
                  <a:lnTo>
                    <a:pt x="722909" y="624357"/>
                  </a:lnTo>
                  <a:lnTo>
                    <a:pt x="722820" y="624611"/>
                  </a:lnTo>
                  <a:lnTo>
                    <a:pt x="722680" y="624992"/>
                  </a:lnTo>
                  <a:lnTo>
                    <a:pt x="722630" y="627151"/>
                  </a:lnTo>
                  <a:lnTo>
                    <a:pt x="724420" y="626516"/>
                  </a:lnTo>
                  <a:lnTo>
                    <a:pt x="724522" y="626135"/>
                  </a:lnTo>
                  <a:lnTo>
                    <a:pt x="724623" y="625754"/>
                  </a:lnTo>
                  <a:lnTo>
                    <a:pt x="724725" y="625373"/>
                  </a:lnTo>
                  <a:lnTo>
                    <a:pt x="724827" y="624992"/>
                  </a:lnTo>
                  <a:lnTo>
                    <a:pt x="724928" y="624611"/>
                  </a:lnTo>
                  <a:lnTo>
                    <a:pt x="724992" y="624357"/>
                  </a:lnTo>
                  <a:close/>
                </a:path>
                <a:path w="1376680" h="1376680">
                  <a:moveTo>
                    <a:pt x="725335" y="623100"/>
                  </a:moveTo>
                  <a:lnTo>
                    <a:pt x="724916" y="623100"/>
                  </a:lnTo>
                  <a:lnTo>
                    <a:pt x="724344" y="622922"/>
                  </a:lnTo>
                  <a:lnTo>
                    <a:pt x="723861" y="622719"/>
                  </a:lnTo>
                  <a:lnTo>
                    <a:pt x="723938" y="622922"/>
                  </a:lnTo>
                  <a:lnTo>
                    <a:pt x="724090" y="622922"/>
                  </a:lnTo>
                  <a:lnTo>
                    <a:pt x="723379" y="623100"/>
                  </a:lnTo>
                  <a:lnTo>
                    <a:pt x="722960" y="624230"/>
                  </a:lnTo>
                  <a:lnTo>
                    <a:pt x="725030" y="624230"/>
                  </a:lnTo>
                  <a:lnTo>
                    <a:pt x="725093" y="623976"/>
                  </a:lnTo>
                  <a:lnTo>
                    <a:pt x="725220" y="623519"/>
                  </a:lnTo>
                  <a:lnTo>
                    <a:pt x="725335" y="623100"/>
                  </a:lnTo>
                  <a:close/>
                </a:path>
                <a:path w="1376680" h="1376680">
                  <a:moveTo>
                    <a:pt x="725487" y="621182"/>
                  </a:moveTo>
                  <a:lnTo>
                    <a:pt x="723353" y="621182"/>
                  </a:lnTo>
                  <a:lnTo>
                    <a:pt x="723404" y="621309"/>
                  </a:lnTo>
                  <a:lnTo>
                    <a:pt x="725474" y="621309"/>
                  </a:lnTo>
                  <a:lnTo>
                    <a:pt x="725487" y="621182"/>
                  </a:lnTo>
                  <a:close/>
                </a:path>
                <a:path w="1376680" h="1376680">
                  <a:moveTo>
                    <a:pt x="725525" y="620801"/>
                  </a:moveTo>
                  <a:lnTo>
                    <a:pt x="723239" y="620801"/>
                  </a:lnTo>
                  <a:lnTo>
                    <a:pt x="723277" y="620928"/>
                  </a:lnTo>
                  <a:lnTo>
                    <a:pt x="725512" y="620928"/>
                  </a:lnTo>
                  <a:lnTo>
                    <a:pt x="725525" y="620801"/>
                  </a:lnTo>
                  <a:close/>
                </a:path>
                <a:path w="1376680" h="1376680">
                  <a:moveTo>
                    <a:pt x="725741" y="615467"/>
                  </a:moveTo>
                  <a:lnTo>
                    <a:pt x="725055" y="615467"/>
                  </a:lnTo>
                  <a:lnTo>
                    <a:pt x="725182" y="615086"/>
                  </a:lnTo>
                  <a:lnTo>
                    <a:pt x="725297" y="614705"/>
                  </a:lnTo>
                  <a:lnTo>
                    <a:pt x="725411" y="614362"/>
                  </a:lnTo>
                  <a:lnTo>
                    <a:pt x="725462" y="614197"/>
                  </a:lnTo>
                  <a:lnTo>
                    <a:pt x="696290" y="614197"/>
                  </a:lnTo>
                  <a:lnTo>
                    <a:pt x="696175" y="617118"/>
                  </a:lnTo>
                  <a:lnTo>
                    <a:pt x="696125" y="617245"/>
                  </a:lnTo>
                  <a:lnTo>
                    <a:pt x="696010" y="617499"/>
                  </a:lnTo>
                  <a:lnTo>
                    <a:pt x="695198" y="619404"/>
                  </a:lnTo>
                  <a:lnTo>
                    <a:pt x="694753" y="620166"/>
                  </a:lnTo>
                  <a:lnTo>
                    <a:pt x="694626" y="620420"/>
                  </a:lnTo>
                  <a:lnTo>
                    <a:pt x="694563" y="620547"/>
                  </a:lnTo>
                  <a:lnTo>
                    <a:pt x="694448" y="620801"/>
                  </a:lnTo>
                  <a:lnTo>
                    <a:pt x="694385" y="620928"/>
                  </a:lnTo>
                  <a:lnTo>
                    <a:pt x="694118" y="621436"/>
                  </a:lnTo>
                  <a:lnTo>
                    <a:pt x="697471" y="621436"/>
                  </a:lnTo>
                  <a:lnTo>
                    <a:pt x="697598" y="621309"/>
                  </a:lnTo>
                  <a:lnTo>
                    <a:pt x="697725" y="621182"/>
                  </a:lnTo>
                  <a:lnTo>
                    <a:pt x="698360" y="620547"/>
                  </a:lnTo>
                  <a:lnTo>
                    <a:pt x="698322" y="620166"/>
                  </a:lnTo>
                  <a:lnTo>
                    <a:pt x="698207" y="619023"/>
                  </a:lnTo>
                  <a:lnTo>
                    <a:pt x="701040" y="616610"/>
                  </a:lnTo>
                  <a:lnTo>
                    <a:pt x="701179" y="616546"/>
                  </a:lnTo>
                  <a:lnTo>
                    <a:pt x="701090" y="616991"/>
                  </a:lnTo>
                  <a:lnTo>
                    <a:pt x="703402" y="616991"/>
                  </a:lnTo>
                  <a:lnTo>
                    <a:pt x="703516" y="616864"/>
                  </a:lnTo>
                  <a:lnTo>
                    <a:pt x="703999" y="616356"/>
                  </a:lnTo>
                  <a:lnTo>
                    <a:pt x="704126" y="616229"/>
                  </a:lnTo>
                  <a:lnTo>
                    <a:pt x="704126" y="616610"/>
                  </a:lnTo>
                  <a:lnTo>
                    <a:pt x="704011" y="616864"/>
                  </a:lnTo>
                  <a:lnTo>
                    <a:pt x="703948" y="616991"/>
                  </a:lnTo>
                  <a:lnTo>
                    <a:pt x="705573" y="616991"/>
                  </a:lnTo>
                  <a:lnTo>
                    <a:pt x="705675" y="616610"/>
                  </a:lnTo>
                  <a:lnTo>
                    <a:pt x="705789" y="616229"/>
                  </a:lnTo>
                  <a:lnTo>
                    <a:pt x="705866" y="616610"/>
                  </a:lnTo>
                  <a:lnTo>
                    <a:pt x="705942" y="616991"/>
                  </a:lnTo>
                  <a:lnTo>
                    <a:pt x="705535" y="617118"/>
                  </a:lnTo>
                  <a:lnTo>
                    <a:pt x="705967" y="617118"/>
                  </a:lnTo>
                  <a:lnTo>
                    <a:pt x="706056" y="617499"/>
                  </a:lnTo>
                  <a:lnTo>
                    <a:pt x="706158" y="618007"/>
                  </a:lnTo>
                  <a:lnTo>
                    <a:pt x="706234" y="618388"/>
                  </a:lnTo>
                  <a:lnTo>
                    <a:pt x="706285" y="618642"/>
                  </a:lnTo>
                  <a:lnTo>
                    <a:pt x="706374" y="619023"/>
                  </a:lnTo>
                  <a:lnTo>
                    <a:pt x="706450" y="619912"/>
                  </a:lnTo>
                  <a:lnTo>
                    <a:pt x="706589" y="620039"/>
                  </a:lnTo>
                  <a:lnTo>
                    <a:pt x="706691" y="620547"/>
                  </a:lnTo>
                  <a:lnTo>
                    <a:pt x="706742" y="620801"/>
                  </a:lnTo>
                  <a:lnTo>
                    <a:pt x="723239" y="620801"/>
                  </a:lnTo>
                  <a:lnTo>
                    <a:pt x="723341" y="619912"/>
                  </a:lnTo>
                  <a:lnTo>
                    <a:pt x="723404" y="619747"/>
                  </a:lnTo>
                  <a:lnTo>
                    <a:pt x="724420" y="617499"/>
                  </a:lnTo>
                  <a:lnTo>
                    <a:pt x="724496" y="617245"/>
                  </a:lnTo>
                  <a:lnTo>
                    <a:pt x="724585" y="616991"/>
                  </a:lnTo>
                  <a:lnTo>
                    <a:pt x="724700" y="616610"/>
                  </a:lnTo>
                  <a:lnTo>
                    <a:pt x="724814" y="616229"/>
                  </a:lnTo>
                  <a:lnTo>
                    <a:pt x="724941" y="615848"/>
                  </a:lnTo>
                  <a:lnTo>
                    <a:pt x="725017" y="615594"/>
                  </a:lnTo>
                  <a:lnTo>
                    <a:pt x="725741" y="615594"/>
                  </a:lnTo>
                  <a:lnTo>
                    <a:pt x="725741" y="615467"/>
                  </a:lnTo>
                  <a:close/>
                </a:path>
                <a:path w="1376680" h="1376680">
                  <a:moveTo>
                    <a:pt x="725843" y="621309"/>
                  </a:moveTo>
                  <a:lnTo>
                    <a:pt x="725474" y="621309"/>
                  </a:lnTo>
                  <a:lnTo>
                    <a:pt x="725474" y="622579"/>
                  </a:lnTo>
                  <a:lnTo>
                    <a:pt x="725576" y="622198"/>
                  </a:lnTo>
                  <a:lnTo>
                    <a:pt x="725639" y="621944"/>
                  </a:lnTo>
                  <a:lnTo>
                    <a:pt x="725728" y="621690"/>
                  </a:lnTo>
                  <a:lnTo>
                    <a:pt x="725843" y="621309"/>
                  </a:lnTo>
                  <a:close/>
                </a:path>
                <a:path w="1376680" h="1376680">
                  <a:moveTo>
                    <a:pt x="725970" y="620928"/>
                  </a:moveTo>
                  <a:lnTo>
                    <a:pt x="725512" y="620928"/>
                  </a:lnTo>
                  <a:lnTo>
                    <a:pt x="725487" y="621182"/>
                  </a:lnTo>
                  <a:lnTo>
                    <a:pt x="725881" y="621182"/>
                  </a:lnTo>
                  <a:lnTo>
                    <a:pt x="725970" y="620928"/>
                  </a:lnTo>
                  <a:close/>
                </a:path>
                <a:path w="1376680" h="1376680">
                  <a:moveTo>
                    <a:pt x="727227" y="624611"/>
                  </a:moveTo>
                  <a:lnTo>
                    <a:pt x="727214" y="624357"/>
                  </a:lnTo>
                  <a:lnTo>
                    <a:pt x="727138" y="624484"/>
                  </a:lnTo>
                  <a:lnTo>
                    <a:pt x="727049" y="624611"/>
                  </a:lnTo>
                  <a:lnTo>
                    <a:pt x="726884" y="624992"/>
                  </a:lnTo>
                  <a:lnTo>
                    <a:pt x="726948" y="625119"/>
                  </a:lnTo>
                  <a:lnTo>
                    <a:pt x="727024" y="624992"/>
                  </a:lnTo>
                  <a:lnTo>
                    <a:pt x="727227" y="624611"/>
                  </a:lnTo>
                  <a:close/>
                </a:path>
                <a:path w="1376680" h="1376680">
                  <a:moveTo>
                    <a:pt x="727290" y="624230"/>
                  </a:moveTo>
                  <a:lnTo>
                    <a:pt x="725030" y="624230"/>
                  </a:lnTo>
                  <a:lnTo>
                    <a:pt x="724992" y="624357"/>
                  </a:lnTo>
                  <a:lnTo>
                    <a:pt x="727214" y="624357"/>
                  </a:lnTo>
                  <a:lnTo>
                    <a:pt x="727290" y="624230"/>
                  </a:lnTo>
                  <a:close/>
                </a:path>
                <a:path w="1376680" h="1376680">
                  <a:moveTo>
                    <a:pt x="728446" y="621182"/>
                  </a:moveTo>
                  <a:lnTo>
                    <a:pt x="725881" y="621182"/>
                  </a:lnTo>
                  <a:lnTo>
                    <a:pt x="725843" y="621309"/>
                  </a:lnTo>
                  <a:lnTo>
                    <a:pt x="728433" y="621309"/>
                  </a:lnTo>
                  <a:lnTo>
                    <a:pt x="728446" y="621182"/>
                  </a:lnTo>
                  <a:close/>
                </a:path>
                <a:path w="1376680" h="1376680">
                  <a:moveTo>
                    <a:pt x="728484" y="620801"/>
                  </a:moveTo>
                  <a:lnTo>
                    <a:pt x="726008" y="620801"/>
                  </a:lnTo>
                  <a:lnTo>
                    <a:pt x="725970" y="620928"/>
                  </a:lnTo>
                  <a:lnTo>
                    <a:pt x="728472" y="620928"/>
                  </a:lnTo>
                  <a:lnTo>
                    <a:pt x="728484" y="620801"/>
                  </a:lnTo>
                  <a:close/>
                </a:path>
                <a:path w="1376680" h="1376680">
                  <a:moveTo>
                    <a:pt x="728840" y="615594"/>
                  </a:moveTo>
                  <a:lnTo>
                    <a:pt x="725741" y="615594"/>
                  </a:lnTo>
                  <a:lnTo>
                    <a:pt x="724420" y="617499"/>
                  </a:lnTo>
                  <a:lnTo>
                    <a:pt x="725741" y="618642"/>
                  </a:lnTo>
                  <a:lnTo>
                    <a:pt x="725614" y="619912"/>
                  </a:lnTo>
                  <a:lnTo>
                    <a:pt x="725525" y="620801"/>
                  </a:lnTo>
                  <a:lnTo>
                    <a:pt x="726008" y="620801"/>
                  </a:lnTo>
                  <a:lnTo>
                    <a:pt x="726135" y="620420"/>
                  </a:lnTo>
                  <a:lnTo>
                    <a:pt x="726249" y="620039"/>
                  </a:lnTo>
                  <a:lnTo>
                    <a:pt x="726351" y="619747"/>
                  </a:lnTo>
                  <a:lnTo>
                    <a:pt x="728840" y="615594"/>
                  </a:lnTo>
                  <a:close/>
                </a:path>
                <a:path w="1376680" h="1376680">
                  <a:moveTo>
                    <a:pt x="729195" y="621309"/>
                  </a:moveTo>
                  <a:lnTo>
                    <a:pt x="728433" y="621309"/>
                  </a:lnTo>
                  <a:lnTo>
                    <a:pt x="728446" y="622452"/>
                  </a:lnTo>
                  <a:lnTo>
                    <a:pt x="729195" y="621309"/>
                  </a:lnTo>
                  <a:close/>
                </a:path>
                <a:path w="1376680" h="1376680">
                  <a:moveTo>
                    <a:pt x="729437" y="620928"/>
                  </a:moveTo>
                  <a:lnTo>
                    <a:pt x="728472" y="620928"/>
                  </a:lnTo>
                  <a:lnTo>
                    <a:pt x="728446" y="621182"/>
                  </a:lnTo>
                  <a:lnTo>
                    <a:pt x="729272" y="621182"/>
                  </a:lnTo>
                  <a:lnTo>
                    <a:pt x="729437" y="620928"/>
                  </a:lnTo>
                  <a:close/>
                </a:path>
                <a:path w="1376680" h="1376680">
                  <a:moveTo>
                    <a:pt x="731316" y="624230"/>
                  </a:moveTo>
                  <a:lnTo>
                    <a:pt x="727430" y="624230"/>
                  </a:lnTo>
                  <a:lnTo>
                    <a:pt x="727367" y="624357"/>
                  </a:lnTo>
                  <a:lnTo>
                    <a:pt x="731164" y="624357"/>
                  </a:lnTo>
                  <a:lnTo>
                    <a:pt x="731316" y="624230"/>
                  </a:lnTo>
                  <a:close/>
                </a:path>
                <a:path w="1376680" h="1376680">
                  <a:moveTo>
                    <a:pt x="732624" y="624357"/>
                  </a:moveTo>
                  <a:lnTo>
                    <a:pt x="731164" y="624357"/>
                  </a:lnTo>
                  <a:lnTo>
                    <a:pt x="729767" y="625500"/>
                  </a:lnTo>
                  <a:lnTo>
                    <a:pt x="729767" y="625754"/>
                  </a:lnTo>
                  <a:lnTo>
                    <a:pt x="732307" y="625373"/>
                  </a:lnTo>
                  <a:lnTo>
                    <a:pt x="732421" y="624992"/>
                  </a:lnTo>
                  <a:lnTo>
                    <a:pt x="732548" y="624611"/>
                  </a:lnTo>
                  <a:lnTo>
                    <a:pt x="732624" y="624357"/>
                  </a:lnTo>
                  <a:close/>
                </a:path>
                <a:path w="1376680" h="1376680">
                  <a:moveTo>
                    <a:pt x="733399" y="621309"/>
                  </a:moveTo>
                  <a:lnTo>
                    <a:pt x="733348" y="621436"/>
                  </a:lnTo>
                  <a:lnTo>
                    <a:pt x="733221" y="621690"/>
                  </a:lnTo>
                  <a:lnTo>
                    <a:pt x="733107" y="621944"/>
                  </a:lnTo>
                  <a:lnTo>
                    <a:pt x="732993" y="622198"/>
                  </a:lnTo>
                  <a:lnTo>
                    <a:pt x="732866" y="622452"/>
                  </a:lnTo>
                  <a:lnTo>
                    <a:pt x="732815" y="622579"/>
                  </a:lnTo>
                  <a:lnTo>
                    <a:pt x="732548" y="622922"/>
                  </a:lnTo>
                  <a:lnTo>
                    <a:pt x="731316" y="624230"/>
                  </a:lnTo>
                  <a:lnTo>
                    <a:pt x="732663" y="624230"/>
                  </a:lnTo>
                  <a:lnTo>
                    <a:pt x="732701" y="624103"/>
                  </a:lnTo>
                  <a:lnTo>
                    <a:pt x="732815" y="623722"/>
                  </a:lnTo>
                  <a:lnTo>
                    <a:pt x="732878" y="623519"/>
                  </a:lnTo>
                  <a:lnTo>
                    <a:pt x="733285" y="622198"/>
                  </a:lnTo>
                  <a:lnTo>
                    <a:pt x="733399" y="621309"/>
                  </a:lnTo>
                  <a:close/>
                </a:path>
                <a:path w="1376680" h="1376680">
                  <a:moveTo>
                    <a:pt x="733463" y="621182"/>
                  </a:moveTo>
                  <a:lnTo>
                    <a:pt x="729272" y="621182"/>
                  </a:lnTo>
                  <a:lnTo>
                    <a:pt x="729195" y="621309"/>
                  </a:lnTo>
                  <a:lnTo>
                    <a:pt x="733399" y="621309"/>
                  </a:lnTo>
                  <a:lnTo>
                    <a:pt x="733463" y="621182"/>
                  </a:lnTo>
                  <a:close/>
                </a:path>
                <a:path w="1376680" h="1376680">
                  <a:moveTo>
                    <a:pt x="733640" y="620801"/>
                  </a:moveTo>
                  <a:lnTo>
                    <a:pt x="729526" y="620801"/>
                  </a:lnTo>
                  <a:lnTo>
                    <a:pt x="729437" y="620928"/>
                  </a:lnTo>
                  <a:lnTo>
                    <a:pt x="733590" y="620928"/>
                  </a:lnTo>
                  <a:lnTo>
                    <a:pt x="733640" y="620801"/>
                  </a:lnTo>
                  <a:close/>
                </a:path>
                <a:path w="1376680" h="1376680">
                  <a:moveTo>
                    <a:pt x="733704" y="614070"/>
                  </a:moveTo>
                  <a:lnTo>
                    <a:pt x="732802" y="614197"/>
                  </a:lnTo>
                  <a:lnTo>
                    <a:pt x="733704" y="614197"/>
                  </a:lnTo>
                  <a:lnTo>
                    <a:pt x="733704" y="614070"/>
                  </a:lnTo>
                  <a:close/>
                </a:path>
                <a:path w="1376680" h="1376680">
                  <a:moveTo>
                    <a:pt x="733755" y="616991"/>
                  </a:moveTo>
                  <a:lnTo>
                    <a:pt x="730999" y="616991"/>
                  </a:lnTo>
                  <a:lnTo>
                    <a:pt x="731050" y="616864"/>
                  </a:lnTo>
                  <a:lnTo>
                    <a:pt x="731177" y="616610"/>
                  </a:lnTo>
                  <a:lnTo>
                    <a:pt x="731304" y="616356"/>
                  </a:lnTo>
                  <a:lnTo>
                    <a:pt x="731418" y="616102"/>
                  </a:lnTo>
                  <a:lnTo>
                    <a:pt x="731545" y="615848"/>
                  </a:lnTo>
                  <a:lnTo>
                    <a:pt x="731672" y="615594"/>
                  </a:lnTo>
                  <a:lnTo>
                    <a:pt x="731723" y="615467"/>
                  </a:lnTo>
                  <a:lnTo>
                    <a:pt x="731850" y="615213"/>
                  </a:lnTo>
                  <a:lnTo>
                    <a:pt x="731913" y="615086"/>
                  </a:lnTo>
                  <a:lnTo>
                    <a:pt x="732802" y="614197"/>
                  </a:lnTo>
                  <a:lnTo>
                    <a:pt x="730211" y="614197"/>
                  </a:lnTo>
                  <a:lnTo>
                    <a:pt x="730161" y="615213"/>
                  </a:lnTo>
                  <a:lnTo>
                    <a:pt x="730034" y="615467"/>
                  </a:lnTo>
                  <a:lnTo>
                    <a:pt x="728916" y="615467"/>
                  </a:lnTo>
                  <a:lnTo>
                    <a:pt x="728840" y="615594"/>
                  </a:lnTo>
                  <a:lnTo>
                    <a:pt x="729970" y="615594"/>
                  </a:lnTo>
                  <a:lnTo>
                    <a:pt x="729843" y="615848"/>
                  </a:lnTo>
                  <a:lnTo>
                    <a:pt x="728700" y="618134"/>
                  </a:lnTo>
                  <a:lnTo>
                    <a:pt x="728599" y="619404"/>
                  </a:lnTo>
                  <a:lnTo>
                    <a:pt x="728484" y="620801"/>
                  </a:lnTo>
                  <a:lnTo>
                    <a:pt x="729526" y="620801"/>
                  </a:lnTo>
                  <a:lnTo>
                    <a:pt x="729767" y="620420"/>
                  </a:lnTo>
                  <a:lnTo>
                    <a:pt x="729856" y="620166"/>
                  </a:lnTo>
                  <a:lnTo>
                    <a:pt x="729894" y="620039"/>
                  </a:lnTo>
                  <a:lnTo>
                    <a:pt x="729996" y="619747"/>
                  </a:lnTo>
                  <a:lnTo>
                    <a:pt x="730110" y="619404"/>
                  </a:lnTo>
                  <a:lnTo>
                    <a:pt x="730161" y="619277"/>
                  </a:lnTo>
                  <a:lnTo>
                    <a:pt x="730237" y="619023"/>
                  </a:lnTo>
                  <a:lnTo>
                    <a:pt x="730745" y="617499"/>
                  </a:lnTo>
                  <a:lnTo>
                    <a:pt x="730872" y="617245"/>
                  </a:lnTo>
                  <a:lnTo>
                    <a:pt x="730935" y="617118"/>
                  </a:lnTo>
                  <a:lnTo>
                    <a:pt x="733755" y="617118"/>
                  </a:lnTo>
                  <a:lnTo>
                    <a:pt x="733755" y="616991"/>
                  </a:lnTo>
                  <a:close/>
                </a:path>
                <a:path w="1376680" h="1376680">
                  <a:moveTo>
                    <a:pt x="734402" y="624230"/>
                  </a:moveTo>
                  <a:lnTo>
                    <a:pt x="732663" y="624230"/>
                  </a:lnTo>
                  <a:lnTo>
                    <a:pt x="732624" y="624357"/>
                  </a:lnTo>
                  <a:lnTo>
                    <a:pt x="734377" y="624357"/>
                  </a:lnTo>
                  <a:lnTo>
                    <a:pt x="734402" y="624230"/>
                  </a:lnTo>
                  <a:close/>
                </a:path>
                <a:path w="1376680" h="1376680">
                  <a:moveTo>
                    <a:pt x="735063" y="621182"/>
                  </a:moveTo>
                  <a:lnTo>
                    <a:pt x="733590" y="621182"/>
                  </a:lnTo>
                  <a:lnTo>
                    <a:pt x="733552" y="621309"/>
                  </a:lnTo>
                  <a:lnTo>
                    <a:pt x="735037" y="621309"/>
                  </a:lnTo>
                  <a:lnTo>
                    <a:pt x="735063" y="621182"/>
                  </a:lnTo>
                  <a:close/>
                </a:path>
                <a:path w="1376680" h="1376680">
                  <a:moveTo>
                    <a:pt x="735126" y="617118"/>
                  </a:moveTo>
                  <a:lnTo>
                    <a:pt x="733755" y="617118"/>
                  </a:lnTo>
                  <a:lnTo>
                    <a:pt x="733818" y="620039"/>
                  </a:lnTo>
                  <a:lnTo>
                    <a:pt x="733920" y="620166"/>
                  </a:lnTo>
                  <a:lnTo>
                    <a:pt x="733971" y="620039"/>
                  </a:lnTo>
                  <a:lnTo>
                    <a:pt x="734085" y="619747"/>
                  </a:lnTo>
                  <a:lnTo>
                    <a:pt x="735126" y="617118"/>
                  </a:lnTo>
                  <a:close/>
                </a:path>
                <a:path w="1376680" h="1376680">
                  <a:moveTo>
                    <a:pt x="735736" y="615594"/>
                  </a:moveTo>
                  <a:lnTo>
                    <a:pt x="733729" y="615594"/>
                  </a:lnTo>
                  <a:lnTo>
                    <a:pt x="733755" y="616991"/>
                  </a:lnTo>
                  <a:lnTo>
                    <a:pt x="735177" y="616991"/>
                  </a:lnTo>
                  <a:lnTo>
                    <a:pt x="735228" y="616864"/>
                  </a:lnTo>
                  <a:lnTo>
                    <a:pt x="735330" y="616610"/>
                  </a:lnTo>
                  <a:lnTo>
                    <a:pt x="735431" y="616356"/>
                  </a:lnTo>
                  <a:lnTo>
                    <a:pt x="735533" y="616102"/>
                  </a:lnTo>
                  <a:lnTo>
                    <a:pt x="735634" y="615848"/>
                  </a:lnTo>
                  <a:lnTo>
                    <a:pt x="735736" y="615594"/>
                  </a:lnTo>
                  <a:close/>
                </a:path>
                <a:path w="1376680" h="1376680">
                  <a:moveTo>
                    <a:pt x="735926" y="624357"/>
                  </a:moveTo>
                  <a:lnTo>
                    <a:pt x="734377" y="624357"/>
                  </a:lnTo>
                  <a:lnTo>
                    <a:pt x="734314" y="624611"/>
                  </a:lnTo>
                  <a:lnTo>
                    <a:pt x="734212" y="625119"/>
                  </a:lnTo>
                  <a:lnTo>
                    <a:pt x="734098" y="625627"/>
                  </a:lnTo>
                  <a:lnTo>
                    <a:pt x="733983" y="626135"/>
                  </a:lnTo>
                  <a:lnTo>
                    <a:pt x="733907" y="626516"/>
                  </a:lnTo>
                  <a:lnTo>
                    <a:pt x="733818" y="626897"/>
                  </a:lnTo>
                  <a:lnTo>
                    <a:pt x="735571" y="625500"/>
                  </a:lnTo>
                  <a:lnTo>
                    <a:pt x="735609" y="625373"/>
                  </a:lnTo>
                  <a:lnTo>
                    <a:pt x="735723" y="624992"/>
                  </a:lnTo>
                  <a:lnTo>
                    <a:pt x="735850" y="624611"/>
                  </a:lnTo>
                  <a:lnTo>
                    <a:pt x="735926" y="624357"/>
                  </a:lnTo>
                  <a:close/>
                </a:path>
                <a:path w="1376680" h="1376680">
                  <a:moveTo>
                    <a:pt x="735977" y="616991"/>
                  </a:moveTo>
                  <a:lnTo>
                    <a:pt x="735126" y="617118"/>
                  </a:lnTo>
                  <a:lnTo>
                    <a:pt x="735952" y="617118"/>
                  </a:lnTo>
                  <a:lnTo>
                    <a:pt x="735977" y="616991"/>
                  </a:lnTo>
                  <a:close/>
                </a:path>
                <a:path w="1376680" h="1376680">
                  <a:moveTo>
                    <a:pt x="736130" y="615213"/>
                  </a:moveTo>
                  <a:lnTo>
                    <a:pt x="733717" y="615213"/>
                  </a:lnTo>
                  <a:lnTo>
                    <a:pt x="733729" y="615467"/>
                  </a:lnTo>
                  <a:lnTo>
                    <a:pt x="735863" y="615467"/>
                  </a:lnTo>
                  <a:lnTo>
                    <a:pt x="736130" y="615213"/>
                  </a:lnTo>
                  <a:close/>
                </a:path>
                <a:path w="1376680" h="1376680">
                  <a:moveTo>
                    <a:pt x="736892" y="621309"/>
                  </a:moveTo>
                  <a:lnTo>
                    <a:pt x="735037" y="621309"/>
                  </a:lnTo>
                  <a:lnTo>
                    <a:pt x="734961" y="621690"/>
                  </a:lnTo>
                  <a:lnTo>
                    <a:pt x="734847" y="622198"/>
                  </a:lnTo>
                  <a:lnTo>
                    <a:pt x="734758" y="622579"/>
                  </a:lnTo>
                  <a:lnTo>
                    <a:pt x="734644" y="623100"/>
                  </a:lnTo>
                  <a:lnTo>
                    <a:pt x="734555" y="623519"/>
                  </a:lnTo>
                  <a:lnTo>
                    <a:pt x="734428" y="624103"/>
                  </a:lnTo>
                  <a:lnTo>
                    <a:pt x="734402" y="624230"/>
                  </a:lnTo>
                  <a:lnTo>
                    <a:pt x="735965" y="624230"/>
                  </a:lnTo>
                  <a:lnTo>
                    <a:pt x="736003" y="624103"/>
                  </a:lnTo>
                  <a:lnTo>
                    <a:pt x="736130" y="623722"/>
                  </a:lnTo>
                  <a:lnTo>
                    <a:pt x="736193" y="623519"/>
                  </a:lnTo>
                  <a:lnTo>
                    <a:pt x="736892" y="621309"/>
                  </a:lnTo>
                  <a:close/>
                </a:path>
                <a:path w="1376680" h="1376680">
                  <a:moveTo>
                    <a:pt x="737171" y="614197"/>
                  </a:moveTo>
                  <a:lnTo>
                    <a:pt x="733704" y="614197"/>
                  </a:lnTo>
                  <a:lnTo>
                    <a:pt x="733717" y="615086"/>
                  </a:lnTo>
                  <a:lnTo>
                    <a:pt x="736257" y="615086"/>
                  </a:lnTo>
                  <a:lnTo>
                    <a:pt x="737171" y="614197"/>
                  </a:lnTo>
                  <a:close/>
                </a:path>
                <a:path w="1376680" h="1376680">
                  <a:moveTo>
                    <a:pt x="738162" y="617499"/>
                  </a:moveTo>
                  <a:lnTo>
                    <a:pt x="737489" y="617499"/>
                  </a:lnTo>
                  <a:lnTo>
                    <a:pt x="736892" y="617245"/>
                  </a:lnTo>
                  <a:lnTo>
                    <a:pt x="735926" y="617245"/>
                  </a:lnTo>
                  <a:lnTo>
                    <a:pt x="735876" y="617499"/>
                  </a:lnTo>
                  <a:lnTo>
                    <a:pt x="735761" y="618007"/>
                  </a:lnTo>
                  <a:lnTo>
                    <a:pt x="735672" y="618388"/>
                  </a:lnTo>
                  <a:lnTo>
                    <a:pt x="735622" y="618642"/>
                  </a:lnTo>
                  <a:lnTo>
                    <a:pt x="735533" y="619023"/>
                  </a:lnTo>
                  <a:lnTo>
                    <a:pt x="735457" y="619404"/>
                  </a:lnTo>
                  <a:lnTo>
                    <a:pt x="735342" y="619912"/>
                  </a:lnTo>
                  <a:lnTo>
                    <a:pt x="735228" y="620420"/>
                  </a:lnTo>
                  <a:lnTo>
                    <a:pt x="735152" y="620801"/>
                  </a:lnTo>
                  <a:lnTo>
                    <a:pt x="733666" y="620928"/>
                  </a:lnTo>
                  <a:lnTo>
                    <a:pt x="735126" y="620928"/>
                  </a:lnTo>
                  <a:lnTo>
                    <a:pt x="735063" y="621182"/>
                  </a:lnTo>
                  <a:lnTo>
                    <a:pt x="736930" y="621182"/>
                  </a:lnTo>
                  <a:lnTo>
                    <a:pt x="737057" y="620801"/>
                  </a:lnTo>
                  <a:lnTo>
                    <a:pt x="737171" y="620420"/>
                  </a:lnTo>
                  <a:lnTo>
                    <a:pt x="737298" y="620039"/>
                  </a:lnTo>
                  <a:lnTo>
                    <a:pt x="737387" y="619747"/>
                  </a:lnTo>
                  <a:lnTo>
                    <a:pt x="737489" y="619404"/>
                  </a:lnTo>
                  <a:lnTo>
                    <a:pt x="737616" y="619023"/>
                  </a:lnTo>
                  <a:lnTo>
                    <a:pt x="737730" y="618642"/>
                  </a:lnTo>
                  <a:lnTo>
                    <a:pt x="737857" y="618261"/>
                  </a:lnTo>
                  <a:lnTo>
                    <a:pt x="737971" y="617880"/>
                  </a:lnTo>
                  <a:lnTo>
                    <a:pt x="738009" y="617740"/>
                  </a:lnTo>
                  <a:lnTo>
                    <a:pt x="738162" y="617499"/>
                  </a:lnTo>
                  <a:close/>
                </a:path>
                <a:path w="1376680" h="1376680">
                  <a:moveTo>
                    <a:pt x="738251" y="616991"/>
                  </a:moveTo>
                  <a:lnTo>
                    <a:pt x="736307" y="616991"/>
                  </a:lnTo>
                  <a:lnTo>
                    <a:pt x="736892" y="617245"/>
                  </a:lnTo>
                  <a:lnTo>
                    <a:pt x="738238" y="617245"/>
                  </a:lnTo>
                  <a:lnTo>
                    <a:pt x="738212" y="617118"/>
                  </a:lnTo>
                  <a:lnTo>
                    <a:pt x="738251" y="616991"/>
                  </a:lnTo>
                  <a:close/>
                </a:path>
                <a:path w="1376680" h="1376680">
                  <a:moveTo>
                    <a:pt x="738365" y="624230"/>
                  </a:moveTo>
                  <a:lnTo>
                    <a:pt x="735965" y="624230"/>
                  </a:lnTo>
                  <a:lnTo>
                    <a:pt x="735926" y="624357"/>
                  </a:lnTo>
                  <a:lnTo>
                    <a:pt x="738327" y="624357"/>
                  </a:lnTo>
                  <a:lnTo>
                    <a:pt x="738365" y="624230"/>
                  </a:lnTo>
                  <a:close/>
                </a:path>
                <a:path w="1376680" h="1376680">
                  <a:moveTo>
                    <a:pt x="738733" y="615467"/>
                  </a:moveTo>
                  <a:lnTo>
                    <a:pt x="735863" y="615467"/>
                  </a:lnTo>
                  <a:lnTo>
                    <a:pt x="735736" y="615594"/>
                  </a:lnTo>
                  <a:lnTo>
                    <a:pt x="738695" y="615594"/>
                  </a:lnTo>
                  <a:lnTo>
                    <a:pt x="738733" y="615467"/>
                  </a:lnTo>
                  <a:close/>
                </a:path>
                <a:path w="1376680" h="1376680">
                  <a:moveTo>
                    <a:pt x="738784" y="627024"/>
                  </a:moveTo>
                  <a:lnTo>
                    <a:pt x="737387" y="627024"/>
                  </a:lnTo>
                  <a:lnTo>
                    <a:pt x="737336" y="627151"/>
                  </a:lnTo>
                  <a:lnTo>
                    <a:pt x="738784" y="627151"/>
                  </a:lnTo>
                  <a:lnTo>
                    <a:pt x="738784" y="627024"/>
                  </a:lnTo>
                  <a:close/>
                </a:path>
                <a:path w="1376680" h="1376680">
                  <a:moveTo>
                    <a:pt x="738860" y="615086"/>
                  </a:moveTo>
                  <a:lnTo>
                    <a:pt x="736257" y="615086"/>
                  </a:lnTo>
                  <a:lnTo>
                    <a:pt x="736130" y="615213"/>
                  </a:lnTo>
                  <a:lnTo>
                    <a:pt x="738822" y="615213"/>
                  </a:lnTo>
                  <a:lnTo>
                    <a:pt x="738860" y="615086"/>
                  </a:lnTo>
                  <a:close/>
                </a:path>
                <a:path w="1376680" h="1376680">
                  <a:moveTo>
                    <a:pt x="738924" y="614197"/>
                  </a:moveTo>
                  <a:lnTo>
                    <a:pt x="738809" y="614070"/>
                  </a:lnTo>
                  <a:lnTo>
                    <a:pt x="737298" y="614070"/>
                  </a:lnTo>
                  <a:lnTo>
                    <a:pt x="737171" y="614197"/>
                  </a:lnTo>
                  <a:lnTo>
                    <a:pt x="738924" y="614197"/>
                  </a:lnTo>
                  <a:close/>
                </a:path>
                <a:path w="1376680" h="1376680">
                  <a:moveTo>
                    <a:pt x="739051" y="625373"/>
                  </a:moveTo>
                  <a:lnTo>
                    <a:pt x="738301" y="625373"/>
                  </a:lnTo>
                  <a:lnTo>
                    <a:pt x="738365" y="625246"/>
                  </a:lnTo>
                  <a:lnTo>
                    <a:pt x="738428" y="625119"/>
                  </a:lnTo>
                  <a:lnTo>
                    <a:pt x="738505" y="624992"/>
                  </a:lnTo>
                  <a:lnTo>
                    <a:pt x="738835" y="624357"/>
                  </a:lnTo>
                  <a:lnTo>
                    <a:pt x="738327" y="624357"/>
                  </a:lnTo>
                  <a:lnTo>
                    <a:pt x="738225" y="624611"/>
                  </a:lnTo>
                  <a:lnTo>
                    <a:pt x="737603" y="626389"/>
                  </a:lnTo>
                  <a:lnTo>
                    <a:pt x="737565" y="626770"/>
                  </a:lnTo>
                  <a:lnTo>
                    <a:pt x="737768" y="626389"/>
                  </a:lnTo>
                  <a:lnTo>
                    <a:pt x="738784" y="626262"/>
                  </a:lnTo>
                  <a:lnTo>
                    <a:pt x="737831" y="626262"/>
                  </a:lnTo>
                  <a:lnTo>
                    <a:pt x="737895" y="626135"/>
                  </a:lnTo>
                  <a:lnTo>
                    <a:pt x="738238" y="625500"/>
                  </a:lnTo>
                  <a:lnTo>
                    <a:pt x="739051" y="625373"/>
                  </a:lnTo>
                  <a:close/>
                </a:path>
                <a:path w="1376680" h="1376680">
                  <a:moveTo>
                    <a:pt x="739140" y="614197"/>
                  </a:moveTo>
                  <a:lnTo>
                    <a:pt x="738924" y="614197"/>
                  </a:lnTo>
                  <a:lnTo>
                    <a:pt x="739089" y="614362"/>
                  </a:lnTo>
                  <a:lnTo>
                    <a:pt x="739140" y="614197"/>
                  </a:lnTo>
                  <a:close/>
                </a:path>
                <a:path w="1376680" h="1376680">
                  <a:moveTo>
                    <a:pt x="739190" y="627151"/>
                  </a:moveTo>
                  <a:lnTo>
                    <a:pt x="738784" y="627151"/>
                  </a:lnTo>
                  <a:lnTo>
                    <a:pt x="738873" y="627659"/>
                  </a:lnTo>
                  <a:lnTo>
                    <a:pt x="739190" y="627151"/>
                  </a:lnTo>
                  <a:close/>
                </a:path>
                <a:path w="1376680" h="1376680">
                  <a:moveTo>
                    <a:pt x="739444" y="621182"/>
                  </a:moveTo>
                  <a:lnTo>
                    <a:pt x="736930" y="621182"/>
                  </a:lnTo>
                  <a:lnTo>
                    <a:pt x="736892" y="621309"/>
                  </a:lnTo>
                  <a:lnTo>
                    <a:pt x="739394" y="621309"/>
                  </a:lnTo>
                  <a:lnTo>
                    <a:pt x="739444" y="621182"/>
                  </a:lnTo>
                  <a:close/>
                </a:path>
                <a:path w="1376680" h="1376680">
                  <a:moveTo>
                    <a:pt x="739660" y="626389"/>
                  </a:moveTo>
                  <a:lnTo>
                    <a:pt x="738784" y="626389"/>
                  </a:lnTo>
                  <a:lnTo>
                    <a:pt x="738784" y="627024"/>
                  </a:lnTo>
                  <a:lnTo>
                    <a:pt x="739267" y="627024"/>
                  </a:lnTo>
                  <a:lnTo>
                    <a:pt x="739343" y="626897"/>
                  </a:lnTo>
                  <a:lnTo>
                    <a:pt x="739419" y="626770"/>
                  </a:lnTo>
                  <a:lnTo>
                    <a:pt x="739660" y="626389"/>
                  </a:lnTo>
                  <a:close/>
                </a:path>
                <a:path w="1376680" h="1376680">
                  <a:moveTo>
                    <a:pt x="739851" y="624230"/>
                  </a:moveTo>
                  <a:lnTo>
                    <a:pt x="738911" y="624230"/>
                  </a:lnTo>
                  <a:lnTo>
                    <a:pt x="738835" y="624357"/>
                  </a:lnTo>
                  <a:lnTo>
                    <a:pt x="739762" y="624357"/>
                  </a:lnTo>
                  <a:lnTo>
                    <a:pt x="739851" y="624230"/>
                  </a:lnTo>
                  <a:close/>
                </a:path>
                <a:path w="1376680" h="1376680">
                  <a:moveTo>
                    <a:pt x="740219" y="625500"/>
                  </a:moveTo>
                  <a:lnTo>
                    <a:pt x="738962" y="625500"/>
                  </a:lnTo>
                  <a:lnTo>
                    <a:pt x="738873" y="625627"/>
                  </a:lnTo>
                  <a:lnTo>
                    <a:pt x="738784" y="626262"/>
                  </a:lnTo>
                  <a:lnTo>
                    <a:pt x="739736" y="626262"/>
                  </a:lnTo>
                  <a:lnTo>
                    <a:pt x="739813" y="626135"/>
                  </a:lnTo>
                  <a:lnTo>
                    <a:pt x="740219" y="625500"/>
                  </a:lnTo>
                  <a:close/>
                </a:path>
                <a:path w="1376680" h="1376680">
                  <a:moveTo>
                    <a:pt x="740371" y="1374216"/>
                  </a:moveTo>
                  <a:lnTo>
                    <a:pt x="739419" y="1359420"/>
                  </a:lnTo>
                  <a:lnTo>
                    <a:pt x="734517" y="1359801"/>
                  </a:lnTo>
                  <a:lnTo>
                    <a:pt x="729564" y="1360119"/>
                  </a:lnTo>
                  <a:lnTo>
                    <a:pt x="724573" y="1360385"/>
                  </a:lnTo>
                  <a:lnTo>
                    <a:pt x="725411" y="1375333"/>
                  </a:lnTo>
                  <a:lnTo>
                    <a:pt x="730364" y="1375041"/>
                  </a:lnTo>
                  <a:lnTo>
                    <a:pt x="740371" y="1374216"/>
                  </a:lnTo>
                  <a:close/>
                </a:path>
                <a:path w="1376680" h="1376680">
                  <a:moveTo>
                    <a:pt x="740448" y="621309"/>
                  </a:moveTo>
                  <a:lnTo>
                    <a:pt x="739394" y="621309"/>
                  </a:lnTo>
                  <a:lnTo>
                    <a:pt x="739355" y="621436"/>
                  </a:lnTo>
                  <a:lnTo>
                    <a:pt x="739267" y="621690"/>
                  </a:lnTo>
                  <a:lnTo>
                    <a:pt x="739165" y="621944"/>
                  </a:lnTo>
                  <a:lnTo>
                    <a:pt x="739076" y="622198"/>
                  </a:lnTo>
                  <a:lnTo>
                    <a:pt x="738987" y="622452"/>
                  </a:lnTo>
                  <a:lnTo>
                    <a:pt x="738949" y="622579"/>
                  </a:lnTo>
                  <a:lnTo>
                    <a:pt x="738822" y="622922"/>
                  </a:lnTo>
                  <a:lnTo>
                    <a:pt x="738759" y="623100"/>
                  </a:lnTo>
                  <a:lnTo>
                    <a:pt x="738365" y="624230"/>
                  </a:lnTo>
                  <a:lnTo>
                    <a:pt x="738911" y="624230"/>
                  </a:lnTo>
                  <a:lnTo>
                    <a:pt x="738974" y="624103"/>
                  </a:lnTo>
                  <a:lnTo>
                    <a:pt x="739038" y="623976"/>
                  </a:lnTo>
                  <a:lnTo>
                    <a:pt x="740448" y="621309"/>
                  </a:lnTo>
                  <a:close/>
                </a:path>
                <a:path w="1376680" h="1376680">
                  <a:moveTo>
                    <a:pt x="741133" y="624357"/>
                  </a:moveTo>
                  <a:lnTo>
                    <a:pt x="739762" y="624357"/>
                  </a:lnTo>
                  <a:lnTo>
                    <a:pt x="739673" y="624484"/>
                  </a:lnTo>
                  <a:lnTo>
                    <a:pt x="739584" y="624611"/>
                  </a:lnTo>
                  <a:lnTo>
                    <a:pt x="739051" y="625373"/>
                  </a:lnTo>
                  <a:lnTo>
                    <a:pt x="740295" y="625373"/>
                  </a:lnTo>
                  <a:lnTo>
                    <a:pt x="740371" y="625246"/>
                  </a:lnTo>
                  <a:lnTo>
                    <a:pt x="740473" y="624992"/>
                  </a:lnTo>
                  <a:lnTo>
                    <a:pt x="741133" y="624357"/>
                  </a:lnTo>
                  <a:close/>
                </a:path>
                <a:path w="1376680" h="1376680">
                  <a:moveTo>
                    <a:pt x="741591" y="615086"/>
                  </a:moveTo>
                  <a:lnTo>
                    <a:pt x="738962" y="615086"/>
                  </a:lnTo>
                  <a:lnTo>
                    <a:pt x="738924" y="615213"/>
                  </a:lnTo>
                  <a:lnTo>
                    <a:pt x="741540" y="615213"/>
                  </a:lnTo>
                  <a:lnTo>
                    <a:pt x="741591" y="615086"/>
                  </a:lnTo>
                  <a:close/>
                </a:path>
                <a:path w="1376680" h="1376680">
                  <a:moveTo>
                    <a:pt x="741908" y="627024"/>
                  </a:moveTo>
                  <a:lnTo>
                    <a:pt x="739267" y="627024"/>
                  </a:lnTo>
                  <a:lnTo>
                    <a:pt x="739190" y="627151"/>
                  </a:lnTo>
                  <a:lnTo>
                    <a:pt x="741883" y="627151"/>
                  </a:lnTo>
                  <a:lnTo>
                    <a:pt x="741908" y="627024"/>
                  </a:lnTo>
                  <a:close/>
                </a:path>
                <a:path w="1376680" h="1376680">
                  <a:moveTo>
                    <a:pt x="741946" y="614070"/>
                  </a:moveTo>
                  <a:lnTo>
                    <a:pt x="739140" y="614197"/>
                  </a:lnTo>
                  <a:lnTo>
                    <a:pt x="741895" y="614197"/>
                  </a:lnTo>
                  <a:lnTo>
                    <a:pt x="741946" y="614070"/>
                  </a:lnTo>
                  <a:close/>
                </a:path>
                <a:path w="1376680" h="1376680">
                  <a:moveTo>
                    <a:pt x="742061" y="626262"/>
                  </a:moveTo>
                  <a:lnTo>
                    <a:pt x="739736" y="626262"/>
                  </a:lnTo>
                  <a:lnTo>
                    <a:pt x="739660" y="626389"/>
                  </a:lnTo>
                  <a:lnTo>
                    <a:pt x="742035" y="626389"/>
                  </a:lnTo>
                  <a:lnTo>
                    <a:pt x="742061" y="626262"/>
                  </a:lnTo>
                  <a:close/>
                </a:path>
                <a:path w="1376680" h="1376680">
                  <a:moveTo>
                    <a:pt x="742264" y="625373"/>
                  </a:moveTo>
                  <a:lnTo>
                    <a:pt x="740295" y="625373"/>
                  </a:lnTo>
                  <a:lnTo>
                    <a:pt x="740219" y="625500"/>
                  </a:lnTo>
                  <a:lnTo>
                    <a:pt x="742213" y="625500"/>
                  </a:lnTo>
                  <a:lnTo>
                    <a:pt x="742264" y="625373"/>
                  </a:lnTo>
                  <a:close/>
                </a:path>
                <a:path w="1376680" h="1376680">
                  <a:moveTo>
                    <a:pt x="742721" y="624230"/>
                  </a:moveTo>
                  <a:lnTo>
                    <a:pt x="741260" y="624230"/>
                  </a:lnTo>
                  <a:lnTo>
                    <a:pt x="741133" y="624357"/>
                  </a:lnTo>
                  <a:lnTo>
                    <a:pt x="742670" y="624357"/>
                  </a:lnTo>
                  <a:lnTo>
                    <a:pt x="742721" y="624230"/>
                  </a:lnTo>
                  <a:close/>
                </a:path>
                <a:path w="1376680" h="1376680">
                  <a:moveTo>
                    <a:pt x="742734" y="616991"/>
                  </a:moveTo>
                  <a:lnTo>
                    <a:pt x="740918" y="616991"/>
                  </a:lnTo>
                  <a:lnTo>
                    <a:pt x="740956" y="616864"/>
                  </a:lnTo>
                  <a:lnTo>
                    <a:pt x="738365" y="616864"/>
                  </a:lnTo>
                  <a:lnTo>
                    <a:pt x="738289" y="617118"/>
                  </a:lnTo>
                  <a:lnTo>
                    <a:pt x="740867" y="617118"/>
                  </a:lnTo>
                  <a:lnTo>
                    <a:pt x="740829" y="617245"/>
                  </a:lnTo>
                  <a:lnTo>
                    <a:pt x="740740" y="617499"/>
                  </a:lnTo>
                  <a:lnTo>
                    <a:pt x="739444" y="621182"/>
                  </a:lnTo>
                  <a:lnTo>
                    <a:pt x="740524" y="621182"/>
                  </a:lnTo>
                  <a:lnTo>
                    <a:pt x="742734" y="616991"/>
                  </a:lnTo>
                  <a:close/>
                </a:path>
                <a:path w="1376680" h="1376680">
                  <a:moveTo>
                    <a:pt x="743013" y="616483"/>
                  </a:moveTo>
                  <a:lnTo>
                    <a:pt x="741095" y="616483"/>
                  </a:lnTo>
                  <a:lnTo>
                    <a:pt x="741045" y="616610"/>
                  </a:lnTo>
                  <a:lnTo>
                    <a:pt x="740956" y="616864"/>
                  </a:lnTo>
                  <a:lnTo>
                    <a:pt x="742810" y="616864"/>
                  </a:lnTo>
                  <a:lnTo>
                    <a:pt x="743013" y="616483"/>
                  </a:lnTo>
                  <a:close/>
                </a:path>
                <a:path w="1376680" h="1376680">
                  <a:moveTo>
                    <a:pt x="743089" y="616864"/>
                  </a:moveTo>
                  <a:lnTo>
                    <a:pt x="742810" y="616864"/>
                  </a:lnTo>
                  <a:lnTo>
                    <a:pt x="742734" y="616991"/>
                  </a:lnTo>
                  <a:lnTo>
                    <a:pt x="743064" y="616991"/>
                  </a:lnTo>
                  <a:lnTo>
                    <a:pt x="743089" y="616864"/>
                  </a:lnTo>
                  <a:close/>
                </a:path>
                <a:path w="1376680" h="1376680">
                  <a:moveTo>
                    <a:pt x="752792" y="3009"/>
                  </a:moveTo>
                  <a:lnTo>
                    <a:pt x="742721" y="2120"/>
                  </a:lnTo>
                  <a:lnTo>
                    <a:pt x="737704" y="1790"/>
                  </a:lnTo>
                  <a:lnTo>
                    <a:pt x="737616" y="3009"/>
                  </a:lnTo>
                  <a:lnTo>
                    <a:pt x="736574" y="16649"/>
                  </a:lnTo>
                  <a:lnTo>
                    <a:pt x="741502" y="17081"/>
                  </a:lnTo>
                  <a:lnTo>
                    <a:pt x="746379" y="17551"/>
                  </a:lnTo>
                  <a:lnTo>
                    <a:pt x="751293" y="17983"/>
                  </a:lnTo>
                  <a:lnTo>
                    <a:pt x="751344" y="17551"/>
                  </a:lnTo>
                  <a:lnTo>
                    <a:pt x="751433" y="16649"/>
                  </a:lnTo>
                  <a:lnTo>
                    <a:pt x="752792" y="3009"/>
                  </a:lnTo>
                  <a:close/>
                </a:path>
                <a:path w="1376680" h="1376680">
                  <a:moveTo>
                    <a:pt x="753999" y="627151"/>
                  </a:moveTo>
                  <a:lnTo>
                    <a:pt x="741883" y="627151"/>
                  </a:lnTo>
                  <a:lnTo>
                    <a:pt x="741781" y="627659"/>
                  </a:lnTo>
                  <a:lnTo>
                    <a:pt x="741705" y="628040"/>
                  </a:lnTo>
                  <a:lnTo>
                    <a:pt x="741629" y="628421"/>
                  </a:lnTo>
                  <a:lnTo>
                    <a:pt x="741527" y="628929"/>
                  </a:lnTo>
                  <a:lnTo>
                    <a:pt x="741502" y="629056"/>
                  </a:lnTo>
                  <a:lnTo>
                    <a:pt x="748131" y="628675"/>
                  </a:lnTo>
                  <a:lnTo>
                    <a:pt x="753999" y="627151"/>
                  </a:lnTo>
                  <a:close/>
                </a:path>
                <a:path w="1376680" h="1376680">
                  <a:moveTo>
                    <a:pt x="756450" y="625500"/>
                  </a:moveTo>
                  <a:lnTo>
                    <a:pt x="742213" y="625500"/>
                  </a:lnTo>
                  <a:lnTo>
                    <a:pt x="742137" y="625881"/>
                  </a:lnTo>
                  <a:lnTo>
                    <a:pt x="742061" y="626262"/>
                  </a:lnTo>
                  <a:lnTo>
                    <a:pt x="756119" y="626262"/>
                  </a:lnTo>
                  <a:lnTo>
                    <a:pt x="756183" y="626135"/>
                  </a:lnTo>
                  <a:lnTo>
                    <a:pt x="756285" y="625881"/>
                  </a:lnTo>
                  <a:lnTo>
                    <a:pt x="756348" y="625754"/>
                  </a:lnTo>
                  <a:lnTo>
                    <a:pt x="756450" y="625500"/>
                  </a:lnTo>
                  <a:close/>
                </a:path>
                <a:path w="1376680" h="1376680">
                  <a:moveTo>
                    <a:pt x="760171" y="616991"/>
                  </a:moveTo>
                  <a:lnTo>
                    <a:pt x="743064" y="616991"/>
                  </a:lnTo>
                  <a:lnTo>
                    <a:pt x="742988" y="617499"/>
                  </a:lnTo>
                  <a:lnTo>
                    <a:pt x="742861" y="618261"/>
                  </a:lnTo>
                  <a:lnTo>
                    <a:pt x="742746" y="619023"/>
                  </a:lnTo>
                  <a:lnTo>
                    <a:pt x="742632" y="619747"/>
                  </a:lnTo>
                  <a:lnTo>
                    <a:pt x="742518" y="620420"/>
                  </a:lnTo>
                  <a:lnTo>
                    <a:pt x="742429" y="620547"/>
                  </a:lnTo>
                  <a:lnTo>
                    <a:pt x="741984" y="621182"/>
                  </a:lnTo>
                  <a:lnTo>
                    <a:pt x="740448" y="621309"/>
                  </a:lnTo>
                  <a:lnTo>
                    <a:pt x="741895" y="621309"/>
                  </a:lnTo>
                  <a:lnTo>
                    <a:pt x="741807" y="621436"/>
                  </a:lnTo>
                  <a:lnTo>
                    <a:pt x="739851" y="624230"/>
                  </a:lnTo>
                  <a:lnTo>
                    <a:pt x="741260" y="624230"/>
                  </a:lnTo>
                  <a:lnTo>
                    <a:pt x="743623" y="621944"/>
                  </a:lnTo>
                  <a:lnTo>
                    <a:pt x="743521" y="622198"/>
                  </a:lnTo>
                  <a:lnTo>
                    <a:pt x="743419" y="622452"/>
                  </a:lnTo>
                  <a:lnTo>
                    <a:pt x="743369" y="622579"/>
                  </a:lnTo>
                  <a:lnTo>
                    <a:pt x="742721" y="624230"/>
                  </a:lnTo>
                  <a:lnTo>
                    <a:pt x="757008" y="624230"/>
                  </a:lnTo>
                  <a:lnTo>
                    <a:pt x="757123" y="623976"/>
                  </a:lnTo>
                  <a:lnTo>
                    <a:pt x="757237" y="623722"/>
                  </a:lnTo>
                  <a:lnTo>
                    <a:pt x="757313" y="623519"/>
                  </a:lnTo>
                  <a:lnTo>
                    <a:pt x="758012" y="621944"/>
                  </a:lnTo>
                  <a:lnTo>
                    <a:pt x="758113" y="621690"/>
                  </a:lnTo>
                  <a:lnTo>
                    <a:pt x="758228" y="621436"/>
                  </a:lnTo>
                  <a:lnTo>
                    <a:pt x="758342" y="621182"/>
                  </a:lnTo>
                  <a:lnTo>
                    <a:pt x="758456" y="620928"/>
                  </a:lnTo>
                  <a:lnTo>
                    <a:pt x="758507" y="620801"/>
                  </a:lnTo>
                  <a:lnTo>
                    <a:pt x="758621" y="620547"/>
                  </a:lnTo>
                  <a:lnTo>
                    <a:pt x="758672" y="620420"/>
                  </a:lnTo>
                  <a:lnTo>
                    <a:pt x="758786" y="620166"/>
                  </a:lnTo>
                  <a:lnTo>
                    <a:pt x="758901" y="619912"/>
                  </a:lnTo>
                  <a:lnTo>
                    <a:pt x="758964" y="619747"/>
                  </a:lnTo>
                  <a:lnTo>
                    <a:pt x="760171" y="616991"/>
                  </a:lnTo>
                  <a:close/>
                </a:path>
                <a:path w="1376680" h="1376680">
                  <a:moveTo>
                    <a:pt x="760387" y="616483"/>
                  </a:moveTo>
                  <a:lnTo>
                    <a:pt x="743153" y="616483"/>
                  </a:lnTo>
                  <a:lnTo>
                    <a:pt x="743089" y="616864"/>
                  </a:lnTo>
                  <a:lnTo>
                    <a:pt x="760222" y="616864"/>
                  </a:lnTo>
                  <a:lnTo>
                    <a:pt x="760336" y="616610"/>
                  </a:lnTo>
                  <a:lnTo>
                    <a:pt x="760387" y="616483"/>
                  </a:lnTo>
                  <a:close/>
                </a:path>
                <a:path w="1376680" h="1376680">
                  <a:moveTo>
                    <a:pt x="760945" y="615213"/>
                  </a:moveTo>
                  <a:lnTo>
                    <a:pt x="741540" y="615213"/>
                  </a:lnTo>
                  <a:lnTo>
                    <a:pt x="741451" y="615467"/>
                  </a:lnTo>
                  <a:lnTo>
                    <a:pt x="741413" y="615594"/>
                  </a:lnTo>
                  <a:lnTo>
                    <a:pt x="741324" y="615848"/>
                  </a:lnTo>
                  <a:lnTo>
                    <a:pt x="741235" y="616102"/>
                  </a:lnTo>
                  <a:lnTo>
                    <a:pt x="741146" y="616356"/>
                  </a:lnTo>
                  <a:lnTo>
                    <a:pt x="743077" y="616356"/>
                  </a:lnTo>
                  <a:lnTo>
                    <a:pt x="743191" y="616229"/>
                  </a:lnTo>
                  <a:lnTo>
                    <a:pt x="760501" y="616229"/>
                  </a:lnTo>
                  <a:lnTo>
                    <a:pt x="760564" y="616102"/>
                  </a:lnTo>
                  <a:lnTo>
                    <a:pt x="760666" y="615848"/>
                  </a:lnTo>
                  <a:lnTo>
                    <a:pt x="760780" y="615594"/>
                  </a:lnTo>
                  <a:lnTo>
                    <a:pt x="760831" y="615467"/>
                  </a:lnTo>
                  <a:lnTo>
                    <a:pt x="760945" y="615213"/>
                  </a:lnTo>
                  <a:close/>
                </a:path>
                <a:path w="1376680" h="1376680">
                  <a:moveTo>
                    <a:pt x="762876" y="625246"/>
                  </a:moveTo>
                  <a:lnTo>
                    <a:pt x="762850" y="625119"/>
                  </a:lnTo>
                  <a:lnTo>
                    <a:pt x="758469" y="625119"/>
                  </a:lnTo>
                  <a:lnTo>
                    <a:pt x="756627" y="625119"/>
                  </a:lnTo>
                  <a:lnTo>
                    <a:pt x="756678" y="624992"/>
                  </a:lnTo>
                  <a:lnTo>
                    <a:pt x="756958" y="624357"/>
                  </a:lnTo>
                  <a:lnTo>
                    <a:pt x="742670" y="624357"/>
                  </a:lnTo>
                  <a:lnTo>
                    <a:pt x="742569" y="624611"/>
                  </a:lnTo>
                  <a:lnTo>
                    <a:pt x="742264" y="625373"/>
                  </a:lnTo>
                  <a:lnTo>
                    <a:pt x="756513" y="625373"/>
                  </a:lnTo>
                  <a:lnTo>
                    <a:pt x="756564" y="625246"/>
                  </a:lnTo>
                  <a:lnTo>
                    <a:pt x="762876" y="625246"/>
                  </a:lnTo>
                  <a:close/>
                </a:path>
                <a:path w="1376680" h="1376680">
                  <a:moveTo>
                    <a:pt x="762914" y="625500"/>
                  </a:moveTo>
                  <a:lnTo>
                    <a:pt x="762889" y="625373"/>
                  </a:lnTo>
                  <a:lnTo>
                    <a:pt x="756513" y="625373"/>
                  </a:lnTo>
                  <a:lnTo>
                    <a:pt x="756450" y="625500"/>
                  </a:lnTo>
                  <a:lnTo>
                    <a:pt x="762914" y="625500"/>
                  </a:lnTo>
                  <a:close/>
                </a:path>
                <a:path w="1376680" h="1376680">
                  <a:moveTo>
                    <a:pt x="763231" y="616229"/>
                  </a:moveTo>
                  <a:lnTo>
                    <a:pt x="760501" y="616229"/>
                  </a:lnTo>
                  <a:lnTo>
                    <a:pt x="760387" y="616483"/>
                  </a:lnTo>
                  <a:lnTo>
                    <a:pt x="763092" y="616483"/>
                  </a:lnTo>
                  <a:lnTo>
                    <a:pt x="763168" y="616356"/>
                  </a:lnTo>
                  <a:lnTo>
                    <a:pt x="763231" y="616229"/>
                  </a:lnTo>
                  <a:close/>
                </a:path>
                <a:path w="1376680" h="1376680">
                  <a:moveTo>
                    <a:pt x="763663" y="617245"/>
                  </a:moveTo>
                  <a:lnTo>
                    <a:pt x="762685" y="617245"/>
                  </a:lnTo>
                  <a:lnTo>
                    <a:pt x="758469" y="625119"/>
                  </a:lnTo>
                  <a:lnTo>
                    <a:pt x="759866" y="624611"/>
                  </a:lnTo>
                  <a:lnTo>
                    <a:pt x="759942" y="624484"/>
                  </a:lnTo>
                  <a:lnTo>
                    <a:pt x="760006" y="624357"/>
                  </a:lnTo>
                  <a:lnTo>
                    <a:pt x="760069" y="624230"/>
                  </a:lnTo>
                  <a:lnTo>
                    <a:pt x="760133" y="624103"/>
                  </a:lnTo>
                  <a:lnTo>
                    <a:pt x="762698" y="624103"/>
                  </a:lnTo>
                  <a:lnTo>
                    <a:pt x="762673" y="623976"/>
                  </a:lnTo>
                  <a:lnTo>
                    <a:pt x="760196" y="623976"/>
                  </a:lnTo>
                  <a:lnTo>
                    <a:pt x="760920" y="622579"/>
                  </a:lnTo>
                  <a:lnTo>
                    <a:pt x="762762" y="622579"/>
                  </a:lnTo>
                  <a:lnTo>
                    <a:pt x="762838" y="622452"/>
                  </a:lnTo>
                  <a:lnTo>
                    <a:pt x="760984" y="622452"/>
                  </a:lnTo>
                  <a:lnTo>
                    <a:pt x="763663" y="617245"/>
                  </a:lnTo>
                  <a:close/>
                </a:path>
                <a:path w="1376680" h="1376680">
                  <a:moveTo>
                    <a:pt x="763778" y="625246"/>
                  </a:moveTo>
                  <a:lnTo>
                    <a:pt x="762876" y="625246"/>
                  </a:lnTo>
                  <a:lnTo>
                    <a:pt x="762889" y="625373"/>
                  </a:lnTo>
                  <a:lnTo>
                    <a:pt x="763346" y="625373"/>
                  </a:lnTo>
                  <a:lnTo>
                    <a:pt x="763778" y="625246"/>
                  </a:lnTo>
                  <a:close/>
                </a:path>
                <a:path w="1376680" h="1376680">
                  <a:moveTo>
                    <a:pt x="763841" y="615086"/>
                  </a:moveTo>
                  <a:lnTo>
                    <a:pt x="761009" y="615086"/>
                  </a:lnTo>
                  <a:lnTo>
                    <a:pt x="760945" y="615213"/>
                  </a:lnTo>
                  <a:lnTo>
                    <a:pt x="763778" y="615213"/>
                  </a:lnTo>
                  <a:lnTo>
                    <a:pt x="763841" y="615086"/>
                  </a:lnTo>
                  <a:close/>
                </a:path>
                <a:path w="1376680" h="1376680">
                  <a:moveTo>
                    <a:pt x="764717" y="615213"/>
                  </a:moveTo>
                  <a:lnTo>
                    <a:pt x="763778" y="615213"/>
                  </a:lnTo>
                  <a:lnTo>
                    <a:pt x="763231" y="616229"/>
                  </a:lnTo>
                  <a:lnTo>
                    <a:pt x="764184" y="616229"/>
                  </a:lnTo>
                  <a:lnTo>
                    <a:pt x="764260" y="616102"/>
                  </a:lnTo>
                  <a:lnTo>
                    <a:pt x="764717" y="615213"/>
                  </a:lnTo>
                  <a:close/>
                </a:path>
                <a:path w="1376680" h="1376680">
                  <a:moveTo>
                    <a:pt x="764959" y="622579"/>
                  </a:moveTo>
                  <a:lnTo>
                    <a:pt x="762762" y="622579"/>
                  </a:lnTo>
                  <a:lnTo>
                    <a:pt x="762546" y="622922"/>
                  </a:lnTo>
                  <a:lnTo>
                    <a:pt x="762635" y="623722"/>
                  </a:lnTo>
                  <a:lnTo>
                    <a:pt x="762673" y="623976"/>
                  </a:lnTo>
                  <a:lnTo>
                    <a:pt x="764540" y="623976"/>
                  </a:lnTo>
                  <a:lnTo>
                    <a:pt x="764616" y="623722"/>
                  </a:lnTo>
                  <a:lnTo>
                    <a:pt x="764679" y="623519"/>
                  </a:lnTo>
                  <a:lnTo>
                    <a:pt x="764794" y="623100"/>
                  </a:lnTo>
                  <a:lnTo>
                    <a:pt x="764857" y="622922"/>
                  </a:lnTo>
                  <a:lnTo>
                    <a:pt x="764959" y="622579"/>
                  </a:lnTo>
                  <a:close/>
                </a:path>
                <a:path w="1376680" h="1376680">
                  <a:moveTo>
                    <a:pt x="765238" y="614197"/>
                  </a:moveTo>
                  <a:lnTo>
                    <a:pt x="741895" y="614197"/>
                  </a:lnTo>
                  <a:lnTo>
                    <a:pt x="741845" y="614362"/>
                  </a:lnTo>
                  <a:lnTo>
                    <a:pt x="741718" y="614705"/>
                  </a:lnTo>
                  <a:lnTo>
                    <a:pt x="741591" y="615086"/>
                  </a:lnTo>
                  <a:lnTo>
                    <a:pt x="761009" y="615086"/>
                  </a:lnTo>
                  <a:lnTo>
                    <a:pt x="764044" y="614705"/>
                  </a:lnTo>
                  <a:lnTo>
                    <a:pt x="763841" y="615086"/>
                  </a:lnTo>
                  <a:lnTo>
                    <a:pt x="764781" y="615086"/>
                  </a:lnTo>
                  <a:lnTo>
                    <a:pt x="764971" y="614705"/>
                  </a:lnTo>
                  <a:lnTo>
                    <a:pt x="765238" y="614197"/>
                  </a:lnTo>
                  <a:close/>
                </a:path>
                <a:path w="1376680" h="1376680">
                  <a:moveTo>
                    <a:pt x="766406" y="616864"/>
                  </a:moveTo>
                  <a:lnTo>
                    <a:pt x="763866" y="616864"/>
                  </a:lnTo>
                  <a:lnTo>
                    <a:pt x="764057" y="616483"/>
                  </a:lnTo>
                  <a:lnTo>
                    <a:pt x="763092" y="616483"/>
                  </a:lnTo>
                  <a:lnTo>
                    <a:pt x="763028" y="616610"/>
                  </a:lnTo>
                  <a:lnTo>
                    <a:pt x="762749" y="617118"/>
                  </a:lnTo>
                  <a:lnTo>
                    <a:pt x="763727" y="617118"/>
                  </a:lnTo>
                  <a:lnTo>
                    <a:pt x="763803" y="616991"/>
                  </a:lnTo>
                  <a:lnTo>
                    <a:pt x="766330" y="616991"/>
                  </a:lnTo>
                  <a:lnTo>
                    <a:pt x="766406" y="616864"/>
                  </a:lnTo>
                  <a:close/>
                </a:path>
                <a:path w="1376680" h="1376680">
                  <a:moveTo>
                    <a:pt x="766762" y="618134"/>
                  </a:moveTo>
                  <a:lnTo>
                    <a:pt x="765606" y="618134"/>
                  </a:lnTo>
                  <a:lnTo>
                    <a:pt x="765517" y="618261"/>
                  </a:lnTo>
                  <a:lnTo>
                    <a:pt x="766699" y="618261"/>
                  </a:lnTo>
                  <a:lnTo>
                    <a:pt x="766762" y="618134"/>
                  </a:lnTo>
                  <a:close/>
                </a:path>
                <a:path w="1376680" h="1376680">
                  <a:moveTo>
                    <a:pt x="767321" y="616991"/>
                  </a:moveTo>
                  <a:lnTo>
                    <a:pt x="766330" y="616991"/>
                  </a:lnTo>
                  <a:lnTo>
                    <a:pt x="766254" y="617118"/>
                  </a:lnTo>
                  <a:lnTo>
                    <a:pt x="763727" y="617118"/>
                  </a:lnTo>
                  <a:lnTo>
                    <a:pt x="763663" y="617245"/>
                  </a:lnTo>
                  <a:lnTo>
                    <a:pt x="766165" y="617245"/>
                  </a:lnTo>
                  <a:lnTo>
                    <a:pt x="765683" y="618007"/>
                  </a:lnTo>
                  <a:lnTo>
                    <a:pt x="766826" y="618007"/>
                  </a:lnTo>
                  <a:lnTo>
                    <a:pt x="766889" y="617880"/>
                  </a:lnTo>
                  <a:lnTo>
                    <a:pt x="767321" y="616991"/>
                  </a:lnTo>
                  <a:close/>
                </a:path>
                <a:path w="1376680" h="1376680">
                  <a:moveTo>
                    <a:pt x="767549" y="615086"/>
                  </a:moveTo>
                  <a:lnTo>
                    <a:pt x="764781" y="615086"/>
                  </a:lnTo>
                  <a:lnTo>
                    <a:pt x="764717" y="615213"/>
                  </a:lnTo>
                  <a:lnTo>
                    <a:pt x="767461" y="615213"/>
                  </a:lnTo>
                  <a:lnTo>
                    <a:pt x="767549" y="615086"/>
                  </a:lnTo>
                  <a:close/>
                </a:path>
                <a:path w="1376680" h="1376680">
                  <a:moveTo>
                    <a:pt x="767626" y="616356"/>
                  </a:moveTo>
                  <a:lnTo>
                    <a:pt x="766737" y="616356"/>
                  </a:lnTo>
                  <a:lnTo>
                    <a:pt x="766813" y="616229"/>
                  </a:lnTo>
                  <a:lnTo>
                    <a:pt x="764184" y="616229"/>
                  </a:lnTo>
                  <a:lnTo>
                    <a:pt x="764120" y="616356"/>
                  </a:lnTo>
                  <a:lnTo>
                    <a:pt x="764057" y="616483"/>
                  </a:lnTo>
                  <a:lnTo>
                    <a:pt x="766660" y="616483"/>
                  </a:lnTo>
                  <a:lnTo>
                    <a:pt x="766572" y="616610"/>
                  </a:lnTo>
                  <a:lnTo>
                    <a:pt x="766406" y="616864"/>
                  </a:lnTo>
                  <a:lnTo>
                    <a:pt x="767372" y="616864"/>
                  </a:lnTo>
                  <a:lnTo>
                    <a:pt x="767499" y="616610"/>
                  </a:lnTo>
                  <a:lnTo>
                    <a:pt x="767626" y="616356"/>
                  </a:lnTo>
                  <a:close/>
                </a:path>
                <a:path w="1376680" h="1376680">
                  <a:moveTo>
                    <a:pt x="767638" y="619912"/>
                  </a:moveTo>
                  <a:lnTo>
                    <a:pt x="765911" y="619912"/>
                  </a:lnTo>
                  <a:lnTo>
                    <a:pt x="765987" y="619747"/>
                  </a:lnTo>
                  <a:lnTo>
                    <a:pt x="766648" y="618388"/>
                  </a:lnTo>
                  <a:lnTo>
                    <a:pt x="765441" y="618388"/>
                  </a:lnTo>
                  <a:lnTo>
                    <a:pt x="762838" y="622452"/>
                  </a:lnTo>
                  <a:lnTo>
                    <a:pt x="764997" y="622452"/>
                  </a:lnTo>
                  <a:lnTo>
                    <a:pt x="765060" y="622198"/>
                  </a:lnTo>
                  <a:lnTo>
                    <a:pt x="765136" y="621944"/>
                  </a:lnTo>
                  <a:lnTo>
                    <a:pt x="765213" y="621690"/>
                  </a:lnTo>
                  <a:lnTo>
                    <a:pt x="765289" y="621436"/>
                  </a:lnTo>
                  <a:lnTo>
                    <a:pt x="765365" y="621182"/>
                  </a:lnTo>
                  <a:lnTo>
                    <a:pt x="765479" y="620801"/>
                  </a:lnTo>
                  <a:lnTo>
                    <a:pt x="765606" y="620547"/>
                  </a:lnTo>
                  <a:lnTo>
                    <a:pt x="767549" y="620547"/>
                  </a:lnTo>
                  <a:lnTo>
                    <a:pt x="767562" y="620420"/>
                  </a:lnTo>
                  <a:lnTo>
                    <a:pt x="765670" y="620420"/>
                  </a:lnTo>
                  <a:lnTo>
                    <a:pt x="765784" y="620166"/>
                  </a:lnTo>
                  <a:lnTo>
                    <a:pt x="765848" y="620039"/>
                  </a:lnTo>
                  <a:lnTo>
                    <a:pt x="767626" y="620039"/>
                  </a:lnTo>
                  <a:lnTo>
                    <a:pt x="767638" y="619912"/>
                  </a:lnTo>
                  <a:close/>
                </a:path>
                <a:path w="1376680" h="1376680">
                  <a:moveTo>
                    <a:pt x="767880" y="618261"/>
                  </a:moveTo>
                  <a:lnTo>
                    <a:pt x="766699" y="618261"/>
                  </a:lnTo>
                  <a:lnTo>
                    <a:pt x="766648" y="618388"/>
                  </a:lnTo>
                  <a:lnTo>
                    <a:pt x="767867" y="618388"/>
                  </a:lnTo>
                  <a:lnTo>
                    <a:pt x="767880" y="618261"/>
                  </a:lnTo>
                  <a:close/>
                </a:path>
                <a:path w="1376680" h="1376680">
                  <a:moveTo>
                    <a:pt x="767994" y="615594"/>
                  </a:moveTo>
                  <a:lnTo>
                    <a:pt x="767219" y="615594"/>
                  </a:lnTo>
                  <a:lnTo>
                    <a:pt x="766813" y="616229"/>
                  </a:lnTo>
                  <a:lnTo>
                    <a:pt x="767689" y="616229"/>
                  </a:lnTo>
                  <a:lnTo>
                    <a:pt x="767740" y="616102"/>
                  </a:lnTo>
                  <a:lnTo>
                    <a:pt x="767867" y="615848"/>
                  </a:lnTo>
                  <a:lnTo>
                    <a:pt x="767994" y="615594"/>
                  </a:lnTo>
                  <a:close/>
                </a:path>
                <a:path w="1376680" h="1376680">
                  <a:moveTo>
                    <a:pt x="768172" y="615213"/>
                  </a:moveTo>
                  <a:lnTo>
                    <a:pt x="767461" y="615213"/>
                  </a:lnTo>
                  <a:lnTo>
                    <a:pt x="767308" y="615467"/>
                  </a:lnTo>
                  <a:lnTo>
                    <a:pt x="768045" y="615467"/>
                  </a:lnTo>
                  <a:lnTo>
                    <a:pt x="768172" y="615213"/>
                  </a:lnTo>
                  <a:close/>
                </a:path>
                <a:path w="1376680" h="1376680">
                  <a:moveTo>
                    <a:pt x="768184" y="620039"/>
                  </a:moveTo>
                  <a:lnTo>
                    <a:pt x="767626" y="620039"/>
                  </a:lnTo>
                  <a:lnTo>
                    <a:pt x="767702" y="620420"/>
                  </a:lnTo>
                  <a:lnTo>
                    <a:pt x="768184" y="620039"/>
                  </a:lnTo>
                  <a:close/>
                </a:path>
                <a:path w="1376680" h="1376680">
                  <a:moveTo>
                    <a:pt x="768286" y="625500"/>
                  </a:moveTo>
                  <a:lnTo>
                    <a:pt x="768223" y="625373"/>
                  </a:lnTo>
                  <a:lnTo>
                    <a:pt x="763346" y="625373"/>
                  </a:lnTo>
                  <a:lnTo>
                    <a:pt x="762914" y="625500"/>
                  </a:lnTo>
                  <a:lnTo>
                    <a:pt x="768286" y="625500"/>
                  </a:lnTo>
                  <a:close/>
                </a:path>
                <a:path w="1376680" h="1376680">
                  <a:moveTo>
                    <a:pt x="768311" y="625119"/>
                  </a:moveTo>
                  <a:lnTo>
                    <a:pt x="764197" y="625119"/>
                  </a:lnTo>
                  <a:lnTo>
                    <a:pt x="763778" y="625246"/>
                  </a:lnTo>
                  <a:lnTo>
                    <a:pt x="768261" y="625246"/>
                  </a:lnTo>
                  <a:lnTo>
                    <a:pt x="768311" y="625119"/>
                  </a:lnTo>
                  <a:close/>
                </a:path>
                <a:path w="1376680" h="1376680">
                  <a:moveTo>
                    <a:pt x="768426" y="616229"/>
                  </a:moveTo>
                  <a:lnTo>
                    <a:pt x="767689" y="616229"/>
                  </a:lnTo>
                  <a:lnTo>
                    <a:pt x="767626" y="616356"/>
                  </a:lnTo>
                  <a:lnTo>
                    <a:pt x="768286" y="616356"/>
                  </a:lnTo>
                  <a:lnTo>
                    <a:pt x="768426" y="616229"/>
                  </a:lnTo>
                  <a:close/>
                </a:path>
                <a:path w="1376680" h="1376680">
                  <a:moveTo>
                    <a:pt x="768616" y="624230"/>
                  </a:moveTo>
                  <a:lnTo>
                    <a:pt x="764463" y="624230"/>
                  </a:lnTo>
                  <a:lnTo>
                    <a:pt x="764501" y="624103"/>
                  </a:lnTo>
                  <a:lnTo>
                    <a:pt x="762698" y="624103"/>
                  </a:lnTo>
                  <a:lnTo>
                    <a:pt x="762774" y="624611"/>
                  </a:lnTo>
                  <a:lnTo>
                    <a:pt x="762850" y="625119"/>
                  </a:lnTo>
                  <a:lnTo>
                    <a:pt x="764197" y="625119"/>
                  </a:lnTo>
                  <a:lnTo>
                    <a:pt x="764235" y="624992"/>
                  </a:lnTo>
                  <a:lnTo>
                    <a:pt x="764349" y="624611"/>
                  </a:lnTo>
                  <a:lnTo>
                    <a:pt x="764425" y="624357"/>
                  </a:lnTo>
                  <a:lnTo>
                    <a:pt x="768616" y="624230"/>
                  </a:lnTo>
                  <a:close/>
                </a:path>
                <a:path w="1376680" h="1376680">
                  <a:moveTo>
                    <a:pt x="768667" y="614197"/>
                  </a:moveTo>
                  <a:lnTo>
                    <a:pt x="765238" y="614197"/>
                  </a:lnTo>
                  <a:lnTo>
                    <a:pt x="767549" y="615086"/>
                  </a:lnTo>
                  <a:lnTo>
                    <a:pt x="768235" y="615086"/>
                  </a:lnTo>
                  <a:lnTo>
                    <a:pt x="768667" y="614197"/>
                  </a:lnTo>
                  <a:close/>
                </a:path>
                <a:path w="1376680" h="1376680">
                  <a:moveTo>
                    <a:pt x="768705" y="623976"/>
                  </a:moveTo>
                  <a:lnTo>
                    <a:pt x="764540" y="623976"/>
                  </a:lnTo>
                  <a:lnTo>
                    <a:pt x="764501" y="624103"/>
                  </a:lnTo>
                  <a:lnTo>
                    <a:pt x="768667" y="624103"/>
                  </a:lnTo>
                  <a:lnTo>
                    <a:pt x="768705" y="623976"/>
                  </a:lnTo>
                  <a:close/>
                </a:path>
                <a:path w="1376680" h="1376680">
                  <a:moveTo>
                    <a:pt x="768921" y="626770"/>
                  </a:moveTo>
                  <a:lnTo>
                    <a:pt x="768794" y="626516"/>
                  </a:lnTo>
                  <a:lnTo>
                    <a:pt x="756450" y="626516"/>
                  </a:lnTo>
                  <a:lnTo>
                    <a:pt x="756018" y="626516"/>
                  </a:lnTo>
                  <a:lnTo>
                    <a:pt x="756069" y="626389"/>
                  </a:lnTo>
                  <a:lnTo>
                    <a:pt x="742035" y="626389"/>
                  </a:lnTo>
                  <a:lnTo>
                    <a:pt x="741934" y="626897"/>
                  </a:lnTo>
                  <a:lnTo>
                    <a:pt x="741908" y="627024"/>
                  </a:lnTo>
                  <a:lnTo>
                    <a:pt x="754494" y="627024"/>
                  </a:lnTo>
                  <a:lnTo>
                    <a:pt x="755954" y="626643"/>
                  </a:lnTo>
                  <a:lnTo>
                    <a:pt x="755904" y="626770"/>
                  </a:lnTo>
                  <a:lnTo>
                    <a:pt x="768921" y="626770"/>
                  </a:lnTo>
                  <a:close/>
                </a:path>
                <a:path w="1376680" h="1376680">
                  <a:moveTo>
                    <a:pt x="769112" y="627151"/>
                  </a:moveTo>
                  <a:lnTo>
                    <a:pt x="769048" y="627024"/>
                  </a:lnTo>
                  <a:lnTo>
                    <a:pt x="754494" y="627024"/>
                  </a:lnTo>
                  <a:lnTo>
                    <a:pt x="753999" y="627151"/>
                  </a:lnTo>
                  <a:lnTo>
                    <a:pt x="769112" y="627151"/>
                  </a:lnTo>
                  <a:close/>
                </a:path>
                <a:path w="1376680" h="1376680">
                  <a:moveTo>
                    <a:pt x="769150" y="615467"/>
                  </a:moveTo>
                  <a:lnTo>
                    <a:pt x="768045" y="615467"/>
                  </a:lnTo>
                  <a:lnTo>
                    <a:pt x="767994" y="615594"/>
                  </a:lnTo>
                  <a:lnTo>
                    <a:pt x="769150" y="615594"/>
                  </a:lnTo>
                  <a:lnTo>
                    <a:pt x="769150" y="615467"/>
                  </a:lnTo>
                  <a:close/>
                </a:path>
                <a:path w="1376680" h="1376680">
                  <a:moveTo>
                    <a:pt x="769150" y="615086"/>
                  </a:moveTo>
                  <a:lnTo>
                    <a:pt x="768235" y="615086"/>
                  </a:lnTo>
                  <a:lnTo>
                    <a:pt x="768172" y="615213"/>
                  </a:lnTo>
                  <a:lnTo>
                    <a:pt x="769150" y="615213"/>
                  </a:lnTo>
                  <a:lnTo>
                    <a:pt x="769150" y="615086"/>
                  </a:lnTo>
                  <a:close/>
                </a:path>
                <a:path w="1376680" h="1376680">
                  <a:moveTo>
                    <a:pt x="769150" y="614070"/>
                  </a:moveTo>
                  <a:lnTo>
                    <a:pt x="768667" y="614197"/>
                  </a:lnTo>
                  <a:lnTo>
                    <a:pt x="769150" y="614197"/>
                  </a:lnTo>
                  <a:lnTo>
                    <a:pt x="769150" y="614070"/>
                  </a:lnTo>
                  <a:close/>
                </a:path>
                <a:path w="1376680" h="1376680">
                  <a:moveTo>
                    <a:pt x="769239" y="622452"/>
                  </a:moveTo>
                  <a:lnTo>
                    <a:pt x="764997" y="622452"/>
                  </a:lnTo>
                  <a:lnTo>
                    <a:pt x="764959" y="622579"/>
                  </a:lnTo>
                  <a:lnTo>
                    <a:pt x="769200" y="622579"/>
                  </a:lnTo>
                  <a:lnTo>
                    <a:pt x="769239" y="622452"/>
                  </a:lnTo>
                  <a:close/>
                </a:path>
                <a:path w="1376680" h="1376680">
                  <a:moveTo>
                    <a:pt x="770305" y="620039"/>
                  </a:moveTo>
                  <a:lnTo>
                    <a:pt x="770204" y="619912"/>
                  </a:lnTo>
                  <a:lnTo>
                    <a:pt x="768350" y="619912"/>
                  </a:lnTo>
                  <a:lnTo>
                    <a:pt x="768184" y="620039"/>
                  </a:lnTo>
                  <a:lnTo>
                    <a:pt x="770305" y="620039"/>
                  </a:lnTo>
                  <a:close/>
                </a:path>
                <a:path w="1376680" h="1376680">
                  <a:moveTo>
                    <a:pt x="770585" y="622452"/>
                  </a:moveTo>
                  <a:lnTo>
                    <a:pt x="769239" y="622452"/>
                  </a:lnTo>
                  <a:lnTo>
                    <a:pt x="769404" y="622579"/>
                  </a:lnTo>
                  <a:lnTo>
                    <a:pt x="770521" y="622579"/>
                  </a:lnTo>
                  <a:lnTo>
                    <a:pt x="770585" y="622452"/>
                  </a:lnTo>
                  <a:close/>
                </a:path>
                <a:path w="1376680" h="1376680">
                  <a:moveTo>
                    <a:pt x="770648" y="1371422"/>
                  </a:moveTo>
                  <a:lnTo>
                    <a:pt x="768819" y="1356537"/>
                  </a:lnTo>
                  <a:lnTo>
                    <a:pt x="764044" y="1357071"/>
                  </a:lnTo>
                  <a:lnTo>
                    <a:pt x="759180" y="1357693"/>
                  </a:lnTo>
                  <a:lnTo>
                    <a:pt x="754151" y="1358138"/>
                  </a:lnTo>
                  <a:lnTo>
                    <a:pt x="755561" y="1373009"/>
                  </a:lnTo>
                  <a:lnTo>
                    <a:pt x="765708" y="1372082"/>
                  </a:lnTo>
                  <a:lnTo>
                    <a:pt x="770648" y="1371422"/>
                  </a:lnTo>
                  <a:close/>
                </a:path>
                <a:path w="1376680" h="1376680">
                  <a:moveTo>
                    <a:pt x="770724" y="620547"/>
                  </a:moveTo>
                  <a:lnTo>
                    <a:pt x="770623" y="620420"/>
                  </a:lnTo>
                  <a:lnTo>
                    <a:pt x="767702" y="620420"/>
                  </a:lnTo>
                  <a:lnTo>
                    <a:pt x="767549" y="620547"/>
                  </a:lnTo>
                  <a:lnTo>
                    <a:pt x="770724" y="620547"/>
                  </a:lnTo>
                  <a:close/>
                </a:path>
                <a:path w="1376680" h="1376680">
                  <a:moveTo>
                    <a:pt x="774382" y="627151"/>
                  </a:moveTo>
                  <a:lnTo>
                    <a:pt x="769112" y="627151"/>
                  </a:lnTo>
                  <a:lnTo>
                    <a:pt x="769175" y="627278"/>
                  </a:lnTo>
                  <a:lnTo>
                    <a:pt x="769239" y="627405"/>
                  </a:lnTo>
                  <a:lnTo>
                    <a:pt x="774382" y="627151"/>
                  </a:lnTo>
                  <a:close/>
                </a:path>
                <a:path w="1376680" h="1376680">
                  <a:moveTo>
                    <a:pt x="782878" y="6464"/>
                  </a:moveTo>
                  <a:lnTo>
                    <a:pt x="777811" y="5702"/>
                  </a:lnTo>
                  <a:lnTo>
                    <a:pt x="767803" y="4495"/>
                  </a:lnTo>
                  <a:lnTo>
                    <a:pt x="767740" y="5092"/>
                  </a:lnTo>
                  <a:lnTo>
                    <a:pt x="767664" y="5702"/>
                  </a:lnTo>
                  <a:lnTo>
                    <a:pt x="767575" y="6464"/>
                  </a:lnTo>
                  <a:lnTo>
                    <a:pt x="766025" y="19418"/>
                  </a:lnTo>
                  <a:lnTo>
                    <a:pt x="770915" y="20015"/>
                  </a:lnTo>
                  <a:lnTo>
                    <a:pt x="775779" y="20751"/>
                  </a:lnTo>
                  <a:lnTo>
                    <a:pt x="780681" y="21285"/>
                  </a:lnTo>
                  <a:lnTo>
                    <a:pt x="780757" y="20751"/>
                  </a:lnTo>
                  <a:lnTo>
                    <a:pt x="780872" y="20015"/>
                  </a:lnTo>
                  <a:lnTo>
                    <a:pt x="780961" y="19418"/>
                  </a:lnTo>
                  <a:lnTo>
                    <a:pt x="782878" y="6464"/>
                  </a:lnTo>
                  <a:close/>
                </a:path>
                <a:path w="1376680" h="1376680">
                  <a:moveTo>
                    <a:pt x="787552" y="620039"/>
                  </a:moveTo>
                  <a:lnTo>
                    <a:pt x="770305" y="620039"/>
                  </a:lnTo>
                  <a:lnTo>
                    <a:pt x="770420" y="620166"/>
                  </a:lnTo>
                  <a:lnTo>
                    <a:pt x="770623" y="620420"/>
                  </a:lnTo>
                  <a:lnTo>
                    <a:pt x="787450" y="620420"/>
                  </a:lnTo>
                  <a:lnTo>
                    <a:pt x="787552" y="620039"/>
                  </a:lnTo>
                  <a:close/>
                </a:path>
                <a:path w="1376680" h="1376680">
                  <a:moveTo>
                    <a:pt x="788314" y="627151"/>
                  </a:moveTo>
                  <a:lnTo>
                    <a:pt x="774382" y="627151"/>
                  </a:lnTo>
                  <a:lnTo>
                    <a:pt x="782675" y="628421"/>
                  </a:lnTo>
                  <a:lnTo>
                    <a:pt x="788111" y="627659"/>
                  </a:lnTo>
                  <a:lnTo>
                    <a:pt x="788212" y="627405"/>
                  </a:lnTo>
                  <a:lnTo>
                    <a:pt x="788314" y="627151"/>
                  </a:lnTo>
                  <a:close/>
                </a:path>
                <a:path w="1376680" h="1376680">
                  <a:moveTo>
                    <a:pt x="788492" y="626732"/>
                  </a:moveTo>
                  <a:lnTo>
                    <a:pt x="787869" y="626770"/>
                  </a:lnTo>
                  <a:lnTo>
                    <a:pt x="768921" y="626770"/>
                  </a:lnTo>
                  <a:lnTo>
                    <a:pt x="768985" y="626897"/>
                  </a:lnTo>
                  <a:lnTo>
                    <a:pt x="769048" y="627024"/>
                  </a:lnTo>
                  <a:lnTo>
                    <a:pt x="788377" y="627024"/>
                  </a:lnTo>
                  <a:lnTo>
                    <a:pt x="788479" y="626770"/>
                  </a:lnTo>
                  <a:close/>
                </a:path>
                <a:path w="1376680" h="1376680">
                  <a:moveTo>
                    <a:pt x="789012" y="625500"/>
                  </a:moveTo>
                  <a:lnTo>
                    <a:pt x="768286" y="625500"/>
                  </a:lnTo>
                  <a:lnTo>
                    <a:pt x="768350" y="625627"/>
                  </a:lnTo>
                  <a:lnTo>
                    <a:pt x="768413" y="625754"/>
                  </a:lnTo>
                  <a:lnTo>
                    <a:pt x="768477" y="625881"/>
                  </a:lnTo>
                  <a:lnTo>
                    <a:pt x="768794" y="626516"/>
                  </a:lnTo>
                  <a:lnTo>
                    <a:pt x="788581" y="626516"/>
                  </a:lnTo>
                  <a:lnTo>
                    <a:pt x="788631" y="626389"/>
                  </a:lnTo>
                  <a:lnTo>
                    <a:pt x="788746" y="626135"/>
                  </a:lnTo>
                  <a:lnTo>
                    <a:pt x="788847" y="625881"/>
                  </a:lnTo>
                  <a:lnTo>
                    <a:pt x="788898" y="625754"/>
                  </a:lnTo>
                  <a:lnTo>
                    <a:pt x="789012" y="625500"/>
                  </a:lnTo>
                  <a:close/>
                </a:path>
                <a:path w="1376680" h="1376680">
                  <a:moveTo>
                    <a:pt x="789114" y="625246"/>
                  </a:moveTo>
                  <a:lnTo>
                    <a:pt x="768261" y="625246"/>
                  </a:lnTo>
                  <a:lnTo>
                    <a:pt x="768223" y="625373"/>
                  </a:lnTo>
                  <a:lnTo>
                    <a:pt x="789063" y="625373"/>
                  </a:lnTo>
                  <a:lnTo>
                    <a:pt x="789114" y="625246"/>
                  </a:lnTo>
                  <a:close/>
                </a:path>
                <a:path w="1376680" h="1376680">
                  <a:moveTo>
                    <a:pt x="789355" y="624103"/>
                  </a:moveTo>
                  <a:lnTo>
                    <a:pt x="768667" y="624103"/>
                  </a:lnTo>
                  <a:lnTo>
                    <a:pt x="768616" y="624230"/>
                  </a:lnTo>
                  <a:lnTo>
                    <a:pt x="789292" y="624230"/>
                  </a:lnTo>
                  <a:lnTo>
                    <a:pt x="789355" y="624103"/>
                  </a:lnTo>
                  <a:close/>
                </a:path>
                <a:path w="1376680" h="1376680">
                  <a:moveTo>
                    <a:pt x="789381" y="625246"/>
                  </a:moveTo>
                  <a:lnTo>
                    <a:pt x="789368" y="625119"/>
                  </a:lnTo>
                  <a:lnTo>
                    <a:pt x="789165" y="625119"/>
                  </a:lnTo>
                  <a:lnTo>
                    <a:pt x="789114" y="625246"/>
                  </a:lnTo>
                  <a:lnTo>
                    <a:pt x="789381" y="625246"/>
                  </a:lnTo>
                  <a:close/>
                </a:path>
                <a:path w="1376680" h="1376680">
                  <a:moveTo>
                    <a:pt x="789432" y="625500"/>
                  </a:moveTo>
                  <a:lnTo>
                    <a:pt x="789406" y="625373"/>
                  </a:lnTo>
                  <a:lnTo>
                    <a:pt x="789063" y="625373"/>
                  </a:lnTo>
                  <a:lnTo>
                    <a:pt x="789012" y="625500"/>
                  </a:lnTo>
                  <a:lnTo>
                    <a:pt x="789432" y="625500"/>
                  </a:lnTo>
                  <a:close/>
                </a:path>
                <a:path w="1376680" h="1376680">
                  <a:moveTo>
                    <a:pt x="789546" y="624230"/>
                  </a:moveTo>
                  <a:lnTo>
                    <a:pt x="789292" y="624230"/>
                  </a:lnTo>
                  <a:lnTo>
                    <a:pt x="789228" y="624357"/>
                  </a:lnTo>
                  <a:lnTo>
                    <a:pt x="789482" y="624357"/>
                  </a:lnTo>
                  <a:lnTo>
                    <a:pt x="789546" y="624230"/>
                  </a:lnTo>
                  <a:close/>
                </a:path>
                <a:path w="1376680" h="1376680">
                  <a:moveTo>
                    <a:pt x="789597" y="618388"/>
                  </a:moveTo>
                  <a:lnTo>
                    <a:pt x="767867" y="618388"/>
                  </a:lnTo>
                  <a:lnTo>
                    <a:pt x="767765" y="619023"/>
                  </a:lnTo>
                  <a:lnTo>
                    <a:pt x="767664" y="619747"/>
                  </a:lnTo>
                  <a:lnTo>
                    <a:pt x="767638" y="619912"/>
                  </a:lnTo>
                  <a:lnTo>
                    <a:pt x="768350" y="619912"/>
                  </a:lnTo>
                  <a:lnTo>
                    <a:pt x="769480" y="619023"/>
                  </a:lnTo>
                  <a:lnTo>
                    <a:pt x="770204" y="619912"/>
                  </a:lnTo>
                  <a:lnTo>
                    <a:pt x="787590" y="619912"/>
                  </a:lnTo>
                  <a:lnTo>
                    <a:pt x="787641" y="619747"/>
                  </a:lnTo>
                  <a:lnTo>
                    <a:pt x="787742" y="619404"/>
                  </a:lnTo>
                  <a:lnTo>
                    <a:pt x="787844" y="619023"/>
                  </a:lnTo>
                  <a:lnTo>
                    <a:pt x="789597" y="618388"/>
                  </a:lnTo>
                  <a:close/>
                </a:path>
                <a:path w="1376680" h="1376680">
                  <a:moveTo>
                    <a:pt x="789647" y="623976"/>
                  </a:moveTo>
                  <a:lnTo>
                    <a:pt x="789432" y="623976"/>
                  </a:lnTo>
                  <a:lnTo>
                    <a:pt x="789355" y="624103"/>
                  </a:lnTo>
                  <a:lnTo>
                    <a:pt x="789597" y="624103"/>
                  </a:lnTo>
                  <a:lnTo>
                    <a:pt x="789647" y="623976"/>
                  </a:lnTo>
                  <a:close/>
                </a:path>
                <a:path w="1376680" h="1376680">
                  <a:moveTo>
                    <a:pt x="790168" y="622579"/>
                  </a:moveTo>
                  <a:lnTo>
                    <a:pt x="770521" y="622579"/>
                  </a:lnTo>
                  <a:lnTo>
                    <a:pt x="770242" y="623100"/>
                  </a:lnTo>
                  <a:lnTo>
                    <a:pt x="770051" y="623100"/>
                  </a:lnTo>
                  <a:lnTo>
                    <a:pt x="769404" y="622579"/>
                  </a:lnTo>
                  <a:lnTo>
                    <a:pt x="769200" y="622579"/>
                  </a:lnTo>
                  <a:lnTo>
                    <a:pt x="769073" y="622922"/>
                  </a:lnTo>
                  <a:lnTo>
                    <a:pt x="769010" y="623100"/>
                  </a:lnTo>
                  <a:lnTo>
                    <a:pt x="768705" y="623976"/>
                  </a:lnTo>
                  <a:lnTo>
                    <a:pt x="789432" y="623976"/>
                  </a:lnTo>
                  <a:lnTo>
                    <a:pt x="789889" y="623100"/>
                  </a:lnTo>
                  <a:lnTo>
                    <a:pt x="789978" y="622922"/>
                  </a:lnTo>
                  <a:lnTo>
                    <a:pt x="790168" y="622579"/>
                  </a:lnTo>
                  <a:close/>
                </a:path>
                <a:path w="1376680" h="1376680">
                  <a:moveTo>
                    <a:pt x="791311" y="620420"/>
                  </a:moveTo>
                  <a:lnTo>
                    <a:pt x="787450" y="620420"/>
                  </a:lnTo>
                  <a:lnTo>
                    <a:pt x="787412" y="620547"/>
                  </a:lnTo>
                  <a:lnTo>
                    <a:pt x="791248" y="620547"/>
                  </a:lnTo>
                  <a:lnTo>
                    <a:pt x="791311" y="620420"/>
                  </a:lnTo>
                  <a:close/>
                </a:path>
                <a:path w="1376680" h="1376680">
                  <a:moveTo>
                    <a:pt x="791578" y="619912"/>
                  </a:moveTo>
                  <a:lnTo>
                    <a:pt x="787590" y="619912"/>
                  </a:lnTo>
                  <a:lnTo>
                    <a:pt x="787552" y="620039"/>
                  </a:lnTo>
                  <a:lnTo>
                    <a:pt x="791514" y="620039"/>
                  </a:lnTo>
                  <a:lnTo>
                    <a:pt x="791578" y="619912"/>
                  </a:lnTo>
                  <a:close/>
                </a:path>
                <a:path w="1376680" h="1376680">
                  <a:moveTo>
                    <a:pt x="792099" y="624357"/>
                  </a:moveTo>
                  <a:lnTo>
                    <a:pt x="789482" y="624357"/>
                  </a:lnTo>
                  <a:lnTo>
                    <a:pt x="789381" y="624611"/>
                  </a:lnTo>
                  <a:lnTo>
                    <a:pt x="789305" y="624789"/>
                  </a:lnTo>
                  <a:lnTo>
                    <a:pt x="789228" y="624357"/>
                  </a:lnTo>
                  <a:lnTo>
                    <a:pt x="768578" y="624357"/>
                  </a:lnTo>
                  <a:lnTo>
                    <a:pt x="768489" y="624611"/>
                  </a:lnTo>
                  <a:lnTo>
                    <a:pt x="768311" y="625119"/>
                  </a:lnTo>
                  <a:lnTo>
                    <a:pt x="789165" y="625119"/>
                  </a:lnTo>
                  <a:lnTo>
                    <a:pt x="789368" y="625119"/>
                  </a:lnTo>
                  <a:lnTo>
                    <a:pt x="791679" y="625119"/>
                  </a:lnTo>
                  <a:lnTo>
                    <a:pt x="791743" y="624992"/>
                  </a:lnTo>
                  <a:lnTo>
                    <a:pt x="792099" y="624357"/>
                  </a:lnTo>
                  <a:close/>
                </a:path>
                <a:path w="1376680" h="1376680">
                  <a:moveTo>
                    <a:pt x="792213" y="615594"/>
                  </a:moveTo>
                  <a:lnTo>
                    <a:pt x="769150" y="615594"/>
                  </a:lnTo>
                  <a:lnTo>
                    <a:pt x="768426" y="616229"/>
                  </a:lnTo>
                  <a:lnTo>
                    <a:pt x="791806" y="616229"/>
                  </a:lnTo>
                  <a:lnTo>
                    <a:pt x="791883" y="616102"/>
                  </a:lnTo>
                  <a:lnTo>
                    <a:pt x="792213" y="615594"/>
                  </a:lnTo>
                  <a:close/>
                </a:path>
                <a:path w="1376680" h="1376680">
                  <a:moveTo>
                    <a:pt x="792226" y="624103"/>
                  </a:moveTo>
                  <a:lnTo>
                    <a:pt x="789597" y="624103"/>
                  </a:lnTo>
                  <a:lnTo>
                    <a:pt x="789546" y="624230"/>
                  </a:lnTo>
                  <a:lnTo>
                    <a:pt x="792162" y="624230"/>
                  </a:lnTo>
                  <a:lnTo>
                    <a:pt x="792226" y="624103"/>
                  </a:lnTo>
                  <a:close/>
                </a:path>
                <a:path w="1376680" h="1376680">
                  <a:moveTo>
                    <a:pt x="792454" y="618261"/>
                  </a:moveTo>
                  <a:lnTo>
                    <a:pt x="789940" y="618261"/>
                  </a:lnTo>
                  <a:lnTo>
                    <a:pt x="789597" y="618388"/>
                  </a:lnTo>
                  <a:lnTo>
                    <a:pt x="792391" y="618388"/>
                  </a:lnTo>
                  <a:lnTo>
                    <a:pt x="792454" y="618261"/>
                  </a:lnTo>
                  <a:close/>
                </a:path>
                <a:path w="1376680" h="1376680">
                  <a:moveTo>
                    <a:pt x="792467" y="615213"/>
                  </a:moveTo>
                  <a:lnTo>
                    <a:pt x="769150" y="615213"/>
                  </a:lnTo>
                  <a:lnTo>
                    <a:pt x="769150" y="615467"/>
                  </a:lnTo>
                  <a:lnTo>
                    <a:pt x="792302" y="615467"/>
                  </a:lnTo>
                  <a:lnTo>
                    <a:pt x="792467" y="615213"/>
                  </a:lnTo>
                  <a:close/>
                </a:path>
                <a:path w="1376680" h="1376680">
                  <a:moveTo>
                    <a:pt x="792746" y="615594"/>
                  </a:moveTo>
                  <a:lnTo>
                    <a:pt x="792645" y="615467"/>
                  </a:lnTo>
                  <a:lnTo>
                    <a:pt x="792302" y="615467"/>
                  </a:lnTo>
                  <a:lnTo>
                    <a:pt x="792213" y="615594"/>
                  </a:lnTo>
                  <a:lnTo>
                    <a:pt x="792746" y="615594"/>
                  </a:lnTo>
                  <a:close/>
                </a:path>
                <a:path w="1376680" h="1376680">
                  <a:moveTo>
                    <a:pt x="793064" y="622579"/>
                  </a:moveTo>
                  <a:lnTo>
                    <a:pt x="790232" y="622579"/>
                  </a:lnTo>
                  <a:lnTo>
                    <a:pt x="789647" y="623976"/>
                  </a:lnTo>
                  <a:lnTo>
                    <a:pt x="792302" y="623976"/>
                  </a:lnTo>
                  <a:lnTo>
                    <a:pt x="793064" y="622579"/>
                  </a:lnTo>
                  <a:close/>
                </a:path>
                <a:path w="1376680" h="1376680">
                  <a:moveTo>
                    <a:pt x="793305" y="616356"/>
                  </a:moveTo>
                  <a:lnTo>
                    <a:pt x="793216" y="616229"/>
                  </a:lnTo>
                  <a:lnTo>
                    <a:pt x="791806" y="616229"/>
                  </a:lnTo>
                  <a:lnTo>
                    <a:pt x="791718" y="616356"/>
                  </a:lnTo>
                  <a:lnTo>
                    <a:pt x="793305" y="616356"/>
                  </a:lnTo>
                  <a:close/>
                </a:path>
                <a:path w="1376680" h="1376680">
                  <a:moveTo>
                    <a:pt x="793750" y="625373"/>
                  </a:moveTo>
                  <a:lnTo>
                    <a:pt x="791603" y="625246"/>
                  </a:lnTo>
                  <a:lnTo>
                    <a:pt x="789381" y="625246"/>
                  </a:lnTo>
                  <a:lnTo>
                    <a:pt x="789406" y="625373"/>
                  </a:lnTo>
                  <a:lnTo>
                    <a:pt x="793750" y="625373"/>
                  </a:lnTo>
                  <a:close/>
                </a:path>
                <a:path w="1376680" h="1376680">
                  <a:moveTo>
                    <a:pt x="794372" y="624230"/>
                  </a:moveTo>
                  <a:lnTo>
                    <a:pt x="792162" y="624230"/>
                  </a:lnTo>
                  <a:lnTo>
                    <a:pt x="792099" y="624357"/>
                  </a:lnTo>
                  <a:lnTo>
                    <a:pt x="794308" y="624357"/>
                  </a:lnTo>
                  <a:lnTo>
                    <a:pt x="794372" y="624230"/>
                  </a:lnTo>
                  <a:close/>
                </a:path>
                <a:path w="1376680" h="1376680">
                  <a:moveTo>
                    <a:pt x="794448" y="620039"/>
                  </a:moveTo>
                  <a:lnTo>
                    <a:pt x="791514" y="620039"/>
                  </a:lnTo>
                  <a:lnTo>
                    <a:pt x="791451" y="620166"/>
                  </a:lnTo>
                  <a:lnTo>
                    <a:pt x="791311" y="620420"/>
                  </a:lnTo>
                  <a:lnTo>
                    <a:pt x="794245" y="620420"/>
                  </a:lnTo>
                  <a:lnTo>
                    <a:pt x="794448" y="620039"/>
                  </a:lnTo>
                  <a:close/>
                </a:path>
                <a:path w="1376680" h="1376680">
                  <a:moveTo>
                    <a:pt x="795172" y="625500"/>
                  </a:moveTo>
                  <a:lnTo>
                    <a:pt x="789432" y="625500"/>
                  </a:lnTo>
                  <a:lnTo>
                    <a:pt x="789546" y="626135"/>
                  </a:lnTo>
                  <a:lnTo>
                    <a:pt x="789609" y="626516"/>
                  </a:lnTo>
                  <a:lnTo>
                    <a:pt x="791400" y="626516"/>
                  </a:lnTo>
                  <a:lnTo>
                    <a:pt x="794931" y="626262"/>
                  </a:lnTo>
                  <a:lnTo>
                    <a:pt x="795058" y="625881"/>
                  </a:lnTo>
                  <a:lnTo>
                    <a:pt x="795172" y="625500"/>
                  </a:lnTo>
                  <a:close/>
                </a:path>
                <a:path w="1376680" h="1376680">
                  <a:moveTo>
                    <a:pt x="795350" y="622452"/>
                  </a:moveTo>
                  <a:lnTo>
                    <a:pt x="793140" y="622452"/>
                  </a:lnTo>
                  <a:lnTo>
                    <a:pt x="793064" y="622579"/>
                  </a:lnTo>
                  <a:lnTo>
                    <a:pt x="795274" y="622579"/>
                  </a:lnTo>
                  <a:lnTo>
                    <a:pt x="795350" y="622452"/>
                  </a:lnTo>
                  <a:close/>
                </a:path>
                <a:path w="1376680" h="1376680">
                  <a:moveTo>
                    <a:pt x="795350" y="618388"/>
                  </a:moveTo>
                  <a:lnTo>
                    <a:pt x="792391" y="618388"/>
                  </a:lnTo>
                  <a:lnTo>
                    <a:pt x="791578" y="619912"/>
                  </a:lnTo>
                  <a:lnTo>
                    <a:pt x="794524" y="619912"/>
                  </a:lnTo>
                  <a:lnTo>
                    <a:pt x="794613" y="619747"/>
                  </a:lnTo>
                  <a:lnTo>
                    <a:pt x="795350" y="618388"/>
                  </a:lnTo>
                  <a:close/>
                </a:path>
                <a:path w="1376680" h="1376680">
                  <a:moveTo>
                    <a:pt x="795985" y="617245"/>
                  </a:moveTo>
                  <a:lnTo>
                    <a:pt x="792988" y="617245"/>
                  </a:lnTo>
                  <a:lnTo>
                    <a:pt x="767994" y="617499"/>
                  </a:lnTo>
                  <a:lnTo>
                    <a:pt x="767880" y="618261"/>
                  </a:lnTo>
                  <a:lnTo>
                    <a:pt x="789940" y="618261"/>
                  </a:lnTo>
                  <a:lnTo>
                    <a:pt x="790651" y="618007"/>
                  </a:lnTo>
                  <a:lnTo>
                    <a:pt x="790727" y="617880"/>
                  </a:lnTo>
                  <a:lnTo>
                    <a:pt x="790981" y="617499"/>
                  </a:lnTo>
                  <a:lnTo>
                    <a:pt x="792899" y="617410"/>
                  </a:lnTo>
                  <a:lnTo>
                    <a:pt x="792454" y="618261"/>
                  </a:lnTo>
                  <a:lnTo>
                    <a:pt x="795426" y="618261"/>
                  </a:lnTo>
                  <a:lnTo>
                    <a:pt x="795489" y="618134"/>
                  </a:lnTo>
                  <a:lnTo>
                    <a:pt x="795566" y="618007"/>
                  </a:lnTo>
                  <a:lnTo>
                    <a:pt x="795629" y="617880"/>
                  </a:lnTo>
                  <a:lnTo>
                    <a:pt x="795985" y="617245"/>
                  </a:lnTo>
                  <a:close/>
                </a:path>
                <a:path w="1376680" h="1376680">
                  <a:moveTo>
                    <a:pt x="796137" y="622579"/>
                  </a:moveTo>
                  <a:lnTo>
                    <a:pt x="795274" y="622579"/>
                  </a:lnTo>
                  <a:lnTo>
                    <a:pt x="794372" y="624230"/>
                  </a:lnTo>
                  <a:lnTo>
                    <a:pt x="795591" y="624230"/>
                  </a:lnTo>
                  <a:lnTo>
                    <a:pt x="795642" y="624103"/>
                  </a:lnTo>
                  <a:lnTo>
                    <a:pt x="795756" y="623722"/>
                  </a:lnTo>
                  <a:lnTo>
                    <a:pt x="795832" y="623519"/>
                  </a:lnTo>
                  <a:lnTo>
                    <a:pt x="796137" y="622579"/>
                  </a:lnTo>
                  <a:close/>
                </a:path>
                <a:path w="1376680" h="1376680">
                  <a:moveTo>
                    <a:pt x="796251" y="620801"/>
                  </a:moveTo>
                  <a:lnTo>
                    <a:pt x="794042" y="620801"/>
                  </a:lnTo>
                  <a:lnTo>
                    <a:pt x="794181" y="620547"/>
                  </a:lnTo>
                  <a:lnTo>
                    <a:pt x="791248" y="620547"/>
                  </a:lnTo>
                  <a:lnTo>
                    <a:pt x="790498" y="621944"/>
                  </a:lnTo>
                  <a:lnTo>
                    <a:pt x="790181" y="621944"/>
                  </a:lnTo>
                  <a:lnTo>
                    <a:pt x="787196" y="621309"/>
                  </a:lnTo>
                  <a:lnTo>
                    <a:pt x="787298" y="620928"/>
                  </a:lnTo>
                  <a:lnTo>
                    <a:pt x="787412" y="620547"/>
                  </a:lnTo>
                  <a:lnTo>
                    <a:pt x="770724" y="620547"/>
                  </a:lnTo>
                  <a:lnTo>
                    <a:pt x="771245" y="621182"/>
                  </a:lnTo>
                  <a:lnTo>
                    <a:pt x="771182" y="621309"/>
                  </a:lnTo>
                  <a:lnTo>
                    <a:pt x="771118" y="621436"/>
                  </a:lnTo>
                  <a:lnTo>
                    <a:pt x="770585" y="622452"/>
                  </a:lnTo>
                  <a:lnTo>
                    <a:pt x="790232" y="622452"/>
                  </a:lnTo>
                  <a:lnTo>
                    <a:pt x="790346" y="622249"/>
                  </a:lnTo>
                  <a:lnTo>
                    <a:pt x="790282" y="622452"/>
                  </a:lnTo>
                  <a:lnTo>
                    <a:pt x="793140" y="622452"/>
                  </a:lnTo>
                  <a:lnTo>
                    <a:pt x="793686" y="621436"/>
                  </a:lnTo>
                  <a:lnTo>
                    <a:pt x="795909" y="621436"/>
                  </a:lnTo>
                  <a:lnTo>
                    <a:pt x="795972" y="621309"/>
                  </a:lnTo>
                  <a:lnTo>
                    <a:pt x="793762" y="621309"/>
                  </a:lnTo>
                  <a:lnTo>
                    <a:pt x="793826" y="621182"/>
                  </a:lnTo>
                  <a:lnTo>
                    <a:pt x="793965" y="620928"/>
                  </a:lnTo>
                  <a:lnTo>
                    <a:pt x="796175" y="620928"/>
                  </a:lnTo>
                  <a:lnTo>
                    <a:pt x="796251" y="620801"/>
                  </a:lnTo>
                  <a:close/>
                </a:path>
                <a:path w="1376680" h="1376680">
                  <a:moveTo>
                    <a:pt x="796467" y="616356"/>
                  </a:moveTo>
                  <a:lnTo>
                    <a:pt x="793305" y="616356"/>
                  </a:lnTo>
                  <a:lnTo>
                    <a:pt x="793191" y="616864"/>
                  </a:lnTo>
                  <a:lnTo>
                    <a:pt x="793127" y="616991"/>
                  </a:lnTo>
                  <a:lnTo>
                    <a:pt x="791311" y="616991"/>
                  </a:lnTo>
                  <a:lnTo>
                    <a:pt x="791387" y="616864"/>
                  </a:lnTo>
                  <a:lnTo>
                    <a:pt x="791718" y="616356"/>
                  </a:lnTo>
                  <a:lnTo>
                    <a:pt x="768286" y="616356"/>
                  </a:lnTo>
                  <a:lnTo>
                    <a:pt x="768146" y="616483"/>
                  </a:lnTo>
                  <a:lnTo>
                    <a:pt x="768032" y="617245"/>
                  </a:lnTo>
                  <a:lnTo>
                    <a:pt x="791210" y="617131"/>
                  </a:lnTo>
                  <a:lnTo>
                    <a:pt x="796124" y="616991"/>
                  </a:lnTo>
                  <a:lnTo>
                    <a:pt x="796188" y="616864"/>
                  </a:lnTo>
                  <a:lnTo>
                    <a:pt x="796467" y="616356"/>
                  </a:lnTo>
                  <a:close/>
                </a:path>
                <a:path w="1376680" h="1376680">
                  <a:moveTo>
                    <a:pt x="796518" y="621436"/>
                  </a:moveTo>
                  <a:lnTo>
                    <a:pt x="795909" y="621436"/>
                  </a:lnTo>
                  <a:lnTo>
                    <a:pt x="795350" y="622452"/>
                  </a:lnTo>
                  <a:lnTo>
                    <a:pt x="796175" y="622452"/>
                  </a:lnTo>
                  <a:lnTo>
                    <a:pt x="796264" y="622198"/>
                  </a:lnTo>
                  <a:lnTo>
                    <a:pt x="796353" y="621944"/>
                  </a:lnTo>
                  <a:lnTo>
                    <a:pt x="796429" y="621690"/>
                  </a:lnTo>
                  <a:lnTo>
                    <a:pt x="796518" y="621436"/>
                  </a:lnTo>
                  <a:close/>
                </a:path>
                <a:path w="1376680" h="1376680">
                  <a:moveTo>
                    <a:pt x="796683" y="620928"/>
                  </a:moveTo>
                  <a:lnTo>
                    <a:pt x="796175" y="620928"/>
                  </a:lnTo>
                  <a:lnTo>
                    <a:pt x="795972" y="621309"/>
                  </a:lnTo>
                  <a:lnTo>
                    <a:pt x="796556" y="621309"/>
                  </a:lnTo>
                  <a:lnTo>
                    <a:pt x="796683" y="620928"/>
                  </a:lnTo>
                  <a:close/>
                </a:path>
                <a:path w="1376680" h="1376680">
                  <a:moveTo>
                    <a:pt x="796734" y="619912"/>
                  </a:moveTo>
                  <a:lnTo>
                    <a:pt x="794524" y="619912"/>
                  </a:lnTo>
                  <a:lnTo>
                    <a:pt x="794448" y="620039"/>
                  </a:lnTo>
                  <a:lnTo>
                    <a:pt x="796671" y="620039"/>
                  </a:lnTo>
                  <a:lnTo>
                    <a:pt x="796734" y="619912"/>
                  </a:lnTo>
                  <a:close/>
                </a:path>
                <a:path w="1376680" h="1376680">
                  <a:moveTo>
                    <a:pt x="796975" y="620039"/>
                  </a:moveTo>
                  <a:lnTo>
                    <a:pt x="796671" y="620039"/>
                  </a:lnTo>
                  <a:lnTo>
                    <a:pt x="796594" y="620166"/>
                  </a:lnTo>
                  <a:lnTo>
                    <a:pt x="796251" y="620801"/>
                  </a:lnTo>
                  <a:lnTo>
                    <a:pt x="796721" y="620801"/>
                  </a:lnTo>
                  <a:lnTo>
                    <a:pt x="796848" y="620420"/>
                  </a:lnTo>
                  <a:lnTo>
                    <a:pt x="796975" y="620039"/>
                  </a:lnTo>
                  <a:close/>
                </a:path>
                <a:path w="1376680" h="1376680">
                  <a:moveTo>
                    <a:pt x="797229" y="619023"/>
                  </a:moveTo>
                  <a:lnTo>
                    <a:pt x="796734" y="619912"/>
                  </a:lnTo>
                  <a:lnTo>
                    <a:pt x="797013" y="619912"/>
                  </a:lnTo>
                  <a:lnTo>
                    <a:pt x="797064" y="619747"/>
                  </a:lnTo>
                  <a:lnTo>
                    <a:pt x="797179" y="619404"/>
                  </a:lnTo>
                  <a:lnTo>
                    <a:pt x="797229" y="619023"/>
                  </a:lnTo>
                  <a:close/>
                </a:path>
                <a:path w="1376680" h="1376680">
                  <a:moveTo>
                    <a:pt x="797610" y="625500"/>
                  </a:moveTo>
                  <a:lnTo>
                    <a:pt x="797242" y="625246"/>
                  </a:lnTo>
                  <a:lnTo>
                    <a:pt x="795261" y="625246"/>
                  </a:lnTo>
                  <a:lnTo>
                    <a:pt x="795350" y="624992"/>
                  </a:lnTo>
                  <a:lnTo>
                    <a:pt x="795464" y="624611"/>
                  </a:lnTo>
                  <a:lnTo>
                    <a:pt x="795553" y="624357"/>
                  </a:lnTo>
                  <a:lnTo>
                    <a:pt x="794308" y="624357"/>
                  </a:lnTo>
                  <a:lnTo>
                    <a:pt x="794232" y="624484"/>
                  </a:lnTo>
                  <a:lnTo>
                    <a:pt x="794169" y="624611"/>
                  </a:lnTo>
                  <a:lnTo>
                    <a:pt x="793750" y="625373"/>
                  </a:lnTo>
                  <a:lnTo>
                    <a:pt x="795223" y="625373"/>
                  </a:lnTo>
                  <a:lnTo>
                    <a:pt x="795172" y="625500"/>
                  </a:lnTo>
                  <a:lnTo>
                    <a:pt x="797610" y="625500"/>
                  </a:lnTo>
                  <a:close/>
                </a:path>
                <a:path w="1376680" h="1376680">
                  <a:moveTo>
                    <a:pt x="798118" y="622452"/>
                  </a:moveTo>
                  <a:lnTo>
                    <a:pt x="796175" y="622452"/>
                  </a:lnTo>
                  <a:lnTo>
                    <a:pt x="796137" y="622579"/>
                  </a:lnTo>
                  <a:lnTo>
                    <a:pt x="798068" y="622579"/>
                  </a:lnTo>
                  <a:lnTo>
                    <a:pt x="798118" y="622452"/>
                  </a:lnTo>
                  <a:close/>
                </a:path>
                <a:path w="1376680" h="1376680">
                  <a:moveTo>
                    <a:pt x="798347" y="625500"/>
                  </a:moveTo>
                  <a:lnTo>
                    <a:pt x="797610" y="625500"/>
                  </a:lnTo>
                  <a:lnTo>
                    <a:pt x="798169" y="625881"/>
                  </a:lnTo>
                  <a:lnTo>
                    <a:pt x="798233" y="625754"/>
                  </a:lnTo>
                  <a:lnTo>
                    <a:pt x="798347" y="625500"/>
                  </a:lnTo>
                  <a:close/>
                </a:path>
                <a:path w="1376680" h="1376680">
                  <a:moveTo>
                    <a:pt x="798677" y="621309"/>
                  </a:moveTo>
                  <a:lnTo>
                    <a:pt x="796556" y="621309"/>
                  </a:lnTo>
                  <a:lnTo>
                    <a:pt x="796518" y="621436"/>
                  </a:lnTo>
                  <a:lnTo>
                    <a:pt x="798626" y="621436"/>
                  </a:lnTo>
                  <a:lnTo>
                    <a:pt x="798677" y="621309"/>
                  </a:lnTo>
                  <a:close/>
                </a:path>
                <a:path w="1376680" h="1376680">
                  <a:moveTo>
                    <a:pt x="798931" y="620801"/>
                  </a:moveTo>
                  <a:lnTo>
                    <a:pt x="796721" y="620801"/>
                  </a:lnTo>
                  <a:lnTo>
                    <a:pt x="796683" y="620928"/>
                  </a:lnTo>
                  <a:lnTo>
                    <a:pt x="798868" y="620928"/>
                  </a:lnTo>
                  <a:lnTo>
                    <a:pt x="798931" y="620801"/>
                  </a:lnTo>
                  <a:close/>
                </a:path>
                <a:path w="1376680" h="1376680">
                  <a:moveTo>
                    <a:pt x="799363" y="619912"/>
                  </a:moveTo>
                  <a:lnTo>
                    <a:pt x="797013" y="619912"/>
                  </a:lnTo>
                  <a:lnTo>
                    <a:pt x="796975" y="620039"/>
                  </a:lnTo>
                  <a:lnTo>
                    <a:pt x="799299" y="620039"/>
                  </a:lnTo>
                  <a:lnTo>
                    <a:pt x="799363" y="619912"/>
                  </a:lnTo>
                  <a:close/>
                </a:path>
                <a:path w="1376680" h="1376680">
                  <a:moveTo>
                    <a:pt x="799757" y="622579"/>
                  </a:moveTo>
                  <a:lnTo>
                    <a:pt x="798068" y="622579"/>
                  </a:lnTo>
                  <a:lnTo>
                    <a:pt x="796886" y="624992"/>
                  </a:lnTo>
                  <a:lnTo>
                    <a:pt x="797242" y="625246"/>
                  </a:lnTo>
                  <a:lnTo>
                    <a:pt x="798474" y="625246"/>
                  </a:lnTo>
                  <a:lnTo>
                    <a:pt x="798588" y="624992"/>
                  </a:lnTo>
                  <a:lnTo>
                    <a:pt x="799757" y="622579"/>
                  </a:lnTo>
                  <a:close/>
                </a:path>
                <a:path w="1376680" h="1376680">
                  <a:moveTo>
                    <a:pt x="800303" y="621436"/>
                  </a:moveTo>
                  <a:lnTo>
                    <a:pt x="798626" y="621436"/>
                  </a:lnTo>
                  <a:lnTo>
                    <a:pt x="798499" y="621690"/>
                  </a:lnTo>
                  <a:lnTo>
                    <a:pt x="798372" y="621944"/>
                  </a:lnTo>
                  <a:lnTo>
                    <a:pt x="798245" y="622198"/>
                  </a:lnTo>
                  <a:lnTo>
                    <a:pt x="798118" y="622452"/>
                  </a:lnTo>
                  <a:lnTo>
                    <a:pt x="799807" y="622452"/>
                  </a:lnTo>
                  <a:lnTo>
                    <a:pt x="799934" y="622198"/>
                  </a:lnTo>
                  <a:lnTo>
                    <a:pt x="800061" y="621944"/>
                  </a:lnTo>
                  <a:lnTo>
                    <a:pt x="800176" y="621690"/>
                  </a:lnTo>
                  <a:lnTo>
                    <a:pt x="800303" y="621436"/>
                  </a:lnTo>
                  <a:close/>
                </a:path>
                <a:path w="1376680" h="1376680">
                  <a:moveTo>
                    <a:pt x="800481" y="1367129"/>
                  </a:moveTo>
                  <a:lnTo>
                    <a:pt x="798169" y="1352461"/>
                  </a:lnTo>
                  <a:lnTo>
                    <a:pt x="793305" y="1353032"/>
                  </a:lnTo>
                  <a:lnTo>
                    <a:pt x="788441" y="1353921"/>
                  </a:lnTo>
                  <a:lnTo>
                    <a:pt x="783602" y="1354556"/>
                  </a:lnTo>
                  <a:lnTo>
                    <a:pt x="785634" y="1369402"/>
                  </a:lnTo>
                  <a:lnTo>
                    <a:pt x="795604" y="1367955"/>
                  </a:lnTo>
                  <a:lnTo>
                    <a:pt x="800481" y="1367129"/>
                  </a:lnTo>
                  <a:close/>
                </a:path>
                <a:path w="1376680" h="1376680">
                  <a:moveTo>
                    <a:pt x="800976" y="620039"/>
                  </a:moveTo>
                  <a:lnTo>
                    <a:pt x="799299" y="620039"/>
                  </a:lnTo>
                  <a:lnTo>
                    <a:pt x="799249" y="620166"/>
                  </a:lnTo>
                  <a:lnTo>
                    <a:pt x="799122" y="620420"/>
                  </a:lnTo>
                  <a:lnTo>
                    <a:pt x="799058" y="620547"/>
                  </a:lnTo>
                  <a:lnTo>
                    <a:pt x="798931" y="620801"/>
                  </a:lnTo>
                  <a:lnTo>
                    <a:pt x="800608" y="620801"/>
                  </a:lnTo>
                  <a:lnTo>
                    <a:pt x="800722" y="620547"/>
                  </a:lnTo>
                  <a:lnTo>
                    <a:pt x="800785" y="620420"/>
                  </a:lnTo>
                  <a:lnTo>
                    <a:pt x="800912" y="620166"/>
                  </a:lnTo>
                  <a:lnTo>
                    <a:pt x="800976" y="620039"/>
                  </a:lnTo>
                  <a:close/>
                </a:path>
                <a:path w="1376680" h="1376680">
                  <a:moveTo>
                    <a:pt x="801166" y="616229"/>
                  </a:moveTo>
                  <a:lnTo>
                    <a:pt x="796531" y="616229"/>
                  </a:lnTo>
                  <a:lnTo>
                    <a:pt x="796467" y="616356"/>
                  </a:lnTo>
                  <a:lnTo>
                    <a:pt x="801103" y="616356"/>
                  </a:lnTo>
                  <a:lnTo>
                    <a:pt x="801166" y="616229"/>
                  </a:lnTo>
                  <a:close/>
                </a:path>
                <a:path w="1376680" h="1376680">
                  <a:moveTo>
                    <a:pt x="801484" y="615594"/>
                  </a:moveTo>
                  <a:lnTo>
                    <a:pt x="792746" y="615594"/>
                  </a:lnTo>
                  <a:lnTo>
                    <a:pt x="793216" y="616229"/>
                  </a:lnTo>
                  <a:lnTo>
                    <a:pt x="796531" y="616229"/>
                  </a:lnTo>
                  <a:lnTo>
                    <a:pt x="796607" y="616102"/>
                  </a:lnTo>
                  <a:lnTo>
                    <a:pt x="796747" y="615848"/>
                  </a:lnTo>
                  <a:lnTo>
                    <a:pt x="801484" y="615594"/>
                  </a:lnTo>
                  <a:close/>
                </a:path>
                <a:path w="1376680" h="1376680">
                  <a:moveTo>
                    <a:pt x="801624" y="622452"/>
                  </a:moveTo>
                  <a:lnTo>
                    <a:pt x="799807" y="622452"/>
                  </a:lnTo>
                  <a:lnTo>
                    <a:pt x="799757" y="622579"/>
                  </a:lnTo>
                  <a:lnTo>
                    <a:pt x="801573" y="622579"/>
                  </a:lnTo>
                  <a:lnTo>
                    <a:pt x="801624" y="622452"/>
                  </a:lnTo>
                  <a:close/>
                </a:path>
                <a:path w="1376680" h="1376680">
                  <a:moveTo>
                    <a:pt x="801890" y="618134"/>
                  </a:moveTo>
                  <a:lnTo>
                    <a:pt x="800239" y="618134"/>
                  </a:lnTo>
                  <a:lnTo>
                    <a:pt x="800112" y="618388"/>
                  </a:lnTo>
                  <a:lnTo>
                    <a:pt x="799985" y="618642"/>
                  </a:lnTo>
                  <a:lnTo>
                    <a:pt x="799363" y="619912"/>
                  </a:lnTo>
                  <a:lnTo>
                    <a:pt x="801027" y="619912"/>
                  </a:lnTo>
                  <a:lnTo>
                    <a:pt x="801116" y="619747"/>
                  </a:lnTo>
                  <a:lnTo>
                    <a:pt x="801890" y="618134"/>
                  </a:lnTo>
                  <a:close/>
                </a:path>
                <a:path w="1376680" h="1376680">
                  <a:moveTo>
                    <a:pt x="802055" y="622579"/>
                  </a:moveTo>
                  <a:lnTo>
                    <a:pt x="801573" y="622579"/>
                  </a:lnTo>
                  <a:lnTo>
                    <a:pt x="801179" y="623519"/>
                  </a:lnTo>
                  <a:lnTo>
                    <a:pt x="802055" y="622579"/>
                  </a:lnTo>
                  <a:close/>
                </a:path>
                <a:path w="1376680" h="1376680">
                  <a:moveTo>
                    <a:pt x="802144" y="621182"/>
                  </a:moveTo>
                  <a:lnTo>
                    <a:pt x="800417" y="621182"/>
                  </a:lnTo>
                  <a:lnTo>
                    <a:pt x="800544" y="620928"/>
                  </a:lnTo>
                  <a:lnTo>
                    <a:pt x="798868" y="620928"/>
                  </a:lnTo>
                  <a:lnTo>
                    <a:pt x="798741" y="621182"/>
                  </a:lnTo>
                  <a:lnTo>
                    <a:pt x="798677" y="621309"/>
                  </a:lnTo>
                  <a:lnTo>
                    <a:pt x="800366" y="621309"/>
                  </a:lnTo>
                  <a:lnTo>
                    <a:pt x="800303" y="621436"/>
                  </a:lnTo>
                  <a:lnTo>
                    <a:pt x="802043" y="621436"/>
                  </a:lnTo>
                  <a:lnTo>
                    <a:pt x="802144" y="621182"/>
                  </a:lnTo>
                  <a:close/>
                </a:path>
                <a:path w="1376680" h="1376680">
                  <a:moveTo>
                    <a:pt x="802297" y="620801"/>
                  </a:moveTo>
                  <a:lnTo>
                    <a:pt x="800608" y="620801"/>
                  </a:lnTo>
                  <a:lnTo>
                    <a:pt x="800544" y="620928"/>
                  </a:lnTo>
                  <a:lnTo>
                    <a:pt x="802246" y="620928"/>
                  </a:lnTo>
                  <a:lnTo>
                    <a:pt x="802297" y="620801"/>
                  </a:lnTo>
                  <a:close/>
                </a:path>
                <a:path w="1376680" h="1376680">
                  <a:moveTo>
                    <a:pt x="802525" y="625246"/>
                  </a:moveTo>
                  <a:lnTo>
                    <a:pt x="800481" y="625246"/>
                  </a:lnTo>
                  <a:lnTo>
                    <a:pt x="800582" y="624992"/>
                  </a:lnTo>
                  <a:lnTo>
                    <a:pt x="800900" y="624230"/>
                  </a:lnTo>
                  <a:lnTo>
                    <a:pt x="801001" y="623722"/>
                  </a:lnTo>
                  <a:lnTo>
                    <a:pt x="799604" y="625246"/>
                  </a:lnTo>
                  <a:lnTo>
                    <a:pt x="798474" y="625246"/>
                  </a:lnTo>
                  <a:lnTo>
                    <a:pt x="798347" y="625500"/>
                  </a:lnTo>
                  <a:lnTo>
                    <a:pt x="802398" y="625500"/>
                  </a:lnTo>
                  <a:lnTo>
                    <a:pt x="802462" y="625373"/>
                  </a:lnTo>
                  <a:lnTo>
                    <a:pt x="802525" y="625246"/>
                  </a:lnTo>
                  <a:close/>
                </a:path>
                <a:path w="1376680" h="1376680">
                  <a:moveTo>
                    <a:pt x="802665" y="619912"/>
                  </a:moveTo>
                  <a:lnTo>
                    <a:pt x="801027" y="619912"/>
                  </a:lnTo>
                  <a:lnTo>
                    <a:pt x="800976" y="620039"/>
                  </a:lnTo>
                  <a:lnTo>
                    <a:pt x="802614" y="620039"/>
                  </a:lnTo>
                  <a:lnTo>
                    <a:pt x="802665" y="619912"/>
                  </a:lnTo>
                  <a:close/>
                </a:path>
                <a:path w="1376680" h="1376680">
                  <a:moveTo>
                    <a:pt x="802678" y="616483"/>
                  </a:moveTo>
                  <a:lnTo>
                    <a:pt x="801052" y="616483"/>
                  </a:lnTo>
                  <a:lnTo>
                    <a:pt x="800989" y="616610"/>
                  </a:lnTo>
                  <a:lnTo>
                    <a:pt x="800862" y="616864"/>
                  </a:lnTo>
                  <a:lnTo>
                    <a:pt x="800798" y="616991"/>
                  </a:lnTo>
                  <a:lnTo>
                    <a:pt x="802436" y="616991"/>
                  </a:lnTo>
                  <a:lnTo>
                    <a:pt x="802500" y="616864"/>
                  </a:lnTo>
                  <a:lnTo>
                    <a:pt x="802614" y="616610"/>
                  </a:lnTo>
                  <a:lnTo>
                    <a:pt x="802678" y="616483"/>
                  </a:lnTo>
                  <a:close/>
                </a:path>
                <a:path w="1376680" h="1376680">
                  <a:moveTo>
                    <a:pt x="803059" y="625500"/>
                  </a:moveTo>
                  <a:lnTo>
                    <a:pt x="802398" y="625500"/>
                  </a:lnTo>
                  <a:lnTo>
                    <a:pt x="802322" y="625627"/>
                  </a:lnTo>
                  <a:lnTo>
                    <a:pt x="802259" y="625754"/>
                  </a:lnTo>
                  <a:lnTo>
                    <a:pt x="802182" y="625881"/>
                  </a:lnTo>
                  <a:lnTo>
                    <a:pt x="802055" y="626135"/>
                  </a:lnTo>
                  <a:lnTo>
                    <a:pt x="803059" y="625500"/>
                  </a:lnTo>
                  <a:close/>
                </a:path>
                <a:path w="1376680" h="1376680">
                  <a:moveTo>
                    <a:pt x="803097" y="621436"/>
                  </a:moveTo>
                  <a:lnTo>
                    <a:pt x="802043" y="621436"/>
                  </a:lnTo>
                  <a:lnTo>
                    <a:pt x="801941" y="621690"/>
                  </a:lnTo>
                  <a:lnTo>
                    <a:pt x="801827" y="621944"/>
                  </a:lnTo>
                  <a:lnTo>
                    <a:pt x="801725" y="622198"/>
                  </a:lnTo>
                  <a:lnTo>
                    <a:pt x="801624" y="622452"/>
                  </a:lnTo>
                  <a:lnTo>
                    <a:pt x="802170" y="622452"/>
                  </a:lnTo>
                  <a:lnTo>
                    <a:pt x="803097" y="621436"/>
                  </a:lnTo>
                  <a:close/>
                </a:path>
                <a:path w="1376680" h="1376680">
                  <a:moveTo>
                    <a:pt x="803109" y="615594"/>
                  </a:moveTo>
                  <a:lnTo>
                    <a:pt x="801484" y="615594"/>
                  </a:lnTo>
                  <a:lnTo>
                    <a:pt x="801357" y="615848"/>
                  </a:lnTo>
                  <a:lnTo>
                    <a:pt x="801230" y="616102"/>
                  </a:lnTo>
                  <a:lnTo>
                    <a:pt x="801166" y="616229"/>
                  </a:lnTo>
                  <a:lnTo>
                    <a:pt x="802805" y="616229"/>
                  </a:lnTo>
                  <a:lnTo>
                    <a:pt x="802855" y="616102"/>
                  </a:lnTo>
                  <a:lnTo>
                    <a:pt x="802982" y="615848"/>
                  </a:lnTo>
                  <a:lnTo>
                    <a:pt x="803109" y="615594"/>
                  </a:lnTo>
                  <a:close/>
                </a:path>
                <a:path w="1376680" h="1376680">
                  <a:moveTo>
                    <a:pt x="803338" y="616483"/>
                  </a:moveTo>
                  <a:lnTo>
                    <a:pt x="803287" y="616229"/>
                  </a:lnTo>
                  <a:lnTo>
                    <a:pt x="802805" y="616229"/>
                  </a:lnTo>
                  <a:lnTo>
                    <a:pt x="802678" y="616483"/>
                  </a:lnTo>
                  <a:lnTo>
                    <a:pt x="803338" y="616483"/>
                  </a:lnTo>
                  <a:close/>
                </a:path>
                <a:path w="1376680" h="1376680">
                  <a:moveTo>
                    <a:pt x="803465" y="617245"/>
                  </a:moveTo>
                  <a:lnTo>
                    <a:pt x="803414" y="616991"/>
                  </a:lnTo>
                  <a:lnTo>
                    <a:pt x="802436" y="616991"/>
                  </a:lnTo>
                  <a:lnTo>
                    <a:pt x="802373" y="617118"/>
                  </a:lnTo>
                  <a:lnTo>
                    <a:pt x="800735" y="617118"/>
                  </a:lnTo>
                  <a:lnTo>
                    <a:pt x="800671" y="617245"/>
                  </a:lnTo>
                  <a:lnTo>
                    <a:pt x="800544" y="617499"/>
                  </a:lnTo>
                  <a:lnTo>
                    <a:pt x="800303" y="618007"/>
                  </a:lnTo>
                  <a:lnTo>
                    <a:pt x="801941" y="618007"/>
                  </a:lnTo>
                  <a:lnTo>
                    <a:pt x="802005" y="617880"/>
                  </a:lnTo>
                  <a:lnTo>
                    <a:pt x="802309" y="617245"/>
                  </a:lnTo>
                  <a:lnTo>
                    <a:pt x="803465" y="617245"/>
                  </a:lnTo>
                  <a:close/>
                </a:path>
                <a:path w="1376680" h="1376680">
                  <a:moveTo>
                    <a:pt x="803567" y="620928"/>
                  </a:moveTo>
                  <a:lnTo>
                    <a:pt x="802246" y="620928"/>
                  </a:lnTo>
                  <a:lnTo>
                    <a:pt x="802144" y="621182"/>
                  </a:lnTo>
                  <a:lnTo>
                    <a:pt x="803338" y="621182"/>
                  </a:lnTo>
                  <a:lnTo>
                    <a:pt x="803567" y="620928"/>
                  </a:lnTo>
                  <a:close/>
                </a:path>
                <a:path w="1376680" h="1376680">
                  <a:moveTo>
                    <a:pt x="804037" y="622452"/>
                  </a:moveTo>
                  <a:lnTo>
                    <a:pt x="802170" y="622452"/>
                  </a:lnTo>
                  <a:lnTo>
                    <a:pt x="802055" y="622579"/>
                  </a:lnTo>
                  <a:lnTo>
                    <a:pt x="803973" y="622579"/>
                  </a:lnTo>
                  <a:lnTo>
                    <a:pt x="804037" y="622452"/>
                  </a:lnTo>
                  <a:close/>
                </a:path>
                <a:path w="1376680" h="1376680">
                  <a:moveTo>
                    <a:pt x="804379" y="620039"/>
                  </a:moveTo>
                  <a:lnTo>
                    <a:pt x="802614" y="620039"/>
                  </a:lnTo>
                  <a:lnTo>
                    <a:pt x="802563" y="620166"/>
                  </a:lnTo>
                  <a:lnTo>
                    <a:pt x="802449" y="620420"/>
                  </a:lnTo>
                  <a:lnTo>
                    <a:pt x="802398" y="620547"/>
                  </a:lnTo>
                  <a:lnTo>
                    <a:pt x="802297" y="620801"/>
                  </a:lnTo>
                  <a:lnTo>
                    <a:pt x="803681" y="620801"/>
                  </a:lnTo>
                  <a:lnTo>
                    <a:pt x="804379" y="620039"/>
                  </a:lnTo>
                  <a:close/>
                </a:path>
                <a:path w="1376680" h="1376680">
                  <a:moveTo>
                    <a:pt x="804506" y="625246"/>
                  </a:moveTo>
                  <a:lnTo>
                    <a:pt x="803465" y="625246"/>
                  </a:lnTo>
                  <a:lnTo>
                    <a:pt x="803059" y="625500"/>
                  </a:lnTo>
                  <a:lnTo>
                    <a:pt x="804240" y="625500"/>
                  </a:lnTo>
                  <a:lnTo>
                    <a:pt x="804506" y="625246"/>
                  </a:lnTo>
                  <a:close/>
                </a:path>
                <a:path w="1376680" h="1376680">
                  <a:moveTo>
                    <a:pt x="804811" y="626770"/>
                  </a:moveTo>
                  <a:lnTo>
                    <a:pt x="803135" y="626516"/>
                  </a:lnTo>
                  <a:lnTo>
                    <a:pt x="791400" y="626516"/>
                  </a:lnTo>
                  <a:lnTo>
                    <a:pt x="789635" y="626643"/>
                  </a:lnTo>
                  <a:lnTo>
                    <a:pt x="789660" y="626770"/>
                  </a:lnTo>
                  <a:lnTo>
                    <a:pt x="804811" y="626770"/>
                  </a:lnTo>
                  <a:close/>
                </a:path>
                <a:path w="1376680" h="1376680">
                  <a:moveTo>
                    <a:pt x="804926" y="620801"/>
                  </a:moveTo>
                  <a:lnTo>
                    <a:pt x="803681" y="620801"/>
                  </a:lnTo>
                  <a:lnTo>
                    <a:pt x="803567" y="620928"/>
                  </a:lnTo>
                  <a:lnTo>
                    <a:pt x="804862" y="620928"/>
                  </a:lnTo>
                  <a:lnTo>
                    <a:pt x="804926" y="620801"/>
                  </a:lnTo>
                  <a:close/>
                </a:path>
                <a:path w="1376680" h="1376680">
                  <a:moveTo>
                    <a:pt x="805408" y="619912"/>
                  </a:moveTo>
                  <a:lnTo>
                    <a:pt x="804494" y="619912"/>
                  </a:lnTo>
                  <a:lnTo>
                    <a:pt x="804379" y="620039"/>
                  </a:lnTo>
                  <a:lnTo>
                    <a:pt x="805345" y="620039"/>
                  </a:lnTo>
                  <a:lnTo>
                    <a:pt x="805408" y="619912"/>
                  </a:lnTo>
                  <a:close/>
                </a:path>
                <a:path w="1376680" h="1376680">
                  <a:moveTo>
                    <a:pt x="807313" y="627151"/>
                  </a:moveTo>
                  <a:lnTo>
                    <a:pt x="806475" y="627024"/>
                  </a:lnTo>
                  <a:lnTo>
                    <a:pt x="788377" y="627024"/>
                  </a:lnTo>
                  <a:lnTo>
                    <a:pt x="788314" y="627151"/>
                  </a:lnTo>
                  <a:lnTo>
                    <a:pt x="807313" y="627151"/>
                  </a:lnTo>
                  <a:close/>
                </a:path>
                <a:path w="1376680" h="1376680">
                  <a:moveTo>
                    <a:pt x="812800" y="11391"/>
                  </a:moveTo>
                  <a:lnTo>
                    <a:pt x="807720" y="10337"/>
                  </a:lnTo>
                  <a:lnTo>
                    <a:pt x="802703" y="9486"/>
                  </a:lnTo>
                  <a:lnTo>
                    <a:pt x="797877" y="8775"/>
                  </a:lnTo>
                  <a:lnTo>
                    <a:pt x="797750" y="9486"/>
                  </a:lnTo>
                  <a:lnTo>
                    <a:pt x="795312" y="23418"/>
                  </a:lnTo>
                  <a:lnTo>
                    <a:pt x="805078" y="25019"/>
                  </a:lnTo>
                  <a:lnTo>
                    <a:pt x="809942" y="25946"/>
                  </a:lnTo>
                  <a:lnTo>
                    <a:pt x="812800" y="11391"/>
                  </a:lnTo>
                  <a:close/>
                </a:path>
                <a:path w="1376680" h="1376680">
                  <a:moveTo>
                    <a:pt x="815924" y="627151"/>
                  </a:moveTo>
                  <a:lnTo>
                    <a:pt x="807313" y="627151"/>
                  </a:lnTo>
                  <a:lnTo>
                    <a:pt x="808151" y="627278"/>
                  </a:lnTo>
                  <a:lnTo>
                    <a:pt x="812800" y="629818"/>
                  </a:lnTo>
                  <a:lnTo>
                    <a:pt x="815924" y="627151"/>
                  </a:lnTo>
                  <a:close/>
                </a:path>
                <a:path w="1376680" h="1376680">
                  <a:moveTo>
                    <a:pt x="816368" y="626770"/>
                  </a:moveTo>
                  <a:lnTo>
                    <a:pt x="804811" y="626770"/>
                  </a:lnTo>
                  <a:lnTo>
                    <a:pt x="806475" y="627024"/>
                  </a:lnTo>
                  <a:lnTo>
                    <a:pt x="816063" y="627024"/>
                  </a:lnTo>
                  <a:lnTo>
                    <a:pt x="816368" y="626770"/>
                  </a:lnTo>
                  <a:close/>
                </a:path>
                <a:path w="1376680" h="1376680">
                  <a:moveTo>
                    <a:pt x="818045" y="625500"/>
                  </a:moveTo>
                  <a:lnTo>
                    <a:pt x="804240" y="625500"/>
                  </a:lnTo>
                  <a:lnTo>
                    <a:pt x="803135" y="626516"/>
                  </a:lnTo>
                  <a:lnTo>
                    <a:pt x="816660" y="626516"/>
                  </a:lnTo>
                  <a:lnTo>
                    <a:pt x="817105" y="626135"/>
                  </a:lnTo>
                  <a:lnTo>
                    <a:pt x="818045" y="625500"/>
                  </a:lnTo>
                  <a:close/>
                </a:path>
                <a:path w="1376680" h="1376680">
                  <a:moveTo>
                    <a:pt x="820102" y="627024"/>
                  </a:moveTo>
                  <a:lnTo>
                    <a:pt x="816063" y="627024"/>
                  </a:lnTo>
                  <a:lnTo>
                    <a:pt x="815924" y="627151"/>
                  </a:lnTo>
                  <a:lnTo>
                    <a:pt x="820026" y="627151"/>
                  </a:lnTo>
                  <a:lnTo>
                    <a:pt x="820102" y="627024"/>
                  </a:lnTo>
                  <a:close/>
                </a:path>
                <a:path w="1376680" h="1376680">
                  <a:moveTo>
                    <a:pt x="820356" y="627151"/>
                  </a:moveTo>
                  <a:lnTo>
                    <a:pt x="820026" y="627151"/>
                  </a:lnTo>
                  <a:lnTo>
                    <a:pt x="819937" y="627278"/>
                  </a:lnTo>
                  <a:lnTo>
                    <a:pt x="819861" y="627405"/>
                  </a:lnTo>
                  <a:lnTo>
                    <a:pt x="819708" y="627659"/>
                  </a:lnTo>
                  <a:lnTo>
                    <a:pt x="820356" y="627151"/>
                  </a:lnTo>
                  <a:close/>
                </a:path>
                <a:path w="1376680" h="1376680">
                  <a:moveTo>
                    <a:pt x="820407" y="626516"/>
                  </a:moveTo>
                  <a:lnTo>
                    <a:pt x="816660" y="626516"/>
                  </a:lnTo>
                  <a:lnTo>
                    <a:pt x="816368" y="626770"/>
                  </a:lnTo>
                  <a:lnTo>
                    <a:pt x="820254" y="626770"/>
                  </a:lnTo>
                  <a:lnTo>
                    <a:pt x="820407" y="626516"/>
                  </a:lnTo>
                  <a:close/>
                </a:path>
                <a:path w="1376680" h="1376680">
                  <a:moveTo>
                    <a:pt x="820839" y="626770"/>
                  </a:moveTo>
                  <a:lnTo>
                    <a:pt x="820254" y="626770"/>
                  </a:lnTo>
                  <a:lnTo>
                    <a:pt x="820178" y="626897"/>
                  </a:lnTo>
                  <a:lnTo>
                    <a:pt x="820102" y="627024"/>
                  </a:lnTo>
                  <a:lnTo>
                    <a:pt x="820508" y="627024"/>
                  </a:lnTo>
                  <a:lnTo>
                    <a:pt x="820839" y="626770"/>
                  </a:lnTo>
                  <a:close/>
                </a:path>
                <a:path w="1376680" h="1376680">
                  <a:moveTo>
                    <a:pt x="821194" y="625246"/>
                  </a:moveTo>
                  <a:lnTo>
                    <a:pt x="818413" y="625246"/>
                  </a:lnTo>
                  <a:lnTo>
                    <a:pt x="818045" y="625500"/>
                  </a:lnTo>
                  <a:lnTo>
                    <a:pt x="821042" y="625500"/>
                  </a:lnTo>
                  <a:lnTo>
                    <a:pt x="821118" y="625373"/>
                  </a:lnTo>
                  <a:lnTo>
                    <a:pt x="821194" y="625246"/>
                  </a:lnTo>
                  <a:close/>
                </a:path>
                <a:path w="1376680" h="1376680">
                  <a:moveTo>
                    <a:pt x="821766" y="622579"/>
                  </a:moveTo>
                  <a:lnTo>
                    <a:pt x="803973" y="622579"/>
                  </a:lnTo>
                  <a:lnTo>
                    <a:pt x="802525" y="625246"/>
                  </a:lnTo>
                  <a:lnTo>
                    <a:pt x="803465" y="625246"/>
                  </a:lnTo>
                  <a:lnTo>
                    <a:pt x="806716" y="623201"/>
                  </a:lnTo>
                  <a:lnTo>
                    <a:pt x="804506" y="625246"/>
                  </a:lnTo>
                  <a:lnTo>
                    <a:pt x="818413" y="625246"/>
                  </a:lnTo>
                  <a:lnTo>
                    <a:pt x="820648" y="623722"/>
                  </a:lnTo>
                  <a:lnTo>
                    <a:pt x="820902" y="623519"/>
                  </a:lnTo>
                  <a:lnTo>
                    <a:pt x="821283" y="623100"/>
                  </a:lnTo>
                  <a:lnTo>
                    <a:pt x="821766" y="622579"/>
                  </a:lnTo>
                  <a:close/>
                </a:path>
                <a:path w="1376680" h="1376680">
                  <a:moveTo>
                    <a:pt x="822452" y="625500"/>
                  </a:moveTo>
                  <a:lnTo>
                    <a:pt x="821042" y="625500"/>
                  </a:lnTo>
                  <a:lnTo>
                    <a:pt x="820966" y="625627"/>
                  </a:lnTo>
                  <a:lnTo>
                    <a:pt x="820877" y="625754"/>
                  </a:lnTo>
                  <a:lnTo>
                    <a:pt x="820801" y="625881"/>
                  </a:lnTo>
                  <a:lnTo>
                    <a:pt x="820407" y="626516"/>
                  </a:lnTo>
                  <a:lnTo>
                    <a:pt x="821156" y="626516"/>
                  </a:lnTo>
                  <a:lnTo>
                    <a:pt x="822452" y="625500"/>
                  </a:lnTo>
                  <a:close/>
                </a:path>
                <a:path w="1376680" h="1376680">
                  <a:moveTo>
                    <a:pt x="822985" y="622452"/>
                  </a:moveTo>
                  <a:lnTo>
                    <a:pt x="821880" y="622452"/>
                  </a:lnTo>
                  <a:lnTo>
                    <a:pt x="821766" y="622579"/>
                  </a:lnTo>
                  <a:lnTo>
                    <a:pt x="822896" y="622579"/>
                  </a:lnTo>
                  <a:lnTo>
                    <a:pt x="822985" y="622452"/>
                  </a:lnTo>
                  <a:close/>
                </a:path>
                <a:path w="1376680" h="1376680">
                  <a:moveTo>
                    <a:pt x="823849" y="621182"/>
                  </a:moveTo>
                  <a:lnTo>
                    <a:pt x="823036" y="621182"/>
                  </a:lnTo>
                  <a:lnTo>
                    <a:pt x="823277" y="620928"/>
                  </a:lnTo>
                  <a:lnTo>
                    <a:pt x="804862" y="620928"/>
                  </a:lnTo>
                  <a:lnTo>
                    <a:pt x="804722" y="621182"/>
                  </a:lnTo>
                  <a:lnTo>
                    <a:pt x="803338" y="621182"/>
                  </a:lnTo>
                  <a:lnTo>
                    <a:pt x="803211" y="621309"/>
                  </a:lnTo>
                  <a:lnTo>
                    <a:pt x="804659" y="621309"/>
                  </a:lnTo>
                  <a:lnTo>
                    <a:pt x="804583" y="621436"/>
                  </a:lnTo>
                  <a:lnTo>
                    <a:pt x="804037" y="622452"/>
                  </a:lnTo>
                  <a:lnTo>
                    <a:pt x="821880" y="622452"/>
                  </a:lnTo>
                  <a:lnTo>
                    <a:pt x="822921" y="621309"/>
                  </a:lnTo>
                  <a:lnTo>
                    <a:pt x="823760" y="621309"/>
                  </a:lnTo>
                  <a:lnTo>
                    <a:pt x="823849" y="621182"/>
                  </a:lnTo>
                  <a:close/>
                </a:path>
                <a:path w="1376680" h="1376680">
                  <a:moveTo>
                    <a:pt x="824090" y="620039"/>
                  </a:moveTo>
                  <a:lnTo>
                    <a:pt x="805345" y="620039"/>
                  </a:lnTo>
                  <a:lnTo>
                    <a:pt x="805268" y="620166"/>
                  </a:lnTo>
                  <a:lnTo>
                    <a:pt x="804926" y="620801"/>
                  </a:lnTo>
                  <a:lnTo>
                    <a:pt x="823391" y="620801"/>
                  </a:lnTo>
                  <a:lnTo>
                    <a:pt x="824090" y="620039"/>
                  </a:lnTo>
                  <a:close/>
                </a:path>
                <a:path w="1376680" h="1376680">
                  <a:moveTo>
                    <a:pt x="824103" y="620801"/>
                  </a:moveTo>
                  <a:lnTo>
                    <a:pt x="823391" y="620801"/>
                  </a:lnTo>
                  <a:lnTo>
                    <a:pt x="823277" y="620928"/>
                  </a:lnTo>
                  <a:lnTo>
                    <a:pt x="824026" y="620928"/>
                  </a:lnTo>
                  <a:lnTo>
                    <a:pt x="824103" y="620801"/>
                  </a:lnTo>
                  <a:close/>
                </a:path>
                <a:path w="1376680" h="1376680">
                  <a:moveTo>
                    <a:pt x="824191" y="622579"/>
                  </a:moveTo>
                  <a:lnTo>
                    <a:pt x="822896" y="622579"/>
                  </a:lnTo>
                  <a:lnTo>
                    <a:pt x="822134" y="623722"/>
                  </a:lnTo>
                  <a:lnTo>
                    <a:pt x="821194" y="625246"/>
                  </a:lnTo>
                  <a:lnTo>
                    <a:pt x="822769" y="625246"/>
                  </a:lnTo>
                  <a:lnTo>
                    <a:pt x="822934" y="625119"/>
                  </a:lnTo>
                  <a:lnTo>
                    <a:pt x="823201" y="624992"/>
                  </a:lnTo>
                  <a:lnTo>
                    <a:pt x="824191" y="622579"/>
                  </a:lnTo>
                  <a:close/>
                </a:path>
                <a:path w="1376680" h="1376680">
                  <a:moveTo>
                    <a:pt x="824712" y="621309"/>
                  </a:moveTo>
                  <a:lnTo>
                    <a:pt x="823760" y="621309"/>
                  </a:lnTo>
                  <a:lnTo>
                    <a:pt x="823671" y="621436"/>
                  </a:lnTo>
                  <a:lnTo>
                    <a:pt x="822985" y="622452"/>
                  </a:lnTo>
                  <a:lnTo>
                    <a:pt x="824242" y="622452"/>
                  </a:lnTo>
                  <a:lnTo>
                    <a:pt x="824344" y="622198"/>
                  </a:lnTo>
                  <a:lnTo>
                    <a:pt x="824458" y="621944"/>
                  </a:lnTo>
                  <a:lnTo>
                    <a:pt x="824560" y="621690"/>
                  </a:lnTo>
                  <a:lnTo>
                    <a:pt x="824661" y="621436"/>
                  </a:lnTo>
                  <a:lnTo>
                    <a:pt x="824712" y="621309"/>
                  </a:lnTo>
                  <a:close/>
                </a:path>
                <a:path w="1376680" h="1376680">
                  <a:moveTo>
                    <a:pt x="824712" y="619912"/>
                  </a:moveTo>
                  <a:lnTo>
                    <a:pt x="824204" y="619912"/>
                  </a:lnTo>
                  <a:lnTo>
                    <a:pt x="824090" y="620039"/>
                  </a:lnTo>
                  <a:lnTo>
                    <a:pt x="824623" y="620039"/>
                  </a:lnTo>
                  <a:lnTo>
                    <a:pt x="824712" y="619912"/>
                  </a:lnTo>
                  <a:close/>
                </a:path>
                <a:path w="1376680" h="1376680">
                  <a:moveTo>
                    <a:pt x="824865" y="620928"/>
                  </a:moveTo>
                  <a:lnTo>
                    <a:pt x="824026" y="620928"/>
                  </a:lnTo>
                  <a:lnTo>
                    <a:pt x="823849" y="621182"/>
                  </a:lnTo>
                  <a:lnTo>
                    <a:pt x="824763" y="621182"/>
                  </a:lnTo>
                  <a:lnTo>
                    <a:pt x="824865" y="620928"/>
                  </a:lnTo>
                  <a:close/>
                </a:path>
                <a:path w="1376680" h="1376680">
                  <a:moveTo>
                    <a:pt x="825233" y="620039"/>
                  </a:moveTo>
                  <a:lnTo>
                    <a:pt x="824623" y="620039"/>
                  </a:lnTo>
                  <a:lnTo>
                    <a:pt x="824534" y="620166"/>
                  </a:lnTo>
                  <a:lnTo>
                    <a:pt x="824103" y="620801"/>
                  </a:lnTo>
                  <a:lnTo>
                    <a:pt x="824928" y="620801"/>
                  </a:lnTo>
                  <a:lnTo>
                    <a:pt x="825030" y="620547"/>
                  </a:lnTo>
                  <a:lnTo>
                    <a:pt x="825080" y="620420"/>
                  </a:lnTo>
                  <a:lnTo>
                    <a:pt x="825182" y="620166"/>
                  </a:lnTo>
                  <a:lnTo>
                    <a:pt x="825233" y="620039"/>
                  </a:lnTo>
                  <a:close/>
                </a:path>
                <a:path w="1376680" h="1376680">
                  <a:moveTo>
                    <a:pt x="825411" y="625246"/>
                  </a:moveTo>
                  <a:lnTo>
                    <a:pt x="822769" y="625246"/>
                  </a:lnTo>
                  <a:lnTo>
                    <a:pt x="822452" y="625500"/>
                  </a:lnTo>
                  <a:lnTo>
                    <a:pt x="825385" y="625500"/>
                  </a:lnTo>
                  <a:lnTo>
                    <a:pt x="825411" y="625246"/>
                  </a:lnTo>
                  <a:close/>
                </a:path>
                <a:path w="1376680" h="1376680">
                  <a:moveTo>
                    <a:pt x="825588" y="618388"/>
                  </a:moveTo>
                  <a:lnTo>
                    <a:pt x="806234" y="618388"/>
                  </a:lnTo>
                  <a:lnTo>
                    <a:pt x="805408" y="619912"/>
                  </a:lnTo>
                  <a:lnTo>
                    <a:pt x="824204" y="619912"/>
                  </a:lnTo>
                  <a:lnTo>
                    <a:pt x="825588" y="618388"/>
                  </a:lnTo>
                  <a:close/>
                </a:path>
                <a:path w="1376680" h="1376680">
                  <a:moveTo>
                    <a:pt x="825690" y="622452"/>
                  </a:moveTo>
                  <a:lnTo>
                    <a:pt x="824242" y="622452"/>
                  </a:lnTo>
                  <a:lnTo>
                    <a:pt x="824191" y="622579"/>
                  </a:lnTo>
                  <a:lnTo>
                    <a:pt x="825677" y="622579"/>
                  </a:lnTo>
                  <a:lnTo>
                    <a:pt x="825690" y="622452"/>
                  </a:lnTo>
                  <a:close/>
                </a:path>
                <a:path w="1376680" h="1376680">
                  <a:moveTo>
                    <a:pt x="825868" y="620801"/>
                  </a:moveTo>
                  <a:lnTo>
                    <a:pt x="824928" y="620801"/>
                  </a:lnTo>
                  <a:lnTo>
                    <a:pt x="824865" y="620928"/>
                  </a:lnTo>
                  <a:lnTo>
                    <a:pt x="825855" y="620928"/>
                  </a:lnTo>
                  <a:lnTo>
                    <a:pt x="825868" y="620801"/>
                  </a:lnTo>
                  <a:close/>
                </a:path>
                <a:path w="1376680" h="1376680">
                  <a:moveTo>
                    <a:pt x="825919" y="618134"/>
                  </a:moveTo>
                  <a:lnTo>
                    <a:pt x="825830" y="618261"/>
                  </a:lnTo>
                  <a:lnTo>
                    <a:pt x="825588" y="618388"/>
                  </a:lnTo>
                  <a:lnTo>
                    <a:pt x="825741" y="618388"/>
                  </a:lnTo>
                  <a:lnTo>
                    <a:pt x="824712" y="619912"/>
                  </a:lnTo>
                  <a:lnTo>
                    <a:pt x="825284" y="619912"/>
                  </a:lnTo>
                  <a:lnTo>
                    <a:pt x="825360" y="619747"/>
                  </a:lnTo>
                  <a:lnTo>
                    <a:pt x="825804" y="618642"/>
                  </a:lnTo>
                  <a:lnTo>
                    <a:pt x="825919" y="618134"/>
                  </a:lnTo>
                  <a:close/>
                </a:path>
                <a:path w="1376680" h="1376680">
                  <a:moveTo>
                    <a:pt x="825957" y="619912"/>
                  </a:moveTo>
                  <a:lnTo>
                    <a:pt x="825284" y="619912"/>
                  </a:lnTo>
                  <a:lnTo>
                    <a:pt x="825233" y="620039"/>
                  </a:lnTo>
                  <a:lnTo>
                    <a:pt x="825944" y="620039"/>
                  </a:lnTo>
                  <a:lnTo>
                    <a:pt x="825957" y="619912"/>
                  </a:lnTo>
                  <a:close/>
                </a:path>
                <a:path w="1376680" h="1376680">
                  <a:moveTo>
                    <a:pt x="827049" y="627024"/>
                  </a:moveTo>
                  <a:lnTo>
                    <a:pt x="820508" y="627024"/>
                  </a:lnTo>
                  <a:lnTo>
                    <a:pt x="820356" y="627151"/>
                  </a:lnTo>
                  <a:lnTo>
                    <a:pt x="827036" y="627151"/>
                  </a:lnTo>
                  <a:lnTo>
                    <a:pt x="827049" y="627024"/>
                  </a:lnTo>
                  <a:close/>
                </a:path>
                <a:path w="1376680" h="1376680">
                  <a:moveTo>
                    <a:pt x="827125" y="626516"/>
                  </a:moveTo>
                  <a:lnTo>
                    <a:pt x="821156" y="626516"/>
                  </a:lnTo>
                  <a:lnTo>
                    <a:pt x="820839" y="626770"/>
                  </a:lnTo>
                  <a:lnTo>
                    <a:pt x="827087" y="626770"/>
                  </a:lnTo>
                  <a:lnTo>
                    <a:pt x="827125" y="626516"/>
                  </a:lnTo>
                  <a:close/>
                </a:path>
                <a:path w="1376680" h="1376680">
                  <a:moveTo>
                    <a:pt x="827163" y="621309"/>
                  </a:moveTo>
                  <a:lnTo>
                    <a:pt x="825804" y="621309"/>
                  </a:lnTo>
                  <a:lnTo>
                    <a:pt x="825690" y="622452"/>
                  </a:lnTo>
                  <a:lnTo>
                    <a:pt x="826731" y="622452"/>
                  </a:lnTo>
                  <a:lnTo>
                    <a:pt x="826833" y="622198"/>
                  </a:lnTo>
                  <a:lnTo>
                    <a:pt x="826922" y="621944"/>
                  </a:lnTo>
                  <a:lnTo>
                    <a:pt x="827024" y="621690"/>
                  </a:lnTo>
                  <a:lnTo>
                    <a:pt x="827125" y="621436"/>
                  </a:lnTo>
                  <a:lnTo>
                    <a:pt x="827163" y="621309"/>
                  </a:lnTo>
                  <a:close/>
                </a:path>
                <a:path w="1376680" h="1376680">
                  <a:moveTo>
                    <a:pt x="827316" y="625246"/>
                  </a:moveTo>
                  <a:lnTo>
                    <a:pt x="825652" y="625246"/>
                  </a:lnTo>
                  <a:lnTo>
                    <a:pt x="825563" y="625500"/>
                  </a:lnTo>
                  <a:lnTo>
                    <a:pt x="827278" y="625500"/>
                  </a:lnTo>
                  <a:lnTo>
                    <a:pt x="827316" y="625246"/>
                  </a:lnTo>
                  <a:close/>
                </a:path>
                <a:path w="1376680" h="1376680">
                  <a:moveTo>
                    <a:pt x="827316" y="620928"/>
                  </a:moveTo>
                  <a:lnTo>
                    <a:pt x="825855" y="620928"/>
                  </a:lnTo>
                  <a:lnTo>
                    <a:pt x="825817" y="621182"/>
                  </a:lnTo>
                  <a:lnTo>
                    <a:pt x="827214" y="621182"/>
                  </a:lnTo>
                  <a:lnTo>
                    <a:pt x="827316" y="620928"/>
                  </a:lnTo>
                  <a:close/>
                </a:path>
                <a:path w="1376680" h="1376680">
                  <a:moveTo>
                    <a:pt x="827659" y="620039"/>
                  </a:moveTo>
                  <a:lnTo>
                    <a:pt x="825944" y="620039"/>
                  </a:lnTo>
                  <a:lnTo>
                    <a:pt x="825868" y="620801"/>
                  </a:lnTo>
                  <a:lnTo>
                    <a:pt x="827366" y="620801"/>
                  </a:lnTo>
                  <a:lnTo>
                    <a:pt x="827455" y="620547"/>
                  </a:lnTo>
                  <a:lnTo>
                    <a:pt x="827506" y="620420"/>
                  </a:lnTo>
                  <a:lnTo>
                    <a:pt x="827608" y="620166"/>
                  </a:lnTo>
                  <a:lnTo>
                    <a:pt x="827659" y="620039"/>
                  </a:lnTo>
                  <a:close/>
                </a:path>
                <a:path w="1376680" h="1376680">
                  <a:moveTo>
                    <a:pt x="827735" y="622452"/>
                  </a:moveTo>
                  <a:lnTo>
                    <a:pt x="826731" y="622452"/>
                  </a:lnTo>
                  <a:lnTo>
                    <a:pt x="826681" y="622579"/>
                  </a:lnTo>
                  <a:lnTo>
                    <a:pt x="827722" y="622579"/>
                  </a:lnTo>
                  <a:lnTo>
                    <a:pt x="827735" y="622452"/>
                  </a:lnTo>
                  <a:close/>
                </a:path>
                <a:path w="1376680" h="1376680">
                  <a:moveTo>
                    <a:pt x="827760" y="625500"/>
                  </a:moveTo>
                  <a:lnTo>
                    <a:pt x="827278" y="625500"/>
                  </a:lnTo>
                  <a:lnTo>
                    <a:pt x="827163" y="626262"/>
                  </a:lnTo>
                  <a:lnTo>
                    <a:pt x="827125" y="626516"/>
                  </a:lnTo>
                  <a:lnTo>
                    <a:pt x="827328" y="626516"/>
                  </a:lnTo>
                  <a:lnTo>
                    <a:pt x="827379" y="626389"/>
                  </a:lnTo>
                  <a:lnTo>
                    <a:pt x="827493" y="626135"/>
                  </a:lnTo>
                  <a:lnTo>
                    <a:pt x="827595" y="625881"/>
                  </a:lnTo>
                  <a:lnTo>
                    <a:pt x="827646" y="625754"/>
                  </a:lnTo>
                  <a:lnTo>
                    <a:pt x="827760" y="625500"/>
                  </a:lnTo>
                  <a:close/>
                </a:path>
                <a:path w="1376680" h="1376680">
                  <a:moveTo>
                    <a:pt x="827989" y="620801"/>
                  </a:moveTo>
                  <a:lnTo>
                    <a:pt x="827366" y="620801"/>
                  </a:lnTo>
                  <a:lnTo>
                    <a:pt x="827316" y="620928"/>
                  </a:lnTo>
                  <a:lnTo>
                    <a:pt x="827963" y="620928"/>
                  </a:lnTo>
                  <a:lnTo>
                    <a:pt x="827989" y="620801"/>
                  </a:lnTo>
                  <a:close/>
                </a:path>
                <a:path w="1376680" h="1376680">
                  <a:moveTo>
                    <a:pt x="828052" y="626516"/>
                  </a:moveTo>
                  <a:lnTo>
                    <a:pt x="827328" y="626516"/>
                  </a:lnTo>
                  <a:lnTo>
                    <a:pt x="827227" y="626770"/>
                  </a:lnTo>
                  <a:lnTo>
                    <a:pt x="827824" y="626770"/>
                  </a:lnTo>
                  <a:lnTo>
                    <a:pt x="828052" y="626516"/>
                  </a:lnTo>
                  <a:close/>
                </a:path>
                <a:path w="1376680" h="1376680">
                  <a:moveTo>
                    <a:pt x="828116" y="619912"/>
                  </a:moveTo>
                  <a:lnTo>
                    <a:pt x="827709" y="619912"/>
                  </a:lnTo>
                  <a:lnTo>
                    <a:pt x="827659" y="620039"/>
                  </a:lnTo>
                  <a:lnTo>
                    <a:pt x="828103" y="620039"/>
                  </a:lnTo>
                  <a:lnTo>
                    <a:pt x="828116" y="619912"/>
                  </a:lnTo>
                  <a:close/>
                </a:path>
                <a:path w="1376680" h="1376680">
                  <a:moveTo>
                    <a:pt x="828230" y="624357"/>
                  </a:moveTo>
                  <a:lnTo>
                    <a:pt x="827455" y="624357"/>
                  </a:lnTo>
                  <a:lnTo>
                    <a:pt x="827341" y="625119"/>
                  </a:lnTo>
                  <a:lnTo>
                    <a:pt x="827316" y="625246"/>
                  </a:lnTo>
                  <a:lnTo>
                    <a:pt x="827862" y="625246"/>
                  </a:lnTo>
                  <a:lnTo>
                    <a:pt x="827963" y="624992"/>
                  </a:lnTo>
                  <a:lnTo>
                    <a:pt x="828230" y="624357"/>
                  </a:lnTo>
                  <a:close/>
                </a:path>
                <a:path w="1376680" h="1376680">
                  <a:moveTo>
                    <a:pt x="828294" y="618388"/>
                  </a:moveTo>
                  <a:lnTo>
                    <a:pt x="826109" y="618388"/>
                  </a:lnTo>
                  <a:lnTo>
                    <a:pt x="826008" y="619404"/>
                  </a:lnTo>
                  <a:lnTo>
                    <a:pt x="825957" y="619912"/>
                  </a:lnTo>
                  <a:lnTo>
                    <a:pt x="827709" y="619912"/>
                  </a:lnTo>
                  <a:lnTo>
                    <a:pt x="827773" y="619747"/>
                  </a:lnTo>
                  <a:lnTo>
                    <a:pt x="828294" y="618388"/>
                  </a:lnTo>
                  <a:close/>
                </a:path>
                <a:path w="1376680" h="1376680">
                  <a:moveTo>
                    <a:pt x="828332" y="624103"/>
                  </a:moveTo>
                  <a:lnTo>
                    <a:pt x="827493" y="624103"/>
                  </a:lnTo>
                  <a:lnTo>
                    <a:pt x="827468" y="624230"/>
                  </a:lnTo>
                  <a:lnTo>
                    <a:pt x="828281" y="624230"/>
                  </a:lnTo>
                  <a:lnTo>
                    <a:pt x="828332" y="624103"/>
                  </a:lnTo>
                  <a:close/>
                </a:path>
                <a:path w="1376680" h="1376680">
                  <a:moveTo>
                    <a:pt x="828967" y="622579"/>
                  </a:moveTo>
                  <a:lnTo>
                    <a:pt x="827722" y="622579"/>
                  </a:lnTo>
                  <a:lnTo>
                    <a:pt x="827646" y="623100"/>
                  </a:lnTo>
                  <a:lnTo>
                    <a:pt x="827544" y="623722"/>
                  </a:lnTo>
                  <a:lnTo>
                    <a:pt x="827506" y="623976"/>
                  </a:lnTo>
                  <a:lnTo>
                    <a:pt x="826147" y="623976"/>
                  </a:lnTo>
                  <a:lnTo>
                    <a:pt x="826236" y="623722"/>
                  </a:lnTo>
                  <a:lnTo>
                    <a:pt x="826312" y="623519"/>
                  </a:lnTo>
                  <a:lnTo>
                    <a:pt x="826681" y="622579"/>
                  </a:lnTo>
                  <a:lnTo>
                    <a:pt x="825677" y="622579"/>
                  </a:lnTo>
                  <a:lnTo>
                    <a:pt x="825563" y="623722"/>
                  </a:lnTo>
                  <a:lnTo>
                    <a:pt x="825474" y="624611"/>
                  </a:lnTo>
                  <a:lnTo>
                    <a:pt x="825411" y="625246"/>
                  </a:lnTo>
                  <a:lnTo>
                    <a:pt x="825652" y="625246"/>
                  </a:lnTo>
                  <a:lnTo>
                    <a:pt x="825754" y="624992"/>
                  </a:lnTo>
                  <a:lnTo>
                    <a:pt x="825995" y="624357"/>
                  </a:lnTo>
                  <a:lnTo>
                    <a:pt x="827468" y="624230"/>
                  </a:lnTo>
                  <a:lnTo>
                    <a:pt x="826046" y="624230"/>
                  </a:lnTo>
                  <a:lnTo>
                    <a:pt x="826096" y="624103"/>
                  </a:lnTo>
                  <a:lnTo>
                    <a:pt x="828802" y="623976"/>
                  </a:lnTo>
                  <a:lnTo>
                    <a:pt x="828382" y="623976"/>
                  </a:lnTo>
                  <a:lnTo>
                    <a:pt x="828497" y="623722"/>
                  </a:lnTo>
                  <a:lnTo>
                    <a:pt x="828573" y="623519"/>
                  </a:lnTo>
                  <a:lnTo>
                    <a:pt x="828967" y="622579"/>
                  </a:lnTo>
                  <a:close/>
                </a:path>
                <a:path w="1376680" h="1376680">
                  <a:moveTo>
                    <a:pt x="829208" y="625246"/>
                  </a:moveTo>
                  <a:lnTo>
                    <a:pt x="827862" y="625246"/>
                  </a:lnTo>
                  <a:lnTo>
                    <a:pt x="827760" y="625500"/>
                  </a:lnTo>
                  <a:lnTo>
                    <a:pt x="828979" y="625500"/>
                  </a:lnTo>
                  <a:lnTo>
                    <a:pt x="829094" y="625373"/>
                  </a:lnTo>
                  <a:lnTo>
                    <a:pt x="829208" y="625246"/>
                  </a:lnTo>
                  <a:close/>
                </a:path>
                <a:path w="1376680" h="1376680">
                  <a:moveTo>
                    <a:pt x="829310" y="622452"/>
                  </a:moveTo>
                  <a:lnTo>
                    <a:pt x="829017" y="622452"/>
                  </a:lnTo>
                  <a:lnTo>
                    <a:pt x="828967" y="622579"/>
                  </a:lnTo>
                  <a:lnTo>
                    <a:pt x="829259" y="622579"/>
                  </a:lnTo>
                  <a:lnTo>
                    <a:pt x="829310" y="622452"/>
                  </a:lnTo>
                  <a:close/>
                </a:path>
                <a:path w="1376680" h="1376680">
                  <a:moveTo>
                    <a:pt x="829652" y="620928"/>
                  </a:moveTo>
                  <a:lnTo>
                    <a:pt x="827963" y="620928"/>
                  </a:lnTo>
                  <a:lnTo>
                    <a:pt x="827925" y="621182"/>
                  </a:lnTo>
                  <a:lnTo>
                    <a:pt x="827214" y="621182"/>
                  </a:lnTo>
                  <a:lnTo>
                    <a:pt x="827163" y="621309"/>
                  </a:lnTo>
                  <a:lnTo>
                    <a:pt x="827913" y="621309"/>
                  </a:lnTo>
                  <a:lnTo>
                    <a:pt x="827811" y="621944"/>
                  </a:lnTo>
                  <a:lnTo>
                    <a:pt x="827735" y="622452"/>
                  </a:lnTo>
                  <a:lnTo>
                    <a:pt x="829017" y="622452"/>
                  </a:lnTo>
                  <a:lnTo>
                    <a:pt x="829132" y="622198"/>
                  </a:lnTo>
                  <a:lnTo>
                    <a:pt x="829233" y="621944"/>
                  </a:lnTo>
                  <a:lnTo>
                    <a:pt x="829335" y="621690"/>
                  </a:lnTo>
                  <a:lnTo>
                    <a:pt x="829437" y="621436"/>
                  </a:lnTo>
                  <a:lnTo>
                    <a:pt x="829551" y="621182"/>
                  </a:lnTo>
                  <a:lnTo>
                    <a:pt x="829652" y="620928"/>
                  </a:lnTo>
                  <a:close/>
                </a:path>
                <a:path w="1376680" h="1376680">
                  <a:moveTo>
                    <a:pt x="829678" y="624103"/>
                  </a:moveTo>
                  <a:lnTo>
                    <a:pt x="828763" y="624103"/>
                  </a:lnTo>
                  <a:lnTo>
                    <a:pt x="828636" y="624484"/>
                  </a:lnTo>
                  <a:lnTo>
                    <a:pt x="829678" y="624103"/>
                  </a:lnTo>
                  <a:close/>
                </a:path>
                <a:path w="1376680" h="1376680">
                  <a:moveTo>
                    <a:pt x="830021" y="620039"/>
                  </a:moveTo>
                  <a:lnTo>
                    <a:pt x="828103" y="620039"/>
                  </a:lnTo>
                  <a:lnTo>
                    <a:pt x="827989" y="620801"/>
                  </a:lnTo>
                  <a:lnTo>
                    <a:pt x="829703" y="620801"/>
                  </a:lnTo>
                  <a:lnTo>
                    <a:pt x="829818" y="620547"/>
                  </a:lnTo>
                  <a:lnTo>
                    <a:pt x="829868" y="620420"/>
                  </a:lnTo>
                  <a:lnTo>
                    <a:pt x="829970" y="620166"/>
                  </a:lnTo>
                  <a:lnTo>
                    <a:pt x="830021" y="620039"/>
                  </a:lnTo>
                  <a:close/>
                </a:path>
                <a:path w="1376680" h="1376680">
                  <a:moveTo>
                    <a:pt x="830376" y="622579"/>
                  </a:moveTo>
                  <a:lnTo>
                    <a:pt x="829259" y="622579"/>
                  </a:lnTo>
                  <a:lnTo>
                    <a:pt x="829144" y="622922"/>
                  </a:lnTo>
                  <a:lnTo>
                    <a:pt x="829094" y="623100"/>
                  </a:lnTo>
                  <a:lnTo>
                    <a:pt x="828802" y="623976"/>
                  </a:lnTo>
                  <a:lnTo>
                    <a:pt x="829729" y="623976"/>
                  </a:lnTo>
                  <a:lnTo>
                    <a:pt x="829856" y="623722"/>
                  </a:lnTo>
                  <a:lnTo>
                    <a:pt x="829945" y="623519"/>
                  </a:lnTo>
                  <a:lnTo>
                    <a:pt x="830376" y="622579"/>
                  </a:lnTo>
                  <a:close/>
                </a:path>
                <a:path w="1376680" h="1376680">
                  <a:moveTo>
                    <a:pt x="830389" y="623976"/>
                  </a:moveTo>
                  <a:lnTo>
                    <a:pt x="829729" y="623976"/>
                  </a:lnTo>
                  <a:lnTo>
                    <a:pt x="829678" y="624103"/>
                  </a:lnTo>
                  <a:lnTo>
                    <a:pt x="830275" y="624103"/>
                  </a:lnTo>
                  <a:lnTo>
                    <a:pt x="830389" y="623976"/>
                  </a:lnTo>
                  <a:close/>
                </a:path>
                <a:path w="1376680" h="1376680">
                  <a:moveTo>
                    <a:pt x="830541" y="1361605"/>
                  </a:moveTo>
                  <a:lnTo>
                    <a:pt x="827227" y="1346758"/>
                  </a:lnTo>
                  <a:lnTo>
                    <a:pt x="822540" y="1347851"/>
                  </a:lnTo>
                  <a:lnTo>
                    <a:pt x="817587" y="1348917"/>
                  </a:lnTo>
                  <a:lnTo>
                    <a:pt x="812800" y="1349768"/>
                  </a:lnTo>
                  <a:lnTo>
                    <a:pt x="815555" y="1364500"/>
                  </a:lnTo>
                  <a:lnTo>
                    <a:pt x="820470" y="1363497"/>
                  </a:lnTo>
                  <a:lnTo>
                    <a:pt x="830541" y="1361605"/>
                  </a:lnTo>
                  <a:close/>
                </a:path>
                <a:path w="1376680" h="1376680">
                  <a:moveTo>
                    <a:pt x="831151" y="620928"/>
                  </a:moveTo>
                  <a:lnTo>
                    <a:pt x="829805" y="620928"/>
                  </a:lnTo>
                  <a:lnTo>
                    <a:pt x="829678" y="621309"/>
                  </a:lnTo>
                  <a:lnTo>
                    <a:pt x="829551" y="621690"/>
                  </a:lnTo>
                  <a:lnTo>
                    <a:pt x="829475" y="621944"/>
                  </a:lnTo>
                  <a:lnTo>
                    <a:pt x="829386" y="622198"/>
                  </a:lnTo>
                  <a:lnTo>
                    <a:pt x="829310" y="622452"/>
                  </a:lnTo>
                  <a:lnTo>
                    <a:pt x="830440" y="622452"/>
                  </a:lnTo>
                  <a:lnTo>
                    <a:pt x="830554" y="622198"/>
                  </a:lnTo>
                  <a:lnTo>
                    <a:pt x="830681" y="621944"/>
                  </a:lnTo>
                  <a:lnTo>
                    <a:pt x="830795" y="621690"/>
                  </a:lnTo>
                  <a:lnTo>
                    <a:pt x="830910" y="621436"/>
                  </a:lnTo>
                  <a:lnTo>
                    <a:pt x="831037" y="621182"/>
                  </a:lnTo>
                  <a:lnTo>
                    <a:pt x="831151" y="620928"/>
                  </a:lnTo>
                  <a:close/>
                </a:path>
                <a:path w="1376680" h="1376680">
                  <a:moveTo>
                    <a:pt x="831456" y="626770"/>
                  </a:moveTo>
                  <a:lnTo>
                    <a:pt x="827824" y="626770"/>
                  </a:lnTo>
                  <a:lnTo>
                    <a:pt x="827709" y="626897"/>
                  </a:lnTo>
                  <a:lnTo>
                    <a:pt x="827595" y="627024"/>
                  </a:lnTo>
                  <a:lnTo>
                    <a:pt x="827481" y="627151"/>
                  </a:lnTo>
                  <a:lnTo>
                    <a:pt x="827366" y="627278"/>
                  </a:lnTo>
                  <a:lnTo>
                    <a:pt x="827252" y="627405"/>
                  </a:lnTo>
                  <a:lnTo>
                    <a:pt x="824649" y="630326"/>
                  </a:lnTo>
                  <a:lnTo>
                    <a:pt x="824623" y="630453"/>
                  </a:lnTo>
                  <a:lnTo>
                    <a:pt x="829678" y="627405"/>
                  </a:lnTo>
                  <a:lnTo>
                    <a:pt x="831456" y="626770"/>
                  </a:lnTo>
                  <a:close/>
                </a:path>
                <a:path w="1376680" h="1376680">
                  <a:moveTo>
                    <a:pt x="831557" y="620039"/>
                  </a:moveTo>
                  <a:lnTo>
                    <a:pt x="830097" y="620039"/>
                  </a:lnTo>
                  <a:lnTo>
                    <a:pt x="829970" y="620420"/>
                  </a:lnTo>
                  <a:lnTo>
                    <a:pt x="829843" y="620801"/>
                  </a:lnTo>
                  <a:lnTo>
                    <a:pt x="831215" y="620801"/>
                  </a:lnTo>
                  <a:lnTo>
                    <a:pt x="831329" y="620547"/>
                  </a:lnTo>
                  <a:lnTo>
                    <a:pt x="831380" y="620420"/>
                  </a:lnTo>
                  <a:lnTo>
                    <a:pt x="831507" y="620166"/>
                  </a:lnTo>
                  <a:lnTo>
                    <a:pt x="831557" y="620039"/>
                  </a:lnTo>
                  <a:close/>
                </a:path>
                <a:path w="1376680" h="1376680">
                  <a:moveTo>
                    <a:pt x="831799" y="622452"/>
                  </a:moveTo>
                  <a:lnTo>
                    <a:pt x="830440" y="622452"/>
                  </a:lnTo>
                  <a:lnTo>
                    <a:pt x="830376" y="622579"/>
                  </a:lnTo>
                  <a:lnTo>
                    <a:pt x="831684" y="622579"/>
                  </a:lnTo>
                  <a:lnTo>
                    <a:pt x="831799" y="622452"/>
                  </a:lnTo>
                  <a:close/>
                </a:path>
                <a:path w="1376680" h="1376680">
                  <a:moveTo>
                    <a:pt x="832815" y="618388"/>
                  </a:moveTo>
                  <a:lnTo>
                    <a:pt x="828344" y="618388"/>
                  </a:lnTo>
                  <a:lnTo>
                    <a:pt x="828255" y="619023"/>
                  </a:lnTo>
                  <a:lnTo>
                    <a:pt x="828141" y="619747"/>
                  </a:lnTo>
                  <a:lnTo>
                    <a:pt x="828116" y="619912"/>
                  </a:lnTo>
                  <a:lnTo>
                    <a:pt x="830072" y="619912"/>
                  </a:lnTo>
                  <a:lnTo>
                    <a:pt x="830148" y="619747"/>
                  </a:lnTo>
                  <a:lnTo>
                    <a:pt x="830326" y="619340"/>
                  </a:lnTo>
                  <a:lnTo>
                    <a:pt x="830199" y="619747"/>
                  </a:lnTo>
                  <a:lnTo>
                    <a:pt x="830135" y="619912"/>
                  </a:lnTo>
                  <a:lnTo>
                    <a:pt x="831621" y="619912"/>
                  </a:lnTo>
                  <a:lnTo>
                    <a:pt x="831697" y="619747"/>
                  </a:lnTo>
                  <a:lnTo>
                    <a:pt x="832040" y="619023"/>
                  </a:lnTo>
                  <a:lnTo>
                    <a:pt x="832218" y="618642"/>
                  </a:lnTo>
                  <a:lnTo>
                    <a:pt x="832815" y="618388"/>
                  </a:lnTo>
                  <a:close/>
                </a:path>
                <a:path w="1376680" h="1376680">
                  <a:moveTo>
                    <a:pt x="833081" y="605891"/>
                  </a:moveTo>
                  <a:lnTo>
                    <a:pt x="832205" y="604202"/>
                  </a:lnTo>
                  <a:lnTo>
                    <a:pt x="827811" y="605891"/>
                  </a:lnTo>
                  <a:lnTo>
                    <a:pt x="833081" y="605891"/>
                  </a:lnTo>
                  <a:close/>
                </a:path>
                <a:path w="1376680" h="1376680">
                  <a:moveTo>
                    <a:pt x="833094" y="620801"/>
                  </a:moveTo>
                  <a:lnTo>
                    <a:pt x="831215" y="620801"/>
                  </a:lnTo>
                  <a:lnTo>
                    <a:pt x="831151" y="620928"/>
                  </a:lnTo>
                  <a:lnTo>
                    <a:pt x="833031" y="620928"/>
                  </a:lnTo>
                  <a:lnTo>
                    <a:pt x="833094" y="620801"/>
                  </a:lnTo>
                  <a:close/>
                </a:path>
                <a:path w="1376680" h="1376680">
                  <a:moveTo>
                    <a:pt x="833589" y="619912"/>
                  </a:moveTo>
                  <a:lnTo>
                    <a:pt x="831621" y="619912"/>
                  </a:lnTo>
                  <a:lnTo>
                    <a:pt x="831557" y="620039"/>
                  </a:lnTo>
                  <a:lnTo>
                    <a:pt x="833526" y="620039"/>
                  </a:lnTo>
                  <a:lnTo>
                    <a:pt x="833589" y="619912"/>
                  </a:lnTo>
                  <a:close/>
                </a:path>
                <a:path w="1376680" h="1376680">
                  <a:moveTo>
                    <a:pt x="834504" y="618261"/>
                  </a:moveTo>
                  <a:lnTo>
                    <a:pt x="833120" y="618261"/>
                  </a:lnTo>
                  <a:lnTo>
                    <a:pt x="832815" y="618388"/>
                  </a:lnTo>
                  <a:lnTo>
                    <a:pt x="834440" y="618388"/>
                  </a:lnTo>
                  <a:lnTo>
                    <a:pt x="834504" y="618261"/>
                  </a:lnTo>
                  <a:close/>
                </a:path>
                <a:path w="1376680" h="1376680">
                  <a:moveTo>
                    <a:pt x="835012" y="625500"/>
                  </a:moveTo>
                  <a:lnTo>
                    <a:pt x="828979" y="625500"/>
                  </a:lnTo>
                  <a:lnTo>
                    <a:pt x="828852" y="625627"/>
                  </a:lnTo>
                  <a:lnTo>
                    <a:pt x="828738" y="625754"/>
                  </a:lnTo>
                  <a:lnTo>
                    <a:pt x="828624" y="625881"/>
                  </a:lnTo>
                  <a:lnTo>
                    <a:pt x="828052" y="626516"/>
                  </a:lnTo>
                  <a:lnTo>
                    <a:pt x="832167" y="626516"/>
                  </a:lnTo>
                  <a:lnTo>
                    <a:pt x="835012" y="625500"/>
                  </a:lnTo>
                  <a:close/>
                </a:path>
                <a:path w="1376680" h="1376680">
                  <a:moveTo>
                    <a:pt x="837628" y="608457"/>
                  </a:moveTo>
                  <a:lnTo>
                    <a:pt x="837272" y="608457"/>
                  </a:lnTo>
                  <a:lnTo>
                    <a:pt x="837272" y="607187"/>
                  </a:lnTo>
                  <a:lnTo>
                    <a:pt x="836561" y="607187"/>
                  </a:lnTo>
                  <a:lnTo>
                    <a:pt x="836561" y="603377"/>
                  </a:lnTo>
                  <a:lnTo>
                    <a:pt x="835952" y="603377"/>
                  </a:lnTo>
                  <a:lnTo>
                    <a:pt x="835952" y="602107"/>
                  </a:lnTo>
                  <a:lnTo>
                    <a:pt x="835685" y="602107"/>
                  </a:lnTo>
                  <a:lnTo>
                    <a:pt x="835685" y="598297"/>
                  </a:lnTo>
                  <a:lnTo>
                    <a:pt x="835202" y="598297"/>
                  </a:lnTo>
                  <a:lnTo>
                    <a:pt x="835202" y="602107"/>
                  </a:lnTo>
                  <a:lnTo>
                    <a:pt x="834796" y="602107"/>
                  </a:lnTo>
                  <a:lnTo>
                    <a:pt x="834796" y="603377"/>
                  </a:lnTo>
                  <a:lnTo>
                    <a:pt x="834390" y="603377"/>
                  </a:lnTo>
                  <a:lnTo>
                    <a:pt x="834390" y="607187"/>
                  </a:lnTo>
                  <a:lnTo>
                    <a:pt x="833437" y="607187"/>
                  </a:lnTo>
                  <a:lnTo>
                    <a:pt x="833437" y="605917"/>
                  </a:lnTo>
                  <a:lnTo>
                    <a:pt x="827735" y="605917"/>
                  </a:lnTo>
                  <a:lnTo>
                    <a:pt x="827735" y="604647"/>
                  </a:lnTo>
                  <a:lnTo>
                    <a:pt x="827620" y="603377"/>
                  </a:lnTo>
                  <a:lnTo>
                    <a:pt x="827519" y="602107"/>
                  </a:lnTo>
                  <a:lnTo>
                    <a:pt x="827239" y="602107"/>
                  </a:lnTo>
                  <a:lnTo>
                    <a:pt x="827239" y="597027"/>
                  </a:lnTo>
                  <a:lnTo>
                    <a:pt x="826262" y="597027"/>
                  </a:lnTo>
                  <a:lnTo>
                    <a:pt x="826262" y="602107"/>
                  </a:lnTo>
                  <a:lnTo>
                    <a:pt x="825309" y="602107"/>
                  </a:lnTo>
                  <a:lnTo>
                    <a:pt x="825309" y="603377"/>
                  </a:lnTo>
                  <a:lnTo>
                    <a:pt x="825309" y="604647"/>
                  </a:lnTo>
                  <a:lnTo>
                    <a:pt x="821309" y="604647"/>
                  </a:lnTo>
                  <a:lnTo>
                    <a:pt x="821309" y="605917"/>
                  </a:lnTo>
                  <a:lnTo>
                    <a:pt x="701941" y="605917"/>
                  </a:lnTo>
                  <a:lnTo>
                    <a:pt x="701941" y="604647"/>
                  </a:lnTo>
                  <a:lnTo>
                    <a:pt x="586765" y="604647"/>
                  </a:lnTo>
                  <a:lnTo>
                    <a:pt x="586765" y="603377"/>
                  </a:lnTo>
                  <a:lnTo>
                    <a:pt x="563397" y="603377"/>
                  </a:lnTo>
                  <a:lnTo>
                    <a:pt x="563397" y="604647"/>
                  </a:lnTo>
                  <a:lnTo>
                    <a:pt x="564019" y="604647"/>
                  </a:lnTo>
                  <a:lnTo>
                    <a:pt x="564019" y="605917"/>
                  </a:lnTo>
                  <a:lnTo>
                    <a:pt x="574433" y="605917"/>
                  </a:lnTo>
                  <a:lnTo>
                    <a:pt x="574433" y="607187"/>
                  </a:lnTo>
                  <a:lnTo>
                    <a:pt x="739216" y="607187"/>
                  </a:lnTo>
                  <a:lnTo>
                    <a:pt x="739216" y="608457"/>
                  </a:lnTo>
                  <a:lnTo>
                    <a:pt x="836422" y="608457"/>
                  </a:lnTo>
                  <a:lnTo>
                    <a:pt x="836422" y="609727"/>
                  </a:lnTo>
                  <a:lnTo>
                    <a:pt x="837628" y="609727"/>
                  </a:lnTo>
                  <a:lnTo>
                    <a:pt x="837628" y="608457"/>
                  </a:lnTo>
                  <a:close/>
                </a:path>
                <a:path w="1376680" h="1376680">
                  <a:moveTo>
                    <a:pt x="838428" y="624103"/>
                  </a:moveTo>
                  <a:lnTo>
                    <a:pt x="830148" y="624230"/>
                  </a:lnTo>
                  <a:lnTo>
                    <a:pt x="830033" y="624357"/>
                  </a:lnTo>
                  <a:lnTo>
                    <a:pt x="829919" y="624484"/>
                  </a:lnTo>
                  <a:lnTo>
                    <a:pt x="829805" y="624611"/>
                  </a:lnTo>
                  <a:lnTo>
                    <a:pt x="829208" y="625246"/>
                  </a:lnTo>
                  <a:lnTo>
                    <a:pt x="835723" y="625246"/>
                  </a:lnTo>
                  <a:lnTo>
                    <a:pt x="838225" y="624357"/>
                  </a:lnTo>
                  <a:lnTo>
                    <a:pt x="838327" y="624230"/>
                  </a:lnTo>
                  <a:lnTo>
                    <a:pt x="838428" y="624103"/>
                  </a:lnTo>
                  <a:close/>
                </a:path>
                <a:path w="1376680" h="1376680">
                  <a:moveTo>
                    <a:pt x="839635" y="622579"/>
                  </a:moveTo>
                  <a:lnTo>
                    <a:pt x="831684" y="622579"/>
                  </a:lnTo>
                  <a:lnTo>
                    <a:pt x="830389" y="623976"/>
                  </a:lnTo>
                  <a:lnTo>
                    <a:pt x="838517" y="623976"/>
                  </a:lnTo>
                  <a:lnTo>
                    <a:pt x="839635" y="622579"/>
                  </a:lnTo>
                  <a:close/>
                </a:path>
                <a:path w="1376680" h="1376680">
                  <a:moveTo>
                    <a:pt x="840651" y="621309"/>
                  </a:moveTo>
                  <a:lnTo>
                    <a:pt x="832815" y="621309"/>
                  </a:lnTo>
                  <a:lnTo>
                    <a:pt x="832739" y="621436"/>
                  </a:lnTo>
                  <a:lnTo>
                    <a:pt x="831799" y="622452"/>
                  </a:lnTo>
                  <a:lnTo>
                    <a:pt x="839736" y="622452"/>
                  </a:lnTo>
                  <a:lnTo>
                    <a:pt x="840651" y="621309"/>
                  </a:lnTo>
                  <a:close/>
                </a:path>
                <a:path w="1376680" h="1376680">
                  <a:moveTo>
                    <a:pt x="840943" y="620928"/>
                  </a:moveTo>
                  <a:lnTo>
                    <a:pt x="833031" y="620928"/>
                  </a:lnTo>
                  <a:lnTo>
                    <a:pt x="832891" y="621182"/>
                  </a:lnTo>
                  <a:lnTo>
                    <a:pt x="840752" y="621182"/>
                  </a:lnTo>
                  <a:lnTo>
                    <a:pt x="840943" y="620928"/>
                  </a:lnTo>
                  <a:close/>
                </a:path>
                <a:path w="1376680" h="1376680">
                  <a:moveTo>
                    <a:pt x="841654" y="620039"/>
                  </a:moveTo>
                  <a:lnTo>
                    <a:pt x="833526" y="620039"/>
                  </a:lnTo>
                  <a:lnTo>
                    <a:pt x="833450" y="620166"/>
                  </a:lnTo>
                  <a:lnTo>
                    <a:pt x="833094" y="620801"/>
                  </a:lnTo>
                  <a:lnTo>
                    <a:pt x="841044" y="620801"/>
                  </a:lnTo>
                  <a:lnTo>
                    <a:pt x="841654" y="620039"/>
                  </a:lnTo>
                  <a:close/>
                </a:path>
                <a:path w="1376680" h="1376680">
                  <a:moveTo>
                    <a:pt x="842327" y="17551"/>
                  </a:moveTo>
                  <a:lnTo>
                    <a:pt x="837476" y="16319"/>
                  </a:lnTo>
                  <a:lnTo>
                    <a:pt x="832459" y="15278"/>
                  </a:lnTo>
                  <a:lnTo>
                    <a:pt x="827544" y="14173"/>
                  </a:lnTo>
                  <a:lnTo>
                    <a:pt x="824420" y="28956"/>
                  </a:lnTo>
                  <a:lnTo>
                    <a:pt x="834212" y="30924"/>
                  </a:lnTo>
                  <a:lnTo>
                    <a:pt x="838987" y="32029"/>
                  </a:lnTo>
                  <a:lnTo>
                    <a:pt x="842327" y="17551"/>
                  </a:lnTo>
                  <a:close/>
                </a:path>
                <a:path w="1376680" h="1376680">
                  <a:moveTo>
                    <a:pt x="842683" y="615086"/>
                  </a:moveTo>
                  <a:lnTo>
                    <a:pt x="841921" y="614197"/>
                  </a:lnTo>
                  <a:lnTo>
                    <a:pt x="839190" y="614197"/>
                  </a:lnTo>
                  <a:lnTo>
                    <a:pt x="839228" y="614070"/>
                  </a:lnTo>
                  <a:lnTo>
                    <a:pt x="841819" y="614070"/>
                  </a:lnTo>
                  <a:lnTo>
                    <a:pt x="841286" y="613435"/>
                  </a:lnTo>
                  <a:lnTo>
                    <a:pt x="839444" y="613435"/>
                  </a:lnTo>
                  <a:lnTo>
                    <a:pt x="839520" y="613181"/>
                  </a:lnTo>
                  <a:lnTo>
                    <a:pt x="841070" y="613181"/>
                  </a:lnTo>
                  <a:lnTo>
                    <a:pt x="840943" y="613054"/>
                  </a:lnTo>
                  <a:lnTo>
                    <a:pt x="841883" y="613041"/>
                  </a:lnTo>
                  <a:lnTo>
                    <a:pt x="841883" y="610806"/>
                  </a:lnTo>
                  <a:lnTo>
                    <a:pt x="840333" y="610806"/>
                  </a:lnTo>
                  <a:lnTo>
                    <a:pt x="841527" y="607301"/>
                  </a:lnTo>
                  <a:lnTo>
                    <a:pt x="837704" y="609384"/>
                  </a:lnTo>
                  <a:lnTo>
                    <a:pt x="838034" y="610806"/>
                  </a:lnTo>
                  <a:lnTo>
                    <a:pt x="570153" y="610806"/>
                  </a:lnTo>
                  <a:lnTo>
                    <a:pt x="570153" y="614083"/>
                  </a:lnTo>
                  <a:lnTo>
                    <a:pt x="574243" y="614070"/>
                  </a:lnTo>
                  <a:lnTo>
                    <a:pt x="575106" y="614070"/>
                  </a:lnTo>
                  <a:lnTo>
                    <a:pt x="575170" y="614197"/>
                  </a:lnTo>
                  <a:lnTo>
                    <a:pt x="574243" y="614070"/>
                  </a:lnTo>
                  <a:lnTo>
                    <a:pt x="574306" y="614197"/>
                  </a:lnTo>
                  <a:lnTo>
                    <a:pt x="574382" y="614362"/>
                  </a:lnTo>
                  <a:lnTo>
                    <a:pt x="575398" y="616483"/>
                  </a:lnTo>
                  <a:lnTo>
                    <a:pt x="578065" y="615467"/>
                  </a:lnTo>
                  <a:lnTo>
                    <a:pt x="578142" y="615848"/>
                  </a:lnTo>
                  <a:lnTo>
                    <a:pt x="578256" y="616356"/>
                  </a:lnTo>
                  <a:lnTo>
                    <a:pt x="578307" y="616610"/>
                  </a:lnTo>
                  <a:lnTo>
                    <a:pt x="578573" y="616610"/>
                  </a:lnTo>
                  <a:lnTo>
                    <a:pt x="579589" y="616229"/>
                  </a:lnTo>
                  <a:lnTo>
                    <a:pt x="579526" y="616356"/>
                  </a:lnTo>
                  <a:lnTo>
                    <a:pt x="579462" y="616483"/>
                  </a:lnTo>
                  <a:lnTo>
                    <a:pt x="579399" y="616610"/>
                  </a:lnTo>
                  <a:lnTo>
                    <a:pt x="578751" y="617880"/>
                  </a:lnTo>
                  <a:lnTo>
                    <a:pt x="578332" y="616699"/>
                  </a:lnTo>
                  <a:lnTo>
                    <a:pt x="577215" y="617118"/>
                  </a:lnTo>
                  <a:lnTo>
                    <a:pt x="577126" y="617245"/>
                  </a:lnTo>
                  <a:lnTo>
                    <a:pt x="575805" y="619023"/>
                  </a:lnTo>
                  <a:lnTo>
                    <a:pt x="575868" y="620039"/>
                  </a:lnTo>
                  <a:lnTo>
                    <a:pt x="577189" y="619747"/>
                  </a:lnTo>
                  <a:lnTo>
                    <a:pt x="577062" y="619747"/>
                  </a:lnTo>
                  <a:lnTo>
                    <a:pt x="579005" y="617880"/>
                  </a:lnTo>
                  <a:lnTo>
                    <a:pt x="579412" y="617499"/>
                  </a:lnTo>
                  <a:lnTo>
                    <a:pt x="580809" y="616991"/>
                  </a:lnTo>
                  <a:lnTo>
                    <a:pt x="582460" y="617880"/>
                  </a:lnTo>
                  <a:lnTo>
                    <a:pt x="581964" y="617880"/>
                  </a:lnTo>
                  <a:lnTo>
                    <a:pt x="579653" y="619023"/>
                  </a:lnTo>
                  <a:lnTo>
                    <a:pt x="593801" y="619023"/>
                  </a:lnTo>
                  <a:lnTo>
                    <a:pt x="594029" y="618388"/>
                  </a:lnTo>
                  <a:lnTo>
                    <a:pt x="595477" y="616991"/>
                  </a:lnTo>
                  <a:lnTo>
                    <a:pt x="595617" y="616864"/>
                  </a:lnTo>
                  <a:lnTo>
                    <a:pt x="596544" y="616229"/>
                  </a:lnTo>
                  <a:lnTo>
                    <a:pt x="597471" y="615594"/>
                  </a:lnTo>
                  <a:lnTo>
                    <a:pt x="597357" y="616356"/>
                  </a:lnTo>
                  <a:lnTo>
                    <a:pt x="597230" y="617118"/>
                  </a:lnTo>
                  <a:lnTo>
                    <a:pt x="597166" y="617499"/>
                  </a:lnTo>
                  <a:lnTo>
                    <a:pt x="595922" y="619023"/>
                  </a:lnTo>
                  <a:lnTo>
                    <a:pt x="599465" y="619023"/>
                  </a:lnTo>
                  <a:lnTo>
                    <a:pt x="599554" y="618642"/>
                  </a:lnTo>
                  <a:lnTo>
                    <a:pt x="599617" y="618388"/>
                  </a:lnTo>
                  <a:lnTo>
                    <a:pt x="599706" y="618007"/>
                  </a:lnTo>
                  <a:lnTo>
                    <a:pt x="599833" y="617499"/>
                  </a:lnTo>
                  <a:lnTo>
                    <a:pt x="599922" y="617118"/>
                  </a:lnTo>
                  <a:lnTo>
                    <a:pt x="600036" y="616864"/>
                  </a:lnTo>
                  <a:lnTo>
                    <a:pt x="600938" y="615594"/>
                  </a:lnTo>
                  <a:lnTo>
                    <a:pt x="601027" y="615467"/>
                  </a:lnTo>
                  <a:lnTo>
                    <a:pt x="601205" y="615213"/>
                  </a:lnTo>
                  <a:lnTo>
                    <a:pt x="602843" y="615594"/>
                  </a:lnTo>
                  <a:lnTo>
                    <a:pt x="601370" y="616991"/>
                  </a:lnTo>
                  <a:lnTo>
                    <a:pt x="601294" y="617499"/>
                  </a:lnTo>
                  <a:lnTo>
                    <a:pt x="601192" y="618261"/>
                  </a:lnTo>
                  <a:lnTo>
                    <a:pt x="601078" y="619023"/>
                  </a:lnTo>
                  <a:lnTo>
                    <a:pt x="602869" y="619023"/>
                  </a:lnTo>
                  <a:lnTo>
                    <a:pt x="603288" y="618642"/>
                  </a:lnTo>
                  <a:lnTo>
                    <a:pt x="605078" y="615213"/>
                  </a:lnTo>
                  <a:lnTo>
                    <a:pt x="605142" y="615086"/>
                  </a:lnTo>
                  <a:lnTo>
                    <a:pt x="605637" y="614197"/>
                  </a:lnTo>
                  <a:lnTo>
                    <a:pt x="605713" y="614070"/>
                  </a:lnTo>
                  <a:lnTo>
                    <a:pt x="605853" y="613956"/>
                  </a:lnTo>
                  <a:lnTo>
                    <a:pt x="624471" y="614070"/>
                  </a:lnTo>
                  <a:lnTo>
                    <a:pt x="624624" y="613879"/>
                  </a:lnTo>
                  <a:lnTo>
                    <a:pt x="624674" y="614070"/>
                  </a:lnTo>
                  <a:lnTo>
                    <a:pt x="691578" y="614070"/>
                  </a:lnTo>
                  <a:lnTo>
                    <a:pt x="691756" y="613816"/>
                  </a:lnTo>
                  <a:lnTo>
                    <a:pt x="691896" y="613625"/>
                  </a:lnTo>
                  <a:lnTo>
                    <a:pt x="692023" y="613625"/>
                  </a:lnTo>
                  <a:lnTo>
                    <a:pt x="692023" y="614070"/>
                  </a:lnTo>
                  <a:lnTo>
                    <a:pt x="695947" y="614070"/>
                  </a:lnTo>
                  <a:lnTo>
                    <a:pt x="696061" y="613816"/>
                  </a:lnTo>
                  <a:lnTo>
                    <a:pt x="696150" y="613600"/>
                  </a:lnTo>
                  <a:lnTo>
                    <a:pt x="696277" y="614070"/>
                  </a:lnTo>
                  <a:lnTo>
                    <a:pt x="725500" y="614070"/>
                  </a:lnTo>
                  <a:lnTo>
                    <a:pt x="725576" y="613816"/>
                  </a:lnTo>
                  <a:lnTo>
                    <a:pt x="725665" y="613498"/>
                  </a:lnTo>
                  <a:lnTo>
                    <a:pt x="725741" y="614070"/>
                  </a:lnTo>
                  <a:lnTo>
                    <a:pt x="725500" y="614070"/>
                  </a:lnTo>
                  <a:lnTo>
                    <a:pt x="725462" y="614197"/>
                  </a:lnTo>
                  <a:lnTo>
                    <a:pt x="725741" y="614197"/>
                  </a:lnTo>
                  <a:lnTo>
                    <a:pt x="725741" y="615467"/>
                  </a:lnTo>
                  <a:lnTo>
                    <a:pt x="728916" y="615467"/>
                  </a:lnTo>
                  <a:lnTo>
                    <a:pt x="729678" y="614197"/>
                  </a:lnTo>
                  <a:lnTo>
                    <a:pt x="730211" y="614197"/>
                  </a:lnTo>
                  <a:lnTo>
                    <a:pt x="730211" y="614070"/>
                  </a:lnTo>
                  <a:lnTo>
                    <a:pt x="729754" y="614070"/>
                  </a:lnTo>
                  <a:lnTo>
                    <a:pt x="729907" y="613816"/>
                  </a:lnTo>
                  <a:lnTo>
                    <a:pt x="730173" y="613473"/>
                  </a:lnTo>
                  <a:lnTo>
                    <a:pt x="730211" y="614070"/>
                  </a:lnTo>
                  <a:lnTo>
                    <a:pt x="732929" y="614070"/>
                  </a:lnTo>
                  <a:lnTo>
                    <a:pt x="733526" y="613460"/>
                  </a:lnTo>
                  <a:lnTo>
                    <a:pt x="733679" y="613460"/>
                  </a:lnTo>
                  <a:lnTo>
                    <a:pt x="733704" y="614070"/>
                  </a:lnTo>
                  <a:lnTo>
                    <a:pt x="737298" y="614070"/>
                  </a:lnTo>
                  <a:lnTo>
                    <a:pt x="737933" y="613448"/>
                  </a:lnTo>
                  <a:lnTo>
                    <a:pt x="738200" y="613448"/>
                  </a:lnTo>
                  <a:lnTo>
                    <a:pt x="738809" y="614070"/>
                  </a:lnTo>
                  <a:lnTo>
                    <a:pt x="739178" y="614070"/>
                  </a:lnTo>
                  <a:lnTo>
                    <a:pt x="739254" y="613816"/>
                  </a:lnTo>
                  <a:lnTo>
                    <a:pt x="739381" y="613435"/>
                  </a:lnTo>
                  <a:lnTo>
                    <a:pt x="742175" y="613435"/>
                  </a:lnTo>
                  <a:lnTo>
                    <a:pt x="741946" y="614070"/>
                  </a:lnTo>
                  <a:lnTo>
                    <a:pt x="768718" y="614070"/>
                  </a:lnTo>
                  <a:lnTo>
                    <a:pt x="768845" y="613816"/>
                  </a:lnTo>
                  <a:lnTo>
                    <a:pt x="769073" y="613321"/>
                  </a:lnTo>
                  <a:lnTo>
                    <a:pt x="805434" y="613181"/>
                  </a:lnTo>
                  <a:lnTo>
                    <a:pt x="838606" y="613181"/>
                  </a:lnTo>
                  <a:lnTo>
                    <a:pt x="838669" y="613435"/>
                  </a:lnTo>
                  <a:lnTo>
                    <a:pt x="769150" y="613435"/>
                  </a:lnTo>
                  <a:lnTo>
                    <a:pt x="769150" y="614070"/>
                  </a:lnTo>
                  <a:lnTo>
                    <a:pt x="838822" y="614070"/>
                  </a:lnTo>
                  <a:lnTo>
                    <a:pt x="838860" y="614197"/>
                  </a:lnTo>
                  <a:lnTo>
                    <a:pt x="769150" y="614197"/>
                  </a:lnTo>
                  <a:lnTo>
                    <a:pt x="769150" y="615086"/>
                  </a:lnTo>
                  <a:lnTo>
                    <a:pt x="842683" y="615086"/>
                  </a:lnTo>
                  <a:close/>
                </a:path>
                <a:path w="1376680" h="1376680">
                  <a:moveTo>
                    <a:pt x="842975" y="618388"/>
                  </a:moveTo>
                  <a:lnTo>
                    <a:pt x="834440" y="618388"/>
                  </a:lnTo>
                  <a:lnTo>
                    <a:pt x="833589" y="619912"/>
                  </a:lnTo>
                  <a:lnTo>
                    <a:pt x="841756" y="619912"/>
                  </a:lnTo>
                  <a:lnTo>
                    <a:pt x="842975" y="618388"/>
                  </a:lnTo>
                  <a:close/>
                </a:path>
                <a:path w="1376680" h="1376680">
                  <a:moveTo>
                    <a:pt x="843000" y="615467"/>
                  </a:moveTo>
                  <a:lnTo>
                    <a:pt x="842784" y="615213"/>
                  </a:lnTo>
                  <a:lnTo>
                    <a:pt x="792467" y="615213"/>
                  </a:lnTo>
                  <a:lnTo>
                    <a:pt x="792645" y="615467"/>
                  </a:lnTo>
                  <a:lnTo>
                    <a:pt x="843000" y="615467"/>
                  </a:lnTo>
                  <a:close/>
                </a:path>
                <a:path w="1376680" h="1376680">
                  <a:moveTo>
                    <a:pt x="843648" y="616229"/>
                  </a:moveTo>
                  <a:lnTo>
                    <a:pt x="843534" y="616102"/>
                  </a:lnTo>
                  <a:lnTo>
                    <a:pt x="843102" y="615594"/>
                  </a:lnTo>
                  <a:lnTo>
                    <a:pt x="803186" y="615594"/>
                  </a:lnTo>
                  <a:lnTo>
                    <a:pt x="803287" y="616229"/>
                  </a:lnTo>
                  <a:lnTo>
                    <a:pt x="843648" y="616229"/>
                  </a:lnTo>
                  <a:close/>
                </a:path>
                <a:path w="1376680" h="1376680">
                  <a:moveTo>
                    <a:pt x="843876" y="617245"/>
                  </a:moveTo>
                  <a:lnTo>
                    <a:pt x="803465" y="617245"/>
                  </a:lnTo>
                  <a:lnTo>
                    <a:pt x="803440" y="618007"/>
                  </a:lnTo>
                  <a:lnTo>
                    <a:pt x="801941" y="618007"/>
                  </a:lnTo>
                  <a:lnTo>
                    <a:pt x="801890" y="618134"/>
                  </a:lnTo>
                  <a:lnTo>
                    <a:pt x="803389" y="618134"/>
                  </a:lnTo>
                  <a:lnTo>
                    <a:pt x="803287" y="618388"/>
                  </a:lnTo>
                  <a:lnTo>
                    <a:pt x="803186" y="618642"/>
                  </a:lnTo>
                  <a:lnTo>
                    <a:pt x="802665" y="619912"/>
                  </a:lnTo>
                  <a:lnTo>
                    <a:pt x="804494" y="619912"/>
                  </a:lnTo>
                  <a:lnTo>
                    <a:pt x="806716" y="617499"/>
                  </a:lnTo>
                  <a:lnTo>
                    <a:pt x="806297" y="618261"/>
                  </a:lnTo>
                  <a:lnTo>
                    <a:pt x="825715" y="618261"/>
                  </a:lnTo>
                  <a:lnTo>
                    <a:pt x="825830" y="618134"/>
                  </a:lnTo>
                  <a:lnTo>
                    <a:pt x="825944" y="618007"/>
                  </a:lnTo>
                  <a:lnTo>
                    <a:pt x="826058" y="617880"/>
                  </a:lnTo>
                  <a:lnTo>
                    <a:pt x="826122" y="618261"/>
                  </a:lnTo>
                  <a:lnTo>
                    <a:pt x="828344" y="618261"/>
                  </a:lnTo>
                  <a:lnTo>
                    <a:pt x="833120" y="618261"/>
                  </a:lnTo>
                  <a:lnTo>
                    <a:pt x="833424" y="618134"/>
                  </a:lnTo>
                  <a:lnTo>
                    <a:pt x="834021" y="617880"/>
                  </a:lnTo>
                  <a:lnTo>
                    <a:pt x="834936" y="617499"/>
                  </a:lnTo>
                  <a:lnTo>
                    <a:pt x="834504" y="618261"/>
                  </a:lnTo>
                  <a:lnTo>
                    <a:pt x="843076" y="618261"/>
                  </a:lnTo>
                  <a:lnTo>
                    <a:pt x="843178" y="618134"/>
                  </a:lnTo>
                  <a:lnTo>
                    <a:pt x="843280" y="618007"/>
                  </a:lnTo>
                  <a:lnTo>
                    <a:pt x="843368" y="617880"/>
                  </a:lnTo>
                  <a:lnTo>
                    <a:pt x="843673" y="617499"/>
                  </a:lnTo>
                  <a:lnTo>
                    <a:pt x="843876" y="617245"/>
                  </a:lnTo>
                  <a:close/>
                </a:path>
                <a:path w="1376680" h="1376680">
                  <a:moveTo>
                    <a:pt x="844080" y="616991"/>
                  </a:moveTo>
                  <a:lnTo>
                    <a:pt x="843965" y="616610"/>
                  </a:lnTo>
                  <a:lnTo>
                    <a:pt x="843864" y="616483"/>
                  </a:lnTo>
                  <a:lnTo>
                    <a:pt x="803338" y="616483"/>
                  </a:lnTo>
                  <a:lnTo>
                    <a:pt x="803414" y="616991"/>
                  </a:lnTo>
                  <a:lnTo>
                    <a:pt x="844080" y="616991"/>
                  </a:lnTo>
                  <a:close/>
                </a:path>
                <a:path w="1376680" h="1376680">
                  <a:moveTo>
                    <a:pt x="859917" y="1354556"/>
                  </a:moveTo>
                  <a:lnTo>
                    <a:pt x="856157" y="1340053"/>
                  </a:lnTo>
                  <a:lnTo>
                    <a:pt x="851420" y="1341348"/>
                  </a:lnTo>
                  <a:lnTo>
                    <a:pt x="846747" y="1342491"/>
                  </a:lnTo>
                  <a:lnTo>
                    <a:pt x="841743" y="1343596"/>
                  </a:lnTo>
                  <a:lnTo>
                    <a:pt x="845248" y="1358290"/>
                  </a:lnTo>
                  <a:lnTo>
                    <a:pt x="859917" y="1354556"/>
                  </a:lnTo>
                  <a:close/>
                </a:path>
                <a:path w="1376680" h="1376680">
                  <a:moveTo>
                    <a:pt x="871651" y="24790"/>
                  </a:moveTo>
                  <a:lnTo>
                    <a:pt x="866863" y="23418"/>
                  </a:lnTo>
                  <a:lnTo>
                    <a:pt x="857059" y="20955"/>
                  </a:lnTo>
                  <a:lnTo>
                    <a:pt x="853452" y="35458"/>
                  </a:lnTo>
                  <a:lnTo>
                    <a:pt x="858215" y="36779"/>
                  </a:lnTo>
                  <a:lnTo>
                    <a:pt x="863028" y="37846"/>
                  </a:lnTo>
                  <a:lnTo>
                    <a:pt x="867714" y="39306"/>
                  </a:lnTo>
                  <a:lnTo>
                    <a:pt x="871651" y="24790"/>
                  </a:lnTo>
                  <a:close/>
                </a:path>
                <a:path w="1376680" h="1376680">
                  <a:moveTo>
                    <a:pt x="888885" y="1346365"/>
                  </a:moveTo>
                  <a:lnTo>
                    <a:pt x="884720" y="1332128"/>
                  </a:lnTo>
                  <a:lnTo>
                    <a:pt x="875131" y="1334846"/>
                  </a:lnTo>
                  <a:lnTo>
                    <a:pt x="870585" y="1336243"/>
                  </a:lnTo>
                  <a:lnTo>
                    <a:pt x="874471" y="1350721"/>
                  </a:lnTo>
                  <a:lnTo>
                    <a:pt x="879424" y="1349425"/>
                  </a:lnTo>
                  <a:lnTo>
                    <a:pt x="888885" y="1346365"/>
                  </a:lnTo>
                  <a:close/>
                </a:path>
                <a:path w="1376680" h="1376680">
                  <a:moveTo>
                    <a:pt x="900760" y="33693"/>
                  </a:moveTo>
                  <a:lnTo>
                    <a:pt x="895870" y="32029"/>
                  </a:lnTo>
                  <a:lnTo>
                    <a:pt x="891070" y="30607"/>
                  </a:lnTo>
                  <a:lnTo>
                    <a:pt x="886193" y="29222"/>
                  </a:lnTo>
                  <a:lnTo>
                    <a:pt x="881773" y="43446"/>
                  </a:lnTo>
                  <a:lnTo>
                    <a:pt x="886663" y="44831"/>
                  </a:lnTo>
                  <a:lnTo>
                    <a:pt x="891387" y="46507"/>
                  </a:lnTo>
                  <a:lnTo>
                    <a:pt x="896112" y="47993"/>
                  </a:lnTo>
                  <a:lnTo>
                    <a:pt x="900760" y="33693"/>
                  </a:lnTo>
                  <a:close/>
                </a:path>
                <a:path w="1376680" h="1376680">
                  <a:moveTo>
                    <a:pt x="917790" y="1336814"/>
                  </a:moveTo>
                  <a:lnTo>
                    <a:pt x="912761" y="1322768"/>
                  </a:lnTo>
                  <a:lnTo>
                    <a:pt x="903541" y="1326057"/>
                  </a:lnTo>
                  <a:lnTo>
                    <a:pt x="898715" y="1327467"/>
                  </a:lnTo>
                  <a:lnTo>
                    <a:pt x="903541" y="1341780"/>
                  </a:lnTo>
                  <a:lnTo>
                    <a:pt x="908316" y="1340116"/>
                  </a:lnTo>
                  <a:lnTo>
                    <a:pt x="912825" y="1338491"/>
                  </a:lnTo>
                  <a:lnTo>
                    <a:pt x="917790" y="1336814"/>
                  </a:lnTo>
                  <a:close/>
                </a:path>
                <a:path w="1376680" h="1376680">
                  <a:moveTo>
                    <a:pt x="929487" y="43713"/>
                  </a:moveTo>
                  <a:lnTo>
                    <a:pt x="920026" y="40055"/>
                  </a:lnTo>
                  <a:lnTo>
                    <a:pt x="915136" y="38569"/>
                  </a:lnTo>
                  <a:lnTo>
                    <a:pt x="910145" y="52590"/>
                  </a:lnTo>
                  <a:lnTo>
                    <a:pt x="914946" y="54267"/>
                  </a:lnTo>
                  <a:lnTo>
                    <a:pt x="924318" y="57759"/>
                  </a:lnTo>
                  <a:lnTo>
                    <a:pt x="929487" y="43713"/>
                  </a:lnTo>
                  <a:close/>
                </a:path>
                <a:path w="1376680" h="1376680">
                  <a:moveTo>
                    <a:pt x="946175" y="1326095"/>
                  </a:moveTo>
                  <a:lnTo>
                    <a:pt x="940384" y="1312392"/>
                  </a:lnTo>
                  <a:lnTo>
                    <a:pt x="926719" y="1317701"/>
                  </a:lnTo>
                  <a:lnTo>
                    <a:pt x="931989" y="1331785"/>
                  </a:lnTo>
                  <a:lnTo>
                    <a:pt x="936688" y="1329766"/>
                  </a:lnTo>
                  <a:lnTo>
                    <a:pt x="946175" y="1326095"/>
                  </a:lnTo>
                  <a:close/>
                </a:path>
                <a:path w="1376680" h="1376680">
                  <a:moveTo>
                    <a:pt x="957618" y="55118"/>
                  </a:moveTo>
                  <a:lnTo>
                    <a:pt x="953046" y="53022"/>
                  </a:lnTo>
                  <a:lnTo>
                    <a:pt x="948207" y="51015"/>
                  </a:lnTo>
                  <a:lnTo>
                    <a:pt x="943610" y="49174"/>
                  </a:lnTo>
                  <a:lnTo>
                    <a:pt x="938060" y="63030"/>
                  </a:lnTo>
                  <a:lnTo>
                    <a:pt x="942479" y="65011"/>
                  </a:lnTo>
                  <a:lnTo>
                    <a:pt x="951699" y="68732"/>
                  </a:lnTo>
                  <a:lnTo>
                    <a:pt x="957618" y="55118"/>
                  </a:lnTo>
                  <a:close/>
                </a:path>
                <a:path w="1376680" h="1376680">
                  <a:moveTo>
                    <a:pt x="973797" y="1314221"/>
                  </a:moveTo>
                  <a:lnTo>
                    <a:pt x="967473" y="1300518"/>
                  </a:lnTo>
                  <a:lnTo>
                    <a:pt x="963104" y="1302562"/>
                  </a:lnTo>
                  <a:lnTo>
                    <a:pt x="954036" y="1306474"/>
                  </a:lnTo>
                  <a:lnTo>
                    <a:pt x="959993" y="1320228"/>
                  </a:lnTo>
                  <a:lnTo>
                    <a:pt x="964565" y="1318272"/>
                  </a:lnTo>
                  <a:lnTo>
                    <a:pt x="969200" y="1316367"/>
                  </a:lnTo>
                  <a:lnTo>
                    <a:pt x="973797" y="1314221"/>
                  </a:lnTo>
                  <a:close/>
                </a:path>
                <a:path w="1376680" h="1376680">
                  <a:moveTo>
                    <a:pt x="985240" y="67627"/>
                  </a:moveTo>
                  <a:lnTo>
                    <a:pt x="976134" y="63271"/>
                  </a:lnTo>
                  <a:lnTo>
                    <a:pt x="971524" y="61201"/>
                  </a:lnTo>
                  <a:lnTo>
                    <a:pt x="965327" y="74790"/>
                  </a:lnTo>
                  <a:lnTo>
                    <a:pt x="969860" y="76936"/>
                  </a:lnTo>
                  <a:lnTo>
                    <a:pt x="974369" y="78854"/>
                  </a:lnTo>
                  <a:lnTo>
                    <a:pt x="978789" y="81026"/>
                  </a:lnTo>
                  <a:lnTo>
                    <a:pt x="985240" y="67627"/>
                  </a:lnTo>
                  <a:close/>
                </a:path>
                <a:path w="1376680" h="1376680">
                  <a:moveTo>
                    <a:pt x="1000848" y="1301026"/>
                  </a:moveTo>
                  <a:lnTo>
                    <a:pt x="994130" y="1287614"/>
                  </a:lnTo>
                  <a:lnTo>
                    <a:pt x="989723" y="1289900"/>
                  </a:lnTo>
                  <a:lnTo>
                    <a:pt x="985240" y="1292009"/>
                  </a:lnTo>
                  <a:lnTo>
                    <a:pt x="980732" y="1294206"/>
                  </a:lnTo>
                  <a:lnTo>
                    <a:pt x="987348" y="1307706"/>
                  </a:lnTo>
                  <a:lnTo>
                    <a:pt x="991920" y="1305598"/>
                  </a:lnTo>
                  <a:lnTo>
                    <a:pt x="996429" y="1303210"/>
                  </a:lnTo>
                  <a:lnTo>
                    <a:pt x="1000848" y="1301026"/>
                  </a:lnTo>
                  <a:close/>
                </a:path>
                <a:path w="1376680" h="1376680">
                  <a:moveTo>
                    <a:pt x="1012253" y="81280"/>
                  </a:moveTo>
                  <a:lnTo>
                    <a:pt x="1007770" y="78854"/>
                  </a:lnTo>
                  <a:lnTo>
                    <a:pt x="1003350" y="76733"/>
                  </a:lnTo>
                  <a:lnTo>
                    <a:pt x="998880" y="74282"/>
                  </a:lnTo>
                  <a:lnTo>
                    <a:pt x="992136" y="87630"/>
                  </a:lnTo>
                  <a:lnTo>
                    <a:pt x="996518" y="89852"/>
                  </a:lnTo>
                  <a:lnTo>
                    <a:pt x="1000848" y="92265"/>
                  </a:lnTo>
                  <a:lnTo>
                    <a:pt x="1005382" y="94589"/>
                  </a:lnTo>
                  <a:lnTo>
                    <a:pt x="1012253" y="81280"/>
                  </a:lnTo>
                  <a:close/>
                </a:path>
                <a:path w="1376680" h="1376680">
                  <a:moveTo>
                    <a:pt x="1027569" y="1286637"/>
                  </a:moveTo>
                  <a:lnTo>
                    <a:pt x="1020076" y="1273479"/>
                  </a:lnTo>
                  <a:lnTo>
                    <a:pt x="1015720" y="1276032"/>
                  </a:lnTo>
                  <a:lnTo>
                    <a:pt x="1007173" y="1280629"/>
                  </a:lnTo>
                  <a:lnTo>
                    <a:pt x="1014247" y="1293914"/>
                  </a:lnTo>
                  <a:lnTo>
                    <a:pt x="1018667" y="1291399"/>
                  </a:lnTo>
                  <a:lnTo>
                    <a:pt x="1022997" y="1289011"/>
                  </a:lnTo>
                  <a:lnTo>
                    <a:pt x="1027569" y="1286637"/>
                  </a:lnTo>
                  <a:close/>
                </a:path>
                <a:path w="1376680" h="1376680">
                  <a:moveTo>
                    <a:pt x="1038656" y="96291"/>
                  </a:moveTo>
                  <a:lnTo>
                    <a:pt x="1034351" y="93713"/>
                  </a:lnTo>
                  <a:lnTo>
                    <a:pt x="1029957" y="91287"/>
                  </a:lnTo>
                  <a:lnTo>
                    <a:pt x="1025652" y="88607"/>
                  </a:lnTo>
                  <a:lnTo>
                    <a:pt x="1018197" y="101701"/>
                  </a:lnTo>
                  <a:lnTo>
                    <a:pt x="1022591" y="104140"/>
                  </a:lnTo>
                  <a:lnTo>
                    <a:pt x="1030884" y="109118"/>
                  </a:lnTo>
                  <a:lnTo>
                    <a:pt x="1038656" y="96291"/>
                  </a:lnTo>
                  <a:close/>
                </a:path>
                <a:path w="1376680" h="1376680">
                  <a:moveTo>
                    <a:pt x="1053401" y="1270977"/>
                  </a:moveTo>
                  <a:lnTo>
                    <a:pt x="1045451" y="1258379"/>
                  </a:lnTo>
                  <a:lnTo>
                    <a:pt x="1037031" y="1263573"/>
                  </a:lnTo>
                  <a:lnTo>
                    <a:pt x="1032738" y="1266151"/>
                  </a:lnTo>
                  <a:lnTo>
                    <a:pt x="1040498" y="1279029"/>
                  </a:lnTo>
                  <a:lnTo>
                    <a:pt x="1044790" y="1276375"/>
                  </a:lnTo>
                  <a:lnTo>
                    <a:pt x="1053401" y="1270977"/>
                  </a:lnTo>
                  <a:close/>
                </a:path>
                <a:path w="1376680" h="1376680">
                  <a:moveTo>
                    <a:pt x="1064298" y="112407"/>
                  </a:moveTo>
                  <a:lnTo>
                    <a:pt x="1055916" y="106857"/>
                  </a:lnTo>
                  <a:lnTo>
                    <a:pt x="1051585" y="104140"/>
                  </a:lnTo>
                  <a:lnTo>
                    <a:pt x="1043660" y="116852"/>
                  </a:lnTo>
                  <a:lnTo>
                    <a:pt x="1047927" y="119519"/>
                  </a:lnTo>
                  <a:lnTo>
                    <a:pt x="1056297" y="124942"/>
                  </a:lnTo>
                  <a:lnTo>
                    <a:pt x="1064298" y="112407"/>
                  </a:lnTo>
                  <a:close/>
                </a:path>
                <a:path w="1376680" h="1376680">
                  <a:moveTo>
                    <a:pt x="1078788" y="1254379"/>
                  </a:moveTo>
                  <a:lnTo>
                    <a:pt x="1070178" y="1242047"/>
                  </a:lnTo>
                  <a:lnTo>
                    <a:pt x="1065885" y="1244815"/>
                  </a:lnTo>
                  <a:lnTo>
                    <a:pt x="1057821" y="1250480"/>
                  </a:lnTo>
                  <a:lnTo>
                    <a:pt x="1066126" y="1262811"/>
                  </a:lnTo>
                  <a:lnTo>
                    <a:pt x="1074597" y="1257274"/>
                  </a:lnTo>
                  <a:lnTo>
                    <a:pt x="1078788" y="1254379"/>
                  </a:lnTo>
                  <a:close/>
                </a:path>
                <a:path w="1376680" h="1376680">
                  <a:moveTo>
                    <a:pt x="1089406" y="129654"/>
                  </a:moveTo>
                  <a:lnTo>
                    <a:pt x="1085316" y="126593"/>
                  </a:lnTo>
                  <a:lnTo>
                    <a:pt x="1081227" y="123761"/>
                  </a:lnTo>
                  <a:lnTo>
                    <a:pt x="1077023" y="120751"/>
                  </a:lnTo>
                  <a:lnTo>
                    <a:pt x="1068412" y="133172"/>
                  </a:lnTo>
                  <a:lnTo>
                    <a:pt x="1072616" y="135890"/>
                  </a:lnTo>
                  <a:lnTo>
                    <a:pt x="1076693" y="138823"/>
                  </a:lnTo>
                  <a:lnTo>
                    <a:pt x="1080566" y="141744"/>
                  </a:lnTo>
                  <a:lnTo>
                    <a:pt x="1089406" y="129654"/>
                  </a:lnTo>
                  <a:close/>
                </a:path>
                <a:path w="1376680" h="1376680">
                  <a:moveTo>
                    <a:pt x="1103147" y="1236573"/>
                  </a:moveTo>
                  <a:lnTo>
                    <a:pt x="1094041" y="1224724"/>
                  </a:lnTo>
                  <a:lnTo>
                    <a:pt x="1082230" y="1233525"/>
                  </a:lnTo>
                  <a:lnTo>
                    <a:pt x="1091031" y="1245577"/>
                  </a:lnTo>
                  <a:lnTo>
                    <a:pt x="1094981" y="1242669"/>
                  </a:lnTo>
                  <a:lnTo>
                    <a:pt x="1099146" y="1239710"/>
                  </a:lnTo>
                  <a:lnTo>
                    <a:pt x="1103147" y="1236573"/>
                  </a:lnTo>
                  <a:close/>
                </a:path>
                <a:path w="1376680" h="1376680">
                  <a:moveTo>
                    <a:pt x="1113650" y="147701"/>
                  </a:moveTo>
                  <a:lnTo>
                    <a:pt x="1109510" y="144665"/>
                  </a:lnTo>
                  <a:lnTo>
                    <a:pt x="1105496" y="141554"/>
                  </a:lnTo>
                  <a:lnTo>
                    <a:pt x="1101585" y="138582"/>
                  </a:lnTo>
                  <a:lnTo>
                    <a:pt x="1092631" y="150507"/>
                  </a:lnTo>
                  <a:lnTo>
                    <a:pt x="1096416" y="153593"/>
                  </a:lnTo>
                  <a:lnTo>
                    <a:pt x="1100302" y="156591"/>
                  </a:lnTo>
                  <a:lnTo>
                    <a:pt x="1104366" y="159524"/>
                  </a:lnTo>
                  <a:lnTo>
                    <a:pt x="1113650" y="147701"/>
                  </a:lnTo>
                  <a:close/>
                </a:path>
                <a:path w="1376680" h="1376680">
                  <a:moveTo>
                    <a:pt x="1126845" y="1217739"/>
                  </a:moveTo>
                  <a:lnTo>
                    <a:pt x="1117193" y="1206271"/>
                  </a:lnTo>
                  <a:lnTo>
                    <a:pt x="1113434" y="1209421"/>
                  </a:lnTo>
                  <a:lnTo>
                    <a:pt x="1105763" y="1215593"/>
                  </a:lnTo>
                  <a:lnTo>
                    <a:pt x="1115123" y="1227353"/>
                  </a:lnTo>
                  <a:lnTo>
                    <a:pt x="1118971" y="1224140"/>
                  </a:lnTo>
                  <a:lnTo>
                    <a:pt x="1122883" y="1221181"/>
                  </a:lnTo>
                  <a:lnTo>
                    <a:pt x="1126845" y="1217739"/>
                  </a:lnTo>
                  <a:close/>
                </a:path>
                <a:path w="1376680" h="1376680">
                  <a:moveTo>
                    <a:pt x="1136967" y="167005"/>
                  </a:moveTo>
                  <a:lnTo>
                    <a:pt x="1133106" y="163842"/>
                  </a:lnTo>
                  <a:lnTo>
                    <a:pt x="1129207" y="160502"/>
                  </a:lnTo>
                  <a:lnTo>
                    <a:pt x="1125296" y="157327"/>
                  </a:lnTo>
                  <a:lnTo>
                    <a:pt x="1115872" y="168922"/>
                  </a:lnTo>
                  <a:lnTo>
                    <a:pt x="1119733" y="171996"/>
                  </a:lnTo>
                  <a:lnTo>
                    <a:pt x="1123454" y="175323"/>
                  </a:lnTo>
                  <a:lnTo>
                    <a:pt x="1127086" y="178498"/>
                  </a:lnTo>
                  <a:lnTo>
                    <a:pt x="1136967" y="167005"/>
                  </a:lnTo>
                  <a:close/>
                </a:path>
                <a:path w="1376680" h="1376680">
                  <a:moveTo>
                    <a:pt x="1149667" y="1197927"/>
                  </a:moveTo>
                  <a:lnTo>
                    <a:pt x="1139596" y="1187018"/>
                  </a:lnTo>
                  <a:lnTo>
                    <a:pt x="1135951" y="1190294"/>
                  </a:lnTo>
                  <a:lnTo>
                    <a:pt x="1128585" y="1196721"/>
                  </a:lnTo>
                  <a:lnTo>
                    <a:pt x="1138275" y="1207884"/>
                  </a:lnTo>
                  <a:lnTo>
                    <a:pt x="1142187" y="1204683"/>
                  </a:lnTo>
                  <a:lnTo>
                    <a:pt x="1145984" y="1201318"/>
                  </a:lnTo>
                  <a:lnTo>
                    <a:pt x="1149667" y="1197927"/>
                  </a:lnTo>
                  <a:close/>
                </a:path>
                <a:path w="1376680" h="1376680">
                  <a:moveTo>
                    <a:pt x="1159548" y="187413"/>
                  </a:moveTo>
                  <a:lnTo>
                    <a:pt x="1155687" y="183997"/>
                  </a:lnTo>
                  <a:lnTo>
                    <a:pt x="1152080" y="180403"/>
                  </a:lnTo>
                  <a:lnTo>
                    <a:pt x="1148321" y="177101"/>
                  </a:lnTo>
                  <a:lnTo>
                    <a:pt x="1138199" y="188315"/>
                  </a:lnTo>
                  <a:lnTo>
                    <a:pt x="1142034" y="191477"/>
                  </a:lnTo>
                  <a:lnTo>
                    <a:pt x="1145628" y="194843"/>
                  </a:lnTo>
                  <a:lnTo>
                    <a:pt x="1149045" y="198234"/>
                  </a:lnTo>
                  <a:lnTo>
                    <a:pt x="1159548" y="187413"/>
                  </a:lnTo>
                  <a:close/>
                </a:path>
                <a:path w="1376680" h="1376680">
                  <a:moveTo>
                    <a:pt x="1171600" y="1177163"/>
                  </a:moveTo>
                  <a:lnTo>
                    <a:pt x="1161148" y="1166495"/>
                  </a:lnTo>
                  <a:lnTo>
                    <a:pt x="1157541" y="1169936"/>
                  </a:lnTo>
                  <a:lnTo>
                    <a:pt x="1150429" y="1176909"/>
                  </a:lnTo>
                  <a:lnTo>
                    <a:pt x="1160767" y="1187653"/>
                  </a:lnTo>
                  <a:lnTo>
                    <a:pt x="1164463" y="1184224"/>
                  </a:lnTo>
                  <a:lnTo>
                    <a:pt x="1168082" y="1180706"/>
                  </a:lnTo>
                  <a:lnTo>
                    <a:pt x="1171600" y="1177163"/>
                  </a:lnTo>
                  <a:close/>
                </a:path>
                <a:path w="1376680" h="1376680">
                  <a:moveTo>
                    <a:pt x="1181011" y="208610"/>
                  </a:moveTo>
                  <a:lnTo>
                    <a:pt x="1177518" y="204901"/>
                  </a:lnTo>
                  <a:lnTo>
                    <a:pt x="1173924" y="201523"/>
                  </a:lnTo>
                  <a:lnTo>
                    <a:pt x="1170355" y="197739"/>
                  </a:lnTo>
                  <a:lnTo>
                    <a:pt x="1159891" y="208610"/>
                  </a:lnTo>
                  <a:lnTo>
                    <a:pt x="1163370" y="211988"/>
                  </a:lnTo>
                  <a:lnTo>
                    <a:pt x="1166863" y="215544"/>
                  </a:lnTo>
                  <a:lnTo>
                    <a:pt x="1170203" y="219011"/>
                  </a:lnTo>
                  <a:lnTo>
                    <a:pt x="1181011" y="208610"/>
                  </a:lnTo>
                  <a:close/>
                </a:path>
                <a:path w="1376680" h="1376680">
                  <a:moveTo>
                    <a:pt x="1192657" y="1155280"/>
                  </a:moveTo>
                  <a:lnTo>
                    <a:pt x="1181658" y="1145159"/>
                  </a:lnTo>
                  <a:lnTo>
                    <a:pt x="1178344" y="1148854"/>
                  </a:lnTo>
                  <a:lnTo>
                    <a:pt x="1174978" y="1152296"/>
                  </a:lnTo>
                  <a:lnTo>
                    <a:pt x="1171511" y="1155966"/>
                  </a:lnTo>
                  <a:lnTo>
                    <a:pt x="1182357" y="1166431"/>
                  </a:lnTo>
                  <a:lnTo>
                    <a:pt x="1185735" y="1162735"/>
                  </a:lnTo>
                  <a:lnTo>
                    <a:pt x="1189189" y="1159078"/>
                  </a:lnTo>
                  <a:lnTo>
                    <a:pt x="1192657" y="1155280"/>
                  </a:lnTo>
                  <a:close/>
                </a:path>
                <a:path w="1376680" h="1376680">
                  <a:moveTo>
                    <a:pt x="1201674" y="230873"/>
                  </a:moveTo>
                  <a:lnTo>
                    <a:pt x="1198232" y="226987"/>
                  </a:lnTo>
                  <a:lnTo>
                    <a:pt x="1191526" y="219583"/>
                  </a:lnTo>
                  <a:lnTo>
                    <a:pt x="1180376" y="229831"/>
                  </a:lnTo>
                  <a:lnTo>
                    <a:pt x="1183944" y="233413"/>
                  </a:lnTo>
                  <a:lnTo>
                    <a:pt x="1187132" y="237007"/>
                  </a:lnTo>
                  <a:lnTo>
                    <a:pt x="1190523" y="240677"/>
                  </a:lnTo>
                  <a:lnTo>
                    <a:pt x="1201674" y="230873"/>
                  </a:lnTo>
                  <a:close/>
                </a:path>
                <a:path w="1376680" h="1376680">
                  <a:moveTo>
                    <a:pt x="1203579" y="685368"/>
                  </a:moveTo>
                  <a:lnTo>
                    <a:pt x="1195666" y="685368"/>
                  </a:lnTo>
                  <a:lnTo>
                    <a:pt x="1195235" y="676414"/>
                  </a:lnTo>
                  <a:lnTo>
                    <a:pt x="1203464" y="676414"/>
                  </a:lnTo>
                  <a:lnTo>
                    <a:pt x="1203198" y="670864"/>
                  </a:lnTo>
                  <a:lnTo>
                    <a:pt x="1203109" y="664400"/>
                  </a:lnTo>
                  <a:lnTo>
                    <a:pt x="1202740" y="658380"/>
                  </a:lnTo>
                  <a:lnTo>
                    <a:pt x="1194409" y="658964"/>
                  </a:lnTo>
                  <a:lnTo>
                    <a:pt x="1193990" y="650151"/>
                  </a:lnTo>
                  <a:lnTo>
                    <a:pt x="1202080" y="649427"/>
                  </a:lnTo>
                  <a:lnTo>
                    <a:pt x="1201674" y="643623"/>
                  </a:lnTo>
                  <a:lnTo>
                    <a:pt x="1201102" y="637527"/>
                  </a:lnTo>
                  <a:lnTo>
                    <a:pt x="1200327" y="631710"/>
                  </a:lnTo>
                  <a:lnTo>
                    <a:pt x="1192466" y="632561"/>
                  </a:lnTo>
                  <a:lnTo>
                    <a:pt x="1191221" y="623900"/>
                  </a:lnTo>
                  <a:lnTo>
                    <a:pt x="1199286" y="622833"/>
                  </a:lnTo>
                  <a:lnTo>
                    <a:pt x="1198689" y="616889"/>
                  </a:lnTo>
                  <a:lnTo>
                    <a:pt x="1197787" y="610920"/>
                  </a:lnTo>
                  <a:lnTo>
                    <a:pt x="1196936" y="604964"/>
                  </a:lnTo>
                  <a:lnTo>
                    <a:pt x="1188694" y="606361"/>
                  </a:lnTo>
                  <a:lnTo>
                    <a:pt x="1187437" y="597662"/>
                  </a:lnTo>
                  <a:lnTo>
                    <a:pt x="1195463" y="596277"/>
                  </a:lnTo>
                  <a:lnTo>
                    <a:pt x="1194308" y="590334"/>
                  </a:lnTo>
                  <a:lnTo>
                    <a:pt x="1193076" y="584466"/>
                  </a:lnTo>
                  <a:lnTo>
                    <a:pt x="1191704" y="578637"/>
                  </a:lnTo>
                  <a:lnTo>
                    <a:pt x="1183792" y="580377"/>
                  </a:lnTo>
                  <a:lnTo>
                    <a:pt x="1181709" y="571830"/>
                  </a:lnTo>
                  <a:lnTo>
                    <a:pt x="1189888" y="569976"/>
                  </a:lnTo>
                  <a:lnTo>
                    <a:pt x="1188351" y="564222"/>
                  </a:lnTo>
                  <a:lnTo>
                    <a:pt x="1186916" y="558203"/>
                  </a:lnTo>
                  <a:lnTo>
                    <a:pt x="1185316" y="552538"/>
                  </a:lnTo>
                  <a:lnTo>
                    <a:pt x="1177556" y="554659"/>
                  </a:lnTo>
                  <a:lnTo>
                    <a:pt x="1175867" y="547700"/>
                  </a:lnTo>
                  <a:lnTo>
                    <a:pt x="1175867" y="688416"/>
                  </a:lnTo>
                  <a:lnTo>
                    <a:pt x="1173632" y="735215"/>
                  </a:lnTo>
                  <a:lnTo>
                    <a:pt x="1167053" y="780783"/>
                  </a:lnTo>
                  <a:lnTo>
                    <a:pt x="1156347" y="824915"/>
                  </a:lnTo>
                  <a:lnTo>
                    <a:pt x="1141717" y="867397"/>
                  </a:lnTo>
                  <a:lnTo>
                    <a:pt x="1123365" y="908011"/>
                  </a:lnTo>
                  <a:lnTo>
                    <a:pt x="1101509" y="946581"/>
                  </a:lnTo>
                  <a:lnTo>
                    <a:pt x="1076350" y="982878"/>
                  </a:lnTo>
                  <a:lnTo>
                    <a:pt x="1048092" y="1016698"/>
                  </a:lnTo>
                  <a:lnTo>
                    <a:pt x="1016952" y="1047838"/>
                  </a:lnTo>
                  <a:lnTo>
                    <a:pt x="983119" y="1076083"/>
                  </a:lnTo>
                  <a:lnTo>
                    <a:pt x="946823" y="1101242"/>
                  </a:lnTo>
                  <a:lnTo>
                    <a:pt x="908253" y="1123086"/>
                  </a:lnTo>
                  <a:lnTo>
                    <a:pt x="867625" y="1141425"/>
                  </a:lnTo>
                  <a:lnTo>
                    <a:pt x="825144" y="1156055"/>
                  </a:lnTo>
                  <a:lnTo>
                    <a:pt x="781011" y="1166761"/>
                  </a:lnTo>
                  <a:lnTo>
                    <a:pt x="735457" y="1173327"/>
                  </a:lnTo>
                  <a:lnTo>
                    <a:pt x="688657" y="1175575"/>
                  </a:lnTo>
                  <a:lnTo>
                    <a:pt x="641883" y="1173327"/>
                  </a:lnTo>
                  <a:lnTo>
                    <a:pt x="596341" y="1166761"/>
                  </a:lnTo>
                  <a:lnTo>
                    <a:pt x="552234" y="1156055"/>
                  </a:lnTo>
                  <a:lnTo>
                    <a:pt x="509765" y="1141425"/>
                  </a:lnTo>
                  <a:lnTo>
                    <a:pt x="485673" y="1130554"/>
                  </a:lnTo>
                  <a:lnTo>
                    <a:pt x="485673" y="1152410"/>
                  </a:lnTo>
                  <a:lnTo>
                    <a:pt x="482257" y="1150924"/>
                  </a:lnTo>
                  <a:lnTo>
                    <a:pt x="479361" y="1149565"/>
                  </a:lnTo>
                  <a:lnTo>
                    <a:pt x="485673" y="1152410"/>
                  </a:lnTo>
                  <a:lnTo>
                    <a:pt x="485673" y="1130554"/>
                  </a:lnTo>
                  <a:lnTo>
                    <a:pt x="430593" y="1101242"/>
                  </a:lnTo>
                  <a:lnTo>
                    <a:pt x="394296" y="1076083"/>
                  </a:lnTo>
                  <a:lnTo>
                    <a:pt x="360476" y="1047838"/>
                  </a:lnTo>
                  <a:lnTo>
                    <a:pt x="329336" y="1016698"/>
                  </a:lnTo>
                  <a:lnTo>
                    <a:pt x="301078" y="982878"/>
                  </a:lnTo>
                  <a:lnTo>
                    <a:pt x="275920" y="946581"/>
                  </a:lnTo>
                  <a:lnTo>
                    <a:pt x="254063" y="908011"/>
                  </a:lnTo>
                  <a:lnTo>
                    <a:pt x="235712" y="867397"/>
                  </a:lnTo>
                  <a:lnTo>
                    <a:pt x="221081" y="824915"/>
                  </a:lnTo>
                  <a:lnTo>
                    <a:pt x="210375" y="780783"/>
                  </a:lnTo>
                  <a:lnTo>
                    <a:pt x="203796" y="735215"/>
                  </a:lnTo>
                  <a:lnTo>
                    <a:pt x="201561" y="688416"/>
                  </a:lnTo>
                  <a:lnTo>
                    <a:pt x="203796" y="641565"/>
                  </a:lnTo>
                  <a:lnTo>
                    <a:pt x="210375" y="595947"/>
                  </a:lnTo>
                  <a:lnTo>
                    <a:pt x="221081" y="551789"/>
                  </a:lnTo>
                  <a:lnTo>
                    <a:pt x="235712" y="509282"/>
                  </a:lnTo>
                  <a:lnTo>
                    <a:pt x="254063" y="468630"/>
                  </a:lnTo>
                  <a:lnTo>
                    <a:pt x="275920" y="430047"/>
                  </a:lnTo>
                  <a:lnTo>
                    <a:pt x="301078" y="393738"/>
                  </a:lnTo>
                  <a:lnTo>
                    <a:pt x="329336" y="359905"/>
                  </a:lnTo>
                  <a:lnTo>
                    <a:pt x="360476" y="328752"/>
                  </a:lnTo>
                  <a:lnTo>
                    <a:pt x="394296" y="300507"/>
                  </a:lnTo>
                  <a:lnTo>
                    <a:pt x="430593" y="275348"/>
                  </a:lnTo>
                  <a:lnTo>
                    <a:pt x="469150" y="253492"/>
                  </a:lnTo>
                  <a:lnTo>
                    <a:pt x="509765" y="235153"/>
                  </a:lnTo>
                  <a:lnTo>
                    <a:pt x="552234" y="220522"/>
                  </a:lnTo>
                  <a:lnTo>
                    <a:pt x="596341" y="209816"/>
                  </a:lnTo>
                  <a:lnTo>
                    <a:pt x="641883" y="203250"/>
                  </a:lnTo>
                  <a:lnTo>
                    <a:pt x="688657" y="201015"/>
                  </a:lnTo>
                  <a:lnTo>
                    <a:pt x="735457" y="203250"/>
                  </a:lnTo>
                  <a:lnTo>
                    <a:pt x="781011" y="209816"/>
                  </a:lnTo>
                  <a:lnTo>
                    <a:pt x="825144" y="220522"/>
                  </a:lnTo>
                  <a:lnTo>
                    <a:pt x="867625" y="235153"/>
                  </a:lnTo>
                  <a:lnTo>
                    <a:pt x="908253" y="253492"/>
                  </a:lnTo>
                  <a:lnTo>
                    <a:pt x="946823" y="275348"/>
                  </a:lnTo>
                  <a:lnTo>
                    <a:pt x="983119" y="300507"/>
                  </a:lnTo>
                  <a:lnTo>
                    <a:pt x="1016952" y="328752"/>
                  </a:lnTo>
                  <a:lnTo>
                    <a:pt x="1048092" y="359905"/>
                  </a:lnTo>
                  <a:lnTo>
                    <a:pt x="1076350" y="393738"/>
                  </a:lnTo>
                  <a:lnTo>
                    <a:pt x="1101509" y="430047"/>
                  </a:lnTo>
                  <a:lnTo>
                    <a:pt x="1123365" y="468630"/>
                  </a:lnTo>
                  <a:lnTo>
                    <a:pt x="1141717" y="509282"/>
                  </a:lnTo>
                  <a:lnTo>
                    <a:pt x="1156347" y="551789"/>
                  </a:lnTo>
                  <a:lnTo>
                    <a:pt x="1167053" y="595947"/>
                  </a:lnTo>
                  <a:lnTo>
                    <a:pt x="1173632" y="641565"/>
                  </a:lnTo>
                  <a:lnTo>
                    <a:pt x="1175867" y="688416"/>
                  </a:lnTo>
                  <a:lnTo>
                    <a:pt x="1175867" y="547700"/>
                  </a:lnTo>
                  <a:lnTo>
                    <a:pt x="1175499" y="546176"/>
                  </a:lnTo>
                  <a:lnTo>
                    <a:pt x="1182903" y="543864"/>
                  </a:lnTo>
                  <a:lnTo>
                    <a:pt x="1181214" y="538200"/>
                  </a:lnTo>
                  <a:lnTo>
                    <a:pt x="1179461" y="532485"/>
                  </a:lnTo>
                  <a:lnTo>
                    <a:pt x="1177582" y="526719"/>
                  </a:lnTo>
                  <a:lnTo>
                    <a:pt x="1169720" y="529412"/>
                  </a:lnTo>
                  <a:lnTo>
                    <a:pt x="1166825" y="520992"/>
                  </a:lnTo>
                  <a:lnTo>
                    <a:pt x="1174597" y="518388"/>
                  </a:lnTo>
                  <a:lnTo>
                    <a:pt x="1172692" y="512546"/>
                  </a:lnTo>
                  <a:lnTo>
                    <a:pt x="1170571" y="507047"/>
                  </a:lnTo>
                  <a:lnTo>
                    <a:pt x="1168476" y="501434"/>
                  </a:lnTo>
                  <a:lnTo>
                    <a:pt x="1161122" y="504405"/>
                  </a:lnTo>
                  <a:lnTo>
                    <a:pt x="1160272" y="501916"/>
                  </a:lnTo>
                  <a:lnTo>
                    <a:pt x="1157732" y="496316"/>
                  </a:lnTo>
                  <a:lnTo>
                    <a:pt x="1165186" y="493179"/>
                  </a:lnTo>
                  <a:lnTo>
                    <a:pt x="1162888" y="487794"/>
                  </a:lnTo>
                  <a:lnTo>
                    <a:pt x="1160437" y="482193"/>
                  </a:lnTo>
                  <a:lnTo>
                    <a:pt x="1157998" y="476821"/>
                  </a:lnTo>
                  <a:lnTo>
                    <a:pt x="1150480" y="480225"/>
                  </a:lnTo>
                  <a:lnTo>
                    <a:pt x="1146860" y="472211"/>
                  </a:lnTo>
                  <a:lnTo>
                    <a:pt x="1154239" y="468718"/>
                  </a:lnTo>
                  <a:lnTo>
                    <a:pt x="1151839" y="463245"/>
                  </a:lnTo>
                  <a:lnTo>
                    <a:pt x="1149045" y="458025"/>
                  </a:lnTo>
                  <a:lnTo>
                    <a:pt x="1146378" y="452767"/>
                  </a:lnTo>
                  <a:lnTo>
                    <a:pt x="1139266" y="456234"/>
                  </a:lnTo>
                  <a:lnTo>
                    <a:pt x="1134973" y="448665"/>
                  </a:lnTo>
                  <a:lnTo>
                    <a:pt x="1142187" y="444728"/>
                  </a:lnTo>
                  <a:lnTo>
                    <a:pt x="1139177" y="439623"/>
                  </a:lnTo>
                  <a:lnTo>
                    <a:pt x="1136383" y="434340"/>
                  </a:lnTo>
                  <a:lnTo>
                    <a:pt x="1133322" y="429107"/>
                  </a:lnTo>
                  <a:lnTo>
                    <a:pt x="1126312" y="433374"/>
                  </a:lnTo>
                  <a:lnTo>
                    <a:pt x="1121968" y="425716"/>
                  </a:lnTo>
                  <a:lnTo>
                    <a:pt x="1128877" y="421474"/>
                  </a:lnTo>
                  <a:lnTo>
                    <a:pt x="1125867" y="416407"/>
                  </a:lnTo>
                  <a:lnTo>
                    <a:pt x="1122400" y="411200"/>
                  </a:lnTo>
                  <a:lnTo>
                    <a:pt x="1119352" y="406488"/>
                  </a:lnTo>
                  <a:lnTo>
                    <a:pt x="1112443" y="410819"/>
                  </a:lnTo>
                  <a:lnTo>
                    <a:pt x="1107503" y="403694"/>
                  </a:lnTo>
                  <a:lnTo>
                    <a:pt x="1114374" y="398856"/>
                  </a:lnTo>
                  <a:lnTo>
                    <a:pt x="1110907" y="394004"/>
                  </a:lnTo>
                  <a:lnTo>
                    <a:pt x="1107440" y="389204"/>
                  </a:lnTo>
                  <a:lnTo>
                    <a:pt x="1103972" y="384162"/>
                  </a:lnTo>
                  <a:lnTo>
                    <a:pt x="1097381" y="389077"/>
                  </a:lnTo>
                  <a:lnTo>
                    <a:pt x="1092377" y="381863"/>
                  </a:lnTo>
                  <a:lnTo>
                    <a:pt x="1098550" y="377266"/>
                  </a:lnTo>
                  <a:lnTo>
                    <a:pt x="1094994" y="372478"/>
                  </a:lnTo>
                  <a:lnTo>
                    <a:pt x="1091438" y="367792"/>
                  </a:lnTo>
                  <a:lnTo>
                    <a:pt x="1087462" y="362991"/>
                  </a:lnTo>
                  <a:lnTo>
                    <a:pt x="1081100" y="368325"/>
                  </a:lnTo>
                  <a:lnTo>
                    <a:pt x="1075359" y="361442"/>
                  </a:lnTo>
                  <a:lnTo>
                    <a:pt x="1081824" y="356133"/>
                  </a:lnTo>
                  <a:lnTo>
                    <a:pt x="1077823" y="351624"/>
                  </a:lnTo>
                  <a:lnTo>
                    <a:pt x="1073975" y="347078"/>
                  </a:lnTo>
                  <a:lnTo>
                    <a:pt x="1070038" y="342709"/>
                  </a:lnTo>
                  <a:lnTo>
                    <a:pt x="1064183" y="348068"/>
                  </a:lnTo>
                  <a:lnTo>
                    <a:pt x="1062824" y="346430"/>
                  </a:lnTo>
                  <a:lnTo>
                    <a:pt x="1058151" y="341769"/>
                  </a:lnTo>
                  <a:lnTo>
                    <a:pt x="1063904" y="336118"/>
                  </a:lnTo>
                  <a:lnTo>
                    <a:pt x="1055789" y="327507"/>
                  </a:lnTo>
                  <a:lnTo>
                    <a:pt x="1051407" y="323278"/>
                  </a:lnTo>
                  <a:lnTo>
                    <a:pt x="1045552" y="329171"/>
                  </a:lnTo>
                  <a:lnTo>
                    <a:pt x="1039393" y="323011"/>
                  </a:lnTo>
                  <a:lnTo>
                    <a:pt x="1044943" y="316979"/>
                  </a:lnTo>
                  <a:lnTo>
                    <a:pt x="1040777" y="312928"/>
                  </a:lnTo>
                  <a:lnTo>
                    <a:pt x="1036447" y="308622"/>
                  </a:lnTo>
                  <a:lnTo>
                    <a:pt x="1031938" y="304863"/>
                  </a:lnTo>
                  <a:lnTo>
                    <a:pt x="1026579" y="310819"/>
                  </a:lnTo>
                  <a:lnTo>
                    <a:pt x="1019708" y="305066"/>
                  </a:lnTo>
                  <a:lnTo>
                    <a:pt x="1025182" y="298907"/>
                  </a:lnTo>
                  <a:lnTo>
                    <a:pt x="1020648" y="295008"/>
                  </a:lnTo>
                  <a:lnTo>
                    <a:pt x="1016101" y="291058"/>
                  </a:lnTo>
                  <a:lnTo>
                    <a:pt x="1011453" y="287350"/>
                  </a:lnTo>
                  <a:lnTo>
                    <a:pt x="1006271" y="293852"/>
                  </a:lnTo>
                  <a:lnTo>
                    <a:pt x="999451" y="288163"/>
                  </a:lnTo>
                  <a:lnTo>
                    <a:pt x="1004379" y="281813"/>
                  </a:lnTo>
                  <a:lnTo>
                    <a:pt x="995057" y="274599"/>
                  </a:lnTo>
                  <a:lnTo>
                    <a:pt x="990130" y="270967"/>
                  </a:lnTo>
                  <a:lnTo>
                    <a:pt x="985304" y="277749"/>
                  </a:lnTo>
                  <a:lnTo>
                    <a:pt x="977912" y="272618"/>
                  </a:lnTo>
                  <a:lnTo>
                    <a:pt x="982878" y="265874"/>
                  </a:lnTo>
                  <a:lnTo>
                    <a:pt x="977938" y="262420"/>
                  </a:lnTo>
                  <a:lnTo>
                    <a:pt x="972959" y="259016"/>
                  </a:lnTo>
                  <a:lnTo>
                    <a:pt x="967879" y="255663"/>
                  </a:lnTo>
                  <a:lnTo>
                    <a:pt x="963472" y="262610"/>
                  </a:lnTo>
                  <a:lnTo>
                    <a:pt x="957414" y="258406"/>
                  </a:lnTo>
                  <a:lnTo>
                    <a:pt x="956081" y="257657"/>
                  </a:lnTo>
                  <a:lnTo>
                    <a:pt x="960272" y="250952"/>
                  </a:lnTo>
                  <a:lnTo>
                    <a:pt x="955230" y="247904"/>
                  </a:lnTo>
                  <a:lnTo>
                    <a:pt x="950150" y="244652"/>
                  </a:lnTo>
                  <a:lnTo>
                    <a:pt x="944981" y="241681"/>
                  </a:lnTo>
                  <a:lnTo>
                    <a:pt x="940854" y="249034"/>
                  </a:lnTo>
                  <a:lnTo>
                    <a:pt x="933056" y="244614"/>
                  </a:lnTo>
                  <a:lnTo>
                    <a:pt x="937094" y="237185"/>
                  </a:lnTo>
                  <a:lnTo>
                    <a:pt x="931938" y="234378"/>
                  </a:lnTo>
                  <a:lnTo>
                    <a:pt x="921270" y="228854"/>
                  </a:lnTo>
                  <a:lnTo>
                    <a:pt x="917714" y="235927"/>
                  </a:lnTo>
                  <a:lnTo>
                    <a:pt x="917270" y="235661"/>
                  </a:lnTo>
                  <a:lnTo>
                    <a:pt x="909726" y="232270"/>
                  </a:lnTo>
                  <a:lnTo>
                    <a:pt x="913244" y="224815"/>
                  </a:lnTo>
                  <a:lnTo>
                    <a:pt x="902500" y="219583"/>
                  </a:lnTo>
                  <a:lnTo>
                    <a:pt x="897026" y="217157"/>
                  </a:lnTo>
                  <a:lnTo>
                    <a:pt x="893622" y="224993"/>
                  </a:lnTo>
                  <a:lnTo>
                    <a:pt x="885482" y="221322"/>
                  </a:lnTo>
                  <a:lnTo>
                    <a:pt x="888758" y="213537"/>
                  </a:lnTo>
                  <a:lnTo>
                    <a:pt x="883488" y="211264"/>
                  </a:lnTo>
                  <a:lnTo>
                    <a:pt x="877887" y="209054"/>
                  </a:lnTo>
                  <a:lnTo>
                    <a:pt x="872020" y="206870"/>
                  </a:lnTo>
                  <a:lnTo>
                    <a:pt x="869111" y="214566"/>
                  </a:lnTo>
                  <a:lnTo>
                    <a:pt x="860780" y="211696"/>
                  </a:lnTo>
                  <a:lnTo>
                    <a:pt x="863777" y="203708"/>
                  </a:lnTo>
                  <a:lnTo>
                    <a:pt x="852449" y="199669"/>
                  </a:lnTo>
                  <a:lnTo>
                    <a:pt x="846874" y="197777"/>
                  </a:lnTo>
                  <a:lnTo>
                    <a:pt x="844118" y="205968"/>
                  </a:lnTo>
                  <a:lnTo>
                    <a:pt x="835736" y="203085"/>
                  </a:lnTo>
                  <a:lnTo>
                    <a:pt x="838161" y="195084"/>
                  </a:lnTo>
                  <a:lnTo>
                    <a:pt x="832459" y="193344"/>
                  </a:lnTo>
                  <a:lnTo>
                    <a:pt x="820839" y="190233"/>
                  </a:lnTo>
                  <a:lnTo>
                    <a:pt x="818629" y="198424"/>
                  </a:lnTo>
                  <a:lnTo>
                    <a:pt x="810171" y="196367"/>
                  </a:lnTo>
                  <a:lnTo>
                    <a:pt x="812215" y="187960"/>
                  </a:lnTo>
                  <a:lnTo>
                    <a:pt x="806627" y="186474"/>
                  </a:lnTo>
                  <a:lnTo>
                    <a:pt x="794766" y="183997"/>
                  </a:lnTo>
                  <a:lnTo>
                    <a:pt x="793089" y="192227"/>
                  </a:lnTo>
                  <a:lnTo>
                    <a:pt x="784809" y="190207"/>
                  </a:lnTo>
                  <a:lnTo>
                    <a:pt x="784415" y="190157"/>
                  </a:lnTo>
                  <a:lnTo>
                    <a:pt x="786028" y="182054"/>
                  </a:lnTo>
                  <a:lnTo>
                    <a:pt x="780110" y="181051"/>
                  </a:lnTo>
                  <a:lnTo>
                    <a:pt x="774382" y="179959"/>
                  </a:lnTo>
                  <a:lnTo>
                    <a:pt x="768438" y="179108"/>
                  </a:lnTo>
                  <a:lnTo>
                    <a:pt x="766914" y="187642"/>
                  </a:lnTo>
                  <a:lnTo>
                    <a:pt x="758291" y="186397"/>
                  </a:lnTo>
                  <a:lnTo>
                    <a:pt x="758393" y="185712"/>
                  </a:lnTo>
                  <a:lnTo>
                    <a:pt x="759561" y="177774"/>
                  </a:lnTo>
                  <a:lnTo>
                    <a:pt x="753567" y="176885"/>
                  </a:lnTo>
                  <a:lnTo>
                    <a:pt x="747661" y="176123"/>
                  </a:lnTo>
                  <a:lnTo>
                    <a:pt x="741680" y="175564"/>
                  </a:lnTo>
                  <a:lnTo>
                    <a:pt x="741629" y="176123"/>
                  </a:lnTo>
                  <a:lnTo>
                    <a:pt x="741553" y="176885"/>
                  </a:lnTo>
                  <a:lnTo>
                    <a:pt x="741464" y="177774"/>
                  </a:lnTo>
                  <a:lnTo>
                    <a:pt x="740879" y="183883"/>
                  </a:lnTo>
                  <a:lnTo>
                    <a:pt x="737374" y="183375"/>
                  </a:lnTo>
                  <a:lnTo>
                    <a:pt x="732155" y="183134"/>
                  </a:lnTo>
                  <a:lnTo>
                    <a:pt x="732218" y="182219"/>
                  </a:lnTo>
                  <a:lnTo>
                    <a:pt x="732751" y="174752"/>
                  </a:lnTo>
                  <a:lnTo>
                    <a:pt x="726897" y="174244"/>
                  </a:lnTo>
                  <a:lnTo>
                    <a:pt x="714832" y="173570"/>
                  </a:lnTo>
                  <a:lnTo>
                    <a:pt x="714794" y="174752"/>
                  </a:lnTo>
                  <a:lnTo>
                    <a:pt x="714514" y="182219"/>
                  </a:lnTo>
                  <a:lnTo>
                    <a:pt x="720344" y="182562"/>
                  </a:lnTo>
                  <a:lnTo>
                    <a:pt x="705561" y="181864"/>
                  </a:lnTo>
                  <a:lnTo>
                    <a:pt x="705573" y="181508"/>
                  </a:lnTo>
                  <a:lnTo>
                    <a:pt x="705904" y="173088"/>
                  </a:lnTo>
                  <a:lnTo>
                    <a:pt x="693966" y="172732"/>
                  </a:lnTo>
                  <a:lnTo>
                    <a:pt x="680618" y="172732"/>
                  </a:lnTo>
                  <a:lnTo>
                    <a:pt x="676960" y="172935"/>
                  </a:lnTo>
                  <a:lnTo>
                    <a:pt x="676960" y="173088"/>
                  </a:lnTo>
                  <a:lnTo>
                    <a:pt x="677151" y="181610"/>
                  </a:lnTo>
                  <a:lnTo>
                    <a:pt x="656234" y="182600"/>
                  </a:lnTo>
                  <a:lnTo>
                    <a:pt x="656615" y="182562"/>
                  </a:lnTo>
                  <a:lnTo>
                    <a:pt x="668439" y="181902"/>
                  </a:lnTo>
                  <a:lnTo>
                    <a:pt x="668121" y="173189"/>
                  </a:lnTo>
                  <a:lnTo>
                    <a:pt x="662076" y="173393"/>
                  </a:lnTo>
                  <a:lnTo>
                    <a:pt x="656120" y="173736"/>
                  </a:lnTo>
                  <a:lnTo>
                    <a:pt x="650163" y="174155"/>
                  </a:lnTo>
                  <a:lnTo>
                    <a:pt x="650773" y="182867"/>
                  </a:lnTo>
                  <a:lnTo>
                    <a:pt x="641921" y="183286"/>
                  </a:lnTo>
                  <a:lnTo>
                    <a:pt x="641248" y="174980"/>
                  </a:lnTo>
                  <a:lnTo>
                    <a:pt x="629335" y="176072"/>
                  </a:lnTo>
                  <a:lnTo>
                    <a:pt x="623354" y="176707"/>
                  </a:lnTo>
                  <a:lnTo>
                    <a:pt x="624459" y="185610"/>
                  </a:lnTo>
                  <a:lnTo>
                    <a:pt x="614400" y="187058"/>
                  </a:lnTo>
                  <a:lnTo>
                    <a:pt x="615657" y="186867"/>
                  </a:lnTo>
                  <a:lnTo>
                    <a:pt x="614489" y="178066"/>
                  </a:lnTo>
                  <a:lnTo>
                    <a:pt x="608545" y="178828"/>
                  </a:lnTo>
                  <a:lnTo>
                    <a:pt x="602615" y="179743"/>
                  </a:lnTo>
                  <a:lnTo>
                    <a:pt x="596760" y="180759"/>
                  </a:lnTo>
                  <a:lnTo>
                    <a:pt x="598347" y="189369"/>
                  </a:lnTo>
                  <a:lnTo>
                    <a:pt x="592505" y="190207"/>
                  </a:lnTo>
                  <a:lnTo>
                    <a:pt x="589762" y="190881"/>
                  </a:lnTo>
                  <a:lnTo>
                    <a:pt x="588086" y="182562"/>
                  </a:lnTo>
                  <a:lnTo>
                    <a:pt x="582218" y="183743"/>
                  </a:lnTo>
                  <a:lnTo>
                    <a:pt x="576237" y="185102"/>
                  </a:lnTo>
                  <a:lnTo>
                    <a:pt x="570509" y="186334"/>
                  </a:lnTo>
                  <a:lnTo>
                    <a:pt x="572604" y="194894"/>
                  </a:lnTo>
                  <a:lnTo>
                    <a:pt x="578205" y="193687"/>
                  </a:lnTo>
                  <a:lnTo>
                    <a:pt x="556158" y="199034"/>
                  </a:lnTo>
                  <a:lnTo>
                    <a:pt x="558380" y="198386"/>
                  </a:lnTo>
                  <a:lnTo>
                    <a:pt x="563880" y="197027"/>
                  </a:lnTo>
                  <a:lnTo>
                    <a:pt x="561822" y="188480"/>
                  </a:lnTo>
                  <a:lnTo>
                    <a:pt x="556006" y="189877"/>
                  </a:lnTo>
                  <a:lnTo>
                    <a:pt x="550202" y="191452"/>
                  </a:lnTo>
                  <a:lnTo>
                    <a:pt x="544537" y="193255"/>
                  </a:lnTo>
                  <a:lnTo>
                    <a:pt x="546912" y="201282"/>
                  </a:lnTo>
                  <a:lnTo>
                    <a:pt x="546582" y="201358"/>
                  </a:lnTo>
                  <a:lnTo>
                    <a:pt x="538543" y="204127"/>
                  </a:lnTo>
                  <a:lnTo>
                    <a:pt x="535901" y="195732"/>
                  </a:lnTo>
                  <a:lnTo>
                    <a:pt x="530225" y="197446"/>
                  </a:lnTo>
                  <a:lnTo>
                    <a:pt x="524586" y="199339"/>
                  </a:lnTo>
                  <a:lnTo>
                    <a:pt x="518756" y="201422"/>
                  </a:lnTo>
                  <a:lnTo>
                    <a:pt x="521754" y="209778"/>
                  </a:lnTo>
                  <a:lnTo>
                    <a:pt x="527342" y="207848"/>
                  </a:lnTo>
                  <a:lnTo>
                    <a:pt x="532980" y="205981"/>
                  </a:lnTo>
                  <a:lnTo>
                    <a:pt x="534644" y="205473"/>
                  </a:lnTo>
                  <a:lnTo>
                    <a:pt x="512000" y="213258"/>
                  </a:lnTo>
                  <a:lnTo>
                    <a:pt x="513499" y="212674"/>
                  </a:lnTo>
                  <a:lnTo>
                    <a:pt x="510489" y="204419"/>
                  </a:lnTo>
                  <a:lnTo>
                    <a:pt x="504913" y="206476"/>
                  </a:lnTo>
                  <a:lnTo>
                    <a:pt x="493801" y="210845"/>
                  </a:lnTo>
                  <a:lnTo>
                    <a:pt x="497090" y="218960"/>
                  </a:lnTo>
                  <a:lnTo>
                    <a:pt x="473125" y="229768"/>
                  </a:lnTo>
                  <a:lnTo>
                    <a:pt x="478307" y="227203"/>
                  </a:lnTo>
                  <a:lnTo>
                    <a:pt x="489115" y="222491"/>
                  </a:lnTo>
                  <a:lnTo>
                    <a:pt x="485622" y="214325"/>
                  </a:lnTo>
                  <a:lnTo>
                    <a:pt x="480034" y="216687"/>
                  </a:lnTo>
                  <a:lnTo>
                    <a:pt x="474611" y="219100"/>
                  </a:lnTo>
                  <a:lnTo>
                    <a:pt x="469265" y="221665"/>
                  </a:lnTo>
                  <a:lnTo>
                    <a:pt x="472986" y="229831"/>
                  </a:lnTo>
                  <a:lnTo>
                    <a:pt x="465137" y="233375"/>
                  </a:lnTo>
                  <a:lnTo>
                    <a:pt x="461340" y="225564"/>
                  </a:lnTo>
                  <a:lnTo>
                    <a:pt x="455790" y="228117"/>
                  </a:lnTo>
                  <a:lnTo>
                    <a:pt x="445401" y="233781"/>
                  </a:lnTo>
                  <a:lnTo>
                    <a:pt x="449554" y="241528"/>
                  </a:lnTo>
                  <a:lnTo>
                    <a:pt x="451827" y="240334"/>
                  </a:lnTo>
                  <a:lnTo>
                    <a:pt x="419912" y="258406"/>
                  </a:lnTo>
                  <a:lnTo>
                    <a:pt x="418985" y="259054"/>
                  </a:lnTo>
                  <a:lnTo>
                    <a:pt x="414375" y="251777"/>
                  </a:lnTo>
                  <a:lnTo>
                    <a:pt x="409397" y="254914"/>
                  </a:lnTo>
                  <a:lnTo>
                    <a:pt x="399338" y="261429"/>
                  </a:lnTo>
                  <a:lnTo>
                    <a:pt x="404469" y="268922"/>
                  </a:lnTo>
                  <a:lnTo>
                    <a:pt x="409397" y="265518"/>
                  </a:lnTo>
                  <a:lnTo>
                    <a:pt x="412813" y="263334"/>
                  </a:lnTo>
                  <a:lnTo>
                    <a:pt x="389242" y="279666"/>
                  </a:lnTo>
                  <a:lnTo>
                    <a:pt x="392417" y="277253"/>
                  </a:lnTo>
                  <a:lnTo>
                    <a:pt x="397217" y="273761"/>
                  </a:lnTo>
                  <a:lnTo>
                    <a:pt x="392074" y="266636"/>
                  </a:lnTo>
                  <a:lnTo>
                    <a:pt x="382371" y="273532"/>
                  </a:lnTo>
                  <a:lnTo>
                    <a:pt x="377596" y="277075"/>
                  </a:lnTo>
                  <a:lnTo>
                    <a:pt x="377723" y="277253"/>
                  </a:lnTo>
                  <a:lnTo>
                    <a:pt x="382816" y="284124"/>
                  </a:lnTo>
                  <a:lnTo>
                    <a:pt x="382130" y="284594"/>
                  </a:lnTo>
                  <a:lnTo>
                    <a:pt x="376008" y="289712"/>
                  </a:lnTo>
                  <a:lnTo>
                    <a:pt x="370611" y="282651"/>
                  </a:lnTo>
                  <a:lnTo>
                    <a:pt x="365823" y="286346"/>
                  </a:lnTo>
                  <a:lnTo>
                    <a:pt x="361188" y="290182"/>
                  </a:lnTo>
                  <a:lnTo>
                    <a:pt x="356666" y="294055"/>
                  </a:lnTo>
                  <a:lnTo>
                    <a:pt x="362343" y="300748"/>
                  </a:lnTo>
                  <a:lnTo>
                    <a:pt x="366852" y="296875"/>
                  </a:lnTo>
                  <a:lnTo>
                    <a:pt x="371563" y="293357"/>
                  </a:lnTo>
                  <a:lnTo>
                    <a:pt x="373989" y="291401"/>
                  </a:lnTo>
                  <a:lnTo>
                    <a:pt x="352640" y="309219"/>
                  </a:lnTo>
                  <a:lnTo>
                    <a:pt x="355676" y="306463"/>
                  </a:lnTo>
                  <a:lnTo>
                    <a:pt x="349859" y="299796"/>
                  </a:lnTo>
                  <a:lnTo>
                    <a:pt x="345325" y="303695"/>
                  </a:lnTo>
                  <a:lnTo>
                    <a:pt x="340791" y="307708"/>
                  </a:lnTo>
                  <a:lnTo>
                    <a:pt x="336537" y="311797"/>
                  </a:lnTo>
                  <a:lnTo>
                    <a:pt x="342747" y="318173"/>
                  </a:lnTo>
                  <a:lnTo>
                    <a:pt x="317627" y="343306"/>
                  </a:lnTo>
                  <a:lnTo>
                    <a:pt x="311442" y="337210"/>
                  </a:lnTo>
                  <a:lnTo>
                    <a:pt x="307251" y="341591"/>
                  </a:lnTo>
                  <a:lnTo>
                    <a:pt x="303225" y="346062"/>
                  </a:lnTo>
                  <a:lnTo>
                    <a:pt x="299288" y="350558"/>
                  </a:lnTo>
                  <a:lnTo>
                    <a:pt x="306019" y="356273"/>
                  </a:lnTo>
                  <a:lnTo>
                    <a:pt x="310527" y="351193"/>
                  </a:lnTo>
                  <a:lnTo>
                    <a:pt x="290449" y="375221"/>
                  </a:lnTo>
                  <a:lnTo>
                    <a:pt x="292823" y="372021"/>
                  </a:lnTo>
                  <a:lnTo>
                    <a:pt x="296595" y="367550"/>
                  </a:lnTo>
                  <a:lnTo>
                    <a:pt x="300266" y="362991"/>
                  </a:lnTo>
                  <a:lnTo>
                    <a:pt x="293522" y="357289"/>
                  </a:lnTo>
                  <a:lnTo>
                    <a:pt x="289636" y="361848"/>
                  </a:lnTo>
                  <a:lnTo>
                    <a:pt x="282244" y="371144"/>
                  </a:lnTo>
                  <a:lnTo>
                    <a:pt x="289153" y="376783"/>
                  </a:lnTo>
                  <a:lnTo>
                    <a:pt x="285089" y="381647"/>
                  </a:lnTo>
                  <a:lnTo>
                    <a:pt x="283667" y="383705"/>
                  </a:lnTo>
                  <a:lnTo>
                    <a:pt x="276669" y="378434"/>
                  </a:lnTo>
                  <a:lnTo>
                    <a:pt x="273215" y="383070"/>
                  </a:lnTo>
                  <a:lnTo>
                    <a:pt x="269494" y="387946"/>
                  </a:lnTo>
                  <a:lnTo>
                    <a:pt x="266103" y="392772"/>
                  </a:lnTo>
                  <a:lnTo>
                    <a:pt x="273570" y="397967"/>
                  </a:lnTo>
                  <a:lnTo>
                    <a:pt x="276758" y="393115"/>
                  </a:lnTo>
                  <a:lnTo>
                    <a:pt x="280238" y="388493"/>
                  </a:lnTo>
                  <a:lnTo>
                    <a:pt x="282778" y="384987"/>
                  </a:lnTo>
                  <a:lnTo>
                    <a:pt x="260515" y="417093"/>
                  </a:lnTo>
                  <a:lnTo>
                    <a:pt x="261848" y="414972"/>
                  </a:lnTo>
                  <a:lnTo>
                    <a:pt x="265074" y="410044"/>
                  </a:lnTo>
                  <a:lnTo>
                    <a:pt x="268401" y="405218"/>
                  </a:lnTo>
                  <a:lnTo>
                    <a:pt x="261099" y="400126"/>
                  </a:lnTo>
                  <a:lnTo>
                    <a:pt x="257721" y="405218"/>
                  </a:lnTo>
                  <a:lnTo>
                    <a:pt x="254444" y="410044"/>
                  </a:lnTo>
                  <a:lnTo>
                    <a:pt x="251231" y="415137"/>
                  </a:lnTo>
                  <a:lnTo>
                    <a:pt x="258648" y="419862"/>
                  </a:lnTo>
                  <a:lnTo>
                    <a:pt x="238963" y="454621"/>
                  </a:lnTo>
                  <a:lnTo>
                    <a:pt x="241109" y="450481"/>
                  </a:lnTo>
                  <a:lnTo>
                    <a:pt x="235775" y="447713"/>
                  </a:lnTo>
                  <a:lnTo>
                    <a:pt x="235775" y="460413"/>
                  </a:lnTo>
                  <a:lnTo>
                    <a:pt x="233895" y="464566"/>
                  </a:lnTo>
                  <a:lnTo>
                    <a:pt x="235470" y="460959"/>
                  </a:lnTo>
                  <a:lnTo>
                    <a:pt x="235775" y="460413"/>
                  </a:lnTo>
                  <a:lnTo>
                    <a:pt x="235775" y="447713"/>
                  </a:lnTo>
                  <a:lnTo>
                    <a:pt x="233184" y="446354"/>
                  </a:lnTo>
                  <a:lnTo>
                    <a:pt x="230555" y="451713"/>
                  </a:lnTo>
                  <a:lnTo>
                    <a:pt x="227736" y="456844"/>
                  </a:lnTo>
                  <a:lnTo>
                    <a:pt x="225082" y="462305"/>
                  </a:lnTo>
                  <a:lnTo>
                    <a:pt x="233159" y="466217"/>
                  </a:lnTo>
                  <a:lnTo>
                    <a:pt x="218605" y="498449"/>
                  </a:lnTo>
                  <a:lnTo>
                    <a:pt x="210413" y="495185"/>
                  </a:lnTo>
                  <a:lnTo>
                    <a:pt x="208191" y="500646"/>
                  </a:lnTo>
                  <a:lnTo>
                    <a:pt x="206032" y="506234"/>
                  </a:lnTo>
                  <a:lnTo>
                    <a:pt x="203936" y="511822"/>
                  </a:lnTo>
                  <a:lnTo>
                    <a:pt x="212293" y="514985"/>
                  </a:lnTo>
                  <a:lnTo>
                    <a:pt x="214299" y="509397"/>
                  </a:lnTo>
                  <a:lnTo>
                    <a:pt x="215582" y="506133"/>
                  </a:lnTo>
                  <a:lnTo>
                    <a:pt x="201803" y="546176"/>
                  </a:lnTo>
                  <a:lnTo>
                    <a:pt x="201231" y="548538"/>
                  </a:lnTo>
                  <a:lnTo>
                    <a:pt x="192811" y="546049"/>
                  </a:lnTo>
                  <a:lnTo>
                    <a:pt x="191211" y="551776"/>
                  </a:lnTo>
                  <a:lnTo>
                    <a:pt x="189484" y="557517"/>
                  </a:lnTo>
                  <a:lnTo>
                    <a:pt x="188087" y="563384"/>
                  </a:lnTo>
                  <a:lnTo>
                    <a:pt x="196684" y="565505"/>
                  </a:lnTo>
                  <a:lnTo>
                    <a:pt x="198094" y="559930"/>
                  </a:lnTo>
                  <a:lnTo>
                    <a:pt x="200342" y="552183"/>
                  </a:lnTo>
                  <a:lnTo>
                    <a:pt x="191858" y="587184"/>
                  </a:lnTo>
                  <a:lnTo>
                    <a:pt x="192239" y="585520"/>
                  </a:lnTo>
                  <a:lnTo>
                    <a:pt x="193281" y="579742"/>
                  </a:lnTo>
                  <a:lnTo>
                    <a:pt x="194627" y="574027"/>
                  </a:lnTo>
                  <a:lnTo>
                    <a:pt x="186004" y="571982"/>
                  </a:lnTo>
                  <a:lnTo>
                    <a:pt x="184594" y="577951"/>
                  </a:lnTo>
                  <a:lnTo>
                    <a:pt x="182156" y="589610"/>
                  </a:lnTo>
                  <a:lnTo>
                    <a:pt x="190881" y="591248"/>
                  </a:lnTo>
                  <a:lnTo>
                    <a:pt x="190665" y="592150"/>
                  </a:lnTo>
                  <a:lnTo>
                    <a:pt x="184213" y="636816"/>
                  </a:lnTo>
                  <a:lnTo>
                    <a:pt x="185407" y="626148"/>
                  </a:lnTo>
                  <a:lnTo>
                    <a:pt x="176771" y="625081"/>
                  </a:lnTo>
                  <a:lnTo>
                    <a:pt x="175996" y="630948"/>
                  </a:lnTo>
                  <a:lnTo>
                    <a:pt x="175272" y="636816"/>
                  </a:lnTo>
                  <a:lnTo>
                    <a:pt x="175209" y="637616"/>
                  </a:lnTo>
                  <a:lnTo>
                    <a:pt x="174764" y="642924"/>
                  </a:lnTo>
                  <a:lnTo>
                    <a:pt x="183578" y="643623"/>
                  </a:lnTo>
                  <a:lnTo>
                    <a:pt x="183642" y="642924"/>
                  </a:lnTo>
                  <a:lnTo>
                    <a:pt x="181610" y="685761"/>
                  </a:lnTo>
                  <a:lnTo>
                    <a:pt x="181610" y="678815"/>
                  </a:lnTo>
                  <a:lnTo>
                    <a:pt x="172885" y="678522"/>
                  </a:lnTo>
                  <a:lnTo>
                    <a:pt x="172885" y="696595"/>
                  </a:lnTo>
                  <a:lnTo>
                    <a:pt x="181610" y="696341"/>
                  </a:lnTo>
                  <a:lnTo>
                    <a:pt x="181610" y="691070"/>
                  </a:lnTo>
                  <a:lnTo>
                    <a:pt x="183540" y="731494"/>
                  </a:lnTo>
                  <a:lnTo>
                    <a:pt x="174764" y="732332"/>
                  </a:lnTo>
                  <a:lnTo>
                    <a:pt x="175196" y="738301"/>
                  </a:lnTo>
                  <a:lnTo>
                    <a:pt x="175729" y="744194"/>
                  </a:lnTo>
                  <a:lnTo>
                    <a:pt x="176682" y="750176"/>
                  </a:lnTo>
                  <a:lnTo>
                    <a:pt x="185407" y="749109"/>
                  </a:lnTo>
                  <a:lnTo>
                    <a:pt x="184594" y="743381"/>
                  </a:lnTo>
                  <a:lnTo>
                    <a:pt x="184150" y="739470"/>
                  </a:lnTo>
                  <a:lnTo>
                    <a:pt x="190563" y="783894"/>
                  </a:lnTo>
                  <a:lnTo>
                    <a:pt x="182029" y="785545"/>
                  </a:lnTo>
                  <a:lnTo>
                    <a:pt x="183222" y="791413"/>
                  </a:lnTo>
                  <a:lnTo>
                    <a:pt x="184480" y="797166"/>
                  </a:lnTo>
                  <a:lnTo>
                    <a:pt x="185877" y="803059"/>
                  </a:lnTo>
                  <a:lnTo>
                    <a:pt x="194360" y="801065"/>
                  </a:lnTo>
                  <a:lnTo>
                    <a:pt x="193116" y="795401"/>
                  </a:lnTo>
                  <a:lnTo>
                    <a:pt x="192354" y="791489"/>
                  </a:lnTo>
                  <a:lnTo>
                    <a:pt x="200558" y="825322"/>
                  </a:lnTo>
                  <a:lnTo>
                    <a:pt x="199263" y="821004"/>
                  </a:lnTo>
                  <a:lnTo>
                    <a:pt x="197853" y="815403"/>
                  </a:lnTo>
                  <a:lnTo>
                    <a:pt x="196443" y="809688"/>
                  </a:lnTo>
                  <a:lnTo>
                    <a:pt x="187794" y="811872"/>
                  </a:lnTo>
                  <a:lnTo>
                    <a:pt x="189204" y="817714"/>
                  </a:lnTo>
                  <a:lnTo>
                    <a:pt x="190677" y="823328"/>
                  </a:lnTo>
                  <a:lnTo>
                    <a:pt x="192366" y="829271"/>
                  </a:lnTo>
                  <a:lnTo>
                    <a:pt x="200901" y="826757"/>
                  </a:lnTo>
                  <a:lnTo>
                    <a:pt x="201803" y="830427"/>
                  </a:lnTo>
                  <a:lnTo>
                    <a:pt x="215976" y="871550"/>
                  </a:lnTo>
                  <a:lnTo>
                    <a:pt x="215773" y="871054"/>
                  </a:lnTo>
                  <a:lnTo>
                    <a:pt x="211759" y="860196"/>
                  </a:lnTo>
                  <a:lnTo>
                    <a:pt x="203339" y="863219"/>
                  </a:lnTo>
                  <a:lnTo>
                    <a:pt x="207619" y="874458"/>
                  </a:lnTo>
                  <a:lnTo>
                    <a:pt x="209854" y="879894"/>
                  </a:lnTo>
                  <a:lnTo>
                    <a:pt x="217957" y="876693"/>
                  </a:lnTo>
                  <a:lnTo>
                    <a:pt x="234213" y="912660"/>
                  </a:lnTo>
                  <a:lnTo>
                    <a:pt x="232244" y="908735"/>
                  </a:lnTo>
                  <a:lnTo>
                    <a:pt x="224282" y="912634"/>
                  </a:lnTo>
                  <a:lnTo>
                    <a:pt x="227012" y="917956"/>
                  </a:lnTo>
                  <a:lnTo>
                    <a:pt x="229679" y="923277"/>
                  </a:lnTo>
                  <a:lnTo>
                    <a:pt x="232498" y="928547"/>
                  </a:lnTo>
                  <a:lnTo>
                    <a:pt x="240271" y="924242"/>
                  </a:lnTo>
                  <a:lnTo>
                    <a:pt x="257670" y="954913"/>
                  </a:lnTo>
                  <a:lnTo>
                    <a:pt x="250380" y="959497"/>
                  </a:lnTo>
                  <a:lnTo>
                    <a:pt x="253657" y="964742"/>
                  </a:lnTo>
                  <a:lnTo>
                    <a:pt x="256616" y="969581"/>
                  </a:lnTo>
                  <a:lnTo>
                    <a:pt x="259994" y="974572"/>
                  </a:lnTo>
                  <a:lnTo>
                    <a:pt x="267423" y="969581"/>
                  </a:lnTo>
                  <a:lnTo>
                    <a:pt x="263931" y="964565"/>
                  </a:lnTo>
                  <a:lnTo>
                    <a:pt x="262356" y="962063"/>
                  </a:lnTo>
                  <a:lnTo>
                    <a:pt x="281698" y="989965"/>
                  </a:lnTo>
                  <a:lnTo>
                    <a:pt x="279069" y="986459"/>
                  </a:lnTo>
                  <a:lnTo>
                    <a:pt x="275780" y="981697"/>
                  </a:lnTo>
                  <a:lnTo>
                    <a:pt x="272351" y="976820"/>
                  </a:lnTo>
                  <a:lnTo>
                    <a:pt x="265074" y="981913"/>
                  </a:lnTo>
                  <a:lnTo>
                    <a:pt x="268401" y="986840"/>
                  </a:lnTo>
                  <a:lnTo>
                    <a:pt x="271970" y="991781"/>
                  </a:lnTo>
                  <a:lnTo>
                    <a:pt x="275577" y="996480"/>
                  </a:lnTo>
                  <a:lnTo>
                    <a:pt x="282536" y="991171"/>
                  </a:lnTo>
                  <a:lnTo>
                    <a:pt x="285089" y="994841"/>
                  </a:lnTo>
                  <a:lnTo>
                    <a:pt x="287858" y="998181"/>
                  </a:lnTo>
                  <a:lnTo>
                    <a:pt x="280987" y="1003604"/>
                  </a:lnTo>
                  <a:lnTo>
                    <a:pt x="284657" y="1008265"/>
                  </a:lnTo>
                  <a:lnTo>
                    <a:pt x="288442" y="1012850"/>
                  </a:lnTo>
                  <a:lnTo>
                    <a:pt x="292087" y="1017473"/>
                  </a:lnTo>
                  <a:lnTo>
                    <a:pt x="299034" y="1011847"/>
                  </a:lnTo>
                  <a:lnTo>
                    <a:pt x="295186" y="1007300"/>
                  </a:lnTo>
                  <a:lnTo>
                    <a:pt x="291642" y="1002855"/>
                  </a:lnTo>
                  <a:lnTo>
                    <a:pt x="290195" y="1000975"/>
                  </a:lnTo>
                  <a:lnTo>
                    <a:pt x="309575" y="1024166"/>
                  </a:lnTo>
                  <a:lnTo>
                    <a:pt x="308470" y="1022985"/>
                  </a:lnTo>
                  <a:lnTo>
                    <a:pt x="304647" y="1018641"/>
                  </a:lnTo>
                  <a:lnTo>
                    <a:pt x="298030" y="1024305"/>
                  </a:lnTo>
                  <a:lnTo>
                    <a:pt x="301853" y="1028801"/>
                  </a:lnTo>
                  <a:lnTo>
                    <a:pt x="305866" y="1033335"/>
                  </a:lnTo>
                  <a:lnTo>
                    <a:pt x="309905" y="1037755"/>
                  </a:lnTo>
                  <a:lnTo>
                    <a:pt x="316306" y="1031875"/>
                  </a:lnTo>
                  <a:lnTo>
                    <a:pt x="334962" y="1050544"/>
                  </a:lnTo>
                  <a:lnTo>
                    <a:pt x="341160" y="1056728"/>
                  </a:lnTo>
                  <a:lnTo>
                    <a:pt x="335216" y="1063180"/>
                  </a:lnTo>
                  <a:lnTo>
                    <a:pt x="339407" y="1067371"/>
                  </a:lnTo>
                  <a:lnTo>
                    <a:pt x="343954" y="1071219"/>
                  </a:lnTo>
                  <a:lnTo>
                    <a:pt x="348373" y="1075131"/>
                  </a:lnTo>
                  <a:lnTo>
                    <a:pt x="354279" y="1068654"/>
                  </a:lnTo>
                  <a:lnTo>
                    <a:pt x="374205" y="1085291"/>
                  </a:lnTo>
                  <a:lnTo>
                    <a:pt x="365379" y="1078166"/>
                  </a:lnTo>
                  <a:lnTo>
                    <a:pt x="360934" y="1074293"/>
                  </a:lnTo>
                  <a:lnTo>
                    <a:pt x="354990" y="1081201"/>
                  </a:lnTo>
                  <a:lnTo>
                    <a:pt x="359689" y="1084922"/>
                  </a:lnTo>
                  <a:lnTo>
                    <a:pt x="364286" y="1088783"/>
                  </a:lnTo>
                  <a:lnTo>
                    <a:pt x="369049" y="1092504"/>
                  </a:lnTo>
                  <a:lnTo>
                    <a:pt x="374510" y="1085545"/>
                  </a:lnTo>
                  <a:lnTo>
                    <a:pt x="381203" y="1091133"/>
                  </a:lnTo>
                  <a:lnTo>
                    <a:pt x="376034" y="1098042"/>
                  </a:lnTo>
                  <a:lnTo>
                    <a:pt x="380758" y="1101610"/>
                  </a:lnTo>
                  <a:lnTo>
                    <a:pt x="390525" y="1108583"/>
                  </a:lnTo>
                  <a:lnTo>
                    <a:pt x="395579" y="1101445"/>
                  </a:lnTo>
                  <a:lnTo>
                    <a:pt x="390855" y="1098042"/>
                  </a:lnTo>
                  <a:lnTo>
                    <a:pt x="389483" y="1097000"/>
                  </a:lnTo>
                  <a:lnTo>
                    <a:pt x="408787" y="1110386"/>
                  </a:lnTo>
                  <a:lnTo>
                    <a:pt x="407733" y="1109700"/>
                  </a:lnTo>
                  <a:lnTo>
                    <a:pt x="402856" y="1106347"/>
                  </a:lnTo>
                  <a:lnTo>
                    <a:pt x="397992" y="1113739"/>
                  </a:lnTo>
                  <a:lnTo>
                    <a:pt x="407924" y="1120368"/>
                  </a:lnTo>
                  <a:lnTo>
                    <a:pt x="413004" y="1123607"/>
                  </a:lnTo>
                  <a:lnTo>
                    <a:pt x="417512" y="1116431"/>
                  </a:lnTo>
                  <a:lnTo>
                    <a:pt x="419912" y="1118082"/>
                  </a:lnTo>
                  <a:lnTo>
                    <a:pt x="424980" y="1120965"/>
                  </a:lnTo>
                  <a:lnTo>
                    <a:pt x="420522" y="1128293"/>
                  </a:lnTo>
                  <a:lnTo>
                    <a:pt x="430834" y="1134491"/>
                  </a:lnTo>
                  <a:lnTo>
                    <a:pt x="435902" y="1137323"/>
                  </a:lnTo>
                  <a:lnTo>
                    <a:pt x="440296" y="1129715"/>
                  </a:lnTo>
                  <a:lnTo>
                    <a:pt x="435838" y="1127125"/>
                  </a:lnTo>
                  <a:lnTo>
                    <a:pt x="448068" y="1134046"/>
                  </a:lnTo>
                  <a:lnTo>
                    <a:pt x="443979" y="1141768"/>
                  </a:lnTo>
                  <a:lnTo>
                    <a:pt x="454329" y="1147381"/>
                  </a:lnTo>
                  <a:lnTo>
                    <a:pt x="459803" y="1150048"/>
                  </a:lnTo>
                  <a:lnTo>
                    <a:pt x="463600" y="1142453"/>
                  </a:lnTo>
                  <a:lnTo>
                    <a:pt x="471563" y="1146048"/>
                  </a:lnTo>
                  <a:lnTo>
                    <a:pt x="467766" y="1153845"/>
                  </a:lnTo>
                  <a:lnTo>
                    <a:pt x="473049" y="1156665"/>
                  </a:lnTo>
                  <a:lnTo>
                    <a:pt x="478726" y="1159065"/>
                  </a:lnTo>
                  <a:lnTo>
                    <a:pt x="484238" y="1161326"/>
                  </a:lnTo>
                  <a:lnTo>
                    <a:pt x="487654" y="1153312"/>
                  </a:lnTo>
                  <a:lnTo>
                    <a:pt x="495655" y="1156919"/>
                  </a:lnTo>
                  <a:lnTo>
                    <a:pt x="492480" y="1165047"/>
                  </a:lnTo>
                  <a:lnTo>
                    <a:pt x="498081" y="1167155"/>
                  </a:lnTo>
                  <a:lnTo>
                    <a:pt x="509333" y="1171536"/>
                  </a:lnTo>
                  <a:lnTo>
                    <a:pt x="512191" y="1163332"/>
                  </a:lnTo>
                  <a:lnTo>
                    <a:pt x="520573" y="1166228"/>
                  </a:lnTo>
                  <a:lnTo>
                    <a:pt x="517715" y="1174635"/>
                  </a:lnTo>
                  <a:lnTo>
                    <a:pt x="523430" y="1176553"/>
                  </a:lnTo>
                  <a:lnTo>
                    <a:pt x="528980" y="1178547"/>
                  </a:lnTo>
                  <a:lnTo>
                    <a:pt x="534682" y="1180249"/>
                  </a:lnTo>
                  <a:lnTo>
                    <a:pt x="537171" y="1171943"/>
                  </a:lnTo>
                  <a:lnTo>
                    <a:pt x="545553" y="1174838"/>
                  </a:lnTo>
                  <a:lnTo>
                    <a:pt x="543280" y="1182624"/>
                  </a:lnTo>
                  <a:lnTo>
                    <a:pt x="549109" y="1184554"/>
                  </a:lnTo>
                  <a:lnTo>
                    <a:pt x="560641" y="1187475"/>
                  </a:lnTo>
                  <a:lnTo>
                    <a:pt x="562775" y="1179118"/>
                  </a:lnTo>
                  <a:lnTo>
                    <a:pt x="571373" y="1181214"/>
                  </a:lnTo>
                  <a:lnTo>
                    <a:pt x="569353" y="1189634"/>
                  </a:lnTo>
                  <a:lnTo>
                    <a:pt x="575043" y="1190967"/>
                  </a:lnTo>
                  <a:lnTo>
                    <a:pt x="586892" y="1193533"/>
                  </a:lnTo>
                  <a:lnTo>
                    <a:pt x="588467" y="1185354"/>
                  </a:lnTo>
                  <a:lnTo>
                    <a:pt x="592505" y="1186332"/>
                  </a:lnTo>
                  <a:lnTo>
                    <a:pt x="597166" y="1187005"/>
                  </a:lnTo>
                  <a:lnTo>
                    <a:pt x="595630" y="1195247"/>
                  </a:lnTo>
                  <a:lnTo>
                    <a:pt x="601497" y="1196301"/>
                  </a:lnTo>
                  <a:lnTo>
                    <a:pt x="613333" y="1198016"/>
                  </a:lnTo>
                  <a:lnTo>
                    <a:pt x="614667" y="1189532"/>
                  </a:lnTo>
                  <a:lnTo>
                    <a:pt x="623316" y="1190790"/>
                  </a:lnTo>
                  <a:lnTo>
                    <a:pt x="623252" y="1191323"/>
                  </a:lnTo>
                  <a:lnTo>
                    <a:pt x="623176" y="1191844"/>
                  </a:lnTo>
                  <a:lnTo>
                    <a:pt x="623100" y="1192441"/>
                  </a:lnTo>
                  <a:lnTo>
                    <a:pt x="622160" y="1199324"/>
                  </a:lnTo>
                  <a:lnTo>
                    <a:pt x="628116" y="1200061"/>
                  </a:lnTo>
                  <a:lnTo>
                    <a:pt x="634111" y="1200594"/>
                  </a:lnTo>
                  <a:lnTo>
                    <a:pt x="640054" y="1201254"/>
                  </a:lnTo>
                  <a:lnTo>
                    <a:pt x="640105" y="1200594"/>
                  </a:lnTo>
                  <a:lnTo>
                    <a:pt x="640219" y="1199324"/>
                  </a:lnTo>
                  <a:lnTo>
                    <a:pt x="640753" y="1193228"/>
                  </a:lnTo>
                  <a:lnTo>
                    <a:pt x="649681" y="1193647"/>
                  </a:lnTo>
                  <a:lnTo>
                    <a:pt x="649630" y="1194358"/>
                  </a:lnTo>
                  <a:lnTo>
                    <a:pt x="648982" y="1202067"/>
                  </a:lnTo>
                  <a:lnTo>
                    <a:pt x="654862" y="1202474"/>
                  </a:lnTo>
                  <a:lnTo>
                    <a:pt x="660819" y="1202969"/>
                  </a:lnTo>
                  <a:lnTo>
                    <a:pt x="666838" y="1203210"/>
                  </a:lnTo>
                  <a:lnTo>
                    <a:pt x="666877" y="1202067"/>
                  </a:lnTo>
                  <a:lnTo>
                    <a:pt x="667105" y="1194485"/>
                  </a:lnTo>
                  <a:lnTo>
                    <a:pt x="675932" y="1194904"/>
                  </a:lnTo>
                  <a:lnTo>
                    <a:pt x="675665" y="1203363"/>
                  </a:lnTo>
                  <a:lnTo>
                    <a:pt x="679869" y="1203540"/>
                  </a:lnTo>
                  <a:lnTo>
                    <a:pt x="693686" y="1203540"/>
                  </a:lnTo>
                  <a:lnTo>
                    <a:pt x="693686" y="1195273"/>
                  </a:lnTo>
                  <a:lnTo>
                    <a:pt x="702310" y="1194854"/>
                  </a:lnTo>
                  <a:lnTo>
                    <a:pt x="702665" y="1203363"/>
                  </a:lnTo>
                  <a:lnTo>
                    <a:pt x="708685" y="1203210"/>
                  </a:lnTo>
                  <a:lnTo>
                    <a:pt x="714692" y="1202969"/>
                  </a:lnTo>
                  <a:lnTo>
                    <a:pt x="720661" y="1202474"/>
                  </a:lnTo>
                  <a:lnTo>
                    <a:pt x="720077" y="1194003"/>
                  </a:lnTo>
                  <a:lnTo>
                    <a:pt x="728827" y="1193596"/>
                  </a:lnTo>
                  <a:lnTo>
                    <a:pt x="729500" y="1201851"/>
                  </a:lnTo>
                  <a:lnTo>
                    <a:pt x="735507" y="1201318"/>
                  </a:lnTo>
                  <a:lnTo>
                    <a:pt x="741514" y="1200594"/>
                  </a:lnTo>
                  <a:lnTo>
                    <a:pt x="747356" y="1200061"/>
                  </a:lnTo>
                  <a:lnTo>
                    <a:pt x="746429" y="1191869"/>
                  </a:lnTo>
                  <a:lnTo>
                    <a:pt x="755002" y="1190637"/>
                  </a:lnTo>
                  <a:lnTo>
                    <a:pt x="756272" y="1199083"/>
                  </a:lnTo>
                  <a:lnTo>
                    <a:pt x="768146" y="1197317"/>
                  </a:lnTo>
                  <a:lnTo>
                    <a:pt x="773963" y="1196301"/>
                  </a:lnTo>
                  <a:lnTo>
                    <a:pt x="772566" y="1188110"/>
                  </a:lnTo>
                  <a:lnTo>
                    <a:pt x="781316" y="1186840"/>
                  </a:lnTo>
                  <a:lnTo>
                    <a:pt x="782891" y="1194727"/>
                  </a:lnTo>
                  <a:lnTo>
                    <a:pt x="788860" y="1193749"/>
                  </a:lnTo>
                  <a:lnTo>
                    <a:pt x="794499" y="1192428"/>
                  </a:lnTo>
                  <a:lnTo>
                    <a:pt x="800315" y="1191145"/>
                  </a:lnTo>
                  <a:lnTo>
                    <a:pt x="798588" y="1182992"/>
                  </a:lnTo>
                  <a:lnTo>
                    <a:pt x="807123" y="1180922"/>
                  </a:lnTo>
                  <a:lnTo>
                    <a:pt x="808990" y="1189177"/>
                  </a:lnTo>
                  <a:lnTo>
                    <a:pt x="814920" y="1187742"/>
                  </a:lnTo>
                  <a:lnTo>
                    <a:pt x="820712" y="1186180"/>
                  </a:lnTo>
                  <a:lnTo>
                    <a:pt x="826350" y="1184592"/>
                  </a:lnTo>
                  <a:lnTo>
                    <a:pt x="824318" y="1176743"/>
                  </a:lnTo>
                  <a:lnTo>
                    <a:pt x="829132" y="1175575"/>
                  </a:lnTo>
                  <a:lnTo>
                    <a:pt x="830745" y="1175181"/>
                  </a:lnTo>
                  <a:lnTo>
                    <a:pt x="832688" y="1174521"/>
                  </a:lnTo>
                  <a:lnTo>
                    <a:pt x="834936" y="1182065"/>
                  </a:lnTo>
                  <a:lnTo>
                    <a:pt x="840854" y="1180452"/>
                  </a:lnTo>
                  <a:lnTo>
                    <a:pt x="852106" y="1176756"/>
                  </a:lnTo>
                  <a:lnTo>
                    <a:pt x="849477" y="1168730"/>
                  </a:lnTo>
                  <a:lnTo>
                    <a:pt x="857707" y="1165898"/>
                  </a:lnTo>
                  <a:lnTo>
                    <a:pt x="860577" y="1173848"/>
                  </a:lnTo>
                  <a:lnTo>
                    <a:pt x="866190" y="1171689"/>
                  </a:lnTo>
                  <a:lnTo>
                    <a:pt x="871651" y="1169466"/>
                  </a:lnTo>
                  <a:lnTo>
                    <a:pt x="877265" y="1167320"/>
                  </a:lnTo>
                  <a:lnTo>
                    <a:pt x="874395" y="1160145"/>
                  </a:lnTo>
                  <a:lnTo>
                    <a:pt x="874966" y="1159941"/>
                  </a:lnTo>
                  <a:lnTo>
                    <a:pt x="882370" y="1156601"/>
                  </a:lnTo>
                  <a:lnTo>
                    <a:pt x="885596" y="1164082"/>
                  </a:lnTo>
                  <a:lnTo>
                    <a:pt x="891032" y="1161783"/>
                  </a:lnTo>
                  <a:lnTo>
                    <a:pt x="901966" y="1157033"/>
                  </a:lnTo>
                  <a:lnTo>
                    <a:pt x="898537" y="1149299"/>
                  </a:lnTo>
                  <a:lnTo>
                    <a:pt x="906526" y="1145692"/>
                  </a:lnTo>
                  <a:lnTo>
                    <a:pt x="910018" y="1152956"/>
                  </a:lnTo>
                  <a:lnTo>
                    <a:pt x="920826" y="1147864"/>
                  </a:lnTo>
                  <a:lnTo>
                    <a:pt x="925995" y="1145057"/>
                  </a:lnTo>
                  <a:lnTo>
                    <a:pt x="922248" y="1138021"/>
                  </a:lnTo>
                  <a:lnTo>
                    <a:pt x="929944" y="1133652"/>
                  </a:lnTo>
                  <a:lnTo>
                    <a:pt x="933996" y="1140866"/>
                  </a:lnTo>
                  <a:lnTo>
                    <a:pt x="939190" y="1138034"/>
                  </a:lnTo>
                  <a:lnTo>
                    <a:pt x="944206" y="1135087"/>
                  </a:lnTo>
                  <a:lnTo>
                    <a:pt x="949591" y="1132014"/>
                  </a:lnTo>
                  <a:lnTo>
                    <a:pt x="945286" y="1124966"/>
                  </a:lnTo>
                  <a:lnTo>
                    <a:pt x="952881" y="1120660"/>
                  </a:lnTo>
                  <a:lnTo>
                    <a:pt x="957199" y="1127391"/>
                  </a:lnTo>
                  <a:lnTo>
                    <a:pt x="962215" y="1124458"/>
                  </a:lnTo>
                  <a:lnTo>
                    <a:pt x="972235" y="1117676"/>
                  </a:lnTo>
                  <a:lnTo>
                    <a:pt x="967613" y="1111021"/>
                  </a:lnTo>
                  <a:lnTo>
                    <a:pt x="974877" y="1105979"/>
                  </a:lnTo>
                  <a:lnTo>
                    <a:pt x="979652" y="1112824"/>
                  </a:lnTo>
                  <a:lnTo>
                    <a:pt x="984643" y="1109408"/>
                  </a:lnTo>
                  <a:lnTo>
                    <a:pt x="989380" y="1105827"/>
                  </a:lnTo>
                  <a:lnTo>
                    <a:pt x="994156" y="1102360"/>
                  </a:lnTo>
                  <a:lnTo>
                    <a:pt x="989368" y="1095946"/>
                  </a:lnTo>
                  <a:lnTo>
                    <a:pt x="995197" y="1091895"/>
                  </a:lnTo>
                  <a:lnTo>
                    <a:pt x="996632" y="1090701"/>
                  </a:lnTo>
                  <a:lnTo>
                    <a:pt x="1001306" y="1096949"/>
                  </a:lnTo>
                  <a:lnTo>
                    <a:pt x="1006017" y="1093393"/>
                  </a:lnTo>
                  <a:lnTo>
                    <a:pt x="1010729" y="1089609"/>
                  </a:lnTo>
                  <a:lnTo>
                    <a:pt x="1015301" y="1085761"/>
                  </a:lnTo>
                  <a:lnTo>
                    <a:pt x="1010005" y="1079538"/>
                  </a:lnTo>
                  <a:lnTo>
                    <a:pt x="1016850" y="1073810"/>
                  </a:lnTo>
                  <a:lnTo>
                    <a:pt x="1022134" y="1080046"/>
                  </a:lnTo>
                  <a:lnTo>
                    <a:pt x="1026795" y="1076083"/>
                  </a:lnTo>
                  <a:lnTo>
                    <a:pt x="1031100" y="1072324"/>
                  </a:lnTo>
                  <a:lnTo>
                    <a:pt x="1035418" y="1068209"/>
                  </a:lnTo>
                  <a:lnTo>
                    <a:pt x="1030389" y="1062507"/>
                  </a:lnTo>
                  <a:lnTo>
                    <a:pt x="1036650" y="1056246"/>
                  </a:lnTo>
                  <a:lnTo>
                    <a:pt x="1042149" y="1062126"/>
                  </a:lnTo>
                  <a:lnTo>
                    <a:pt x="1050899" y="1053858"/>
                  </a:lnTo>
                  <a:lnTo>
                    <a:pt x="1055014" y="1049528"/>
                  </a:lnTo>
                  <a:lnTo>
                    <a:pt x="1049121" y="1043774"/>
                  </a:lnTo>
                  <a:lnTo>
                    <a:pt x="1055192" y="1037704"/>
                  </a:lnTo>
                  <a:lnTo>
                    <a:pt x="1061135" y="1043101"/>
                  </a:lnTo>
                  <a:lnTo>
                    <a:pt x="1065276" y="1038707"/>
                  </a:lnTo>
                  <a:lnTo>
                    <a:pt x="1069378" y="1034478"/>
                  </a:lnTo>
                  <a:lnTo>
                    <a:pt x="1073289" y="1029919"/>
                  </a:lnTo>
                  <a:lnTo>
                    <a:pt x="1067333" y="1024661"/>
                  </a:lnTo>
                  <a:lnTo>
                    <a:pt x="1072997" y="1017879"/>
                  </a:lnTo>
                  <a:lnTo>
                    <a:pt x="1079131" y="1023150"/>
                  </a:lnTo>
                  <a:lnTo>
                    <a:pt x="1083132" y="1018730"/>
                  </a:lnTo>
                  <a:lnTo>
                    <a:pt x="1087018" y="1013929"/>
                  </a:lnTo>
                  <a:lnTo>
                    <a:pt x="1090625" y="1009307"/>
                  </a:lnTo>
                  <a:lnTo>
                    <a:pt x="1084262" y="1004379"/>
                  </a:lnTo>
                  <a:lnTo>
                    <a:pt x="1089964" y="997572"/>
                  </a:lnTo>
                  <a:lnTo>
                    <a:pt x="1096251" y="1002385"/>
                  </a:lnTo>
                  <a:lnTo>
                    <a:pt x="1099921" y="997508"/>
                  </a:lnTo>
                  <a:lnTo>
                    <a:pt x="1103528" y="992784"/>
                  </a:lnTo>
                  <a:lnTo>
                    <a:pt x="1106779" y="987971"/>
                  </a:lnTo>
                  <a:lnTo>
                    <a:pt x="1100302" y="983208"/>
                  </a:lnTo>
                  <a:lnTo>
                    <a:pt x="1105319" y="975969"/>
                  </a:lnTo>
                  <a:lnTo>
                    <a:pt x="1112202" y="980490"/>
                  </a:lnTo>
                  <a:lnTo>
                    <a:pt x="1115428" y="975766"/>
                  </a:lnTo>
                  <a:lnTo>
                    <a:pt x="1118933" y="970711"/>
                  </a:lnTo>
                  <a:lnTo>
                    <a:pt x="1122133" y="965669"/>
                  </a:lnTo>
                  <a:lnTo>
                    <a:pt x="1115441" y="961364"/>
                  </a:lnTo>
                  <a:lnTo>
                    <a:pt x="1118425" y="957059"/>
                  </a:lnTo>
                  <a:lnTo>
                    <a:pt x="1120190" y="953947"/>
                  </a:lnTo>
                  <a:lnTo>
                    <a:pt x="1126858" y="958151"/>
                  </a:lnTo>
                  <a:lnTo>
                    <a:pt x="1133132" y="947826"/>
                  </a:lnTo>
                  <a:lnTo>
                    <a:pt x="1136078" y="942670"/>
                  </a:lnTo>
                  <a:lnTo>
                    <a:pt x="1128864" y="938657"/>
                  </a:lnTo>
                  <a:lnTo>
                    <a:pt x="1133233" y="930935"/>
                  </a:lnTo>
                  <a:lnTo>
                    <a:pt x="1140371" y="934821"/>
                  </a:lnTo>
                  <a:lnTo>
                    <a:pt x="1146048" y="924242"/>
                  </a:lnTo>
                  <a:lnTo>
                    <a:pt x="1148727" y="918959"/>
                  </a:lnTo>
                  <a:lnTo>
                    <a:pt x="1141831" y="915492"/>
                  </a:lnTo>
                  <a:lnTo>
                    <a:pt x="1145476" y="907402"/>
                  </a:lnTo>
                  <a:lnTo>
                    <a:pt x="1152652" y="910907"/>
                  </a:lnTo>
                  <a:lnTo>
                    <a:pt x="1155395" y="905522"/>
                  </a:lnTo>
                  <a:lnTo>
                    <a:pt x="1157846" y="900112"/>
                  </a:lnTo>
                  <a:lnTo>
                    <a:pt x="1160195" y="894549"/>
                  </a:lnTo>
                  <a:lnTo>
                    <a:pt x="1152728" y="891336"/>
                  </a:lnTo>
                  <a:lnTo>
                    <a:pt x="1156385" y="883246"/>
                  </a:lnTo>
                  <a:lnTo>
                    <a:pt x="1163853" y="886345"/>
                  </a:lnTo>
                  <a:lnTo>
                    <a:pt x="1166152" y="880846"/>
                  </a:lnTo>
                  <a:lnTo>
                    <a:pt x="1168298" y="875207"/>
                  </a:lnTo>
                  <a:lnTo>
                    <a:pt x="1170470" y="869683"/>
                  </a:lnTo>
                  <a:lnTo>
                    <a:pt x="1162964" y="866787"/>
                  </a:lnTo>
                  <a:lnTo>
                    <a:pt x="1165872" y="858367"/>
                  </a:lnTo>
                  <a:lnTo>
                    <a:pt x="1173518" y="861161"/>
                  </a:lnTo>
                  <a:lnTo>
                    <a:pt x="1177518" y="849947"/>
                  </a:lnTo>
                  <a:lnTo>
                    <a:pt x="1179156" y="844321"/>
                  </a:lnTo>
                  <a:lnTo>
                    <a:pt x="1171587" y="841781"/>
                  </a:lnTo>
                  <a:lnTo>
                    <a:pt x="1174508" y="833297"/>
                  </a:lnTo>
                  <a:lnTo>
                    <a:pt x="1182001" y="835583"/>
                  </a:lnTo>
                  <a:lnTo>
                    <a:pt x="1183754" y="829995"/>
                  </a:lnTo>
                  <a:lnTo>
                    <a:pt x="1185316" y="824166"/>
                  </a:lnTo>
                  <a:lnTo>
                    <a:pt x="1186789" y="818375"/>
                  </a:lnTo>
                  <a:lnTo>
                    <a:pt x="1178928" y="816317"/>
                  </a:lnTo>
                  <a:lnTo>
                    <a:pt x="1180998" y="807758"/>
                  </a:lnTo>
                  <a:lnTo>
                    <a:pt x="1189139" y="809599"/>
                  </a:lnTo>
                  <a:lnTo>
                    <a:pt x="1190548" y="803821"/>
                  </a:lnTo>
                  <a:lnTo>
                    <a:pt x="1192923" y="792200"/>
                  </a:lnTo>
                  <a:lnTo>
                    <a:pt x="1185189" y="790524"/>
                  </a:lnTo>
                  <a:lnTo>
                    <a:pt x="1186649" y="784517"/>
                  </a:lnTo>
                  <a:lnTo>
                    <a:pt x="1187018" y="781951"/>
                  </a:lnTo>
                  <a:lnTo>
                    <a:pt x="1194714" y="783475"/>
                  </a:lnTo>
                  <a:lnTo>
                    <a:pt x="1195781" y="777417"/>
                  </a:lnTo>
                  <a:lnTo>
                    <a:pt x="1196936" y="771613"/>
                  </a:lnTo>
                  <a:lnTo>
                    <a:pt x="1197559" y="765695"/>
                  </a:lnTo>
                  <a:lnTo>
                    <a:pt x="1189558" y="764349"/>
                  </a:lnTo>
                  <a:lnTo>
                    <a:pt x="1190790" y="755815"/>
                  </a:lnTo>
                  <a:lnTo>
                    <a:pt x="1198918" y="756805"/>
                  </a:lnTo>
                  <a:lnTo>
                    <a:pt x="1199794" y="750912"/>
                  </a:lnTo>
                  <a:lnTo>
                    <a:pt x="1200327" y="744931"/>
                  </a:lnTo>
                  <a:lnTo>
                    <a:pt x="1200429" y="744143"/>
                  </a:lnTo>
                  <a:lnTo>
                    <a:pt x="1201102" y="738987"/>
                  </a:lnTo>
                  <a:lnTo>
                    <a:pt x="1193317" y="738263"/>
                  </a:lnTo>
                  <a:lnTo>
                    <a:pt x="1193495" y="737108"/>
                  </a:lnTo>
                  <a:lnTo>
                    <a:pt x="1193584" y="735215"/>
                  </a:lnTo>
                  <a:lnTo>
                    <a:pt x="1193850" y="729424"/>
                  </a:lnTo>
                  <a:lnTo>
                    <a:pt x="1201762" y="730059"/>
                  </a:lnTo>
                  <a:lnTo>
                    <a:pt x="1201839" y="729335"/>
                  </a:lnTo>
                  <a:lnTo>
                    <a:pt x="1202423" y="724154"/>
                  </a:lnTo>
                  <a:lnTo>
                    <a:pt x="1202461" y="723480"/>
                  </a:lnTo>
                  <a:lnTo>
                    <a:pt x="1202766" y="717778"/>
                  </a:lnTo>
                  <a:lnTo>
                    <a:pt x="1203109" y="712203"/>
                  </a:lnTo>
                  <a:lnTo>
                    <a:pt x="1194701" y="711822"/>
                  </a:lnTo>
                  <a:lnTo>
                    <a:pt x="1195120" y="703021"/>
                  </a:lnTo>
                  <a:lnTo>
                    <a:pt x="1203464" y="703262"/>
                  </a:lnTo>
                  <a:lnTo>
                    <a:pt x="1203579" y="685368"/>
                  </a:lnTo>
                  <a:close/>
                </a:path>
                <a:path w="1376680" h="1376680">
                  <a:moveTo>
                    <a:pt x="1212773" y="1132814"/>
                  </a:moveTo>
                  <a:lnTo>
                    <a:pt x="1201369" y="1122997"/>
                  </a:lnTo>
                  <a:lnTo>
                    <a:pt x="1198232" y="1126756"/>
                  </a:lnTo>
                  <a:lnTo>
                    <a:pt x="1194841" y="1130630"/>
                  </a:lnTo>
                  <a:lnTo>
                    <a:pt x="1191641" y="1134135"/>
                  </a:lnTo>
                  <a:lnTo>
                    <a:pt x="1202867" y="1144117"/>
                  </a:lnTo>
                  <a:lnTo>
                    <a:pt x="1206157" y="1140307"/>
                  </a:lnTo>
                  <a:lnTo>
                    <a:pt x="1209408" y="1136573"/>
                  </a:lnTo>
                  <a:lnTo>
                    <a:pt x="1212773" y="1132814"/>
                  </a:lnTo>
                  <a:close/>
                </a:path>
                <a:path w="1376680" h="1376680">
                  <a:moveTo>
                    <a:pt x="1221282" y="253796"/>
                  </a:moveTo>
                  <a:lnTo>
                    <a:pt x="1218006" y="249885"/>
                  </a:lnTo>
                  <a:lnTo>
                    <a:pt x="1214805" y="246011"/>
                  </a:lnTo>
                  <a:lnTo>
                    <a:pt x="1211580" y="242150"/>
                  </a:lnTo>
                  <a:lnTo>
                    <a:pt x="1200086" y="251942"/>
                  </a:lnTo>
                  <a:lnTo>
                    <a:pt x="1203464" y="255600"/>
                  </a:lnTo>
                  <a:lnTo>
                    <a:pt x="1206538" y="259422"/>
                  </a:lnTo>
                  <a:lnTo>
                    <a:pt x="1209763" y="263283"/>
                  </a:lnTo>
                  <a:lnTo>
                    <a:pt x="1221282" y="253796"/>
                  </a:lnTo>
                  <a:close/>
                </a:path>
                <a:path w="1376680" h="1376680">
                  <a:moveTo>
                    <a:pt x="1231836" y="1109154"/>
                  </a:moveTo>
                  <a:lnTo>
                    <a:pt x="1220038" y="1099921"/>
                  </a:lnTo>
                  <a:lnTo>
                    <a:pt x="1216964" y="1103871"/>
                  </a:lnTo>
                  <a:lnTo>
                    <a:pt x="1210754" y="1111669"/>
                  </a:lnTo>
                  <a:lnTo>
                    <a:pt x="1222451" y="1121067"/>
                  </a:lnTo>
                  <a:lnTo>
                    <a:pt x="1225550" y="1117053"/>
                  </a:lnTo>
                  <a:lnTo>
                    <a:pt x="1228775" y="1113129"/>
                  </a:lnTo>
                  <a:lnTo>
                    <a:pt x="1231836" y="1109154"/>
                  </a:lnTo>
                  <a:close/>
                </a:path>
                <a:path w="1376680" h="1376680">
                  <a:moveTo>
                    <a:pt x="1239837" y="277507"/>
                  </a:moveTo>
                  <a:lnTo>
                    <a:pt x="1236878" y="273532"/>
                  </a:lnTo>
                  <a:lnTo>
                    <a:pt x="1230693" y="265531"/>
                  </a:lnTo>
                  <a:lnTo>
                    <a:pt x="1218933" y="274802"/>
                  </a:lnTo>
                  <a:lnTo>
                    <a:pt x="1221892" y="278714"/>
                  </a:lnTo>
                  <a:lnTo>
                    <a:pt x="1224902" y="282651"/>
                  </a:lnTo>
                  <a:lnTo>
                    <a:pt x="1227988" y="286562"/>
                  </a:lnTo>
                  <a:lnTo>
                    <a:pt x="1239837" y="277507"/>
                  </a:lnTo>
                  <a:close/>
                </a:path>
                <a:path w="1376680" h="1376680">
                  <a:moveTo>
                    <a:pt x="1250010" y="1084922"/>
                  </a:moveTo>
                  <a:lnTo>
                    <a:pt x="1237767" y="1076083"/>
                  </a:lnTo>
                  <a:lnTo>
                    <a:pt x="1234719" y="1080325"/>
                  </a:lnTo>
                  <a:lnTo>
                    <a:pt x="1232001" y="1084300"/>
                  </a:lnTo>
                  <a:lnTo>
                    <a:pt x="1228991" y="1088161"/>
                  </a:lnTo>
                  <a:lnTo>
                    <a:pt x="1241018" y="1097089"/>
                  </a:lnTo>
                  <a:lnTo>
                    <a:pt x="1244066" y="1093050"/>
                  </a:lnTo>
                  <a:lnTo>
                    <a:pt x="1247063" y="1088872"/>
                  </a:lnTo>
                  <a:lnTo>
                    <a:pt x="1250010" y="1084922"/>
                  </a:lnTo>
                  <a:close/>
                </a:path>
                <a:path w="1376680" h="1376680">
                  <a:moveTo>
                    <a:pt x="1257439" y="302234"/>
                  </a:moveTo>
                  <a:lnTo>
                    <a:pt x="1254772" y="298119"/>
                  </a:lnTo>
                  <a:lnTo>
                    <a:pt x="1248816" y="289814"/>
                  </a:lnTo>
                  <a:lnTo>
                    <a:pt x="1236611" y="298564"/>
                  </a:lnTo>
                  <a:lnTo>
                    <a:pt x="1239481" y="302539"/>
                  </a:lnTo>
                  <a:lnTo>
                    <a:pt x="1245057" y="310654"/>
                  </a:lnTo>
                  <a:lnTo>
                    <a:pt x="1257439" y="302234"/>
                  </a:lnTo>
                  <a:close/>
                </a:path>
                <a:path w="1376680" h="1376680">
                  <a:moveTo>
                    <a:pt x="1266939" y="1059700"/>
                  </a:moveTo>
                  <a:lnTo>
                    <a:pt x="1254315" y="1051699"/>
                  </a:lnTo>
                  <a:lnTo>
                    <a:pt x="1251737" y="1055814"/>
                  </a:lnTo>
                  <a:lnTo>
                    <a:pt x="1248943" y="1059865"/>
                  </a:lnTo>
                  <a:lnTo>
                    <a:pt x="1246162" y="1064183"/>
                  </a:lnTo>
                  <a:lnTo>
                    <a:pt x="1258531" y="1072324"/>
                  </a:lnTo>
                  <a:lnTo>
                    <a:pt x="1261478" y="1068209"/>
                  </a:lnTo>
                  <a:lnTo>
                    <a:pt x="1264323" y="1063967"/>
                  </a:lnTo>
                  <a:lnTo>
                    <a:pt x="1266939" y="1059700"/>
                  </a:lnTo>
                  <a:close/>
                </a:path>
                <a:path w="1376680" h="1376680">
                  <a:moveTo>
                    <a:pt x="1273848" y="327533"/>
                  </a:moveTo>
                  <a:lnTo>
                    <a:pt x="1271244" y="323278"/>
                  </a:lnTo>
                  <a:lnTo>
                    <a:pt x="1268463" y="319049"/>
                  </a:lnTo>
                  <a:lnTo>
                    <a:pt x="1265707" y="314706"/>
                  </a:lnTo>
                  <a:lnTo>
                    <a:pt x="1253274" y="322961"/>
                  </a:lnTo>
                  <a:lnTo>
                    <a:pt x="1255928" y="327113"/>
                  </a:lnTo>
                  <a:lnTo>
                    <a:pt x="1258531" y="331368"/>
                  </a:lnTo>
                  <a:lnTo>
                    <a:pt x="1261325" y="335483"/>
                  </a:lnTo>
                  <a:lnTo>
                    <a:pt x="1273848" y="327533"/>
                  </a:lnTo>
                  <a:close/>
                </a:path>
                <a:path w="1376680" h="1376680">
                  <a:moveTo>
                    <a:pt x="1282712" y="1033970"/>
                  </a:moveTo>
                  <a:lnTo>
                    <a:pt x="1269873" y="1026287"/>
                  </a:lnTo>
                  <a:lnTo>
                    <a:pt x="1267396" y="1030744"/>
                  </a:lnTo>
                  <a:lnTo>
                    <a:pt x="1264729" y="1034808"/>
                  </a:lnTo>
                  <a:lnTo>
                    <a:pt x="1262291" y="1039101"/>
                  </a:lnTo>
                  <a:lnTo>
                    <a:pt x="1275105" y="1047000"/>
                  </a:lnTo>
                  <a:lnTo>
                    <a:pt x="1277607" y="1042555"/>
                  </a:lnTo>
                  <a:lnTo>
                    <a:pt x="1280350" y="1038275"/>
                  </a:lnTo>
                  <a:lnTo>
                    <a:pt x="1282712" y="1033970"/>
                  </a:lnTo>
                  <a:close/>
                </a:path>
                <a:path w="1376680" h="1376680">
                  <a:moveTo>
                    <a:pt x="1289304" y="353644"/>
                  </a:moveTo>
                  <a:lnTo>
                    <a:pt x="1286700" y="349262"/>
                  </a:lnTo>
                  <a:lnTo>
                    <a:pt x="1284351" y="344855"/>
                  </a:lnTo>
                  <a:lnTo>
                    <a:pt x="1281684" y="340575"/>
                  </a:lnTo>
                  <a:lnTo>
                    <a:pt x="1268818" y="348157"/>
                  </a:lnTo>
                  <a:lnTo>
                    <a:pt x="1271244" y="352399"/>
                  </a:lnTo>
                  <a:lnTo>
                    <a:pt x="1273822" y="356666"/>
                  </a:lnTo>
                  <a:lnTo>
                    <a:pt x="1276197" y="360984"/>
                  </a:lnTo>
                  <a:lnTo>
                    <a:pt x="1289304" y="353644"/>
                  </a:lnTo>
                  <a:close/>
                </a:path>
                <a:path w="1376680" h="1376680">
                  <a:moveTo>
                    <a:pt x="1297508" y="1007313"/>
                  </a:moveTo>
                  <a:lnTo>
                    <a:pt x="1284160" y="1000417"/>
                  </a:lnTo>
                  <a:lnTo>
                    <a:pt x="1279550" y="1009154"/>
                  </a:lnTo>
                  <a:lnTo>
                    <a:pt x="1277150" y="1013383"/>
                  </a:lnTo>
                  <a:lnTo>
                    <a:pt x="1290142" y="1020699"/>
                  </a:lnTo>
                  <a:lnTo>
                    <a:pt x="1292745" y="1016279"/>
                  </a:lnTo>
                  <a:lnTo>
                    <a:pt x="1295158" y="1011847"/>
                  </a:lnTo>
                  <a:lnTo>
                    <a:pt x="1297508" y="1007313"/>
                  </a:lnTo>
                  <a:close/>
                </a:path>
                <a:path w="1376680" h="1376680">
                  <a:moveTo>
                    <a:pt x="1303401" y="380238"/>
                  </a:moveTo>
                  <a:lnTo>
                    <a:pt x="1301254" y="375894"/>
                  </a:lnTo>
                  <a:lnTo>
                    <a:pt x="1298854" y="371309"/>
                  </a:lnTo>
                  <a:lnTo>
                    <a:pt x="1296441" y="367017"/>
                  </a:lnTo>
                  <a:lnTo>
                    <a:pt x="1283284" y="373926"/>
                  </a:lnTo>
                  <a:lnTo>
                    <a:pt x="1285455" y="378409"/>
                  </a:lnTo>
                  <a:lnTo>
                    <a:pt x="1287729" y="382549"/>
                  </a:lnTo>
                  <a:lnTo>
                    <a:pt x="1289964" y="387019"/>
                  </a:lnTo>
                  <a:lnTo>
                    <a:pt x="1303401" y="380238"/>
                  </a:lnTo>
                  <a:close/>
                </a:path>
                <a:path w="1376680" h="1376680">
                  <a:moveTo>
                    <a:pt x="1311071" y="980109"/>
                  </a:moveTo>
                  <a:lnTo>
                    <a:pt x="1297368" y="973836"/>
                  </a:lnTo>
                  <a:lnTo>
                    <a:pt x="1295336" y="978242"/>
                  </a:lnTo>
                  <a:lnTo>
                    <a:pt x="1293279" y="982853"/>
                  </a:lnTo>
                  <a:lnTo>
                    <a:pt x="1290955" y="987158"/>
                  </a:lnTo>
                  <a:lnTo>
                    <a:pt x="1304302" y="993838"/>
                  </a:lnTo>
                  <a:lnTo>
                    <a:pt x="1306652" y="989317"/>
                  </a:lnTo>
                  <a:lnTo>
                    <a:pt x="1308684" y="984859"/>
                  </a:lnTo>
                  <a:lnTo>
                    <a:pt x="1311071" y="980109"/>
                  </a:lnTo>
                  <a:close/>
                </a:path>
                <a:path w="1376680" h="1376680">
                  <a:moveTo>
                    <a:pt x="1316291" y="407670"/>
                  </a:moveTo>
                  <a:lnTo>
                    <a:pt x="1314208" y="403098"/>
                  </a:lnTo>
                  <a:lnTo>
                    <a:pt x="1312202" y="398437"/>
                  </a:lnTo>
                  <a:lnTo>
                    <a:pt x="1310030" y="393852"/>
                  </a:lnTo>
                  <a:lnTo>
                    <a:pt x="1296568" y="400278"/>
                  </a:lnTo>
                  <a:lnTo>
                    <a:pt x="1298663" y="404837"/>
                  </a:lnTo>
                  <a:lnTo>
                    <a:pt x="1300594" y="409206"/>
                  </a:lnTo>
                  <a:lnTo>
                    <a:pt x="1302550" y="413766"/>
                  </a:lnTo>
                  <a:lnTo>
                    <a:pt x="1316291" y="407670"/>
                  </a:lnTo>
                  <a:close/>
                </a:path>
                <a:path w="1376680" h="1376680">
                  <a:moveTo>
                    <a:pt x="1323378" y="952347"/>
                  </a:moveTo>
                  <a:lnTo>
                    <a:pt x="1309573" y="946683"/>
                  </a:lnTo>
                  <a:lnTo>
                    <a:pt x="1305585" y="955802"/>
                  </a:lnTo>
                  <a:lnTo>
                    <a:pt x="1303578" y="960221"/>
                  </a:lnTo>
                  <a:lnTo>
                    <a:pt x="1317345" y="966419"/>
                  </a:lnTo>
                  <a:lnTo>
                    <a:pt x="1319466" y="961720"/>
                  </a:lnTo>
                  <a:lnTo>
                    <a:pt x="1321371" y="957059"/>
                  </a:lnTo>
                  <a:lnTo>
                    <a:pt x="1323378" y="952347"/>
                  </a:lnTo>
                  <a:close/>
                </a:path>
                <a:path w="1376680" h="1376680">
                  <a:moveTo>
                    <a:pt x="1328077" y="435330"/>
                  </a:moveTo>
                  <a:lnTo>
                    <a:pt x="1326324" y="430733"/>
                  </a:lnTo>
                  <a:lnTo>
                    <a:pt x="1324419" y="426072"/>
                  </a:lnTo>
                  <a:lnTo>
                    <a:pt x="1322349" y="421297"/>
                  </a:lnTo>
                  <a:lnTo>
                    <a:pt x="1308620" y="427278"/>
                  </a:lnTo>
                  <a:lnTo>
                    <a:pt x="1312379" y="436397"/>
                  </a:lnTo>
                  <a:lnTo>
                    <a:pt x="1314208" y="441007"/>
                  </a:lnTo>
                  <a:lnTo>
                    <a:pt x="1328077" y="435330"/>
                  </a:lnTo>
                  <a:close/>
                </a:path>
                <a:path w="1376680" h="1376680">
                  <a:moveTo>
                    <a:pt x="1334477" y="924242"/>
                  </a:moveTo>
                  <a:lnTo>
                    <a:pt x="1320393" y="918959"/>
                  </a:lnTo>
                  <a:lnTo>
                    <a:pt x="1318742" y="923671"/>
                  </a:lnTo>
                  <a:lnTo>
                    <a:pt x="1317015" y="928331"/>
                  </a:lnTo>
                  <a:lnTo>
                    <a:pt x="1315224" y="932827"/>
                  </a:lnTo>
                  <a:lnTo>
                    <a:pt x="1328991" y="938504"/>
                  </a:lnTo>
                  <a:lnTo>
                    <a:pt x="1330934" y="933589"/>
                  </a:lnTo>
                  <a:lnTo>
                    <a:pt x="1332687" y="928903"/>
                  </a:lnTo>
                  <a:lnTo>
                    <a:pt x="1334477" y="924242"/>
                  </a:lnTo>
                  <a:close/>
                </a:path>
                <a:path w="1376680" h="1376680">
                  <a:moveTo>
                    <a:pt x="1338668" y="463715"/>
                  </a:moveTo>
                  <a:lnTo>
                    <a:pt x="1335252" y="454228"/>
                  </a:lnTo>
                  <a:lnTo>
                    <a:pt x="1333614" y="449529"/>
                  </a:lnTo>
                  <a:lnTo>
                    <a:pt x="1319466" y="454710"/>
                  </a:lnTo>
                  <a:lnTo>
                    <a:pt x="1321155" y="459359"/>
                  </a:lnTo>
                  <a:lnTo>
                    <a:pt x="1322870" y="463867"/>
                  </a:lnTo>
                  <a:lnTo>
                    <a:pt x="1324546" y="468718"/>
                  </a:lnTo>
                  <a:lnTo>
                    <a:pt x="1338668" y="463715"/>
                  </a:lnTo>
                  <a:close/>
                </a:path>
                <a:path w="1376680" h="1376680">
                  <a:moveTo>
                    <a:pt x="1344244" y="895515"/>
                  </a:moveTo>
                  <a:lnTo>
                    <a:pt x="1329994" y="891006"/>
                  </a:lnTo>
                  <a:lnTo>
                    <a:pt x="1328394" y="895667"/>
                  </a:lnTo>
                  <a:lnTo>
                    <a:pt x="1327010" y="900252"/>
                  </a:lnTo>
                  <a:lnTo>
                    <a:pt x="1325257" y="904989"/>
                  </a:lnTo>
                  <a:lnTo>
                    <a:pt x="1339519" y="909929"/>
                  </a:lnTo>
                  <a:lnTo>
                    <a:pt x="1341170" y="904989"/>
                  </a:lnTo>
                  <a:lnTo>
                    <a:pt x="1342809" y="900252"/>
                  </a:lnTo>
                  <a:lnTo>
                    <a:pt x="1344244" y="895515"/>
                  </a:lnTo>
                  <a:close/>
                </a:path>
                <a:path w="1376680" h="1376680">
                  <a:moveTo>
                    <a:pt x="1347939" y="492506"/>
                  </a:moveTo>
                  <a:lnTo>
                    <a:pt x="1346377" y="487502"/>
                  </a:lnTo>
                  <a:lnTo>
                    <a:pt x="1344980" y="482727"/>
                  </a:lnTo>
                  <a:lnTo>
                    <a:pt x="1343406" y="478040"/>
                  </a:lnTo>
                  <a:lnTo>
                    <a:pt x="1329042" y="482727"/>
                  </a:lnTo>
                  <a:lnTo>
                    <a:pt x="1329118" y="482942"/>
                  </a:lnTo>
                  <a:lnTo>
                    <a:pt x="1330807" y="487807"/>
                  </a:lnTo>
                  <a:lnTo>
                    <a:pt x="1332179" y="492074"/>
                  </a:lnTo>
                  <a:lnTo>
                    <a:pt x="1333614" y="496811"/>
                  </a:lnTo>
                  <a:lnTo>
                    <a:pt x="1347939" y="492506"/>
                  </a:lnTo>
                  <a:close/>
                </a:path>
                <a:path w="1376680" h="1376680">
                  <a:moveTo>
                    <a:pt x="1352727" y="866381"/>
                  </a:moveTo>
                  <a:lnTo>
                    <a:pt x="1338326" y="862507"/>
                  </a:lnTo>
                  <a:lnTo>
                    <a:pt x="1336979" y="867232"/>
                  </a:lnTo>
                  <a:lnTo>
                    <a:pt x="1335722" y="871931"/>
                  </a:lnTo>
                  <a:lnTo>
                    <a:pt x="1334274" y="876757"/>
                  </a:lnTo>
                  <a:lnTo>
                    <a:pt x="1348752" y="881024"/>
                  </a:lnTo>
                  <a:lnTo>
                    <a:pt x="1351597" y="871054"/>
                  </a:lnTo>
                  <a:lnTo>
                    <a:pt x="1352727" y="866381"/>
                  </a:lnTo>
                  <a:close/>
                </a:path>
                <a:path w="1376680" h="1376680">
                  <a:moveTo>
                    <a:pt x="1355864" y="521728"/>
                  </a:moveTo>
                  <a:lnTo>
                    <a:pt x="1354543" y="516928"/>
                  </a:lnTo>
                  <a:lnTo>
                    <a:pt x="1353451" y="511987"/>
                  </a:lnTo>
                  <a:lnTo>
                    <a:pt x="1352042" y="507098"/>
                  </a:lnTo>
                  <a:lnTo>
                    <a:pt x="1337614" y="511111"/>
                  </a:lnTo>
                  <a:lnTo>
                    <a:pt x="1338846" y="515861"/>
                  </a:lnTo>
                  <a:lnTo>
                    <a:pt x="1340243" y="520560"/>
                  </a:lnTo>
                  <a:lnTo>
                    <a:pt x="1341297" y="525424"/>
                  </a:lnTo>
                  <a:lnTo>
                    <a:pt x="1355864" y="521728"/>
                  </a:lnTo>
                  <a:close/>
                </a:path>
                <a:path w="1376680" h="1376680">
                  <a:moveTo>
                    <a:pt x="1359916" y="836917"/>
                  </a:moveTo>
                  <a:lnTo>
                    <a:pt x="1345374" y="833666"/>
                  </a:lnTo>
                  <a:lnTo>
                    <a:pt x="1344244" y="838479"/>
                  </a:lnTo>
                  <a:lnTo>
                    <a:pt x="1343266" y="843457"/>
                  </a:lnTo>
                  <a:lnTo>
                    <a:pt x="1342059" y="848055"/>
                  </a:lnTo>
                  <a:lnTo>
                    <a:pt x="1356550" y="851585"/>
                  </a:lnTo>
                  <a:lnTo>
                    <a:pt x="1357858" y="846797"/>
                  </a:lnTo>
                  <a:lnTo>
                    <a:pt x="1358963" y="841705"/>
                  </a:lnTo>
                  <a:lnTo>
                    <a:pt x="1359916" y="836917"/>
                  </a:lnTo>
                  <a:close/>
                </a:path>
                <a:path w="1376680" h="1376680">
                  <a:moveTo>
                    <a:pt x="1362481" y="551510"/>
                  </a:moveTo>
                  <a:lnTo>
                    <a:pt x="1361681" y="546430"/>
                  </a:lnTo>
                  <a:lnTo>
                    <a:pt x="1360525" y="541426"/>
                  </a:lnTo>
                  <a:lnTo>
                    <a:pt x="1359344" y="536486"/>
                  </a:lnTo>
                  <a:lnTo>
                    <a:pt x="1345018" y="539813"/>
                  </a:lnTo>
                  <a:lnTo>
                    <a:pt x="1346060" y="544576"/>
                  </a:lnTo>
                  <a:lnTo>
                    <a:pt x="1346898" y="549465"/>
                  </a:lnTo>
                  <a:lnTo>
                    <a:pt x="1347851" y="554304"/>
                  </a:lnTo>
                  <a:lnTo>
                    <a:pt x="1362481" y="551510"/>
                  </a:lnTo>
                  <a:close/>
                </a:path>
                <a:path w="1376680" h="1376680">
                  <a:moveTo>
                    <a:pt x="1365859" y="807123"/>
                  </a:moveTo>
                  <a:lnTo>
                    <a:pt x="1351102" y="804557"/>
                  </a:lnTo>
                  <a:lnTo>
                    <a:pt x="1349438" y="814311"/>
                  </a:lnTo>
                  <a:lnTo>
                    <a:pt x="1348511" y="819175"/>
                  </a:lnTo>
                  <a:lnTo>
                    <a:pt x="1363205" y="821956"/>
                  </a:lnTo>
                  <a:lnTo>
                    <a:pt x="1364018" y="817092"/>
                  </a:lnTo>
                  <a:lnTo>
                    <a:pt x="1364996" y="812165"/>
                  </a:lnTo>
                  <a:lnTo>
                    <a:pt x="1365859" y="807123"/>
                  </a:lnTo>
                  <a:close/>
                </a:path>
                <a:path w="1376680" h="1376680">
                  <a:moveTo>
                    <a:pt x="1367891" y="581177"/>
                  </a:moveTo>
                  <a:lnTo>
                    <a:pt x="1367142" y="576148"/>
                  </a:lnTo>
                  <a:lnTo>
                    <a:pt x="1366329" y="571131"/>
                  </a:lnTo>
                  <a:lnTo>
                    <a:pt x="1365478" y="566127"/>
                  </a:lnTo>
                  <a:lnTo>
                    <a:pt x="1350606" y="568820"/>
                  </a:lnTo>
                  <a:lnTo>
                    <a:pt x="1351597" y="573620"/>
                  </a:lnTo>
                  <a:lnTo>
                    <a:pt x="1352359" y="578573"/>
                  </a:lnTo>
                  <a:lnTo>
                    <a:pt x="1353045" y="583476"/>
                  </a:lnTo>
                  <a:lnTo>
                    <a:pt x="1367891" y="581177"/>
                  </a:lnTo>
                  <a:close/>
                </a:path>
                <a:path w="1376680" h="1376680">
                  <a:moveTo>
                    <a:pt x="1370520" y="777252"/>
                  </a:moveTo>
                  <a:lnTo>
                    <a:pt x="1355712" y="775296"/>
                  </a:lnTo>
                  <a:lnTo>
                    <a:pt x="1355077" y="780313"/>
                  </a:lnTo>
                  <a:lnTo>
                    <a:pt x="1354366" y="785088"/>
                  </a:lnTo>
                  <a:lnTo>
                    <a:pt x="1353527" y="789990"/>
                  </a:lnTo>
                  <a:lnTo>
                    <a:pt x="1368272" y="792200"/>
                  </a:lnTo>
                  <a:lnTo>
                    <a:pt x="1369085" y="787298"/>
                  </a:lnTo>
                  <a:lnTo>
                    <a:pt x="1369771" y="782320"/>
                  </a:lnTo>
                  <a:lnTo>
                    <a:pt x="1370520" y="777252"/>
                  </a:lnTo>
                  <a:close/>
                </a:path>
                <a:path w="1376680" h="1376680">
                  <a:moveTo>
                    <a:pt x="1371904" y="611187"/>
                  </a:moveTo>
                  <a:lnTo>
                    <a:pt x="1371333" y="606171"/>
                  </a:lnTo>
                  <a:lnTo>
                    <a:pt x="1370876" y="601078"/>
                  </a:lnTo>
                  <a:lnTo>
                    <a:pt x="1370152" y="596201"/>
                  </a:lnTo>
                  <a:lnTo>
                    <a:pt x="1355293" y="598144"/>
                  </a:lnTo>
                  <a:lnTo>
                    <a:pt x="1356461" y="607961"/>
                  </a:lnTo>
                  <a:lnTo>
                    <a:pt x="1357147" y="612736"/>
                  </a:lnTo>
                  <a:lnTo>
                    <a:pt x="1371904" y="611187"/>
                  </a:lnTo>
                  <a:close/>
                </a:path>
                <a:path w="1376680" h="1376680">
                  <a:moveTo>
                    <a:pt x="1373784" y="747102"/>
                  </a:moveTo>
                  <a:lnTo>
                    <a:pt x="1358963" y="745871"/>
                  </a:lnTo>
                  <a:lnTo>
                    <a:pt x="1358341" y="750887"/>
                  </a:lnTo>
                  <a:lnTo>
                    <a:pt x="1358226" y="752233"/>
                  </a:lnTo>
                  <a:lnTo>
                    <a:pt x="1357922" y="755726"/>
                  </a:lnTo>
                  <a:lnTo>
                    <a:pt x="1357236" y="760526"/>
                  </a:lnTo>
                  <a:lnTo>
                    <a:pt x="1372400" y="762254"/>
                  </a:lnTo>
                  <a:lnTo>
                    <a:pt x="1372781" y="757224"/>
                  </a:lnTo>
                  <a:lnTo>
                    <a:pt x="1373466" y="752233"/>
                  </a:lnTo>
                  <a:lnTo>
                    <a:pt x="1373555" y="750887"/>
                  </a:lnTo>
                  <a:lnTo>
                    <a:pt x="1373784" y="747102"/>
                  </a:lnTo>
                  <a:close/>
                </a:path>
                <a:path w="1376680" h="1376680">
                  <a:moveTo>
                    <a:pt x="1374724" y="641350"/>
                  </a:moveTo>
                  <a:lnTo>
                    <a:pt x="1374343" y="636244"/>
                  </a:lnTo>
                  <a:lnTo>
                    <a:pt x="1373898" y="631266"/>
                  </a:lnTo>
                  <a:lnTo>
                    <a:pt x="1373568" y="626351"/>
                  </a:lnTo>
                  <a:lnTo>
                    <a:pt x="1358633" y="627507"/>
                  </a:lnTo>
                  <a:lnTo>
                    <a:pt x="1359065" y="632447"/>
                  </a:lnTo>
                  <a:lnTo>
                    <a:pt x="1359344" y="637362"/>
                  </a:lnTo>
                  <a:lnTo>
                    <a:pt x="1359712" y="642289"/>
                  </a:lnTo>
                  <a:lnTo>
                    <a:pt x="1374724" y="641350"/>
                  </a:lnTo>
                  <a:close/>
                </a:path>
                <a:path w="1376680" h="1376680">
                  <a:moveTo>
                    <a:pt x="1375575" y="716978"/>
                  </a:moveTo>
                  <a:lnTo>
                    <a:pt x="1360728" y="716419"/>
                  </a:lnTo>
                  <a:lnTo>
                    <a:pt x="1360703" y="716978"/>
                  </a:lnTo>
                  <a:lnTo>
                    <a:pt x="1360525" y="721271"/>
                  </a:lnTo>
                  <a:lnTo>
                    <a:pt x="1360284" y="726160"/>
                  </a:lnTo>
                  <a:lnTo>
                    <a:pt x="1360195" y="727214"/>
                  </a:lnTo>
                  <a:lnTo>
                    <a:pt x="1359916" y="730973"/>
                  </a:lnTo>
                  <a:lnTo>
                    <a:pt x="1374876" y="732066"/>
                  </a:lnTo>
                  <a:lnTo>
                    <a:pt x="1374940" y="730973"/>
                  </a:lnTo>
                  <a:lnTo>
                    <a:pt x="1375168" y="727214"/>
                  </a:lnTo>
                  <a:lnTo>
                    <a:pt x="1375206" y="726160"/>
                  </a:lnTo>
                  <a:lnTo>
                    <a:pt x="1375575" y="716978"/>
                  </a:lnTo>
                  <a:close/>
                </a:path>
                <a:path w="1376680" h="1376680">
                  <a:moveTo>
                    <a:pt x="1376108" y="671601"/>
                  </a:moveTo>
                  <a:lnTo>
                    <a:pt x="1375956" y="666496"/>
                  </a:lnTo>
                  <a:lnTo>
                    <a:pt x="1375727" y="661428"/>
                  </a:lnTo>
                  <a:lnTo>
                    <a:pt x="1375575" y="656437"/>
                  </a:lnTo>
                  <a:lnTo>
                    <a:pt x="1360601" y="657072"/>
                  </a:lnTo>
                  <a:lnTo>
                    <a:pt x="1360944" y="661428"/>
                  </a:lnTo>
                  <a:lnTo>
                    <a:pt x="1361059" y="666496"/>
                  </a:lnTo>
                  <a:lnTo>
                    <a:pt x="1361122" y="671830"/>
                  </a:lnTo>
                  <a:lnTo>
                    <a:pt x="1376108" y="671601"/>
                  </a:lnTo>
                  <a:close/>
                </a:path>
                <a:path w="1376680" h="1376680">
                  <a:moveTo>
                    <a:pt x="1376286" y="686676"/>
                  </a:moveTo>
                  <a:lnTo>
                    <a:pt x="1361325" y="688073"/>
                  </a:lnTo>
                  <a:lnTo>
                    <a:pt x="1361325" y="697014"/>
                  </a:lnTo>
                  <a:lnTo>
                    <a:pt x="1361122" y="701522"/>
                  </a:lnTo>
                  <a:lnTo>
                    <a:pt x="1376222" y="701687"/>
                  </a:lnTo>
                  <a:lnTo>
                    <a:pt x="1376286" y="68667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75253" y="1620007"/>
              <a:ext cx="137676" cy="177153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593293" y="771473"/>
              <a:ext cx="1403985" cy="1403985"/>
            </a:xfrm>
            <a:custGeom>
              <a:avLst/>
              <a:gdLst/>
              <a:ahLst/>
              <a:cxnLst/>
              <a:rect l="l" t="t" r="r" b="b"/>
              <a:pathLst>
                <a:path w="1403985" h="1403985">
                  <a:moveTo>
                    <a:pt x="869213" y="1288580"/>
                  </a:moveTo>
                  <a:lnTo>
                    <a:pt x="867460" y="1279804"/>
                  </a:lnTo>
                  <a:lnTo>
                    <a:pt x="862698" y="1272679"/>
                  </a:lnTo>
                  <a:lnTo>
                    <a:pt x="855637" y="1267891"/>
                  </a:lnTo>
                  <a:lnTo>
                    <a:pt x="847039" y="1266139"/>
                  </a:lnTo>
                  <a:lnTo>
                    <a:pt x="838288" y="1267891"/>
                  </a:lnTo>
                  <a:lnTo>
                    <a:pt x="831113" y="1272679"/>
                  </a:lnTo>
                  <a:lnTo>
                    <a:pt x="826249" y="1279804"/>
                  </a:lnTo>
                  <a:lnTo>
                    <a:pt x="824458" y="1288580"/>
                  </a:lnTo>
                  <a:lnTo>
                    <a:pt x="826249" y="1297266"/>
                  </a:lnTo>
                  <a:lnTo>
                    <a:pt x="831113" y="1304391"/>
                  </a:lnTo>
                  <a:lnTo>
                    <a:pt x="838288" y="1309204"/>
                  </a:lnTo>
                  <a:lnTo>
                    <a:pt x="847039" y="1310982"/>
                  </a:lnTo>
                  <a:lnTo>
                    <a:pt x="855637" y="1309204"/>
                  </a:lnTo>
                  <a:lnTo>
                    <a:pt x="862698" y="1304391"/>
                  </a:lnTo>
                  <a:lnTo>
                    <a:pt x="867460" y="1297266"/>
                  </a:lnTo>
                  <a:lnTo>
                    <a:pt x="869213" y="1288580"/>
                  </a:lnTo>
                  <a:close/>
                </a:path>
                <a:path w="1403985" h="1403985">
                  <a:moveTo>
                    <a:pt x="1403604" y="701916"/>
                  </a:moveTo>
                  <a:lnTo>
                    <a:pt x="1401991" y="653961"/>
                  </a:lnTo>
                  <a:lnTo>
                    <a:pt x="1401914" y="653249"/>
                  </a:lnTo>
                  <a:lnTo>
                    <a:pt x="1397190" y="606869"/>
                  </a:lnTo>
                  <a:lnTo>
                    <a:pt x="1389316" y="560730"/>
                  </a:lnTo>
                  <a:lnTo>
                    <a:pt x="1384922" y="542467"/>
                  </a:lnTo>
                  <a:lnTo>
                    <a:pt x="1384922" y="701916"/>
                  </a:lnTo>
                  <a:lnTo>
                    <a:pt x="1383207" y="750582"/>
                  </a:lnTo>
                  <a:lnTo>
                    <a:pt x="1378127" y="798347"/>
                  </a:lnTo>
                  <a:lnTo>
                    <a:pt x="1369796" y="845083"/>
                  </a:lnTo>
                  <a:lnTo>
                    <a:pt x="1358341" y="890676"/>
                  </a:lnTo>
                  <a:lnTo>
                    <a:pt x="1343863" y="935012"/>
                  </a:lnTo>
                  <a:lnTo>
                    <a:pt x="1326502" y="977976"/>
                  </a:lnTo>
                  <a:lnTo>
                    <a:pt x="1306360" y="1019441"/>
                  </a:lnTo>
                  <a:lnTo>
                    <a:pt x="1283563" y="1059294"/>
                  </a:lnTo>
                  <a:lnTo>
                    <a:pt x="1258214" y="1097432"/>
                  </a:lnTo>
                  <a:lnTo>
                    <a:pt x="1230439" y="1133716"/>
                  </a:lnTo>
                  <a:lnTo>
                    <a:pt x="1200365" y="1168044"/>
                  </a:lnTo>
                  <a:lnTo>
                    <a:pt x="1168095" y="1200302"/>
                  </a:lnTo>
                  <a:lnTo>
                    <a:pt x="1133741" y="1230363"/>
                  </a:lnTo>
                  <a:lnTo>
                    <a:pt x="1097445" y="1258112"/>
                  </a:lnTo>
                  <a:lnTo>
                    <a:pt x="1059307" y="1283436"/>
                  </a:lnTo>
                  <a:lnTo>
                    <a:pt x="1019429" y="1306220"/>
                  </a:lnTo>
                  <a:lnTo>
                    <a:pt x="977963" y="1326349"/>
                  </a:lnTo>
                  <a:lnTo>
                    <a:pt x="934999" y="1343698"/>
                  </a:lnTo>
                  <a:lnTo>
                    <a:pt x="890663" y="1358150"/>
                  </a:lnTo>
                  <a:lnTo>
                    <a:pt x="845083" y="1369606"/>
                  </a:lnTo>
                  <a:lnTo>
                    <a:pt x="798347" y="1377924"/>
                  </a:lnTo>
                  <a:lnTo>
                    <a:pt x="750608" y="1383004"/>
                  </a:lnTo>
                  <a:lnTo>
                    <a:pt x="701954" y="1384719"/>
                  </a:lnTo>
                  <a:lnTo>
                    <a:pt x="653288" y="1383004"/>
                  </a:lnTo>
                  <a:lnTo>
                    <a:pt x="605536" y="1377924"/>
                  </a:lnTo>
                  <a:lnTo>
                    <a:pt x="558787" y="1369606"/>
                  </a:lnTo>
                  <a:lnTo>
                    <a:pt x="513194" y="1358150"/>
                  </a:lnTo>
                  <a:lnTo>
                    <a:pt x="468845" y="1343698"/>
                  </a:lnTo>
                  <a:lnTo>
                    <a:pt x="425869" y="1326349"/>
                  </a:lnTo>
                  <a:lnTo>
                    <a:pt x="384390" y="1306220"/>
                  </a:lnTo>
                  <a:lnTo>
                    <a:pt x="344512" y="1283436"/>
                  </a:lnTo>
                  <a:lnTo>
                    <a:pt x="306362" y="1258112"/>
                  </a:lnTo>
                  <a:lnTo>
                    <a:pt x="270052" y="1230363"/>
                  </a:lnTo>
                  <a:lnTo>
                    <a:pt x="235699" y="1200302"/>
                  </a:lnTo>
                  <a:lnTo>
                    <a:pt x="203428" y="1168044"/>
                  </a:lnTo>
                  <a:lnTo>
                    <a:pt x="173342" y="1133716"/>
                  </a:lnTo>
                  <a:lnTo>
                    <a:pt x="145567" y="1097432"/>
                  </a:lnTo>
                  <a:lnTo>
                    <a:pt x="120218" y="1059294"/>
                  </a:lnTo>
                  <a:lnTo>
                    <a:pt x="97409" y="1019441"/>
                  </a:lnTo>
                  <a:lnTo>
                    <a:pt x="77266" y="977976"/>
                  </a:lnTo>
                  <a:lnTo>
                    <a:pt x="59893" y="935012"/>
                  </a:lnTo>
                  <a:lnTo>
                    <a:pt x="45427" y="890676"/>
                  </a:lnTo>
                  <a:lnTo>
                    <a:pt x="33972" y="845083"/>
                  </a:lnTo>
                  <a:lnTo>
                    <a:pt x="25641" y="798347"/>
                  </a:lnTo>
                  <a:lnTo>
                    <a:pt x="20548" y="750582"/>
                  </a:lnTo>
                  <a:lnTo>
                    <a:pt x="20523" y="749846"/>
                  </a:lnTo>
                  <a:lnTo>
                    <a:pt x="18834" y="701916"/>
                  </a:lnTo>
                  <a:lnTo>
                    <a:pt x="20548" y="653249"/>
                  </a:lnTo>
                  <a:lnTo>
                    <a:pt x="25641" y="605497"/>
                  </a:lnTo>
                  <a:lnTo>
                    <a:pt x="33972" y="558749"/>
                  </a:lnTo>
                  <a:lnTo>
                    <a:pt x="45427" y="513143"/>
                  </a:lnTo>
                  <a:lnTo>
                    <a:pt x="59893" y="468795"/>
                  </a:lnTo>
                  <a:lnTo>
                    <a:pt x="77266" y="425818"/>
                  </a:lnTo>
                  <a:lnTo>
                    <a:pt x="97409" y="384327"/>
                  </a:lnTo>
                  <a:lnTo>
                    <a:pt x="120218" y="344436"/>
                  </a:lnTo>
                  <a:lnTo>
                    <a:pt x="145567" y="306273"/>
                  </a:lnTo>
                  <a:lnTo>
                    <a:pt x="173342" y="269951"/>
                  </a:lnTo>
                  <a:lnTo>
                    <a:pt x="203428" y="235585"/>
                  </a:lnTo>
                  <a:lnTo>
                    <a:pt x="235699" y="203288"/>
                  </a:lnTo>
                  <a:lnTo>
                    <a:pt x="270052" y="173189"/>
                  </a:lnTo>
                  <a:lnTo>
                    <a:pt x="306362" y="145402"/>
                  </a:lnTo>
                  <a:lnTo>
                    <a:pt x="344512" y="120040"/>
                  </a:lnTo>
                  <a:lnTo>
                    <a:pt x="384390" y="97218"/>
                  </a:lnTo>
                  <a:lnTo>
                    <a:pt x="425869" y="77063"/>
                  </a:lnTo>
                  <a:lnTo>
                    <a:pt x="468845" y="59677"/>
                  </a:lnTo>
                  <a:lnTo>
                    <a:pt x="513194" y="45199"/>
                  </a:lnTo>
                  <a:lnTo>
                    <a:pt x="558787" y="33731"/>
                  </a:lnTo>
                  <a:lnTo>
                    <a:pt x="605536" y="25400"/>
                  </a:lnTo>
                  <a:lnTo>
                    <a:pt x="653288" y="20307"/>
                  </a:lnTo>
                  <a:lnTo>
                    <a:pt x="701954" y="18580"/>
                  </a:lnTo>
                  <a:lnTo>
                    <a:pt x="750608" y="20307"/>
                  </a:lnTo>
                  <a:lnTo>
                    <a:pt x="798347" y="25400"/>
                  </a:lnTo>
                  <a:lnTo>
                    <a:pt x="845083" y="33731"/>
                  </a:lnTo>
                  <a:lnTo>
                    <a:pt x="890663" y="45199"/>
                  </a:lnTo>
                  <a:lnTo>
                    <a:pt x="934999" y="59677"/>
                  </a:lnTo>
                  <a:lnTo>
                    <a:pt x="977963" y="77063"/>
                  </a:lnTo>
                  <a:lnTo>
                    <a:pt x="1019429" y="97218"/>
                  </a:lnTo>
                  <a:lnTo>
                    <a:pt x="1059307" y="120040"/>
                  </a:lnTo>
                  <a:lnTo>
                    <a:pt x="1097445" y="145402"/>
                  </a:lnTo>
                  <a:lnTo>
                    <a:pt x="1133741" y="173189"/>
                  </a:lnTo>
                  <a:lnTo>
                    <a:pt x="1168095" y="203288"/>
                  </a:lnTo>
                  <a:lnTo>
                    <a:pt x="1200365" y="235585"/>
                  </a:lnTo>
                  <a:lnTo>
                    <a:pt x="1230439" y="269951"/>
                  </a:lnTo>
                  <a:lnTo>
                    <a:pt x="1258214" y="306273"/>
                  </a:lnTo>
                  <a:lnTo>
                    <a:pt x="1283563" y="344436"/>
                  </a:lnTo>
                  <a:lnTo>
                    <a:pt x="1306360" y="384327"/>
                  </a:lnTo>
                  <a:lnTo>
                    <a:pt x="1326502" y="425818"/>
                  </a:lnTo>
                  <a:lnTo>
                    <a:pt x="1343863" y="468795"/>
                  </a:lnTo>
                  <a:lnTo>
                    <a:pt x="1358341" y="513143"/>
                  </a:lnTo>
                  <a:lnTo>
                    <a:pt x="1369796" y="558749"/>
                  </a:lnTo>
                  <a:lnTo>
                    <a:pt x="1378127" y="605497"/>
                  </a:lnTo>
                  <a:lnTo>
                    <a:pt x="1383207" y="653249"/>
                  </a:lnTo>
                  <a:lnTo>
                    <a:pt x="1384922" y="701916"/>
                  </a:lnTo>
                  <a:lnTo>
                    <a:pt x="1384922" y="542467"/>
                  </a:lnTo>
                  <a:lnTo>
                    <a:pt x="1364780" y="471728"/>
                  </a:lnTo>
                  <a:lnTo>
                    <a:pt x="1348333" y="429094"/>
                  </a:lnTo>
                  <a:lnTo>
                    <a:pt x="1329232" y="387832"/>
                  </a:lnTo>
                  <a:lnTo>
                    <a:pt x="1307592" y="348068"/>
                  </a:lnTo>
                  <a:lnTo>
                    <a:pt x="1283512" y="309880"/>
                  </a:lnTo>
                  <a:lnTo>
                    <a:pt x="1257109" y="273392"/>
                  </a:lnTo>
                  <a:lnTo>
                    <a:pt x="1228471" y="238709"/>
                  </a:lnTo>
                  <a:lnTo>
                    <a:pt x="1197724" y="205943"/>
                  </a:lnTo>
                  <a:lnTo>
                    <a:pt x="1164958" y="175183"/>
                  </a:lnTo>
                  <a:lnTo>
                    <a:pt x="1130287" y="146532"/>
                  </a:lnTo>
                  <a:lnTo>
                    <a:pt x="1093673" y="120040"/>
                  </a:lnTo>
                  <a:lnTo>
                    <a:pt x="1055649" y="96037"/>
                  </a:lnTo>
                  <a:lnTo>
                    <a:pt x="1015885" y="74396"/>
                  </a:lnTo>
                  <a:lnTo>
                    <a:pt x="974648" y="55295"/>
                  </a:lnTo>
                  <a:lnTo>
                    <a:pt x="932027" y="38836"/>
                  </a:lnTo>
                  <a:lnTo>
                    <a:pt x="888136" y="25133"/>
                  </a:lnTo>
                  <a:lnTo>
                    <a:pt x="843076" y="14300"/>
                  </a:lnTo>
                  <a:lnTo>
                    <a:pt x="796963" y="6426"/>
                  </a:lnTo>
                  <a:lnTo>
                    <a:pt x="749884" y="1625"/>
                  </a:lnTo>
                  <a:lnTo>
                    <a:pt x="701954" y="0"/>
                  </a:lnTo>
                  <a:lnTo>
                    <a:pt x="654024" y="1625"/>
                  </a:lnTo>
                  <a:lnTo>
                    <a:pt x="606945" y="6426"/>
                  </a:lnTo>
                  <a:lnTo>
                    <a:pt x="560806" y="14300"/>
                  </a:lnTo>
                  <a:lnTo>
                    <a:pt x="515734" y="25133"/>
                  </a:lnTo>
                  <a:lnTo>
                    <a:pt x="471830" y="38836"/>
                  </a:lnTo>
                  <a:lnTo>
                    <a:pt x="429196" y="55295"/>
                  </a:lnTo>
                  <a:lnTo>
                    <a:pt x="387934" y="74396"/>
                  </a:lnTo>
                  <a:lnTo>
                    <a:pt x="348157" y="96037"/>
                  </a:lnTo>
                  <a:lnTo>
                    <a:pt x="310121" y="120040"/>
                  </a:lnTo>
                  <a:lnTo>
                    <a:pt x="273481" y="146532"/>
                  </a:lnTo>
                  <a:lnTo>
                    <a:pt x="238798" y="175183"/>
                  </a:lnTo>
                  <a:lnTo>
                    <a:pt x="206019" y="205943"/>
                  </a:lnTo>
                  <a:lnTo>
                    <a:pt x="175247" y="238709"/>
                  </a:lnTo>
                  <a:lnTo>
                    <a:pt x="146596" y="273392"/>
                  </a:lnTo>
                  <a:lnTo>
                    <a:pt x="120180" y="309880"/>
                  </a:lnTo>
                  <a:lnTo>
                    <a:pt x="96088" y="348068"/>
                  </a:lnTo>
                  <a:lnTo>
                    <a:pt x="74434" y="387832"/>
                  </a:lnTo>
                  <a:lnTo>
                    <a:pt x="55321" y="429094"/>
                  </a:lnTo>
                  <a:lnTo>
                    <a:pt x="38862" y="471728"/>
                  </a:lnTo>
                  <a:lnTo>
                    <a:pt x="25146" y="515645"/>
                  </a:lnTo>
                  <a:lnTo>
                    <a:pt x="14300" y="560730"/>
                  </a:lnTo>
                  <a:lnTo>
                    <a:pt x="6426" y="606869"/>
                  </a:lnTo>
                  <a:lnTo>
                    <a:pt x="1625" y="653961"/>
                  </a:lnTo>
                  <a:lnTo>
                    <a:pt x="0" y="701916"/>
                  </a:lnTo>
                  <a:lnTo>
                    <a:pt x="1625" y="749846"/>
                  </a:lnTo>
                  <a:lnTo>
                    <a:pt x="1701" y="750582"/>
                  </a:lnTo>
                  <a:lnTo>
                    <a:pt x="6426" y="796925"/>
                  </a:lnTo>
                  <a:lnTo>
                    <a:pt x="14300" y="843051"/>
                  </a:lnTo>
                  <a:lnTo>
                    <a:pt x="25146" y="888111"/>
                  </a:lnTo>
                  <a:lnTo>
                    <a:pt x="38862" y="932002"/>
                  </a:lnTo>
                  <a:lnTo>
                    <a:pt x="55321" y="974623"/>
                  </a:lnTo>
                  <a:lnTo>
                    <a:pt x="74434" y="1015860"/>
                  </a:lnTo>
                  <a:lnTo>
                    <a:pt x="96088" y="1055624"/>
                  </a:lnTo>
                  <a:lnTo>
                    <a:pt x="120180" y="1093787"/>
                  </a:lnTo>
                  <a:lnTo>
                    <a:pt x="146596" y="1130249"/>
                  </a:lnTo>
                  <a:lnTo>
                    <a:pt x="175247" y="1164920"/>
                  </a:lnTo>
                  <a:lnTo>
                    <a:pt x="206019" y="1197673"/>
                  </a:lnTo>
                  <a:lnTo>
                    <a:pt x="238798" y="1228420"/>
                  </a:lnTo>
                  <a:lnTo>
                    <a:pt x="273481" y="1257046"/>
                  </a:lnTo>
                  <a:lnTo>
                    <a:pt x="309956" y="1283436"/>
                  </a:lnTo>
                  <a:lnTo>
                    <a:pt x="348157" y="1307528"/>
                  </a:lnTo>
                  <a:lnTo>
                    <a:pt x="387934" y="1329156"/>
                  </a:lnTo>
                  <a:lnTo>
                    <a:pt x="429196" y="1348257"/>
                  </a:lnTo>
                  <a:lnTo>
                    <a:pt x="471830" y="1364703"/>
                  </a:lnTo>
                  <a:lnTo>
                    <a:pt x="515734" y="1378394"/>
                  </a:lnTo>
                  <a:lnTo>
                    <a:pt x="560806" y="1389227"/>
                  </a:lnTo>
                  <a:lnTo>
                    <a:pt x="606945" y="1397101"/>
                  </a:lnTo>
                  <a:lnTo>
                    <a:pt x="654024" y="1401889"/>
                  </a:lnTo>
                  <a:lnTo>
                    <a:pt x="701954" y="1403515"/>
                  </a:lnTo>
                  <a:lnTo>
                    <a:pt x="749884" y="1401889"/>
                  </a:lnTo>
                  <a:lnTo>
                    <a:pt x="796963" y="1397101"/>
                  </a:lnTo>
                  <a:lnTo>
                    <a:pt x="843076" y="1389227"/>
                  </a:lnTo>
                  <a:lnTo>
                    <a:pt x="888136" y="1378394"/>
                  </a:lnTo>
                  <a:lnTo>
                    <a:pt x="932027" y="1364703"/>
                  </a:lnTo>
                  <a:lnTo>
                    <a:pt x="974648" y="1348257"/>
                  </a:lnTo>
                  <a:lnTo>
                    <a:pt x="1015885" y="1329156"/>
                  </a:lnTo>
                  <a:lnTo>
                    <a:pt x="1055649" y="1307528"/>
                  </a:lnTo>
                  <a:lnTo>
                    <a:pt x="1093838" y="1283436"/>
                  </a:lnTo>
                  <a:lnTo>
                    <a:pt x="1130287" y="1257046"/>
                  </a:lnTo>
                  <a:lnTo>
                    <a:pt x="1164958" y="1228420"/>
                  </a:lnTo>
                  <a:lnTo>
                    <a:pt x="1197724" y="1197673"/>
                  </a:lnTo>
                  <a:lnTo>
                    <a:pt x="1228471" y="1164920"/>
                  </a:lnTo>
                  <a:lnTo>
                    <a:pt x="1257109" y="1130249"/>
                  </a:lnTo>
                  <a:lnTo>
                    <a:pt x="1283512" y="1093787"/>
                  </a:lnTo>
                  <a:lnTo>
                    <a:pt x="1307592" y="1055624"/>
                  </a:lnTo>
                  <a:lnTo>
                    <a:pt x="1329232" y="1015860"/>
                  </a:lnTo>
                  <a:lnTo>
                    <a:pt x="1348333" y="974623"/>
                  </a:lnTo>
                  <a:lnTo>
                    <a:pt x="1364780" y="932002"/>
                  </a:lnTo>
                  <a:lnTo>
                    <a:pt x="1378470" y="888111"/>
                  </a:lnTo>
                  <a:lnTo>
                    <a:pt x="1389316" y="843051"/>
                  </a:lnTo>
                  <a:lnTo>
                    <a:pt x="1397190" y="796925"/>
                  </a:lnTo>
                  <a:lnTo>
                    <a:pt x="1401991" y="749846"/>
                  </a:lnTo>
                  <a:lnTo>
                    <a:pt x="1403604" y="70191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33400" y="711199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1857" y="1524000"/>
                  </a:moveTo>
                  <a:lnTo>
                    <a:pt x="713791" y="1522495"/>
                  </a:lnTo>
                  <a:lnTo>
                    <a:pt x="666504" y="1518041"/>
                  </a:lnTo>
                  <a:lnTo>
                    <a:pt x="620085" y="1510729"/>
                  </a:lnTo>
                  <a:lnTo>
                    <a:pt x="574625" y="1500649"/>
                  </a:lnTo>
                  <a:lnTo>
                    <a:pt x="530214" y="1487892"/>
                  </a:lnTo>
                  <a:lnTo>
                    <a:pt x="486943" y="1472548"/>
                  </a:lnTo>
                  <a:lnTo>
                    <a:pt x="444902" y="1454709"/>
                  </a:lnTo>
                  <a:lnTo>
                    <a:pt x="404182" y="1434465"/>
                  </a:lnTo>
                  <a:lnTo>
                    <a:pt x="364872" y="1411907"/>
                  </a:lnTo>
                  <a:lnTo>
                    <a:pt x="327063" y="1387124"/>
                  </a:lnTo>
                  <a:lnTo>
                    <a:pt x="290846" y="1360209"/>
                  </a:lnTo>
                  <a:lnTo>
                    <a:pt x="256311" y="1331252"/>
                  </a:lnTo>
                  <a:lnTo>
                    <a:pt x="223548" y="1300342"/>
                  </a:lnTo>
                  <a:lnTo>
                    <a:pt x="192647" y="1267572"/>
                  </a:lnTo>
                  <a:lnTo>
                    <a:pt x="163699" y="1233031"/>
                  </a:lnTo>
                  <a:lnTo>
                    <a:pt x="136794" y="1196811"/>
                  </a:lnTo>
                  <a:lnTo>
                    <a:pt x="112023" y="1159002"/>
                  </a:lnTo>
                  <a:lnTo>
                    <a:pt x="89475" y="1119694"/>
                  </a:lnTo>
                  <a:lnTo>
                    <a:pt x="69242" y="1078979"/>
                  </a:lnTo>
                  <a:lnTo>
                    <a:pt x="51414" y="1036947"/>
                  </a:lnTo>
                  <a:lnTo>
                    <a:pt x="36080" y="993688"/>
                  </a:lnTo>
                  <a:lnTo>
                    <a:pt x="23332" y="949294"/>
                  </a:lnTo>
                  <a:lnTo>
                    <a:pt x="13260" y="903855"/>
                  </a:lnTo>
                  <a:lnTo>
                    <a:pt x="5953" y="857462"/>
                  </a:lnTo>
                  <a:lnTo>
                    <a:pt x="1503" y="810205"/>
                  </a:lnTo>
                  <a:lnTo>
                    <a:pt x="0" y="762175"/>
                  </a:lnTo>
                  <a:lnTo>
                    <a:pt x="1481" y="714794"/>
                  </a:lnTo>
                  <a:lnTo>
                    <a:pt x="1503" y="714093"/>
                  </a:lnTo>
                  <a:lnTo>
                    <a:pt x="5953" y="666789"/>
                  </a:lnTo>
                  <a:lnTo>
                    <a:pt x="13260" y="620354"/>
                  </a:lnTo>
                  <a:lnTo>
                    <a:pt x="23332" y="574877"/>
                  </a:lnTo>
                  <a:lnTo>
                    <a:pt x="36080" y="530450"/>
                  </a:lnTo>
                  <a:lnTo>
                    <a:pt x="51414" y="487162"/>
                  </a:lnTo>
                  <a:lnTo>
                    <a:pt x="69242" y="445104"/>
                  </a:lnTo>
                  <a:lnTo>
                    <a:pt x="89475" y="404367"/>
                  </a:lnTo>
                  <a:lnTo>
                    <a:pt x="112023" y="365041"/>
                  </a:lnTo>
                  <a:lnTo>
                    <a:pt x="136794" y="327216"/>
                  </a:lnTo>
                  <a:lnTo>
                    <a:pt x="163699" y="290984"/>
                  </a:lnTo>
                  <a:lnTo>
                    <a:pt x="192647" y="256433"/>
                  </a:lnTo>
                  <a:lnTo>
                    <a:pt x="223548" y="223655"/>
                  </a:lnTo>
                  <a:lnTo>
                    <a:pt x="256311" y="192740"/>
                  </a:lnTo>
                  <a:lnTo>
                    <a:pt x="290846" y="163778"/>
                  </a:lnTo>
                  <a:lnTo>
                    <a:pt x="327063" y="136861"/>
                  </a:lnTo>
                  <a:lnTo>
                    <a:pt x="364872" y="112078"/>
                  </a:lnTo>
                  <a:lnTo>
                    <a:pt x="404182" y="89520"/>
                  </a:lnTo>
                  <a:lnTo>
                    <a:pt x="444902" y="69277"/>
                  </a:lnTo>
                  <a:lnTo>
                    <a:pt x="486943" y="51439"/>
                  </a:lnTo>
                  <a:lnTo>
                    <a:pt x="530214" y="36098"/>
                  </a:lnTo>
                  <a:lnTo>
                    <a:pt x="574625" y="23344"/>
                  </a:lnTo>
                  <a:lnTo>
                    <a:pt x="620085" y="13266"/>
                  </a:lnTo>
                  <a:lnTo>
                    <a:pt x="666504" y="5956"/>
                  </a:lnTo>
                  <a:lnTo>
                    <a:pt x="713791" y="1503"/>
                  </a:lnTo>
                  <a:lnTo>
                    <a:pt x="761857" y="0"/>
                  </a:lnTo>
                  <a:lnTo>
                    <a:pt x="809911" y="1503"/>
                  </a:lnTo>
                  <a:lnTo>
                    <a:pt x="857191" y="5956"/>
                  </a:lnTo>
                  <a:lnTo>
                    <a:pt x="903606" y="13266"/>
                  </a:lnTo>
                  <a:lnTo>
                    <a:pt x="949067" y="23344"/>
                  </a:lnTo>
                  <a:lnTo>
                    <a:pt x="993481" y="36098"/>
                  </a:lnTo>
                  <a:lnTo>
                    <a:pt x="1004029" y="39837"/>
                  </a:lnTo>
                  <a:lnTo>
                    <a:pt x="761857" y="39837"/>
                  </a:lnTo>
                  <a:lnTo>
                    <a:pt x="714484" y="41378"/>
                  </a:lnTo>
                  <a:lnTo>
                    <a:pt x="667915" y="45938"/>
                  </a:lnTo>
                  <a:lnTo>
                    <a:pt x="622245" y="53419"/>
                  </a:lnTo>
                  <a:lnTo>
                    <a:pt x="577571" y="63725"/>
                  </a:lnTo>
                  <a:lnTo>
                    <a:pt x="533989" y="76761"/>
                  </a:lnTo>
                  <a:lnTo>
                    <a:pt x="491595" y="92429"/>
                  </a:lnTo>
                  <a:lnTo>
                    <a:pt x="450485" y="110634"/>
                  </a:lnTo>
                  <a:lnTo>
                    <a:pt x="410756" y="131278"/>
                  </a:lnTo>
                  <a:lnTo>
                    <a:pt x="372503" y="154266"/>
                  </a:lnTo>
                  <a:lnTo>
                    <a:pt x="335824" y="179502"/>
                  </a:lnTo>
                  <a:lnTo>
                    <a:pt x="300814" y="206888"/>
                  </a:lnTo>
                  <a:lnTo>
                    <a:pt x="267569" y="236329"/>
                  </a:lnTo>
                  <a:lnTo>
                    <a:pt x="236185" y="267728"/>
                  </a:lnTo>
                  <a:lnTo>
                    <a:pt x="206760" y="300988"/>
                  </a:lnTo>
                  <a:lnTo>
                    <a:pt x="179388" y="336015"/>
                  </a:lnTo>
                  <a:lnTo>
                    <a:pt x="154167" y="372710"/>
                  </a:lnTo>
                  <a:lnTo>
                    <a:pt x="131192" y="410978"/>
                  </a:lnTo>
                  <a:lnTo>
                    <a:pt x="110560" y="450722"/>
                  </a:lnTo>
                  <a:lnTo>
                    <a:pt x="92366" y="491846"/>
                  </a:lnTo>
                  <a:lnTo>
                    <a:pt x="76708" y="534254"/>
                  </a:lnTo>
                  <a:lnTo>
                    <a:pt x="63681" y="577849"/>
                  </a:lnTo>
                  <a:lnTo>
                    <a:pt x="53381" y="622535"/>
                  </a:lnTo>
                  <a:lnTo>
                    <a:pt x="45905" y="668215"/>
                  </a:lnTo>
                  <a:lnTo>
                    <a:pt x="41417" y="714093"/>
                  </a:lnTo>
                  <a:lnTo>
                    <a:pt x="41349" y="714794"/>
                  </a:lnTo>
                  <a:lnTo>
                    <a:pt x="39809" y="762175"/>
                  </a:lnTo>
                  <a:lnTo>
                    <a:pt x="41349" y="809504"/>
                  </a:lnTo>
                  <a:lnTo>
                    <a:pt x="45905" y="856036"/>
                  </a:lnTo>
                  <a:lnTo>
                    <a:pt x="53381" y="901674"/>
                  </a:lnTo>
                  <a:lnTo>
                    <a:pt x="63681" y="946321"/>
                  </a:lnTo>
                  <a:lnTo>
                    <a:pt x="76708" y="989881"/>
                  </a:lnTo>
                  <a:lnTo>
                    <a:pt x="92366" y="1032258"/>
                  </a:lnTo>
                  <a:lnTo>
                    <a:pt x="110560" y="1073354"/>
                  </a:lnTo>
                  <a:lnTo>
                    <a:pt x="131192" y="1113073"/>
                  </a:lnTo>
                  <a:lnTo>
                    <a:pt x="154167" y="1151318"/>
                  </a:lnTo>
                  <a:lnTo>
                    <a:pt x="179388" y="1187994"/>
                  </a:lnTo>
                  <a:lnTo>
                    <a:pt x="206760" y="1223003"/>
                  </a:lnTo>
                  <a:lnTo>
                    <a:pt x="236185" y="1256249"/>
                  </a:lnTo>
                  <a:lnTo>
                    <a:pt x="267569" y="1287636"/>
                  </a:lnTo>
                  <a:lnTo>
                    <a:pt x="300814" y="1317067"/>
                  </a:lnTo>
                  <a:lnTo>
                    <a:pt x="335824" y="1344444"/>
                  </a:lnTo>
                  <a:lnTo>
                    <a:pt x="372503" y="1369673"/>
                  </a:lnTo>
                  <a:lnTo>
                    <a:pt x="410756" y="1392656"/>
                  </a:lnTo>
                  <a:lnTo>
                    <a:pt x="450485" y="1413296"/>
                  </a:lnTo>
                  <a:lnTo>
                    <a:pt x="491595" y="1431498"/>
                  </a:lnTo>
                  <a:lnTo>
                    <a:pt x="533989" y="1447164"/>
                  </a:lnTo>
                  <a:lnTo>
                    <a:pt x="577571" y="1460199"/>
                  </a:lnTo>
                  <a:lnTo>
                    <a:pt x="622245" y="1470505"/>
                  </a:lnTo>
                  <a:lnTo>
                    <a:pt x="667915" y="1477986"/>
                  </a:lnTo>
                  <a:lnTo>
                    <a:pt x="714484" y="1482545"/>
                  </a:lnTo>
                  <a:lnTo>
                    <a:pt x="761857" y="1484086"/>
                  </a:lnTo>
                  <a:lnTo>
                    <a:pt x="1004214" y="1484086"/>
                  </a:lnTo>
                  <a:lnTo>
                    <a:pt x="993481" y="1487892"/>
                  </a:lnTo>
                  <a:lnTo>
                    <a:pt x="949067" y="1500649"/>
                  </a:lnTo>
                  <a:lnTo>
                    <a:pt x="903606" y="1510729"/>
                  </a:lnTo>
                  <a:lnTo>
                    <a:pt x="857191" y="1518041"/>
                  </a:lnTo>
                  <a:lnTo>
                    <a:pt x="809911" y="1522495"/>
                  </a:lnTo>
                  <a:lnTo>
                    <a:pt x="761857" y="1524000"/>
                  </a:lnTo>
                  <a:close/>
                </a:path>
                <a:path w="1524000" h="1524000">
                  <a:moveTo>
                    <a:pt x="1004214" y="1484086"/>
                  </a:moveTo>
                  <a:lnTo>
                    <a:pt x="761857" y="1484086"/>
                  </a:lnTo>
                  <a:lnTo>
                    <a:pt x="809214" y="1482545"/>
                  </a:lnTo>
                  <a:lnTo>
                    <a:pt x="855771" y="1477986"/>
                  </a:lnTo>
                  <a:lnTo>
                    <a:pt x="901431" y="1470505"/>
                  </a:lnTo>
                  <a:lnTo>
                    <a:pt x="946097" y="1460199"/>
                  </a:lnTo>
                  <a:lnTo>
                    <a:pt x="989674" y="1447164"/>
                  </a:lnTo>
                  <a:lnTo>
                    <a:pt x="1032065" y="1431498"/>
                  </a:lnTo>
                  <a:lnTo>
                    <a:pt x="1073173" y="1413296"/>
                  </a:lnTo>
                  <a:lnTo>
                    <a:pt x="1112902" y="1392656"/>
                  </a:lnTo>
                  <a:lnTo>
                    <a:pt x="1151156" y="1369673"/>
                  </a:lnTo>
                  <a:lnTo>
                    <a:pt x="1187839" y="1344444"/>
                  </a:lnTo>
                  <a:lnTo>
                    <a:pt x="1222853" y="1317067"/>
                  </a:lnTo>
                  <a:lnTo>
                    <a:pt x="1256103" y="1287636"/>
                  </a:lnTo>
                  <a:lnTo>
                    <a:pt x="1287492" y="1256249"/>
                  </a:lnTo>
                  <a:lnTo>
                    <a:pt x="1316924" y="1223003"/>
                  </a:lnTo>
                  <a:lnTo>
                    <a:pt x="1344302" y="1187994"/>
                  </a:lnTo>
                  <a:lnTo>
                    <a:pt x="1369530" y="1151318"/>
                  </a:lnTo>
                  <a:lnTo>
                    <a:pt x="1392512" y="1113073"/>
                  </a:lnTo>
                  <a:lnTo>
                    <a:pt x="1413151" y="1073354"/>
                  </a:lnTo>
                  <a:lnTo>
                    <a:pt x="1431351" y="1032258"/>
                  </a:lnTo>
                  <a:lnTo>
                    <a:pt x="1447016" y="989881"/>
                  </a:lnTo>
                  <a:lnTo>
                    <a:pt x="1460048" y="946321"/>
                  </a:lnTo>
                  <a:lnTo>
                    <a:pt x="1470353" y="901674"/>
                  </a:lnTo>
                  <a:lnTo>
                    <a:pt x="1477832" y="856036"/>
                  </a:lnTo>
                  <a:lnTo>
                    <a:pt x="1482322" y="810205"/>
                  </a:lnTo>
                  <a:lnTo>
                    <a:pt x="1482390" y="809504"/>
                  </a:lnTo>
                  <a:lnTo>
                    <a:pt x="1483931" y="762175"/>
                  </a:lnTo>
                  <a:lnTo>
                    <a:pt x="1482390" y="714794"/>
                  </a:lnTo>
                  <a:lnTo>
                    <a:pt x="1477832" y="668215"/>
                  </a:lnTo>
                  <a:lnTo>
                    <a:pt x="1470353" y="622535"/>
                  </a:lnTo>
                  <a:lnTo>
                    <a:pt x="1460048" y="577849"/>
                  </a:lnTo>
                  <a:lnTo>
                    <a:pt x="1447016" y="534254"/>
                  </a:lnTo>
                  <a:lnTo>
                    <a:pt x="1431351" y="491846"/>
                  </a:lnTo>
                  <a:lnTo>
                    <a:pt x="1413151" y="450722"/>
                  </a:lnTo>
                  <a:lnTo>
                    <a:pt x="1392512" y="410978"/>
                  </a:lnTo>
                  <a:lnTo>
                    <a:pt x="1369530" y="372710"/>
                  </a:lnTo>
                  <a:lnTo>
                    <a:pt x="1344302" y="336015"/>
                  </a:lnTo>
                  <a:lnTo>
                    <a:pt x="1316924" y="300988"/>
                  </a:lnTo>
                  <a:lnTo>
                    <a:pt x="1287492" y="267728"/>
                  </a:lnTo>
                  <a:lnTo>
                    <a:pt x="1256103" y="236329"/>
                  </a:lnTo>
                  <a:lnTo>
                    <a:pt x="1222853" y="206888"/>
                  </a:lnTo>
                  <a:lnTo>
                    <a:pt x="1187839" y="179502"/>
                  </a:lnTo>
                  <a:lnTo>
                    <a:pt x="1151156" y="154266"/>
                  </a:lnTo>
                  <a:lnTo>
                    <a:pt x="1112902" y="131278"/>
                  </a:lnTo>
                  <a:lnTo>
                    <a:pt x="1073173" y="110634"/>
                  </a:lnTo>
                  <a:lnTo>
                    <a:pt x="1032065" y="92429"/>
                  </a:lnTo>
                  <a:lnTo>
                    <a:pt x="989674" y="76761"/>
                  </a:lnTo>
                  <a:lnTo>
                    <a:pt x="946097" y="63725"/>
                  </a:lnTo>
                  <a:lnTo>
                    <a:pt x="901431" y="53419"/>
                  </a:lnTo>
                  <a:lnTo>
                    <a:pt x="855771" y="45938"/>
                  </a:lnTo>
                  <a:lnTo>
                    <a:pt x="809214" y="41378"/>
                  </a:lnTo>
                  <a:lnTo>
                    <a:pt x="761857" y="39837"/>
                  </a:lnTo>
                  <a:lnTo>
                    <a:pt x="1004029" y="39837"/>
                  </a:lnTo>
                  <a:lnTo>
                    <a:pt x="1078809" y="69277"/>
                  </a:lnTo>
                  <a:lnTo>
                    <a:pt x="1119542" y="89520"/>
                  </a:lnTo>
                  <a:lnTo>
                    <a:pt x="1158866" y="112078"/>
                  </a:lnTo>
                  <a:lnTo>
                    <a:pt x="1196691" y="136861"/>
                  </a:lnTo>
                  <a:lnTo>
                    <a:pt x="1232926" y="163778"/>
                  </a:lnTo>
                  <a:lnTo>
                    <a:pt x="1267480" y="192740"/>
                  </a:lnTo>
                  <a:lnTo>
                    <a:pt x="1300263" y="223655"/>
                  </a:lnTo>
                  <a:lnTo>
                    <a:pt x="1331184" y="256433"/>
                  </a:lnTo>
                  <a:lnTo>
                    <a:pt x="1360153" y="290984"/>
                  </a:lnTo>
                  <a:lnTo>
                    <a:pt x="1387078" y="327216"/>
                  </a:lnTo>
                  <a:lnTo>
                    <a:pt x="1411869" y="365041"/>
                  </a:lnTo>
                  <a:lnTo>
                    <a:pt x="1434436" y="404367"/>
                  </a:lnTo>
                  <a:lnTo>
                    <a:pt x="1454687" y="445104"/>
                  </a:lnTo>
                  <a:lnTo>
                    <a:pt x="1472532" y="487162"/>
                  </a:lnTo>
                  <a:lnTo>
                    <a:pt x="1487881" y="530450"/>
                  </a:lnTo>
                  <a:lnTo>
                    <a:pt x="1500642" y="574877"/>
                  </a:lnTo>
                  <a:lnTo>
                    <a:pt x="1510725" y="620354"/>
                  </a:lnTo>
                  <a:lnTo>
                    <a:pt x="1518040" y="666789"/>
                  </a:lnTo>
                  <a:lnTo>
                    <a:pt x="1522495" y="714093"/>
                  </a:lnTo>
                  <a:lnTo>
                    <a:pt x="1524000" y="762175"/>
                  </a:lnTo>
                  <a:lnTo>
                    <a:pt x="1522517" y="809504"/>
                  </a:lnTo>
                  <a:lnTo>
                    <a:pt x="1522495" y="810205"/>
                  </a:lnTo>
                  <a:lnTo>
                    <a:pt x="1518040" y="857462"/>
                  </a:lnTo>
                  <a:lnTo>
                    <a:pt x="1510725" y="903855"/>
                  </a:lnTo>
                  <a:lnTo>
                    <a:pt x="1500642" y="949294"/>
                  </a:lnTo>
                  <a:lnTo>
                    <a:pt x="1487881" y="993688"/>
                  </a:lnTo>
                  <a:lnTo>
                    <a:pt x="1472532" y="1036947"/>
                  </a:lnTo>
                  <a:lnTo>
                    <a:pt x="1454687" y="1078979"/>
                  </a:lnTo>
                  <a:lnTo>
                    <a:pt x="1434436" y="1119694"/>
                  </a:lnTo>
                  <a:lnTo>
                    <a:pt x="1411869" y="1159002"/>
                  </a:lnTo>
                  <a:lnTo>
                    <a:pt x="1387078" y="1196811"/>
                  </a:lnTo>
                  <a:lnTo>
                    <a:pt x="1360153" y="1233031"/>
                  </a:lnTo>
                  <a:lnTo>
                    <a:pt x="1331184" y="1267572"/>
                  </a:lnTo>
                  <a:lnTo>
                    <a:pt x="1300263" y="1300342"/>
                  </a:lnTo>
                  <a:lnTo>
                    <a:pt x="1267480" y="1331252"/>
                  </a:lnTo>
                  <a:lnTo>
                    <a:pt x="1232926" y="1360209"/>
                  </a:lnTo>
                  <a:lnTo>
                    <a:pt x="1196691" y="1387124"/>
                  </a:lnTo>
                  <a:lnTo>
                    <a:pt x="1158866" y="1411907"/>
                  </a:lnTo>
                  <a:lnTo>
                    <a:pt x="1119542" y="1434465"/>
                  </a:lnTo>
                  <a:lnTo>
                    <a:pt x="1078809" y="1454709"/>
                  </a:lnTo>
                  <a:lnTo>
                    <a:pt x="1036759" y="1472548"/>
                  </a:lnTo>
                  <a:lnTo>
                    <a:pt x="1004214" y="1484086"/>
                  </a:lnTo>
                  <a:close/>
                </a:path>
              </a:pathLst>
            </a:custGeom>
            <a:solidFill>
              <a:srgbClr val="D2AC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56513" y="832230"/>
              <a:ext cx="1278255" cy="1296035"/>
            </a:xfrm>
            <a:custGeom>
              <a:avLst/>
              <a:gdLst/>
              <a:ahLst/>
              <a:cxnLst/>
              <a:rect l="l" t="t" r="r" b="b"/>
              <a:pathLst>
                <a:path w="1278255" h="1296035">
                  <a:moveTo>
                    <a:pt x="55257" y="682828"/>
                  </a:moveTo>
                  <a:lnTo>
                    <a:pt x="53467" y="674166"/>
                  </a:lnTo>
                  <a:lnTo>
                    <a:pt x="48590" y="667080"/>
                  </a:lnTo>
                  <a:lnTo>
                    <a:pt x="41427" y="662305"/>
                  </a:lnTo>
                  <a:lnTo>
                    <a:pt x="32740" y="660565"/>
                  </a:lnTo>
                  <a:lnTo>
                    <a:pt x="24053" y="662305"/>
                  </a:lnTo>
                  <a:lnTo>
                    <a:pt x="16979" y="667080"/>
                  </a:lnTo>
                  <a:lnTo>
                    <a:pt x="12217" y="674166"/>
                  </a:lnTo>
                  <a:lnTo>
                    <a:pt x="10464" y="682828"/>
                  </a:lnTo>
                  <a:lnTo>
                    <a:pt x="12217" y="691629"/>
                  </a:lnTo>
                  <a:lnTo>
                    <a:pt x="16979" y="698779"/>
                  </a:lnTo>
                  <a:lnTo>
                    <a:pt x="24053" y="703605"/>
                  </a:lnTo>
                  <a:lnTo>
                    <a:pt x="32740" y="705370"/>
                  </a:lnTo>
                  <a:lnTo>
                    <a:pt x="41427" y="703605"/>
                  </a:lnTo>
                  <a:lnTo>
                    <a:pt x="48590" y="698779"/>
                  </a:lnTo>
                  <a:lnTo>
                    <a:pt x="53467" y="691629"/>
                  </a:lnTo>
                  <a:lnTo>
                    <a:pt x="55257" y="682828"/>
                  </a:lnTo>
                  <a:close/>
                </a:path>
                <a:path w="1278255" h="1296035">
                  <a:moveTo>
                    <a:pt x="96558" y="570928"/>
                  </a:moveTo>
                  <a:lnTo>
                    <a:pt x="96443" y="569518"/>
                  </a:lnTo>
                  <a:lnTo>
                    <a:pt x="96342" y="568248"/>
                  </a:lnTo>
                  <a:lnTo>
                    <a:pt x="96253" y="566991"/>
                  </a:lnTo>
                  <a:lnTo>
                    <a:pt x="96151" y="565772"/>
                  </a:lnTo>
                  <a:lnTo>
                    <a:pt x="46088" y="539661"/>
                  </a:lnTo>
                  <a:lnTo>
                    <a:pt x="41808" y="568248"/>
                  </a:lnTo>
                  <a:lnTo>
                    <a:pt x="61137" y="570928"/>
                  </a:lnTo>
                  <a:lnTo>
                    <a:pt x="62788" y="558622"/>
                  </a:lnTo>
                  <a:lnTo>
                    <a:pt x="71310" y="559854"/>
                  </a:lnTo>
                  <a:lnTo>
                    <a:pt x="73342" y="562597"/>
                  </a:lnTo>
                  <a:lnTo>
                    <a:pt x="74625" y="564946"/>
                  </a:lnTo>
                  <a:lnTo>
                    <a:pt x="75069" y="566991"/>
                  </a:lnTo>
                  <a:lnTo>
                    <a:pt x="75768" y="568972"/>
                  </a:lnTo>
                  <a:lnTo>
                    <a:pt x="75869" y="569518"/>
                  </a:lnTo>
                  <a:lnTo>
                    <a:pt x="75946" y="569976"/>
                  </a:lnTo>
                  <a:lnTo>
                    <a:pt x="76123" y="570928"/>
                  </a:lnTo>
                  <a:lnTo>
                    <a:pt x="75692" y="573392"/>
                  </a:lnTo>
                  <a:lnTo>
                    <a:pt x="75069" y="577367"/>
                  </a:lnTo>
                  <a:lnTo>
                    <a:pt x="72529" y="580529"/>
                  </a:lnTo>
                  <a:lnTo>
                    <a:pt x="67995" y="582396"/>
                  </a:lnTo>
                  <a:lnTo>
                    <a:pt x="63284" y="584136"/>
                  </a:lnTo>
                  <a:lnTo>
                    <a:pt x="55994" y="584301"/>
                  </a:lnTo>
                  <a:lnTo>
                    <a:pt x="46240" y="583069"/>
                  </a:lnTo>
                  <a:lnTo>
                    <a:pt x="36791" y="581698"/>
                  </a:lnTo>
                  <a:lnTo>
                    <a:pt x="30022" y="579462"/>
                  </a:lnTo>
                  <a:lnTo>
                    <a:pt x="26225" y="576529"/>
                  </a:lnTo>
                  <a:lnTo>
                    <a:pt x="22072" y="573392"/>
                  </a:lnTo>
                  <a:lnTo>
                    <a:pt x="20408" y="569976"/>
                  </a:lnTo>
                  <a:lnTo>
                    <a:pt x="20472" y="569518"/>
                  </a:lnTo>
                  <a:lnTo>
                    <a:pt x="20548" y="568972"/>
                  </a:lnTo>
                  <a:lnTo>
                    <a:pt x="20650" y="568248"/>
                  </a:lnTo>
                  <a:lnTo>
                    <a:pt x="21005" y="565772"/>
                  </a:lnTo>
                  <a:lnTo>
                    <a:pt x="21094" y="564946"/>
                  </a:lnTo>
                  <a:lnTo>
                    <a:pt x="21272" y="563257"/>
                  </a:lnTo>
                  <a:lnTo>
                    <a:pt x="22504" y="561073"/>
                  </a:lnTo>
                  <a:lnTo>
                    <a:pt x="24676" y="559523"/>
                  </a:lnTo>
                  <a:lnTo>
                    <a:pt x="26860" y="557898"/>
                  </a:lnTo>
                  <a:lnTo>
                    <a:pt x="29718" y="556945"/>
                  </a:lnTo>
                  <a:lnTo>
                    <a:pt x="33121" y="556806"/>
                  </a:lnTo>
                  <a:lnTo>
                    <a:pt x="33020" y="555929"/>
                  </a:lnTo>
                  <a:lnTo>
                    <a:pt x="30861" y="538353"/>
                  </a:lnTo>
                  <a:lnTo>
                    <a:pt x="24676" y="538581"/>
                  </a:lnTo>
                  <a:lnTo>
                    <a:pt x="19621" y="539534"/>
                  </a:lnTo>
                  <a:lnTo>
                    <a:pt x="15328" y="541159"/>
                  </a:lnTo>
                  <a:lnTo>
                    <a:pt x="11239" y="542912"/>
                  </a:lnTo>
                  <a:lnTo>
                    <a:pt x="7962" y="545160"/>
                  </a:lnTo>
                  <a:lnTo>
                    <a:pt x="5740" y="548170"/>
                  </a:lnTo>
                  <a:lnTo>
                    <a:pt x="3416" y="551129"/>
                  </a:lnTo>
                  <a:lnTo>
                    <a:pt x="3314" y="551446"/>
                  </a:lnTo>
                  <a:lnTo>
                    <a:pt x="1676" y="555929"/>
                  </a:lnTo>
                  <a:lnTo>
                    <a:pt x="1562" y="556806"/>
                  </a:lnTo>
                  <a:lnTo>
                    <a:pt x="1549" y="556945"/>
                  </a:lnTo>
                  <a:lnTo>
                    <a:pt x="1422" y="557898"/>
                  </a:lnTo>
                  <a:lnTo>
                    <a:pt x="1333" y="558622"/>
                  </a:lnTo>
                  <a:lnTo>
                    <a:pt x="1219" y="559523"/>
                  </a:lnTo>
                  <a:lnTo>
                    <a:pt x="1181" y="559854"/>
                  </a:lnTo>
                  <a:lnTo>
                    <a:pt x="977" y="561441"/>
                  </a:lnTo>
                  <a:lnTo>
                    <a:pt x="12" y="568248"/>
                  </a:lnTo>
                  <a:lnTo>
                    <a:pt x="0" y="570928"/>
                  </a:lnTo>
                  <a:lnTo>
                    <a:pt x="520" y="575233"/>
                  </a:lnTo>
                  <a:lnTo>
                    <a:pt x="3111" y="579678"/>
                  </a:lnTo>
                  <a:lnTo>
                    <a:pt x="6134" y="585393"/>
                  </a:lnTo>
                  <a:lnTo>
                    <a:pt x="43865" y="601599"/>
                  </a:lnTo>
                  <a:lnTo>
                    <a:pt x="50152" y="602284"/>
                  </a:lnTo>
                  <a:lnTo>
                    <a:pt x="48742" y="602284"/>
                  </a:lnTo>
                  <a:lnTo>
                    <a:pt x="57442" y="602589"/>
                  </a:lnTo>
                  <a:lnTo>
                    <a:pt x="63754" y="602284"/>
                  </a:lnTo>
                  <a:lnTo>
                    <a:pt x="69773" y="601408"/>
                  </a:lnTo>
                  <a:lnTo>
                    <a:pt x="77355" y="600087"/>
                  </a:lnTo>
                  <a:lnTo>
                    <a:pt x="83375" y="597344"/>
                  </a:lnTo>
                  <a:lnTo>
                    <a:pt x="87617" y="593382"/>
                  </a:lnTo>
                  <a:lnTo>
                    <a:pt x="91986" y="589470"/>
                  </a:lnTo>
                  <a:lnTo>
                    <a:pt x="94386" y="584301"/>
                  </a:lnTo>
                  <a:lnTo>
                    <a:pt x="94462" y="584136"/>
                  </a:lnTo>
                  <a:lnTo>
                    <a:pt x="94551" y="583958"/>
                  </a:lnTo>
                  <a:lnTo>
                    <a:pt x="96558" y="570928"/>
                  </a:lnTo>
                  <a:close/>
                </a:path>
                <a:path w="1278255" h="1296035">
                  <a:moveTo>
                    <a:pt x="112572" y="494995"/>
                  </a:moveTo>
                  <a:lnTo>
                    <a:pt x="112458" y="492277"/>
                  </a:lnTo>
                  <a:lnTo>
                    <a:pt x="112445" y="492061"/>
                  </a:lnTo>
                  <a:lnTo>
                    <a:pt x="112318" y="489280"/>
                  </a:lnTo>
                  <a:lnTo>
                    <a:pt x="112268" y="488988"/>
                  </a:lnTo>
                  <a:lnTo>
                    <a:pt x="112153" y="488746"/>
                  </a:lnTo>
                  <a:lnTo>
                    <a:pt x="109651" y="483666"/>
                  </a:lnTo>
                  <a:lnTo>
                    <a:pt x="107238" y="478294"/>
                  </a:lnTo>
                  <a:lnTo>
                    <a:pt x="91046" y="465734"/>
                  </a:lnTo>
                  <a:lnTo>
                    <a:pt x="91046" y="492277"/>
                  </a:lnTo>
                  <a:lnTo>
                    <a:pt x="89954" y="496074"/>
                  </a:lnTo>
                  <a:lnTo>
                    <a:pt x="88785" y="499935"/>
                  </a:lnTo>
                  <a:lnTo>
                    <a:pt x="86118" y="502323"/>
                  </a:lnTo>
                  <a:lnTo>
                    <a:pt x="81622" y="503415"/>
                  </a:lnTo>
                  <a:lnTo>
                    <a:pt x="76898" y="504520"/>
                  </a:lnTo>
                  <a:lnTo>
                    <a:pt x="70116" y="503770"/>
                  </a:lnTo>
                  <a:lnTo>
                    <a:pt x="52082" y="498513"/>
                  </a:lnTo>
                  <a:lnTo>
                    <a:pt x="45961" y="495490"/>
                  </a:lnTo>
                  <a:lnTo>
                    <a:pt x="42557" y="492061"/>
                  </a:lnTo>
                  <a:lnTo>
                    <a:pt x="39230" y="488988"/>
                  </a:lnTo>
                  <a:lnTo>
                    <a:pt x="39154" y="488746"/>
                  </a:lnTo>
                  <a:lnTo>
                    <a:pt x="38138" y="485406"/>
                  </a:lnTo>
                  <a:lnTo>
                    <a:pt x="39230" y="481850"/>
                  </a:lnTo>
                  <a:lnTo>
                    <a:pt x="40106" y="477926"/>
                  </a:lnTo>
                  <a:lnTo>
                    <a:pt x="43040" y="475564"/>
                  </a:lnTo>
                  <a:lnTo>
                    <a:pt x="47663" y="474370"/>
                  </a:lnTo>
                  <a:lnTo>
                    <a:pt x="52082" y="473303"/>
                  </a:lnTo>
                  <a:lnTo>
                    <a:pt x="58597" y="473900"/>
                  </a:lnTo>
                  <a:lnTo>
                    <a:pt x="90119" y="489280"/>
                  </a:lnTo>
                  <a:lnTo>
                    <a:pt x="91046" y="492277"/>
                  </a:lnTo>
                  <a:lnTo>
                    <a:pt x="91046" y="465734"/>
                  </a:lnTo>
                  <a:lnTo>
                    <a:pt x="86398" y="463435"/>
                  </a:lnTo>
                  <a:lnTo>
                    <a:pt x="79870" y="460844"/>
                  </a:lnTo>
                  <a:lnTo>
                    <a:pt x="72529" y="458482"/>
                  </a:lnTo>
                  <a:lnTo>
                    <a:pt x="62191" y="456057"/>
                  </a:lnTo>
                  <a:lnTo>
                    <a:pt x="52781" y="454990"/>
                  </a:lnTo>
                  <a:lnTo>
                    <a:pt x="44284" y="455269"/>
                  </a:lnTo>
                  <a:lnTo>
                    <a:pt x="18161" y="476364"/>
                  </a:lnTo>
                  <a:lnTo>
                    <a:pt x="17272" y="481850"/>
                  </a:lnTo>
                  <a:lnTo>
                    <a:pt x="45783" y="515607"/>
                  </a:lnTo>
                  <a:lnTo>
                    <a:pt x="76962" y="522681"/>
                  </a:lnTo>
                  <a:lnTo>
                    <a:pt x="82969" y="522541"/>
                  </a:lnTo>
                  <a:lnTo>
                    <a:pt x="90728" y="521817"/>
                  </a:lnTo>
                  <a:lnTo>
                    <a:pt x="96621" y="519760"/>
                  </a:lnTo>
                  <a:lnTo>
                    <a:pt x="101041" y="516369"/>
                  </a:lnTo>
                  <a:lnTo>
                    <a:pt x="105867" y="513143"/>
                  </a:lnTo>
                  <a:lnTo>
                    <a:pt x="108839" y="508038"/>
                  </a:lnTo>
                  <a:lnTo>
                    <a:pt x="109791" y="504520"/>
                  </a:lnTo>
                  <a:lnTo>
                    <a:pt x="110705" y="501142"/>
                  </a:lnTo>
                  <a:lnTo>
                    <a:pt x="112572" y="494995"/>
                  </a:lnTo>
                  <a:close/>
                </a:path>
                <a:path w="1278255" h="1296035">
                  <a:moveTo>
                    <a:pt x="115176" y="811542"/>
                  </a:moveTo>
                  <a:lnTo>
                    <a:pt x="114338" y="808177"/>
                  </a:lnTo>
                  <a:lnTo>
                    <a:pt x="102463" y="765238"/>
                  </a:lnTo>
                  <a:lnTo>
                    <a:pt x="92316" y="766864"/>
                  </a:lnTo>
                  <a:lnTo>
                    <a:pt x="104013" y="808926"/>
                  </a:lnTo>
                  <a:lnTo>
                    <a:pt x="105549" y="814133"/>
                  </a:lnTo>
                  <a:lnTo>
                    <a:pt x="105905" y="814133"/>
                  </a:lnTo>
                  <a:lnTo>
                    <a:pt x="101777" y="814882"/>
                  </a:lnTo>
                  <a:lnTo>
                    <a:pt x="101180" y="814882"/>
                  </a:lnTo>
                  <a:lnTo>
                    <a:pt x="97015" y="813904"/>
                  </a:lnTo>
                  <a:lnTo>
                    <a:pt x="96443" y="812368"/>
                  </a:lnTo>
                  <a:lnTo>
                    <a:pt x="95770" y="810514"/>
                  </a:lnTo>
                  <a:lnTo>
                    <a:pt x="95008" y="808177"/>
                  </a:lnTo>
                  <a:lnTo>
                    <a:pt x="88277" y="788797"/>
                  </a:lnTo>
                  <a:lnTo>
                    <a:pt x="88163" y="788530"/>
                  </a:lnTo>
                  <a:lnTo>
                    <a:pt x="87947" y="787996"/>
                  </a:lnTo>
                  <a:lnTo>
                    <a:pt x="86182" y="787781"/>
                  </a:lnTo>
                  <a:lnTo>
                    <a:pt x="83172" y="788797"/>
                  </a:lnTo>
                  <a:lnTo>
                    <a:pt x="81267" y="789305"/>
                  </a:lnTo>
                  <a:lnTo>
                    <a:pt x="80048" y="789774"/>
                  </a:lnTo>
                  <a:lnTo>
                    <a:pt x="78905" y="790638"/>
                  </a:lnTo>
                  <a:lnTo>
                    <a:pt x="78155" y="790638"/>
                  </a:lnTo>
                  <a:lnTo>
                    <a:pt x="78447" y="791057"/>
                  </a:lnTo>
                  <a:lnTo>
                    <a:pt x="77914" y="791502"/>
                  </a:lnTo>
                  <a:lnTo>
                    <a:pt x="77812" y="791794"/>
                  </a:lnTo>
                  <a:lnTo>
                    <a:pt x="77673" y="792187"/>
                  </a:lnTo>
                  <a:lnTo>
                    <a:pt x="77774" y="792441"/>
                  </a:lnTo>
                  <a:lnTo>
                    <a:pt x="77914" y="792784"/>
                  </a:lnTo>
                  <a:lnTo>
                    <a:pt x="79883" y="799858"/>
                  </a:lnTo>
                  <a:lnTo>
                    <a:pt x="81610" y="807491"/>
                  </a:lnTo>
                  <a:lnTo>
                    <a:pt x="81508" y="808507"/>
                  </a:lnTo>
                  <a:lnTo>
                    <a:pt x="81457" y="808926"/>
                  </a:lnTo>
                  <a:lnTo>
                    <a:pt x="81356" y="809955"/>
                  </a:lnTo>
                  <a:lnTo>
                    <a:pt x="80606" y="812368"/>
                  </a:lnTo>
                  <a:lnTo>
                    <a:pt x="80505" y="811771"/>
                  </a:lnTo>
                  <a:lnTo>
                    <a:pt x="80467" y="811542"/>
                  </a:lnTo>
                  <a:lnTo>
                    <a:pt x="79883" y="808177"/>
                  </a:lnTo>
                  <a:lnTo>
                    <a:pt x="78092" y="805218"/>
                  </a:lnTo>
                  <a:lnTo>
                    <a:pt x="76123" y="804202"/>
                  </a:lnTo>
                  <a:lnTo>
                    <a:pt x="76123" y="816356"/>
                  </a:lnTo>
                  <a:lnTo>
                    <a:pt x="75755" y="817524"/>
                  </a:lnTo>
                  <a:lnTo>
                    <a:pt x="75082" y="818769"/>
                  </a:lnTo>
                  <a:lnTo>
                    <a:pt x="74269" y="820013"/>
                  </a:lnTo>
                  <a:lnTo>
                    <a:pt x="73342" y="820915"/>
                  </a:lnTo>
                  <a:lnTo>
                    <a:pt x="72085" y="821143"/>
                  </a:lnTo>
                  <a:lnTo>
                    <a:pt x="69570" y="821855"/>
                  </a:lnTo>
                  <a:lnTo>
                    <a:pt x="69265" y="821855"/>
                  </a:lnTo>
                  <a:lnTo>
                    <a:pt x="67868" y="820915"/>
                  </a:lnTo>
                  <a:lnTo>
                    <a:pt x="67424" y="820559"/>
                  </a:lnTo>
                  <a:lnTo>
                    <a:pt x="66598" y="817524"/>
                  </a:lnTo>
                  <a:lnTo>
                    <a:pt x="66027" y="815238"/>
                  </a:lnTo>
                  <a:lnTo>
                    <a:pt x="66001" y="814590"/>
                  </a:lnTo>
                  <a:lnTo>
                    <a:pt x="67017" y="812723"/>
                  </a:lnTo>
                  <a:lnTo>
                    <a:pt x="67424" y="812723"/>
                  </a:lnTo>
                  <a:lnTo>
                    <a:pt x="71145" y="811771"/>
                  </a:lnTo>
                  <a:lnTo>
                    <a:pt x="75755" y="815238"/>
                  </a:lnTo>
                  <a:lnTo>
                    <a:pt x="76123" y="816356"/>
                  </a:lnTo>
                  <a:lnTo>
                    <a:pt x="76123" y="804202"/>
                  </a:lnTo>
                  <a:lnTo>
                    <a:pt x="71856" y="801966"/>
                  </a:lnTo>
                  <a:lnTo>
                    <a:pt x="68326" y="801789"/>
                  </a:lnTo>
                  <a:lnTo>
                    <a:pt x="64655" y="802703"/>
                  </a:lnTo>
                  <a:lnTo>
                    <a:pt x="61734" y="803516"/>
                  </a:lnTo>
                  <a:lnTo>
                    <a:pt x="59334" y="805383"/>
                  </a:lnTo>
                  <a:lnTo>
                    <a:pt x="57759" y="808507"/>
                  </a:lnTo>
                  <a:lnTo>
                    <a:pt x="57658" y="808697"/>
                  </a:lnTo>
                  <a:lnTo>
                    <a:pt x="55943" y="811542"/>
                  </a:lnTo>
                  <a:lnTo>
                    <a:pt x="55829" y="812368"/>
                  </a:lnTo>
                  <a:lnTo>
                    <a:pt x="55778" y="815733"/>
                  </a:lnTo>
                  <a:lnTo>
                    <a:pt x="56261" y="817918"/>
                  </a:lnTo>
                  <a:lnTo>
                    <a:pt x="56959" y="820559"/>
                  </a:lnTo>
                  <a:lnTo>
                    <a:pt x="59207" y="823264"/>
                  </a:lnTo>
                  <a:lnTo>
                    <a:pt x="62534" y="826858"/>
                  </a:lnTo>
                  <a:lnTo>
                    <a:pt x="56959" y="824522"/>
                  </a:lnTo>
                  <a:lnTo>
                    <a:pt x="52857" y="821855"/>
                  </a:lnTo>
                  <a:lnTo>
                    <a:pt x="50241" y="818591"/>
                  </a:lnTo>
                  <a:lnTo>
                    <a:pt x="47675" y="815733"/>
                  </a:lnTo>
                  <a:lnTo>
                    <a:pt x="46024" y="811923"/>
                  </a:lnTo>
                  <a:lnTo>
                    <a:pt x="45910" y="811542"/>
                  </a:lnTo>
                  <a:lnTo>
                    <a:pt x="43192" y="801966"/>
                  </a:lnTo>
                  <a:lnTo>
                    <a:pt x="43205" y="796861"/>
                  </a:lnTo>
                  <a:lnTo>
                    <a:pt x="44615" y="790638"/>
                  </a:lnTo>
                  <a:lnTo>
                    <a:pt x="45135" y="788162"/>
                  </a:lnTo>
                  <a:lnTo>
                    <a:pt x="45250" y="787704"/>
                  </a:lnTo>
                  <a:lnTo>
                    <a:pt x="45377" y="787488"/>
                  </a:lnTo>
                  <a:lnTo>
                    <a:pt x="46748" y="785012"/>
                  </a:lnTo>
                  <a:lnTo>
                    <a:pt x="48844" y="783640"/>
                  </a:lnTo>
                  <a:lnTo>
                    <a:pt x="48031" y="785723"/>
                  </a:lnTo>
                  <a:lnTo>
                    <a:pt x="47802" y="786955"/>
                  </a:lnTo>
                  <a:lnTo>
                    <a:pt x="47929" y="788530"/>
                  </a:lnTo>
                  <a:lnTo>
                    <a:pt x="48006" y="788797"/>
                  </a:lnTo>
                  <a:lnTo>
                    <a:pt x="48056" y="788962"/>
                  </a:lnTo>
                  <a:lnTo>
                    <a:pt x="48158" y="789305"/>
                  </a:lnTo>
                  <a:lnTo>
                    <a:pt x="48298" y="789774"/>
                  </a:lnTo>
                  <a:lnTo>
                    <a:pt x="49009" y="792441"/>
                  </a:lnTo>
                  <a:lnTo>
                    <a:pt x="50774" y="794550"/>
                  </a:lnTo>
                  <a:lnTo>
                    <a:pt x="53784" y="796188"/>
                  </a:lnTo>
                  <a:lnTo>
                    <a:pt x="56705" y="797648"/>
                  </a:lnTo>
                  <a:lnTo>
                    <a:pt x="60147" y="797979"/>
                  </a:lnTo>
                  <a:lnTo>
                    <a:pt x="63817" y="796861"/>
                  </a:lnTo>
                  <a:lnTo>
                    <a:pt x="67437" y="795832"/>
                  </a:lnTo>
                  <a:lnTo>
                    <a:pt x="69850" y="793902"/>
                  </a:lnTo>
                  <a:lnTo>
                    <a:pt x="71310" y="791057"/>
                  </a:lnTo>
                  <a:lnTo>
                    <a:pt x="72783" y="788530"/>
                  </a:lnTo>
                  <a:lnTo>
                    <a:pt x="72986" y="788162"/>
                  </a:lnTo>
                  <a:lnTo>
                    <a:pt x="73012" y="787996"/>
                  </a:lnTo>
                  <a:lnTo>
                    <a:pt x="73113" y="786955"/>
                  </a:lnTo>
                  <a:lnTo>
                    <a:pt x="73253" y="785723"/>
                  </a:lnTo>
                  <a:lnTo>
                    <a:pt x="73177" y="784263"/>
                  </a:lnTo>
                  <a:lnTo>
                    <a:pt x="71335" y="778103"/>
                  </a:lnTo>
                  <a:lnTo>
                    <a:pt x="70573" y="775525"/>
                  </a:lnTo>
                  <a:lnTo>
                    <a:pt x="67640" y="771804"/>
                  </a:lnTo>
                  <a:lnTo>
                    <a:pt x="63792" y="770242"/>
                  </a:lnTo>
                  <a:lnTo>
                    <a:pt x="63792" y="785012"/>
                  </a:lnTo>
                  <a:lnTo>
                    <a:pt x="63525" y="785723"/>
                  </a:lnTo>
                  <a:lnTo>
                    <a:pt x="62928" y="786955"/>
                  </a:lnTo>
                  <a:lnTo>
                    <a:pt x="60388" y="787704"/>
                  </a:lnTo>
                  <a:lnTo>
                    <a:pt x="57365" y="788530"/>
                  </a:lnTo>
                  <a:lnTo>
                    <a:pt x="55854" y="787488"/>
                  </a:lnTo>
                  <a:lnTo>
                    <a:pt x="54889" y="784263"/>
                  </a:lnTo>
                  <a:lnTo>
                    <a:pt x="54686" y="783640"/>
                  </a:lnTo>
                  <a:lnTo>
                    <a:pt x="54660" y="782015"/>
                  </a:lnTo>
                  <a:lnTo>
                    <a:pt x="55727" y="779653"/>
                  </a:lnTo>
                  <a:lnTo>
                    <a:pt x="56515" y="778814"/>
                  </a:lnTo>
                  <a:lnTo>
                    <a:pt x="58686" y="778103"/>
                  </a:lnTo>
                  <a:lnTo>
                    <a:pt x="59740" y="778370"/>
                  </a:lnTo>
                  <a:lnTo>
                    <a:pt x="60896" y="779132"/>
                  </a:lnTo>
                  <a:lnTo>
                    <a:pt x="62090" y="779856"/>
                  </a:lnTo>
                  <a:lnTo>
                    <a:pt x="62928" y="780872"/>
                  </a:lnTo>
                  <a:lnTo>
                    <a:pt x="63131" y="782167"/>
                  </a:lnTo>
                  <a:lnTo>
                    <a:pt x="63792" y="785012"/>
                  </a:lnTo>
                  <a:lnTo>
                    <a:pt x="63792" y="770242"/>
                  </a:lnTo>
                  <a:lnTo>
                    <a:pt x="63131" y="769962"/>
                  </a:lnTo>
                  <a:lnTo>
                    <a:pt x="59524" y="768362"/>
                  </a:lnTo>
                  <a:lnTo>
                    <a:pt x="35458" y="785012"/>
                  </a:lnTo>
                  <a:lnTo>
                    <a:pt x="32588" y="791794"/>
                  </a:lnTo>
                  <a:lnTo>
                    <a:pt x="32473" y="793902"/>
                  </a:lnTo>
                  <a:lnTo>
                    <a:pt x="32346" y="796188"/>
                  </a:lnTo>
                  <a:lnTo>
                    <a:pt x="32245" y="797979"/>
                  </a:lnTo>
                  <a:lnTo>
                    <a:pt x="32143" y="799858"/>
                  </a:lnTo>
                  <a:lnTo>
                    <a:pt x="40119" y="821143"/>
                  </a:lnTo>
                  <a:lnTo>
                    <a:pt x="43561" y="825817"/>
                  </a:lnTo>
                  <a:lnTo>
                    <a:pt x="44234" y="826503"/>
                  </a:lnTo>
                  <a:lnTo>
                    <a:pt x="48298" y="830465"/>
                  </a:lnTo>
                  <a:lnTo>
                    <a:pt x="55511" y="836879"/>
                  </a:lnTo>
                  <a:lnTo>
                    <a:pt x="63131" y="838809"/>
                  </a:lnTo>
                  <a:lnTo>
                    <a:pt x="71145" y="836688"/>
                  </a:lnTo>
                  <a:lnTo>
                    <a:pt x="76377" y="835190"/>
                  </a:lnTo>
                  <a:lnTo>
                    <a:pt x="80352" y="832027"/>
                  </a:lnTo>
                  <a:lnTo>
                    <a:pt x="83172" y="827112"/>
                  </a:lnTo>
                  <a:lnTo>
                    <a:pt x="83642" y="826858"/>
                  </a:lnTo>
                  <a:lnTo>
                    <a:pt x="85521" y="825817"/>
                  </a:lnTo>
                  <a:lnTo>
                    <a:pt x="87617" y="823645"/>
                  </a:lnTo>
                  <a:lnTo>
                    <a:pt x="88646" y="821855"/>
                  </a:lnTo>
                  <a:lnTo>
                    <a:pt x="89306" y="820699"/>
                  </a:lnTo>
                  <a:lnTo>
                    <a:pt x="90131" y="821855"/>
                  </a:lnTo>
                  <a:lnTo>
                    <a:pt x="92849" y="824357"/>
                  </a:lnTo>
                  <a:lnTo>
                    <a:pt x="97294" y="827620"/>
                  </a:lnTo>
                  <a:lnTo>
                    <a:pt x="105689" y="826503"/>
                  </a:lnTo>
                  <a:lnTo>
                    <a:pt x="110820" y="821855"/>
                  </a:lnTo>
                  <a:lnTo>
                    <a:pt x="112306" y="820559"/>
                  </a:lnTo>
                  <a:lnTo>
                    <a:pt x="114554" y="818591"/>
                  </a:lnTo>
                  <a:lnTo>
                    <a:pt x="114655" y="817918"/>
                  </a:lnTo>
                  <a:lnTo>
                    <a:pt x="114719" y="817524"/>
                  </a:lnTo>
                  <a:lnTo>
                    <a:pt x="115138" y="814882"/>
                  </a:lnTo>
                  <a:lnTo>
                    <a:pt x="115176" y="811542"/>
                  </a:lnTo>
                  <a:close/>
                </a:path>
                <a:path w="1278255" h="1296035">
                  <a:moveTo>
                    <a:pt x="119545" y="873175"/>
                  </a:moveTo>
                  <a:lnTo>
                    <a:pt x="117551" y="867346"/>
                  </a:lnTo>
                  <a:lnTo>
                    <a:pt x="108280" y="870877"/>
                  </a:lnTo>
                  <a:lnTo>
                    <a:pt x="108292" y="871042"/>
                  </a:lnTo>
                  <a:lnTo>
                    <a:pt x="108610" y="875169"/>
                  </a:lnTo>
                  <a:lnTo>
                    <a:pt x="108559" y="875880"/>
                  </a:lnTo>
                  <a:lnTo>
                    <a:pt x="108407" y="878370"/>
                  </a:lnTo>
                  <a:lnTo>
                    <a:pt x="108343" y="878624"/>
                  </a:lnTo>
                  <a:lnTo>
                    <a:pt x="108064" y="879919"/>
                  </a:lnTo>
                  <a:lnTo>
                    <a:pt x="107962" y="880186"/>
                  </a:lnTo>
                  <a:lnTo>
                    <a:pt x="106527" y="884097"/>
                  </a:lnTo>
                  <a:lnTo>
                    <a:pt x="102527" y="887476"/>
                  </a:lnTo>
                  <a:lnTo>
                    <a:pt x="96164" y="889990"/>
                  </a:lnTo>
                  <a:lnTo>
                    <a:pt x="90589" y="891997"/>
                  </a:lnTo>
                  <a:lnTo>
                    <a:pt x="85471" y="891501"/>
                  </a:lnTo>
                  <a:lnTo>
                    <a:pt x="80962" y="888149"/>
                  </a:lnTo>
                  <a:lnTo>
                    <a:pt x="77025" y="885571"/>
                  </a:lnTo>
                  <a:lnTo>
                    <a:pt x="74041" y="881405"/>
                  </a:lnTo>
                  <a:lnTo>
                    <a:pt x="71856" y="875880"/>
                  </a:lnTo>
                  <a:lnTo>
                    <a:pt x="70129" y="871042"/>
                  </a:lnTo>
                  <a:lnTo>
                    <a:pt x="70116" y="870877"/>
                  </a:lnTo>
                  <a:lnTo>
                    <a:pt x="69761" y="866343"/>
                  </a:lnTo>
                  <a:lnTo>
                    <a:pt x="70535" y="861783"/>
                  </a:lnTo>
                  <a:lnTo>
                    <a:pt x="72097" y="856322"/>
                  </a:lnTo>
                  <a:lnTo>
                    <a:pt x="75425" y="852843"/>
                  </a:lnTo>
                  <a:lnTo>
                    <a:pt x="81064" y="850963"/>
                  </a:lnTo>
                  <a:lnTo>
                    <a:pt x="80302" y="853668"/>
                  </a:lnTo>
                  <a:lnTo>
                    <a:pt x="80391" y="857046"/>
                  </a:lnTo>
                  <a:lnTo>
                    <a:pt x="92849" y="868934"/>
                  </a:lnTo>
                  <a:lnTo>
                    <a:pt x="96608" y="868768"/>
                  </a:lnTo>
                  <a:lnTo>
                    <a:pt x="111036" y="856322"/>
                  </a:lnTo>
                  <a:lnTo>
                    <a:pt x="111239" y="854849"/>
                  </a:lnTo>
                  <a:lnTo>
                    <a:pt x="101892" y="839050"/>
                  </a:lnTo>
                  <a:lnTo>
                    <a:pt x="101892" y="852690"/>
                  </a:lnTo>
                  <a:lnTo>
                    <a:pt x="101866" y="852843"/>
                  </a:lnTo>
                  <a:lnTo>
                    <a:pt x="93319" y="859282"/>
                  </a:lnTo>
                  <a:lnTo>
                    <a:pt x="91059" y="858088"/>
                  </a:lnTo>
                  <a:lnTo>
                    <a:pt x="90157" y="854849"/>
                  </a:lnTo>
                  <a:lnTo>
                    <a:pt x="89204" y="851827"/>
                  </a:lnTo>
                  <a:lnTo>
                    <a:pt x="89839" y="850963"/>
                  </a:lnTo>
                  <a:lnTo>
                    <a:pt x="90716" y="849744"/>
                  </a:lnTo>
                  <a:lnTo>
                    <a:pt x="94399" y="848512"/>
                  </a:lnTo>
                  <a:lnTo>
                    <a:pt x="98336" y="847293"/>
                  </a:lnTo>
                  <a:lnTo>
                    <a:pt x="100368" y="848258"/>
                  </a:lnTo>
                  <a:lnTo>
                    <a:pt x="100444" y="848512"/>
                  </a:lnTo>
                  <a:lnTo>
                    <a:pt x="101434" y="851509"/>
                  </a:lnTo>
                  <a:lnTo>
                    <a:pt x="101561" y="851827"/>
                  </a:lnTo>
                  <a:lnTo>
                    <a:pt x="101892" y="852690"/>
                  </a:lnTo>
                  <a:lnTo>
                    <a:pt x="101892" y="839050"/>
                  </a:lnTo>
                  <a:lnTo>
                    <a:pt x="92303" y="836422"/>
                  </a:lnTo>
                  <a:lnTo>
                    <a:pt x="86131" y="837095"/>
                  </a:lnTo>
                  <a:lnTo>
                    <a:pt x="79082" y="839673"/>
                  </a:lnTo>
                  <a:lnTo>
                    <a:pt x="58000" y="867206"/>
                  </a:lnTo>
                  <a:lnTo>
                    <a:pt x="58597" y="873175"/>
                  </a:lnTo>
                  <a:lnTo>
                    <a:pt x="87757" y="901649"/>
                  </a:lnTo>
                  <a:lnTo>
                    <a:pt x="93941" y="901357"/>
                  </a:lnTo>
                  <a:lnTo>
                    <a:pt x="117246" y="884097"/>
                  </a:lnTo>
                  <a:lnTo>
                    <a:pt x="119380" y="878624"/>
                  </a:lnTo>
                  <a:lnTo>
                    <a:pt x="119481" y="875880"/>
                  </a:lnTo>
                  <a:lnTo>
                    <a:pt x="119545" y="873175"/>
                  </a:lnTo>
                  <a:close/>
                </a:path>
                <a:path w="1278255" h="1296035">
                  <a:moveTo>
                    <a:pt x="135432" y="424116"/>
                  </a:moveTo>
                  <a:lnTo>
                    <a:pt x="134594" y="423506"/>
                  </a:lnTo>
                  <a:lnTo>
                    <a:pt x="57937" y="368388"/>
                  </a:lnTo>
                  <a:lnTo>
                    <a:pt x="50761" y="386080"/>
                  </a:lnTo>
                  <a:lnTo>
                    <a:pt x="107683" y="423506"/>
                  </a:lnTo>
                  <a:lnTo>
                    <a:pt x="40767" y="411238"/>
                  </a:lnTo>
                  <a:lnTo>
                    <a:pt x="33464" y="429221"/>
                  </a:lnTo>
                  <a:lnTo>
                    <a:pt x="127800" y="442810"/>
                  </a:lnTo>
                  <a:lnTo>
                    <a:pt x="135432" y="424116"/>
                  </a:lnTo>
                  <a:close/>
                </a:path>
                <a:path w="1278255" h="1296035">
                  <a:moveTo>
                    <a:pt x="145516" y="935863"/>
                  </a:moveTo>
                  <a:lnTo>
                    <a:pt x="145503" y="934300"/>
                  </a:lnTo>
                  <a:lnTo>
                    <a:pt x="144894" y="928243"/>
                  </a:lnTo>
                  <a:lnTo>
                    <a:pt x="144805" y="926934"/>
                  </a:lnTo>
                  <a:lnTo>
                    <a:pt x="133654" y="906780"/>
                  </a:lnTo>
                  <a:lnTo>
                    <a:pt x="133654" y="934300"/>
                  </a:lnTo>
                  <a:lnTo>
                    <a:pt x="132029" y="938860"/>
                  </a:lnTo>
                  <a:lnTo>
                    <a:pt x="131216" y="939660"/>
                  </a:lnTo>
                  <a:lnTo>
                    <a:pt x="124917" y="945222"/>
                  </a:lnTo>
                  <a:lnTo>
                    <a:pt x="121412" y="946861"/>
                  </a:lnTo>
                  <a:lnTo>
                    <a:pt x="113563" y="947534"/>
                  </a:lnTo>
                  <a:lnTo>
                    <a:pt x="109651" y="946073"/>
                  </a:lnTo>
                  <a:lnTo>
                    <a:pt x="106083" y="942848"/>
                  </a:lnTo>
                  <a:lnTo>
                    <a:pt x="102450" y="939660"/>
                  </a:lnTo>
                  <a:lnTo>
                    <a:pt x="100342" y="935863"/>
                  </a:lnTo>
                  <a:lnTo>
                    <a:pt x="100241" y="934300"/>
                  </a:lnTo>
                  <a:lnTo>
                    <a:pt x="100037" y="931494"/>
                  </a:lnTo>
                  <a:lnTo>
                    <a:pt x="120053" y="913485"/>
                  </a:lnTo>
                  <a:lnTo>
                    <a:pt x="123837" y="914692"/>
                  </a:lnTo>
                  <a:lnTo>
                    <a:pt x="126974" y="917232"/>
                  </a:lnTo>
                  <a:lnTo>
                    <a:pt x="130835" y="920076"/>
                  </a:lnTo>
                  <a:lnTo>
                    <a:pt x="132803" y="923963"/>
                  </a:lnTo>
                  <a:lnTo>
                    <a:pt x="132880" y="924674"/>
                  </a:lnTo>
                  <a:lnTo>
                    <a:pt x="133362" y="928878"/>
                  </a:lnTo>
                  <a:lnTo>
                    <a:pt x="133654" y="934300"/>
                  </a:lnTo>
                  <a:lnTo>
                    <a:pt x="133654" y="906780"/>
                  </a:lnTo>
                  <a:lnTo>
                    <a:pt x="128181" y="903478"/>
                  </a:lnTo>
                  <a:lnTo>
                    <a:pt x="122047" y="901827"/>
                  </a:lnTo>
                  <a:lnTo>
                    <a:pt x="115239" y="901687"/>
                  </a:lnTo>
                  <a:lnTo>
                    <a:pt x="105079" y="902614"/>
                  </a:lnTo>
                  <a:lnTo>
                    <a:pt x="97561" y="906437"/>
                  </a:lnTo>
                  <a:lnTo>
                    <a:pt x="92837" y="913130"/>
                  </a:lnTo>
                  <a:lnTo>
                    <a:pt x="89052" y="918413"/>
                  </a:lnTo>
                  <a:lnTo>
                    <a:pt x="87223" y="924674"/>
                  </a:lnTo>
                  <a:lnTo>
                    <a:pt x="87947" y="931799"/>
                  </a:lnTo>
                  <a:lnTo>
                    <a:pt x="88506" y="938860"/>
                  </a:lnTo>
                  <a:lnTo>
                    <a:pt x="91198" y="944930"/>
                  </a:lnTo>
                  <a:lnTo>
                    <a:pt x="96532" y="950252"/>
                  </a:lnTo>
                  <a:lnTo>
                    <a:pt x="102577" y="956665"/>
                  </a:lnTo>
                  <a:lnTo>
                    <a:pt x="109905" y="959497"/>
                  </a:lnTo>
                  <a:lnTo>
                    <a:pt x="127571" y="957681"/>
                  </a:lnTo>
                  <a:lnTo>
                    <a:pt x="134404" y="954189"/>
                  </a:lnTo>
                  <a:lnTo>
                    <a:pt x="139547" y="947534"/>
                  </a:lnTo>
                  <a:lnTo>
                    <a:pt x="143510" y="941997"/>
                  </a:lnTo>
                  <a:lnTo>
                    <a:pt x="145516" y="935863"/>
                  </a:lnTo>
                  <a:close/>
                </a:path>
                <a:path w="1278255" h="1296035">
                  <a:moveTo>
                    <a:pt x="176352" y="348627"/>
                  </a:moveTo>
                  <a:lnTo>
                    <a:pt x="158051" y="338175"/>
                  </a:lnTo>
                  <a:lnTo>
                    <a:pt x="141897" y="366077"/>
                  </a:lnTo>
                  <a:lnTo>
                    <a:pt x="126009" y="356971"/>
                  </a:lnTo>
                  <a:lnTo>
                    <a:pt x="131470" y="347624"/>
                  </a:lnTo>
                  <a:lnTo>
                    <a:pt x="140703" y="331825"/>
                  </a:lnTo>
                  <a:lnTo>
                    <a:pt x="124155" y="322249"/>
                  </a:lnTo>
                  <a:lnTo>
                    <a:pt x="109651" y="347624"/>
                  </a:lnTo>
                  <a:lnTo>
                    <a:pt x="96837" y="340194"/>
                  </a:lnTo>
                  <a:lnTo>
                    <a:pt x="112661" y="312940"/>
                  </a:lnTo>
                  <a:lnTo>
                    <a:pt x="95440" y="302983"/>
                  </a:lnTo>
                  <a:lnTo>
                    <a:pt x="70218" y="346494"/>
                  </a:lnTo>
                  <a:lnTo>
                    <a:pt x="150495" y="392938"/>
                  </a:lnTo>
                  <a:lnTo>
                    <a:pt x="166166" y="366077"/>
                  </a:lnTo>
                  <a:lnTo>
                    <a:pt x="176352" y="348627"/>
                  </a:lnTo>
                  <a:close/>
                </a:path>
                <a:path w="1278255" h="1296035">
                  <a:moveTo>
                    <a:pt x="206756" y="1016914"/>
                  </a:moveTo>
                  <a:lnTo>
                    <a:pt x="201155" y="1001458"/>
                  </a:lnTo>
                  <a:lnTo>
                    <a:pt x="191427" y="987615"/>
                  </a:lnTo>
                  <a:lnTo>
                    <a:pt x="178257" y="968870"/>
                  </a:lnTo>
                  <a:lnTo>
                    <a:pt x="171030" y="958596"/>
                  </a:lnTo>
                  <a:lnTo>
                    <a:pt x="161709" y="945311"/>
                  </a:lnTo>
                  <a:lnTo>
                    <a:pt x="152057" y="951471"/>
                  </a:lnTo>
                  <a:lnTo>
                    <a:pt x="156768" y="958596"/>
                  </a:lnTo>
                  <a:lnTo>
                    <a:pt x="154711" y="957922"/>
                  </a:lnTo>
                  <a:lnTo>
                    <a:pt x="152590" y="957529"/>
                  </a:lnTo>
                  <a:lnTo>
                    <a:pt x="141909" y="956665"/>
                  </a:lnTo>
                  <a:lnTo>
                    <a:pt x="134581" y="958850"/>
                  </a:lnTo>
                  <a:lnTo>
                    <a:pt x="128219" y="963828"/>
                  </a:lnTo>
                  <a:lnTo>
                    <a:pt x="121450" y="970153"/>
                  </a:lnTo>
                  <a:lnTo>
                    <a:pt x="117233" y="976579"/>
                  </a:lnTo>
                  <a:lnTo>
                    <a:pt x="115608" y="983107"/>
                  </a:lnTo>
                  <a:lnTo>
                    <a:pt x="116573" y="989736"/>
                  </a:lnTo>
                  <a:lnTo>
                    <a:pt x="116751" y="989914"/>
                  </a:lnTo>
                  <a:lnTo>
                    <a:pt x="116014" y="989914"/>
                  </a:lnTo>
                  <a:lnTo>
                    <a:pt x="123024" y="990574"/>
                  </a:lnTo>
                  <a:lnTo>
                    <a:pt x="126657" y="990574"/>
                  </a:lnTo>
                  <a:lnTo>
                    <a:pt x="128219" y="989914"/>
                  </a:lnTo>
                  <a:lnTo>
                    <a:pt x="128625" y="989393"/>
                  </a:lnTo>
                  <a:lnTo>
                    <a:pt x="128625" y="985316"/>
                  </a:lnTo>
                  <a:lnTo>
                    <a:pt x="128790" y="982967"/>
                  </a:lnTo>
                  <a:lnTo>
                    <a:pt x="129070" y="981849"/>
                  </a:lnTo>
                  <a:lnTo>
                    <a:pt x="129933" y="979665"/>
                  </a:lnTo>
                  <a:lnTo>
                    <a:pt x="131978" y="977226"/>
                  </a:lnTo>
                  <a:lnTo>
                    <a:pt x="135242" y="974712"/>
                  </a:lnTo>
                  <a:lnTo>
                    <a:pt x="140131" y="970788"/>
                  </a:lnTo>
                  <a:lnTo>
                    <a:pt x="140258" y="970788"/>
                  </a:lnTo>
                  <a:lnTo>
                    <a:pt x="145046" y="968870"/>
                  </a:lnTo>
                  <a:lnTo>
                    <a:pt x="154711" y="968870"/>
                  </a:lnTo>
                  <a:lnTo>
                    <a:pt x="159270" y="970788"/>
                  </a:lnTo>
                  <a:lnTo>
                    <a:pt x="162712" y="974864"/>
                  </a:lnTo>
                  <a:lnTo>
                    <a:pt x="166179" y="978763"/>
                  </a:lnTo>
                  <a:lnTo>
                    <a:pt x="158267" y="997724"/>
                  </a:lnTo>
                  <a:lnTo>
                    <a:pt x="153758" y="1001458"/>
                  </a:lnTo>
                  <a:lnTo>
                    <a:pt x="154025" y="1001458"/>
                  </a:lnTo>
                  <a:lnTo>
                    <a:pt x="147866" y="1002792"/>
                  </a:lnTo>
                  <a:lnTo>
                    <a:pt x="141249" y="1001458"/>
                  </a:lnTo>
                  <a:lnTo>
                    <a:pt x="140500" y="1001915"/>
                  </a:lnTo>
                  <a:lnTo>
                    <a:pt x="138938" y="1006233"/>
                  </a:lnTo>
                  <a:lnTo>
                    <a:pt x="138049" y="1009256"/>
                  </a:lnTo>
                  <a:lnTo>
                    <a:pt x="137706" y="1010259"/>
                  </a:lnTo>
                  <a:lnTo>
                    <a:pt x="137058" y="1012012"/>
                  </a:lnTo>
                  <a:lnTo>
                    <a:pt x="137058" y="1012494"/>
                  </a:lnTo>
                  <a:lnTo>
                    <a:pt x="138925" y="1013625"/>
                  </a:lnTo>
                  <a:lnTo>
                    <a:pt x="138391" y="1013625"/>
                  </a:lnTo>
                  <a:lnTo>
                    <a:pt x="142659" y="1014349"/>
                  </a:lnTo>
                  <a:lnTo>
                    <a:pt x="147510" y="1014171"/>
                  </a:lnTo>
                  <a:lnTo>
                    <a:pt x="156311" y="1013625"/>
                  </a:lnTo>
                  <a:lnTo>
                    <a:pt x="154609" y="1013625"/>
                  </a:lnTo>
                  <a:lnTo>
                    <a:pt x="160362" y="1011453"/>
                  </a:lnTo>
                  <a:lnTo>
                    <a:pt x="177368" y="987615"/>
                  </a:lnTo>
                  <a:lnTo>
                    <a:pt x="192582" y="1009256"/>
                  </a:lnTo>
                  <a:lnTo>
                    <a:pt x="195707" y="1013625"/>
                  </a:lnTo>
                  <a:lnTo>
                    <a:pt x="196481" y="1016914"/>
                  </a:lnTo>
                  <a:lnTo>
                    <a:pt x="196138" y="1017892"/>
                  </a:lnTo>
                  <a:lnTo>
                    <a:pt x="195160" y="1020127"/>
                  </a:lnTo>
                  <a:lnTo>
                    <a:pt x="194932" y="1019619"/>
                  </a:lnTo>
                  <a:lnTo>
                    <a:pt x="194779" y="1019314"/>
                  </a:lnTo>
                  <a:lnTo>
                    <a:pt x="194513" y="1018603"/>
                  </a:lnTo>
                  <a:lnTo>
                    <a:pt x="194094" y="1017892"/>
                  </a:lnTo>
                  <a:lnTo>
                    <a:pt x="191439" y="1014171"/>
                  </a:lnTo>
                  <a:lnTo>
                    <a:pt x="187617" y="1011453"/>
                  </a:lnTo>
                  <a:lnTo>
                    <a:pt x="187388" y="1011453"/>
                  </a:lnTo>
                  <a:lnTo>
                    <a:pt x="186055" y="1011085"/>
                  </a:lnTo>
                  <a:lnTo>
                    <a:pt x="186055" y="1024585"/>
                  </a:lnTo>
                  <a:lnTo>
                    <a:pt x="185483" y="1026236"/>
                  </a:lnTo>
                  <a:lnTo>
                    <a:pt x="185102" y="1027709"/>
                  </a:lnTo>
                  <a:lnTo>
                    <a:pt x="184327" y="1028839"/>
                  </a:lnTo>
                  <a:lnTo>
                    <a:pt x="183134" y="1029830"/>
                  </a:lnTo>
                  <a:lnTo>
                    <a:pt x="181673" y="1030643"/>
                  </a:lnTo>
                  <a:lnTo>
                    <a:pt x="180492" y="1030871"/>
                  </a:lnTo>
                  <a:lnTo>
                    <a:pt x="180124" y="1030871"/>
                  </a:lnTo>
                  <a:lnTo>
                    <a:pt x="173901" y="1025715"/>
                  </a:lnTo>
                  <a:lnTo>
                    <a:pt x="174294" y="1024153"/>
                  </a:lnTo>
                  <a:lnTo>
                    <a:pt x="174561" y="1022718"/>
                  </a:lnTo>
                  <a:lnTo>
                    <a:pt x="175488" y="1021549"/>
                  </a:lnTo>
                  <a:lnTo>
                    <a:pt x="176771" y="1020800"/>
                  </a:lnTo>
                  <a:lnTo>
                    <a:pt x="178282" y="1019822"/>
                  </a:lnTo>
                  <a:lnTo>
                    <a:pt x="178587" y="1019822"/>
                  </a:lnTo>
                  <a:lnTo>
                    <a:pt x="179438" y="1019619"/>
                  </a:lnTo>
                  <a:lnTo>
                    <a:pt x="181190" y="1019822"/>
                  </a:lnTo>
                  <a:lnTo>
                    <a:pt x="182753" y="1020127"/>
                  </a:lnTo>
                  <a:lnTo>
                    <a:pt x="183972" y="1020800"/>
                  </a:lnTo>
                  <a:lnTo>
                    <a:pt x="184772" y="1021892"/>
                  </a:lnTo>
                  <a:lnTo>
                    <a:pt x="185737" y="1023112"/>
                  </a:lnTo>
                  <a:lnTo>
                    <a:pt x="186055" y="1024585"/>
                  </a:lnTo>
                  <a:lnTo>
                    <a:pt x="186055" y="1011085"/>
                  </a:lnTo>
                  <a:lnTo>
                    <a:pt x="183134" y="1010259"/>
                  </a:lnTo>
                  <a:lnTo>
                    <a:pt x="178117" y="1008710"/>
                  </a:lnTo>
                  <a:lnTo>
                    <a:pt x="161798" y="1025715"/>
                  </a:lnTo>
                  <a:lnTo>
                    <a:pt x="161886" y="1028458"/>
                  </a:lnTo>
                  <a:lnTo>
                    <a:pt x="161950" y="1028839"/>
                  </a:lnTo>
                  <a:lnTo>
                    <a:pt x="162077" y="1029601"/>
                  </a:lnTo>
                  <a:lnTo>
                    <a:pt x="162204" y="1030300"/>
                  </a:lnTo>
                  <a:lnTo>
                    <a:pt x="162293" y="1030871"/>
                  </a:lnTo>
                  <a:lnTo>
                    <a:pt x="164668" y="1034249"/>
                  </a:lnTo>
                  <a:lnTo>
                    <a:pt x="167944" y="1038821"/>
                  </a:lnTo>
                  <a:lnTo>
                    <a:pt x="172326" y="1041298"/>
                  </a:lnTo>
                  <a:lnTo>
                    <a:pt x="178269" y="1041527"/>
                  </a:lnTo>
                  <a:lnTo>
                    <a:pt x="183870" y="1041527"/>
                  </a:lnTo>
                  <a:lnTo>
                    <a:pt x="201320" y="1030643"/>
                  </a:lnTo>
                  <a:lnTo>
                    <a:pt x="205740" y="1021892"/>
                  </a:lnTo>
                  <a:lnTo>
                    <a:pt x="205879" y="1021549"/>
                  </a:lnTo>
                  <a:lnTo>
                    <a:pt x="206146" y="1020127"/>
                  </a:lnTo>
                  <a:lnTo>
                    <a:pt x="206197" y="1019822"/>
                  </a:lnTo>
                  <a:lnTo>
                    <a:pt x="206298" y="1019314"/>
                  </a:lnTo>
                  <a:lnTo>
                    <a:pt x="206756" y="1016914"/>
                  </a:lnTo>
                  <a:close/>
                </a:path>
                <a:path w="1278255" h="1296035">
                  <a:moveTo>
                    <a:pt x="222046" y="287210"/>
                  </a:moveTo>
                  <a:lnTo>
                    <a:pt x="214210" y="284289"/>
                  </a:lnTo>
                  <a:lnTo>
                    <a:pt x="195364" y="277266"/>
                  </a:lnTo>
                  <a:lnTo>
                    <a:pt x="194208" y="276860"/>
                  </a:lnTo>
                  <a:lnTo>
                    <a:pt x="193090" y="276606"/>
                  </a:lnTo>
                  <a:lnTo>
                    <a:pt x="192036" y="276364"/>
                  </a:lnTo>
                  <a:lnTo>
                    <a:pt x="188937" y="275755"/>
                  </a:lnTo>
                  <a:lnTo>
                    <a:pt x="185343" y="275094"/>
                  </a:lnTo>
                  <a:lnTo>
                    <a:pt x="182460" y="275094"/>
                  </a:lnTo>
                  <a:lnTo>
                    <a:pt x="180149" y="275755"/>
                  </a:lnTo>
                  <a:lnTo>
                    <a:pt x="177914" y="276606"/>
                  </a:lnTo>
                  <a:lnTo>
                    <a:pt x="178003" y="276364"/>
                  </a:lnTo>
                  <a:lnTo>
                    <a:pt x="178130" y="276021"/>
                  </a:lnTo>
                  <a:lnTo>
                    <a:pt x="178231" y="275755"/>
                  </a:lnTo>
                  <a:lnTo>
                    <a:pt x="178917" y="273913"/>
                  </a:lnTo>
                  <a:lnTo>
                    <a:pt x="178993" y="273469"/>
                  </a:lnTo>
                  <a:lnTo>
                    <a:pt x="179349" y="271386"/>
                  </a:lnTo>
                  <a:lnTo>
                    <a:pt x="179235" y="267766"/>
                  </a:lnTo>
                  <a:lnTo>
                    <a:pt x="179133" y="266319"/>
                  </a:lnTo>
                  <a:lnTo>
                    <a:pt x="179031" y="265785"/>
                  </a:lnTo>
                  <a:lnTo>
                    <a:pt x="177914" y="262559"/>
                  </a:lnTo>
                  <a:lnTo>
                    <a:pt x="177622" y="262026"/>
                  </a:lnTo>
                  <a:lnTo>
                    <a:pt x="175971" y="259003"/>
                  </a:lnTo>
                  <a:lnTo>
                    <a:pt x="173901" y="255612"/>
                  </a:lnTo>
                  <a:lnTo>
                    <a:pt x="170929" y="252082"/>
                  </a:lnTo>
                  <a:lnTo>
                    <a:pt x="166801" y="248932"/>
                  </a:lnTo>
                  <a:lnTo>
                    <a:pt x="162280" y="245224"/>
                  </a:lnTo>
                  <a:lnTo>
                    <a:pt x="161061" y="244551"/>
                  </a:lnTo>
                  <a:lnTo>
                    <a:pt x="161061" y="270891"/>
                  </a:lnTo>
                  <a:lnTo>
                    <a:pt x="161061" y="272275"/>
                  </a:lnTo>
                  <a:lnTo>
                    <a:pt x="160591" y="273469"/>
                  </a:lnTo>
                  <a:lnTo>
                    <a:pt x="159778" y="276021"/>
                  </a:lnTo>
                  <a:lnTo>
                    <a:pt x="158889" y="277507"/>
                  </a:lnTo>
                  <a:lnTo>
                    <a:pt x="158369" y="278231"/>
                  </a:lnTo>
                  <a:lnTo>
                    <a:pt x="153568" y="284289"/>
                  </a:lnTo>
                  <a:lnTo>
                    <a:pt x="138734" y="272275"/>
                  </a:lnTo>
                  <a:lnTo>
                    <a:pt x="143929" y="266128"/>
                  </a:lnTo>
                  <a:lnTo>
                    <a:pt x="146278" y="263398"/>
                  </a:lnTo>
                  <a:lnTo>
                    <a:pt x="148221" y="262026"/>
                  </a:lnTo>
                  <a:lnTo>
                    <a:pt x="150228" y="262026"/>
                  </a:lnTo>
                  <a:lnTo>
                    <a:pt x="160350" y="269328"/>
                  </a:lnTo>
                  <a:lnTo>
                    <a:pt x="161061" y="270891"/>
                  </a:lnTo>
                  <a:lnTo>
                    <a:pt x="161061" y="244551"/>
                  </a:lnTo>
                  <a:lnTo>
                    <a:pt x="157873" y="242785"/>
                  </a:lnTo>
                  <a:lnTo>
                    <a:pt x="153568" y="241655"/>
                  </a:lnTo>
                  <a:lnTo>
                    <a:pt x="149059" y="240538"/>
                  </a:lnTo>
                  <a:lnTo>
                    <a:pt x="145275" y="240677"/>
                  </a:lnTo>
                  <a:lnTo>
                    <a:pt x="142227" y="242214"/>
                  </a:lnTo>
                  <a:lnTo>
                    <a:pt x="139128" y="243522"/>
                  </a:lnTo>
                  <a:lnTo>
                    <a:pt x="135686" y="246456"/>
                  </a:lnTo>
                  <a:lnTo>
                    <a:pt x="132207" y="250964"/>
                  </a:lnTo>
                  <a:lnTo>
                    <a:pt x="112712" y="275094"/>
                  </a:lnTo>
                  <a:lnTo>
                    <a:pt x="112369" y="275094"/>
                  </a:lnTo>
                  <a:lnTo>
                    <a:pt x="184454" y="333679"/>
                  </a:lnTo>
                  <a:lnTo>
                    <a:pt x="196265" y="318998"/>
                  </a:lnTo>
                  <a:lnTo>
                    <a:pt x="167106" y="295351"/>
                  </a:lnTo>
                  <a:lnTo>
                    <a:pt x="168148" y="294132"/>
                  </a:lnTo>
                  <a:lnTo>
                    <a:pt x="169278" y="292735"/>
                  </a:lnTo>
                  <a:lnTo>
                    <a:pt x="170840" y="291833"/>
                  </a:lnTo>
                  <a:lnTo>
                    <a:pt x="172618" y="291833"/>
                  </a:lnTo>
                  <a:lnTo>
                    <a:pt x="174091" y="291642"/>
                  </a:lnTo>
                  <a:lnTo>
                    <a:pt x="176784" y="292392"/>
                  </a:lnTo>
                  <a:lnTo>
                    <a:pt x="208711" y="303745"/>
                  </a:lnTo>
                  <a:lnTo>
                    <a:pt x="218465" y="291642"/>
                  </a:lnTo>
                  <a:lnTo>
                    <a:pt x="222046" y="287210"/>
                  </a:lnTo>
                  <a:close/>
                </a:path>
                <a:path w="1278255" h="1296035">
                  <a:moveTo>
                    <a:pt x="254482" y="1066406"/>
                  </a:moveTo>
                  <a:lnTo>
                    <a:pt x="253682" y="1061720"/>
                  </a:lnTo>
                  <a:lnTo>
                    <a:pt x="252476" y="1060488"/>
                  </a:lnTo>
                  <a:lnTo>
                    <a:pt x="249212" y="1057173"/>
                  </a:lnTo>
                  <a:lnTo>
                    <a:pt x="244703" y="1052449"/>
                  </a:lnTo>
                  <a:lnTo>
                    <a:pt x="240779" y="1050531"/>
                  </a:lnTo>
                  <a:lnTo>
                    <a:pt x="240245" y="1050264"/>
                  </a:lnTo>
                  <a:lnTo>
                    <a:pt x="235394" y="1050531"/>
                  </a:lnTo>
                  <a:lnTo>
                    <a:pt x="235483" y="1048181"/>
                  </a:lnTo>
                  <a:lnTo>
                    <a:pt x="235585" y="1045464"/>
                  </a:lnTo>
                  <a:lnTo>
                    <a:pt x="234073" y="1041311"/>
                  </a:lnTo>
                  <a:lnTo>
                    <a:pt x="213588" y="1030173"/>
                  </a:lnTo>
                  <a:lnTo>
                    <a:pt x="209410" y="1031608"/>
                  </a:lnTo>
                  <a:lnTo>
                    <a:pt x="205447" y="1034948"/>
                  </a:lnTo>
                  <a:lnTo>
                    <a:pt x="202222" y="1038009"/>
                  </a:lnTo>
                  <a:lnTo>
                    <a:pt x="201028" y="1041615"/>
                  </a:lnTo>
                  <a:lnTo>
                    <a:pt x="202095" y="1046327"/>
                  </a:lnTo>
                  <a:lnTo>
                    <a:pt x="197523" y="1044702"/>
                  </a:lnTo>
                  <a:lnTo>
                    <a:pt x="192392" y="1046594"/>
                  </a:lnTo>
                  <a:lnTo>
                    <a:pt x="186461" y="1051623"/>
                  </a:lnTo>
                  <a:lnTo>
                    <a:pt x="183134" y="1054582"/>
                  </a:lnTo>
                  <a:lnTo>
                    <a:pt x="181406" y="1058037"/>
                  </a:lnTo>
                  <a:lnTo>
                    <a:pt x="181508" y="1065555"/>
                  </a:lnTo>
                  <a:lnTo>
                    <a:pt x="181635" y="1066609"/>
                  </a:lnTo>
                  <a:lnTo>
                    <a:pt x="183095" y="1069987"/>
                  </a:lnTo>
                  <a:lnTo>
                    <a:pt x="186423" y="1073378"/>
                  </a:lnTo>
                  <a:lnTo>
                    <a:pt x="187883" y="1074991"/>
                  </a:lnTo>
                  <a:lnTo>
                    <a:pt x="191592" y="1077607"/>
                  </a:lnTo>
                  <a:lnTo>
                    <a:pt x="200037" y="1069797"/>
                  </a:lnTo>
                  <a:lnTo>
                    <a:pt x="199212" y="1069467"/>
                  </a:lnTo>
                  <a:lnTo>
                    <a:pt x="198361" y="1068882"/>
                  </a:lnTo>
                  <a:lnTo>
                    <a:pt x="197523" y="1067981"/>
                  </a:lnTo>
                  <a:lnTo>
                    <a:pt x="196151" y="1066609"/>
                  </a:lnTo>
                  <a:lnTo>
                    <a:pt x="196062" y="1066406"/>
                  </a:lnTo>
                  <a:lnTo>
                    <a:pt x="195326" y="1064780"/>
                  </a:lnTo>
                  <a:lnTo>
                    <a:pt x="195211" y="1063282"/>
                  </a:lnTo>
                  <a:lnTo>
                    <a:pt x="195173" y="1062774"/>
                  </a:lnTo>
                  <a:lnTo>
                    <a:pt x="195072" y="1062253"/>
                  </a:lnTo>
                  <a:lnTo>
                    <a:pt x="194983" y="1061720"/>
                  </a:lnTo>
                  <a:lnTo>
                    <a:pt x="194805" y="1060767"/>
                  </a:lnTo>
                  <a:lnTo>
                    <a:pt x="194919" y="1060488"/>
                  </a:lnTo>
                  <a:lnTo>
                    <a:pt x="195491" y="1059103"/>
                  </a:lnTo>
                  <a:lnTo>
                    <a:pt x="197231" y="1057770"/>
                  </a:lnTo>
                  <a:lnTo>
                    <a:pt x="198869" y="1056195"/>
                  </a:lnTo>
                  <a:lnTo>
                    <a:pt x="201028" y="1055585"/>
                  </a:lnTo>
                  <a:lnTo>
                    <a:pt x="203504" y="1055585"/>
                  </a:lnTo>
                  <a:lnTo>
                    <a:pt x="209016" y="1058037"/>
                  </a:lnTo>
                  <a:lnTo>
                    <a:pt x="209410" y="1058354"/>
                  </a:lnTo>
                  <a:lnTo>
                    <a:pt x="209613" y="1058748"/>
                  </a:lnTo>
                  <a:lnTo>
                    <a:pt x="213283" y="1055585"/>
                  </a:lnTo>
                  <a:lnTo>
                    <a:pt x="217233" y="1052182"/>
                  </a:lnTo>
                  <a:lnTo>
                    <a:pt x="215417" y="1051306"/>
                  </a:lnTo>
                  <a:lnTo>
                    <a:pt x="214947" y="1050531"/>
                  </a:lnTo>
                  <a:lnTo>
                    <a:pt x="213741" y="1049401"/>
                  </a:lnTo>
                  <a:lnTo>
                    <a:pt x="213207" y="1048181"/>
                  </a:lnTo>
                  <a:lnTo>
                    <a:pt x="213321" y="1047229"/>
                  </a:lnTo>
                  <a:lnTo>
                    <a:pt x="213436" y="1046327"/>
                  </a:lnTo>
                  <a:lnTo>
                    <a:pt x="213512" y="1045641"/>
                  </a:lnTo>
                  <a:lnTo>
                    <a:pt x="213588" y="1044854"/>
                  </a:lnTo>
                  <a:lnTo>
                    <a:pt x="213664" y="1044702"/>
                  </a:lnTo>
                  <a:lnTo>
                    <a:pt x="214210" y="1043520"/>
                  </a:lnTo>
                  <a:lnTo>
                    <a:pt x="217716" y="1040409"/>
                  </a:lnTo>
                  <a:lnTo>
                    <a:pt x="220510" y="1040917"/>
                  </a:lnTo>
                  <a:lnTo>
                    <a:pt x="223862" y="1044346"/>
                  </a:lnTo>
                  <a:lnTo>
                    <a:pt x="224993" y="1045641"/>
                  </a:lnTo>
                  <a:lnTo>
                    <a:pt x="225564" y="1047229"/>
                  </a:lnTo>
                  <a:lnTo>
                    <a:pt x="225564" y="1051623"/>
                  </a:lnTo>
                  <a:lnTo>
                    <a:pt x="224840" y="1053553"/>
                  </a:lnTo>
                  <a:lnTo>
                    <a:pt x="223240" y="1055027"/>
                  </a:lnTo>
                  <a:lnTo>
                    <a:pt x="231089" y="1063282"/>
                  </a:lnTo>
                  <a:lnTo>
                    <a:pt x="234276" y="1060488"/>
                  </a:lnTo>
                  <a:lnTo>
                    <a:pt x="237236" y="1060488"/>
                  </a:lnTo>
                  <a:lnTo>
                    <a:pt x="239903" y="1063282"/>
                  </a:lnTo>
                  <a:lnTo>
                    <a:pt x="242036" y="1065555"/>
                  </a:lnTo>
                  <a:lnTo>
                    <a:pt x="242150" y="1066406"/>
                  </a:lnTo>
                  <a:lnTo>
                    <a:pt x="242176" y="1066609"/>
                  </a:lnTo>
                  <a:lnTo>
                    <a:pt x="242316" y="1067650"/>
                  </a:lnTo>
                  <a:lnTo>
                    <a:pt x="242290" y="1068882"/>
                  </a:lnTo>
                  <a:lnTo>
                    <a:pt x="239306" y="1076198"/>
                  </a:lnTo>
                  <a:lnTo>
                    <a:pt x="236969" y="1079563"/>
                  </a:lnTo>
                  <a:lnTo>
                    <a:pt x="233299" y="1082446"/>
                  </a:lnTo>
                  <a:lnTo>
                    <a:pt x="233375" y="1082243"/>
                  </a:lnTo>
                  <a:lnTo>
                    <a:pt x="233451" y="1082014"/>
                  </a:lnTo>
                  <a:lnTo>
                    <a:pt x="234137" y="1080135"/>
                  </a:lnTo>
                  <a:lnTo>
                    <a:pt x="233083" y="1078153"/>
                  </a:lnTo>
                  <a:lnTo>
                    <a:pt x="232575" y="1077188"/>
                  </a:lnTo>
                  <a:lnTo>
                    <a:pt x="229095" y="1073378"/>
                  </a:lnTo>
                  <a:lnTo>
                    <a:pt x="225653" y="1069987"/>
                  </a:lnTo>
                  <a:lnTo>
                    <a:pt x="224282" y="1069365"/>
                  </a:lnTo>
                  <a:lnTo>
                    <a:pt x="224282" y="1082014"/>
                  </a:lnTo>
                  <a:lnTo>
                    <a:pt x="224193" y="1082446"/>
                  </a:lnTo>
                  <a:lnTo>
                    <a:pt x="223951" y="1083754"/>
                  </a:lnTo>
                  <a:lnTo>
                    <a:pt x="223862" y="1085469"/>
                  </a:lnTo>
                  <a:lnTo>
                    <a:pt x="223240" y="1086866"/>
                  </a:lnTo>
                  <a:lnTo>
                    <a:pt x="221856" y="1087996"/>
                  </a:lnTo>
                  <a:lnTo>
                    <a:pt x="219049" y="1090409"/>
                  </a:lnTo>
                  <a:lnTo>
                    <a:pt x="216509" y="1090244"/>
                  </a:lnTo>
                  <a:lnTo>
                    <a:pt x="213766" y="1087551"/>
                  </a:lnTo>
                  <a:lnTo>
                    <a:pt x="211404" y="1084935"/>
                  </a:lnTo>
                  <a:lnTo>
                    <a:pt x="211442" y="1082243"/>
                  </a:lnTo>
                  <a:lnTo>
                    <a:pt x="213969" y="1080135"/>
                  </a:lnTo>
                  <a:lnTo>
                    <a:pt x="214630" y="1079563"/>
                  </a:lnTo>
                  <a:lnTo>
                    <a:pt x="215315" y="1078776"/>
                  </a:lnTo>
                  <a:lnTo>
                    <a:pt x="217144" y="1078153"/>
                  </a:lnTo>
                  <a:lnTo>
                    <a:pt x="220510" y="1078153"/>
                  </a:lnTo>
                  <a:lnTo>
                    <a:pt x="221856" y="1078585"/>
                  </a:lnTo>
                  <a:lnTo>
                    <a:pt x="222872" y="1079563"/>
                  </a:lnTo>
                  <a:lnTo>
                    <a:pt x="223862" y="1080668"/>
                  </a:lnTo>
                  <a:lnTo>
                    <a:pt x="224282" y="1082014"/>
                  </a:lnTo>
                  <a:lnTo>
                    <a:pt x="224282" y="1069365"/>
                  </a:lnTo>
                  <a:lnTo>
                    <a:pt x="221843" y="1068247"/>
                  </a:lnTo>
                  <a:lnTo>
                    <a:pt x="213868" y="1068247"/>
                  </a:lnTo>
                  <a:lnTo>
                    <a:pt x="210019" y="1069797"/>
                  </a:lnTo>
                  <a:lnTo>
                    <a:pt x="206387" y="1072984"/>
                  </a:lnTo>
                  <a:lnTo>
                    <a:pt x="202907" y="1075994"/>
                  </a:lnTo>
                  <a:lnTo>
                    <a:pt x="202806" y="1076198"/>
                  </a:lnTo>
                  <a:lnTo>
                    <a:pt x="201244" y="1079563"/>
                  </a:lnTo>
                  <a:lnTo>
                    <a:pt x="201371" y="1082014"/>
                  </a:lnTo>
                  <a:lnTo>
                    <a:pt x="201396" y="1082446"/>
                  </a:lnTo>
                  <a:lnTo>
                    <a:pt x="201498" y="1083754"/>
                  </a:lnTo>
                  <a:lnTo>
                    <a:pt x="201625" y="1085469"/>
                  </a:lnTo>
                  <a:lnTo>
                    <a:pt x="217500" y="1101128"/>
                  </a:lnTo>
                  <a:lnTo>
                    <a:pt x="224993" y="1099121"/>
                  </a:lnTo>
                  <a:lnTo>
                    <a:pt x="230873" y="1097686"/>
                  </a:lnTo>
                  <a:lnTo>
                    <a:pt x="236334" y="1094714"/>
                  </a:lnTo>
                  <a:lnTo>
                    <a:pt x="241084" y="1090409"/>
                  </a:lnTo>
                  <a:lnTo>
                    <a:pt x="241655" y="1089888"/>
                  </a:lnTo>
                  <a:lnTo>
                    <a:pt x="247078" y="1085303"/>
                  </a:lnTo>
                  <a:lnTo>
                    <a:pt x="249034" y="1082446"/>
                  </a:lnTo>
                  <a:lnTo>
                    <a:pt x="250621" y="1080135"/>
                  </a:lnTo>
                  <a:lnTo>
                    <a:pt x="252374" y="1074496"/>
                  </a:lnTo>
                  <a:lnTo>
                    <a:pt x="254406" y="1068514"/>
                  </a:lnTo>
                  <a:lnTo>
                    <a:pt x="254482" y="1066406"/>
                  </a:lnTo>
                  <a:close/>
                </a:path>
                <a:path w="1278255" h="1296035">
                  <a:moveTo>
                    <a:pt x="270383" y="236626"/>
                  </a:moveTo>
                  <a:lnTo>
                    <a:pt x="263753" y="230238"/>
                  </a:lnTo>
                  <a:lnTo>
                    <a:pt x="253695" y="220548"/>
                  </a:lnTo>
                  <a:lnTo>
                    <a:pt x="203504" y="172173"/>
                  </a:lnTo>
                  <a:lnTo>
                    <a:pt x="191439" y="184975"/>
                  </a:lnTo>
                  <a:lnTo>
                    <a:pt x="228257" y="220548"/>
                  </a:lnTo>
                  <a:lnTo>
                    <a:pt x="175501" y="201409"/>
                  </a:lnTo>
                  <a:lnTo>
                    <a:pt x="163487" y="213944"/>
                  </a:lnTo>
                  <a:lnTo>
                    <a:pt x="230225" y="278434"/>
                  </a:lnTo>
                  <a:lnTo>
                    <a:pt x="242443" y="265785"/>
                  </a:lnTo>
                  <a:lnTo>
                    <a:pt x="205740" y="230238"/>
                  </a:lnTo>
                  <a:lnTo>
                    <a:pt x="258165" y="249504"/>
                  </a:lnTo>
                  <a:lnTo>
                    <a:pt x="270383" y="236626"/>
                  </a:lnTo>
                  <a:close/>
                </a:path>
                <a:path w="1278255" h="1296035">
                  <a:moveTo>
                    <a:pt x="314540" y="1144244"/>
                  </a:moveTo>
                  <a:lnTo>
                    <a:pt x="312597" y="1132801"/>
                  </a:lnTo>
                  <a:lnTo>
                    <a:pt x="310896" y="1130058"/>
                  </a:lnTo>
                  <a:lnTo>
                    <a:pt x="306920" y="1127379"/>
                  </a:lnTo>
                  <a:lnTo>
                    <a:pt x="302387" y="1124178"/>
                  </a:lnTo>
                  <a:lnTo>
                    <a:pt x="302387" y="1141552"/>
                  </a:lnTo>
                  <a:lnTo>
                    <a:pt x="301967" y="1143279"/>
                  </a:lnTo>
                  <a:lnTo>
                    <a:pt x="300837" y="1144841"/>
                  </a:lnTo>
                  <a:lnTo>
                    <a:pt x="299453" y="1146505"/>
                  </a:lnTo>
                  <a:lnTo>
                    <a:pt x="298132" y="1147445"/>
                  </a:lnTo>
                  <a:lnTo>
                    <a:pt x="298310" y="1147445"/>
                  </a:lnTo>
                  <a:lnTo>
                    <a:pt x="295973" y="1147826"/>
                  </a:lnTo>
                  <a:lnTo>
                    <a:pt x="294093" y="1148245"/>
                  </a:lnTo>
                  <a:lnTo>
                    <a:pt x="292506" y="1147826"/>
                  </a:lnTo>
                  <a:lnTo>
                    <a:pt x="290537" y="1146733"/>
                  </a:lnTo>
                  <a:lnTo>
                    <a:pt x="286956" y="1144244"/>
                  </a:lnTo>
                  <a:lnTo>
                    <a:pt x="286829" y="1143279"/>
                  </a:lnTo>
                  <a:lnTo>
                    <a:pt x="286740" y="1142580"/>
                  </a:lnTo>
                  <a:lnTo>
                    <a:pt x="286550" y="1141107"/>
                  </a:lnTo>
                  <a:lnTo>
                    <a:pt x="289344" y="1137488"/>
                  </a:lnTo>
                  <a:lnTo>
                    <a:pt x="292506" y="1133449"/>
                  </a:lnTo>
                  <a:lnTo>
                    <a:pt x="295579" y="1132801"/>
                  </a:lnTo>
                  <a:lnTo>
                    <a:pt x="299135" y="1135062"/>
                  </a:lnTo>
                  <a:lnTo>
                    <a:pt x="301015" y="1136319"/>
                  </a:lnTo>
                  <a:lnTo>
                    <a:pt x="301142" y="1136510"/>
                  </a:lnTo>
                  <a:lnTo>
                    <a:pt x="301967" y="1137843"/>
                  </a:lnTo>
                  <a:lnTo>
                    <a:pt x="302056" y="1139012"/>
                  </a:lnTo>
                  <a:lnTo>
                    <a:pt x="302120" y="1139748"/>
                  </a:lnTo>
                  <a:lnTo>
                    <a:pt x="302387" y="1141552"/>
                  </a:lnTo>
                  <a:lnTo>
                    <a:pt x="302387" y="1124178"/>
                  </a:lnTo>
                  <a:lnTo>
                    <a:pt x="301434" y="1123505"/>
                  </a:lnTo>
                  <a:lnTo>
                    <a:pt x="295973" y="1122197"/>
                  </a:lnTo>
                  <a:lnTo>
                    <a:pt x="285864" y="1124585"/>
                  </a:lnTo>
                  <a:lnTo>
                    <a:pt x="282168" y="1126921"/>
                  </a:lnTo>
                  <a:lnTo>
                    <a:pt x="279311" y="1130566"/>
                  </a:lnTo>
                  <a:lnTo>
                    <a:pt x="276377" y="1134427"/>
                  </a:lnTo>
                  <a:lnTo>
                    <a:pt x="275094" y="1138402"/>
                  </a:lnTo>
                  <a:lnTo>
                    <a:pt x="275183" y="1139748"/>
                  </a:lnTo>
                  <a:lnTo>
                    <a:pt x="275285" y="1141107"/>
                  </a:lnTo>
                  <a:lnTo>
                    <a:pt x="275412" y="1144841"/>
                  </a:lnTo>
                  <a:lnTo>
                    <a:pt x="275424" y="1147445"/>
                  </a:lnTo>
                  <a:lnTo>
                    <a:pt x="275640" y="1147826"/>
                  </a:lnTo>
                  <a:lnTo>
                    <a:pt x="277837" y="1151293"/>
                  </a:lnTo>
                  <a:lnTo>
                    <a:pt x="282562" y="1154442"/>
                  </a:lnTo>
                  <a:lnTo>
                    <a:pt x="287769" y="1158113"/>
                  </a:lnTo>
                  <a:lnTo>
                    <a:pt x="297700" y="1158113"/>
                  </a:lnTo>
                  <a:lnTo>
                    <a:pt x="310083" y="1158113"/>
                  </a:lnTo>
                  <a:lnTo>
                    <a:pt x="309384" y="1155725"/>
                  </a:lnTo>
                  <a:lnTo>
                    <a:pt x="310146" y="1152613"/>
                  </a:lnTo>
                  <a:lnTo>
                    <a:pt x="313232" y="1148588"/>
                  </a:lnTo>
                  <a:lnTo>
                    <a:pt x="313334" y="1148245"/>
                  </a:lnTo>
                  <a:lnTo>
                    <a:pt x="314540" y="1144244"/>
                  </a:lnTo>
                  <a:close/>
                </a:path>
                <a:path w="1278255" h="1296035">
                  <a:moveTo>
                    <a:pt x="330784" y="1182103"/>
                  </a:moveTo>
                  <a:lnTo>
                    <a:pt x="319697" y="1175410"/>
                  </a:lnTo>
                  <a:lnTo>
                    <a:pt x="315429" y="1178407"/>
                  </a:lnTo>
                  <a:lnTo>
                    <a:pt x="310121" y="1179995"/>
                  </a:lnTo>
                  <a:lnTo>
                    <a:pt x="275094" y="1162278"/>
                  </a:lnTo>
                  <a:lnTo>
                    <a:pt x="272389" y="1157312"/>
                  </a:lnTo>
                  <a:lnTo>
                    <a:pt x="271691" y="1152080"/>
                  </a:lnTo>
                  <a:lnTo>
                    <a:pt x="272834" y="1147203"/>
                  </a:lnTo>
                  <a:lnTo>
                    <a:pt x="261683" y="1140383"/>
                  </a:lnTo>
                  <a:lnTo>
                    <a:pt x="259130" y="1148257"/>
                  </a:lnTo>
                  <a:lnTo>
                    <a:pt x="259207" y="1155712"/>
                  </a:lnTo>
                  <a:lnTo>
                    <a:pt x="262470" y="1162227"/>
                  </a:lnTo>
                  <a:lnTo>
                    <a:pt x="266915" y="1171917"/>
                  </a:lnTo>
                  <a:lnTo>
                    <a:pt x="268503" y="1173746"/>
                  </a:lnTo>
                  <a:lnTo>
                    <a:pt x="270979" y="1177150"/>
                  </a:lnTo>
                  <a:lnTo>
                    <a:pt x="274929" y="1180604"/>
                  </a:lnTo>
                  <a:lnTo>
                    <a:pt x="280085" y="1183830"/>
                  </a:lnTo>
                  <a:lnTo>
                    <a:pt x="285864" y="1187119"/>
                  </a:lnTo>
                  <a:lnTo>
                    <a:pt x="290957" y="1189316"/>
                  </a:lnTo>
                  <a:lnTo>
                    <a:pt x="295757" y="1190066"/>
                  </a:lnTo>
                  <a:lnTo>
                    <a:pt x="298450" y="1190637"/>
                  </a:lnTo>
                  <a:lnTo>
                    <a:pt x="302958" y="1190790"/>
                  </a:lnTo>
                  <a:lnTo>
                    <a:pt x="317080" y="1190409"/>
                  </a:lnTo>
                  <a:lnTo>
                    <a:pt x="324396" y="1187653"/>
                  </a:lnTo>
                  <a:lnTo>
                    <a:pt x="330784" y="1182103"/>
                  </a:lnTo>
                  <a:close/>
                </a:path>
                <a:path w="1278255" h="1296035">
                  <a:moveTo>
                    <a:pt x="339648" y="183438"/>
                  </a:moveTo>
                  <a:lnTo>
                    <a:pt x="305295" y="134213"/>
                  </a:lnTo>
                  <a:lnTo>
                    <a:pt x="286524" y="107327"/>
                  </a:lnTo>
                  <a:lnTo>
                    <a:pt x="266534" y="121450"/>
                  </a:lnTo>
                  <a:lnTo>
                    <a:pt x="291160" y="173151"/>
                  </a:lnTo>
                  <a:lnTo>
                    <a:pt x="274104" y="155867"/>
                  </a:lnTo>
                  <a:lnTo>
                    <a:pt x="250913" y="132346"/>
                  </a:lnTo>
                  <a:lnTo>
                    <a:pt x="230847" y="146583"/>
                  </a:lnTo>
                  <a:lnTo>
                    <a:pt x="283997" y="222453"/>
                  </a:lnTo>
                  <a:lnTo>
                    <a:pt x="296418" y="213652"/>
                  </a:lnTo>
                  <a:lnTo>
                    <a:pt x="255955" y="155867"/>
                  </a:lnTo>
                  <a:lnTo>
                    <a:pt x="306006" y="206959"/>
                  </a:lnTo>
                  <a:lnTo>
                    <a:pt x="317500" y="198970"/>
                  </a:lnTo>
                  <a:lnTo>
                    <a:pt x="305168" y="173151"/>
                  </a:lnTo>
                  <a:lnTo>
                    <a:pt x="286562" y="134213"/>
                  </a:lnTo>
                  <a:lnTo>
                    <a:pt x="327228" y="192189"/>
                  </a:lnTo>
                  <a:lnTo>
                    <a:pt x="339648" y="183438"/>
                  </a:lnTo>
                  <a:close/>
                </a:path>
                <a:path w="1278255" h="1296035">
                  <a:moveTo>
                    <a:pt x="347167" y="1147826"/>
                  </a:moveTo>
                  <a:lnTo>
                    <a:pt x="347116" y="1146733"/>
                  </a:lnTo>
                  <a:lnTo>
                    <a:pt x="347027" y="1144841"/>
                  </a:lnTo>
                  <a:lnTo>
                    <a:pt x="346938" y="1143279"/>
                  </a:lnTo>
                  <a:lnTo>
                    <a:pt x="346837" y="1141107"/>
                  </a:lnTo>
                  <a:lnTo>
                    <a:pt x="346735" y="1139748"/>
                  </a:lnTo>
                  <a:lnTo>
                    <a:pt x="346608" y="1138402"/>
                  </a:lnTo>
                  <a:lnTo>
                    <a:pt x="346519" y="1137488"/>
                  </a:lnTo>
                  <a:lnTo>
                    <a:pt x="346417" y="1136319"/>
                  </a:lnTo>
                  <a:lnTo>
                    <a:pt x="346303" y="1135062"/>
                  </a:lnTo>
                  <a:lnTo>
                    <a:pt x="346189" y="1133817"/>
                  </a:lnTo>
                  <a:lnTo>
                    <a:pt x="346100" y="1132801"/>
                  </a:lnTo>
                  <a:lnTo>
                    <a:pt x="342277" y="1126604"/>
                  </a:lnTo>
                  <a:lnTo>
                    <a:pt x="334949" y="1122032"/>
                  </a:lnTo>
                  <a:lnTo>
                    <a:pt x="327367" y="1132065"/>
                  </a:lnTo>
                  <a:lnTo>
                    <a:pt x="332549" y="1136510"/>
                  </a:lnTo>
                  <a:lnTo>
                    <a:pt x="334721" y="1141552"/>
                  </a:lnTo>
                  <a:lnTo>
                    <a:pt x="334645" y="1142580"/>
                  </a:lnTo>
                  <a:lnTo>
                    <a:pt x="334556" y="1143279"/>
                  </a:lnTo>
                  <a:lnTo>
                    <a:pt x="334441" y="1144244"/>
                  </a:lnTo>
                  <a:lnTo>
                    <a:pt x="334365" y="1144841"/>
                  </a:lnTo>
                  <a:lnTo>
                    <a:pt x="334035" y="1147445"/>
                  </a:lnTo>
                  <a:lnTo>
                    <a:pt x="330403" y="1153922"/>
                  </a:lnTo>
                  <a:lnTo>
                    <a:pt x="327964" y="1157173"/>
                  </a:lnTo>
                  <a:lnTo>
                    <a:pt x="325361" y="1159243"/>
                  </a:lnTo>
                  <a:lnTo>
                    <a:pt x="322033" y="1160576"/>
                  </a:lnTo>
                  <a:lnTo>
                    <a:pt x="318439" y="1162050"/>
                  </a:lnTo>
                  <a:lnTo>
                    <a:pt x="315379" y="1161808"/>
                  </a:lnTo>
                  <a:lnTo>
                    <a:pt x="311619" y="1159243"/>
                  </a:lnTo>
                  <a:lnTo>
                    <a:pt x="297738" y="1159243"/>
                  </a:lnTo>
                  <a:lnTo>
                    <a:pt x="297802" y="1160576"/>
                  </a:lnTo>
                  <a:lnTo>
                    <a:pt x="297891" y="1162659"/>
                  </a:lnTo>
                  <a:lnTo>
                    <a:pt x="300177" y="1166431"/>
                  </a:lnTo>
                  <a:lnTo>
                    <a:pt x="304622" y="1169365"/>
                  </a:lnTo>
                  <a:lnTo>
                    <a:pt x="310108" y="1173289"/>
                  </a:lnTo>
                  <a:lnTo>
                    <a:pt x="316687" y="1174191"/>
                  </a:lnTo>
                  <a:lnTo>
                    <a:pt x="323799" y="1172235"/>
                  </a:lnTo>
                  <a:lnTo>
                    <a:pt x="330542" y="1170114"/>
                  </a:lnTo>
                  <a:lnTo>
                    <a:pt x="336130" y="1166228"/>
                  </a:lnTo>
                  <a:lnTo>
                    <a:pt x="339267" y="1162050"/>
                  </a:lnTo>
                  <a:lnTo>
                    <a:pt x="345084" y="1154303"/>
                  </a:lnTo>
                  <a:lnTo>
                    <a:pt x="345211" y="1153922"/>
                  </a:lnTo>
                  <a:lnTo>
                    <a:pt x="347167" y="1147826"/>
                  </a:lnTo>
                  <a:close/>
                </a:path>
                <a:path w="1278255" h="1296035">
                  <a:moveTo>
                    <a:pt x="357898" y="1115123"/>
                  </a:moveTo>
                  <a:lnTo>
                    <a:pt x="357327" y="1113624"/>
                  </a:lnTo>
                  <a:lnTo>
                    <a:pt x="356171" y="1112367"/>
                  </a:lnTo>
                  <a:lnTo>
                    <a:pt x="350875" y="1108354"/>
                  </a:lnTo>
                  <a:lnTo>
                    <a:pt x="346468" y="1107059"/>
                  </a:lnTo>
                  <a:lnTo>
                    <a:pt x="341490" y="1107821"/>
                  </a:lnTo>
                  <a:lnTo>
                    <a:pt x="337896" y="1108862"/>
                  </a:lnTo>
                  <a:lnTo>
                    <a:pt x="330403" y="1111211"/>
                  </a:lnTo>
                  <a:lnTo>
                    <a:pt x="326428" y="1112367"/>
                  </a:lnTo>
                  <a:lnTo>
                    <a:pt x="322948" y="1112202"/>
                  </a:lnTo>
                  <a:lnTo>
                    <a:pt x="320878" y="1110411"/>
                  </a:lnTo>
                  <a:lnTo>
                    <a:pt x="318935" y="1108862"/>
                  </a:lnTo>
                  <a:lnTo>
                    <a:pt x="318427" y="1108354"/>
                  </a:lnTo>
                  <a:lnTo>
                    <a:pt x="317944" y="1106436"/>
                  </a:lnTo>
                  <a:lnTo>
                    <a:pt x="319468" y="1104595"/>
                  </a:lnTo>
                  <a:lnTo>
                    <a:pt x="309702" y="1097381"/>
                  </a:lnTo>
                  <a:lnTo>
                    <a:pt x="307403" y="1100124"/>
                  </a:lnTo>
                  <a:lnTo>
                    <a:pt x="306590" y="1103312"/>
                  </a:lnTo>
                  <a:lnTo>
                    <a:pt x="306717" y="1104595"/>
                  </a:lnTo>
                  <a:lnTo>
                    <a:pt x="306959" y="1107059"/>
                  </a:lnTo>
                  <a:lnTo>
                    <a:pt x="307060" y="1107821"/>
                  </a:lnTo>
                  <a:lnTo>
                    <a:pt x="307136" y="1108354"/>
                  </a:lnTo>
                  <a:lnTo>
                    <a:pt x="307200" y="1108862"/>
                  </a:lnTo>
                  <a:lnTo>
                    <a:pt x="323316" y="1121727"/>
                  </a:lnTo>
                  <a:lnTo>
                    <a:pt x="329018" y="1120940"/>
                  </a:lnTo>
                  <a:lnTo>
                    <a:pt x="336334" y="1119492"/>
                  </a:lnTo>
                  <a:lnTo>
                    <a:pt x="343776" y="1118184"/>
                  </a:lnTo>
                  <a:lnTo>
                    <a:pt x="346786" y="1118781"/>
                  </a:lnTo>
                  <a:lnTo>
                    <a:pt x="350139" y="1121283"/>
                  </a:lnTo>
                  <a:lnTo>
                    <a:pt x="350913" y="1122184"/>
                  </a:lnTo>
                  <a:lnTo>
                    <a:pt x="351294" y="1123061"/>
                  </a:lnTo>
                  <a:lnTo>
                    <a:pt x="355358" y="1118184"/>
                  </a:lnTo>
                  <a:lnTo>
                    <a:pt x="357898" y="1115123"/>
                  </a:lnTo>
                  <a:close/>
                </a:path>
                <a:path w="1278255" h="1296035">
                  <a:moveTo>
                    <a:pt x="368198" y="1206919"/>
                  </a:moveTo>
                  <a:lnTo>
                    <a:pt x="358165" y="1201521"/>
                  </a:lnTo>
                  <a:lnTo>
                    <a:pt x="357352" y="1201013"/>
                  </a:lnTo>
                  <a:lnTo>
                    <a:pt x="350304" y="1212723"/>
                  </a:lnTo>
                  <a:lnTo>
                    <a:pt x="361086" y="1218603"/>
                  </a:lnTo>
                  <a:lnTo>
                    <a:pt x="368198" y="1206919"/>
                  </a:lnTo>
                  <a:close/>
                </a:path>
                <a:path w="1278255" h="1296035">
                  <a:moveTo>
                    <a:pt x="399275" y="148983"/>
                  </a:moveTo>
                  <a:lnTo>
                    <a:pt x="397764" y="146240"/>
                  </a:lnTo>
                  <a:lnTo>
                    <a:pt x="389153" y="130517"/>
                  </a:lnTo>
                  <a:lnTo>
                    <a:pt x="360819" y="146240"/>
                  </a:lnTo>
                  <a:lnTo>
                    <a:pt x="351955" y="130263"/>
                  </a:lnTo>
                  <a:lnTo>
                    <a:pt x="377393" y="116116"/>
                  </a:lnTo>
                  <a:lnTo>
                    <a:pt x="376085" y="113741"/>
                  </a:lnTo>
                  <a:lnTo>
                    <a:pt x="368338" y="99682"/>
                  </a:lnTo>
                  <a:lnTo>
                    <a:pt x="342900" y="113741"/>
                  </a:lnTo>
                  <a:lnTo>
                    <a:pt x="335648" y="100914"/>
                  </a:lnTo>
                  <a:lnTo>
                    <a:pt x="363143" y="85636"/>
                  </a:lnTo>
                  <a:lnTo>
                    <a:pt x="353504" y="68173"/>
                  </a:lnTo>
                  <a:lnTo>
                    <a:pt x="309702" y="92633"/>
                  </a:lnTo>
                  <a:lnTo>
                    <a:pt x="354812" y="173736"/>
                  </a:lnTo>
                  <a:lnTo>
                    <a:pt x="399275" y="148983"/>
                  </a:lnTo>
                  <a:close/>
                </a:path>
                <a:path w="1278255" h="1296035">
                  <a:moveTo>
                    <a:pt x="447255" y="1201013"/>
                  </a:moveTo>
                  <a:lnTo>
                    <a:pt x="447192" y="1199616"/>
                  </a:lnTo>
                  <a:lnTo>
                    <a:pt x="447090" y="1198600"/>
                  </a:lnTo>
                  <a:lnTo>
                    <a:pt x="447014" y="1197889"/>
                  </a:lnTo>
                  <a:lnTo>
                    <a:pt x="446925" y="1197114"/>
                  </a:lnTo>
                  <a:lnTo>
                    <a:pt x="446608" y="1194155"/>
                  </a:lnTo>
                  <a:lnTo>
                    <a:pt x="446519" y="1193088"/>
                  </a:lnTo>
                  <a:lnTo>
                    <a:pt x="446392" y="1191564"/>
                  </a:lnTo>
                  <a:lnTo>
                    <a:pt x="446328" y="1190790"/>
                  </a:lnTo>
                  <a:lnTo>
                    <a:pt x="437553" y="1178902"/>
                  </a:lnTo>
                  <a:lnTo>
                    <a:pt x="435165" y="1177378"/>
                  </a:lnTo>
                  <a:lnTo>
                    <a:pt x="434225" y="1176883"/>
                  </a:lnTo>
                  <a:lnTo>
                    <a:pt x="433184" y="1176299"/>
                  </a:lnTo>
                  <a:lnTo>
                    <a:pt x="427253" y="1185392"/>
                  </a:lnTo>
                  <a:lnTo>
                    <a:pt x="430060" y="1186954"/>
                  </a:lnTo>
                  <a:lnTo>
                    <a:pt x="431038" y="1187729"/>
                  </a:lnTo>
                  <a:lnTo>
                    <a:pt x="434454" y="1189977"/>
                  </a:lnTo>
                  <a:lnTo>
                    <a:pt x="435864" y="1193088"/>
                  </a:lnTo>
                  <a:lnTo>
                    <a:pt x="435800" y="1201013"/>
                  </a:lnTo>
                  <a:lnTo>
                    <a:pt x="434543" y="1204429"/>
                  </a:lnTo>
                  <a:lnTo>
                    <a:pt x="430263" y="1210729"/>
                  </a:lnTo>
                  <a:lnTo>
                    <a:pt x="429945" y="1211021"/>
                  </a:lnTo>
                  <a:lnTo>
                    <a:pt x="427062" y="1213294"/>
                  </a:lnTo>
                  <a:lnTo>
                    <a:pt x="423430" y="1214945"/>
                  </a:lnTo>
                  <a:lnTo>
                    <a:pt x="419544" y="1216850"/>
                  </a:lnTo>
                  <a:lnTo>
                    <a:pt x="416064" y="1216850"/>
                  </a:lnTo>
                  <a:lnTo>
                    <a:pt x="413334" y="1215339"/>
                  </a:lnTo>
                  <a:lnTo>
                    <a:pt x="409867" y="1213294"/>
                  </a:lnTo>
                  <a:lnTo>
                    <a:pt x="408736" y="1210017"/>
                  </a:lnTo>
                  <a:lnTo>
                    <a:pt x="409003" y="1208214"/>
                  </a:lnTo>
                  <a:lnTo>
                    <a:pt x="409105" y="1207528"/>
                  </a:lnTo>
                  <a:lnTo>
                    <a:pt x="409194" y="1206919"/>
                  </a:lnTo>
                  <a:lnTo>
                    <a:pt x="409270" y="1206474"/>
                  </a:lnTo>
                  <a:lnTo>
                    <a:pt x="409422" y="1205382"/>
                  </a:lnTo>
                  <a:lnTo>
                    <a:pt x="409486" y="1205204"/>
                  </a:lnTo>
                  <a:lnTo>
                    <a:pt x="410730" y="1200670"/>
                  </a:lnTo>
                  <a:lnTo>
                    <a:pt x="411022" y="1199616"/>
                  </a:lnTo>
                  <a:lnTo>
                    <a:pt x="411137" y="1199286"/>
                  </a:lnTo>
                  <a:lnTo>
                    <a:pt x="414032" y="1190790"/>
                  </a:lnTo>
                  <a:lnTo>
                    <a:pt x="414350" y="1189977"/>
                  </a:lnTo>
                  <a:lnTo>
                    <a:pt x="414350" y="1189583"/>
                  </a:lnTo>
                  <a:lnTo>
                    <a:pt x="414032" y="1189355"/>
                  </a:lnTo>
                  <a:lnTo>
                    <a:pt x="413664" y="1189189"/>
                  </a:lnTo>
                  <a:lnTo>
                    <a:pt x="412889" y="1189189"/>
                  </a:lnTo>
                  <a:lnTo>
                    <a:pt x="412000" y="1189583"/>
                  </a:lnTo>
                  <a:lnTo>
                    <a:pt x="412064" y="1189355"/>
                  </a:lnTo>
                  <a:lnTo>
                    <a:pt x="412191" y="1188961"/>
                  </a:lnTo>
                  <a:lnTo>
                    <a:pt x="413689" y="1184402"/>
                  </a:lnTo>
                  <a:lnTo>
                    <a:pt x="413778" y="1183373"/>
                  </a:lnTo>
                  <a:lnTo>
                    <a:pt x="413893" y="1182230"/>
                  </a:lnTo>
                  <a:lnTo>
                    <a:pt x="413994" y="1180998"/>
                  </a:lnTo>
                  <a:lnTo>
                    <a:pt x="414134" y="1179525"/>
                  </a:lnTo>
                  <a:lnTo>
                    <a:pt x="414058" y="1178902"/>
                  </a:lnTo>
                  <a:lnTo>
                    <a:pt x="413181" y="1174584"/>
                  </a:lnTo>
                  <a:lnTo>
                    <a:pt x="412623" y="1171651"/>
                  </a:lnTo>
                  <a:lnTo>
                    <a:pt x="412089" y="1169568"/>
                  </a:lnTo>
                  <a:lnTo>
                    <a:pt x="411899" y="1169047"/>
                  </a:lnTo>
                  <a:lnTo>
                    <a:pt x="410413" y="1167041"/>
                  </a:lnTo>
                  <a:lnTo>
                    <a:pt x="410629" y="1167041"/>
                  </a:lnTo>
                  <a:lnTo>
                    <a:pt x="412153" y="1166685"/>
                  </a:lnTo>
                  <a:lnTo>
                    <a:pt x="413931" y="1165974"/>
                  </a:lnTo>
                  <a:lnTo>
                    <a:pt x="415493" y="1165377"/>
                  </a:lnTo>
                  <a:lnTo>
                    <a:pt x="418795" y="1164031"/>
                  </a:lnTo>
                  <a:lnTo>
                    <a:pt x="421398" y="1163891"/>
                  </a:lnTo>
                  <a:lnTo>
                    <a:pt x="422922" y="1164869"/>
                  </a:lnTo>
                  <a:lnTo>
                    <a:pt x="424053" y="1165377"/>
                  </a:lnTo>
                  <a:lnTo>
                    <a:pt x="424649" y="1165974"/>
                  </a:lnTo>
                  <a:lnTo>
                    <a:pt x="424967" y="1166418"/>
                  </a:lnTo>
                  <a:lnTo>
                    <a:pt x="425132" y="1166685"/>
                  </a:lnTo>
                  <a:lnTo>
                    <a:pt x="425704" y="1167803"/>
                  </a:lnTo>
                  <a:lnTo>
                    <a:pt x="426212" y="1168590"/>
                  </a:lnTo>
                  <a:lnTo>
                    <a:pt x="426212" y="1168768"/>
                  </a:lnTo>
                  <a:lnTo>
                    <a:pt x="426872" y="1169047"/>
                  </a:lnTo>
                  <a:lnTo>
                    <a:pt x="427253" y="1169047"/>
                  </a:lnTo>
                  <a:lnTo>
                    <a:pt x="427647" y="1168590"/>
                  </a:lnTo>
                  <a:lnTo>
                    <a:pt x="430466" y="1163891"/>
                  </a:lnTo>
                  <a:lnTo>
                    <a:pt x="432015" y="1161326"/>
                  </a:lnTo>
                  <a:lnTo>
                    <a:pt x="421881" y="1154950"/>
                  </a:lnTo>
                  <a:lnTo>
                    <a:pt x="416598" y="1156119"/>
                  </a:lnTo>
                  <a:lnTo>
                    <a:pt x="413905" y="1157312"/>
                  </a:lnTo>
                  <a:lnTo>
                    <a:pt x="409613" y="1158836"/>
                  </a:lnTo>
                  <a:lnTo>
                    <a:pt x="406768" y="1159979"/>
                  </a:lnTo>
                  <a:lnTo>
                    <a:pt x="404977" y="1160221"/>
                  </a:lnTo>
                  <a:lnTo>
                    <a:pt x="404101" y="1159675"/>
                  </a:lnTo>
                  <a:lnTo>
                    <a:pt x="402678" y="1159014"/>
                  </a:lnTo>
                  <a:lnTo>
                    <a:pt x="402869" y="1159014"/>
                  </a:lnTo>
                  <a:lnTo>
                    <a:pt x="402755" y="1158836"/>
                  </a:lnTo>
                  <a:lnTo>
                    <a:pt x="402323" y="1158100"/>
                  </a:lnTo>
                  <a:lnTo>
                    <a:pt x="402183" y="1157820"/>
                  </a:lnTo>
                  <a:lnTo>
                    <a:pt x="402132" y="1156119"/>
                  </a:lnTo>
                  <a:lnTo>
                    <a:pt x="401980" y="1155395"/>
                  </a:lnTo>
                  <a:lnTo>
                    <a:pt x="401942" y="1154887"/>
                  </a:lnTo>
                  <a:lnTo>
                    <a:pt x="402183" y="1153985"/>
                  </a:lnTo>
                  <a:lnTo>
                    <a:pt x="402742" y="1152994"/>
                  </a:lnTo>
                  <a:lnTo>
                    <a:pt x="402945" y="1152791"/>
                  </a:lnTo>
                  <a:lnTo>
                    <a:pt x="403098" y="1152550"/>
                  </a:lnTo>
                  <a:lnTo>
                    <a:pt x="403313" y="1152372"/>
                  </a:lnTo>
                  <a:lnTo>
                    <a:pt x="403669" y="1151712"/>
                  </a:lnTo>
                  <a:lnTo>
                    <a:pt x="403669" y="1151293"/>
                  </a:lnTo>
                  <a:lnTo>
                    <a:pt x="403098" y="1151051"/>
                  </a:lnTo>
                  <a:lnTo>
                    <a:pt x="395770" y="1147203"/>
                  </a:lnTo>
                  <a:lnTo>
                    <a:pt x="395452" y="1147013"/>
                  </a:lnTo>
                  <a:lnTo>
                    <a:pt x="394639" y="1146644"/>
                  </a:lnTo>
                  <a:lnTo>
                    <a:pt x="394309" y="1146644"/>
                  </a:lnTo>
                  <a:lnTo>
                    <a:pt x="393992" y="1147203"/>
                  </a:lnTo>
                  <a:lnTo>
                    <a:pt x="391566" y="1151051"/>
                  </a:lnTo>
                  <a:lnTo>
                    <a:pt x="391515" y="1151293"/>
                  </a:lnTo>
                  <a:lnTo>
                    <a:pt x="391414" y="1151712"/>
                  </a:lnTo>
                  <a:lnTo>
                    <a:pt x="390652" y="1154887"/>
                  </a:lnTo>
                  <a:lnTo>
                    <a:pt x="390753" y="1155395"/>
                  </a:lnTo>
                  <a:lnTo>
                    <a:pt x="391337" y="1158405"/>
                  </a:lnTo>
                  <a:lnTo>
                    <a:pt x="391452" y="1158836"/>
                  </a:lnTo>
                  <a:lnTo>
                    <a:pt x="391502" y="1159014"/>
                  </a:lnTo>
                  <a:lnTo>
                    <a:pt x="391617" y="1159459"/>
                  </a:lnTo>
                  <a:lnTo>
                    <a:pt x="391668" y="1159675"/>
                  </a:lnTo>
                  <a:lnTo>
                    <a:pt x="391756" y="1159979"/>
                  </a:lnTo>
                  <a:lnTo>
                    <a:pt x="391820" y="1160221"/>
                  </a:lnTo>
                  <a:lnTo>
                    <a:pt x="391883" y="1160500"/>
                  </a:lnTo>
                  <a:lnTo>
                    <a:pt x="392887" y="1162659"/>
                  </a:lnTo>
                  <a:lnTo>
                    <a:pt x="394614" y="1164234"/>
                  </a:lnTo>
                  <a:lnTo>
                    <a:pt x="394500" y="1164450"/>
                  </a:lnTo>
                  <a:lnTo>
                    <a:pt x="394385" y="1164691"/>
                  </a:lnTo>
                  <a:lnTo>
                    <a:pt x="394284" y="1164869"/>
                  </a:lnTo>
                  <a:lnTo>
                    <a:pt x="393890" y="1165644"/>
                  </a:lnTo>
                  <a:lnTo>
                    <a:pt x="397179" y="1167498"/>
                  </a:lnTo>
                  <a:lnTo>
                    <a:pt x="399453" y="1169568"/>
                  </a:lnTo>
                  <a:lnTo>
                    <a:pt x="400621" y="1171651"/>
                  </a:lnTo>
                  <a:lnTo>
                    <a:pt x="404063" y="1177150"/>
                  </a:lnTo>
                  <a:lnTo>
                    <a:pt x="403961" y="1179525"/>
                  </a:lnTo>
                  <a:lnTo>
                    <a:pt x="403847" y="1182230"/>
                  </a:lnTo>
                  <a:lnTo>
                    <a:pt x="403821" y="1183030"/>
                  </a:lnTo>
                  <a:lnTo>
                    <a:pt x="403707" y="1183220"/>
                  </a:lnTo>
                  <a:lnTo>
                    <a:pt x="403631" y="1183373"/>
                  </a:lnTo>
                  <a:lnTo>
                    <a:pt x="400240" y="1189355"/>
                  </a:lnTo>
                  <a:lnTo>
                    <a:pt x="400126" y="1189583"/>
                  </a:lnTo>
                  <a:lnTo>
                    <a:pt x="385051" y="1200670"/>
                  </a:lnTo>
                  <a:lnTo>
                    <a:pt x="382206" y="1199286"/>
                  </a:lnTo>
                  <a:lnTo>
                    <a:pt x="380949" y="1198600"/>
                  </a:lnTo>
                  <a:lnTo>
                    <a:pt x="380644" y="1198308"/>
                  </a:lnTo>
                  <a:lnTo>
                    <a:pt x="379780" y="1197483"/>
                  </a:lnTo>
                  <a:lnTo>
                    <a:pt x="378790" y="1195628"/>
                  </a:lnTo>
                  <a:lnTo>
                    <a:pt x="377507" y="1193520"/>
                  </a:lnTo>
                  <a:lnTo>
                    <a:pt x="377507" y="1191564"/>
                  </a:lnTo>
                  <a:lnTo>
                    <a:pt x="378409" y="1189977"/>
                  </a:lnTo>
                  <a:lnTo>
                    <a:pt x="378752" y="1189355"/>
                  </a:lnTo>
                  <a:lnTo>
                    <a:pt x="378828" y="1189189"/>
                  </a:lnTo>
                  <a:lnTo>
                    <a:pt x="378942" y="1188961"/>
                  </a:lnTo>
                  <a:lnTo>
                    <a:pt x="379945" y="1186954"/>
                  </a:lnTo>
                  <a:lnTo>
                    <a:pt x="369036" y="1181874"/>
                  </a:lnTo>
                  <a:lnTo>
                    <a:pt x="368922" y="1182230"/>
                  </a:lnTo>
                  <a:lnTo>
                    <a:pt x="368579" y="1183220"/>
                  </a:lnTo>
                  <a:lnTo>
                    <a:pt x="368515" y="1183373"/>
                  </a:lnTo>
                  <a:lnTo>
                    <a:pt x="367957" y="1184605"/>
                  </a:lnTo>
                  <a:lnTo>
                    <a:pt x="366725" y="1186256"/>
                  </a:lnTo>
                  <a:lnTo>
                    <a:pt x="364845" y="1188961"/>
                  </a:lnTo>
                  <a:lnTo>
                    <a:pt x="361835" y="1189355"/>
                  </a:lnTo>
                  <a:lnTo>
                    <a:pt x="356285" y="1187119"/>
                  </a:lnTo>
                  <a:lnTo>
                    <a:pt x="355206" y="1185989"/>
                  </a:lnTo>
                  <a:lnTo>
                    <a:pt x="353745" y="1182611"/>
                  </a:lnTo>
                  <a:lnTo>
                    <a:pt x="353783" y="1182230"/>
                  </a:lnTo>
                  <a:lnTo>
                    <a:pt x="353885" y="1180998"/>
                  </a:lnTo>
                  <a:lnTo>
                    <a:pt x="354520" y="1179525"/>
                  </a:lnTo>
                  <a:lnTo>
                    <a:pt x="355917" y="1176883"/>
                  </a:lnTo>
                  <a:lnTo>
                    <a:pt x="358736" y="1175727"/>
                  </a:lnTo>
                  <a:lnTo>
                    <a:pt x="366725" y="1175994"/>
                  </a:lnTo>
                  <a:lnTo>
                    <a:pt x="369887" y="1175994"/>
                  </a:lnTo>
                  <a:lnTo>
                    <a:pt x="374192" y="1176299"/>
                  </a:lnTo>
                  <a:lnTo>
                    <a:pt x="378764" y="1175727"/>
                  </a:lnTo>
                  <a:lnTo>
                    <a:pt x="381990" y="1173276"/>
                  </a:lnTo>
                  <a:lnTo>
                    <a:pt x="384276" y="1169047"/>
                  </a:lnTo>
                  <a:lnTo>
                    <a:pt x="385419" y="1167041"/>
                  </a:lnTo>
                  <a:lnTo>
                    <a:pt x="386765" y="1164691"/>
                  </a:lnTo>
                  <a:lnTo>
                    <a:pt x="386880" y="1163891"/>
                  </a:lnTo>
                  <a:lnTo>
                    <a:pt x="387172" y="1161669"/>
                  </a:lnTo>
                  <a:lnTo>
                    <a:pt x="387057" y="1160221"/>
                  </a:lnTo>
                  <a:lnTo>
                    <a:pt x="386981" y="1159979"/>
                  </a:lnTo>
                  <a:lnTo>
                    <a:pt x="386867" y="1159675"/>
                  </a:lnTo>
                  <a:lnTo>
                    <a:pt x="386803" y="1159459"/>
                  </a:lnTo>
                  <a:lnTo>
                    <a:pt x="385673" y="1156119"/>
                  </a:lnTo>
                  <a:lnTo>
                    <a:pt x="384860" y="1153553"/>
                  </a:lnTo>
                  <a:lnTo>
                    <a:pt x="381863" y="1150759"/>
                  </a:lnTo>
                  <a:lnTo>
                    <a:pt x="377685" y="1148842"/>
                  </a:lnTo>
                  <a:lnTo>
                    <a:pt x="370052" y="1146441"/>
                  </a:lnTo>
                  <a:lnTo>
                    <a:pt x="363359" y="1147013"/>
                  </a:lnTo>
                  <a:lnTo>
                    <a:pt x="357606" y="1150518"/>
                  </a:lnTo>
                  <a:lnTo>
                    <a:pt x="352780" y="1156931"/>
                  </a:lnTo>
                  <a:lnTo>
                    <a:pt x="362254" y="1161326"/>
                  </a:lnTo>
                  <a:lnTo>
                    <a:pt x="362318" y="1161186"/>
                  </a:lnTo>
                  <a:lnTo>
                    <a:pt x="364553" y="1157173"/>
                  </a:lnTo>
                  <a:lnTo>
                    <a:pt x="367753" y="1156119"/>
                  </a:lnTo>
                  <a:lnTo>
                    <a:pt x="371957" y="1158100"/>
                  </a:lnTo>
                  <a:lnTo>
                    <a:pt x="375158" y="1159459"/>
                  </a:lnTo>
                  <a:lnTo>
                    <a:pt x="375234" y="1159675"/>
                  </a:lnTo>
                  <a:lnTo>
                    <a:pt x="375361" y="1159979"/>
                  </a:lnTo>
                  <a:lnTo>
                    <a:pt x="375450" y="1160221"/>
                  </a:lnTo>
                  <a:lnTo>
                    <a:pt x="375564" y="1160500"/>
                  </a:lnTo>
                  <a:lnTo>
                    <a:pt x="376021" y="1161669"/>
                  </a:lnTo>
                  <a:lnTo>
                    <a:pt x="374396" y="1164450"/>
                  </a:lnTo>
                  <a:lnTo>
                    <a:pt x="374281" y="1164691"/>
                  </a:lnTo>
                  <a:lnTo>
                    <a:pt x="374180" y="1164869"/>
                  </a:lnTo>
                  <a:lnTo>
                    <a:pt x="373507" y="1166215"/>
                  </a:lnTo>
                  <a:lnTo>
                    <a:pt x="372173" y="1167041"/>
                  </a:lnTo>
                  <a:lnTo>
                    <a:pt x="369925" y="1167041"/>
                  </a:lnTo>
                  <a:lnTo>
                    <a:pt x="367957" y="1166685"/>
                  </a:lnTo>
                  <a:lnTo>
                    <a:pt x="365861" y="1166418"/>
                  </a:lnTo>
                  <a:lnTo>
                    <a:pt x="363283" y="1165974"/>
                  </a:lnTo>
                  <a:lnTo>
                    <a:pt x="363080" y="1165974"/>
                  </a:lnTo>
                  <a:lnTo>
                    <a:pt x="354253" y="1164869"/>
                  </a:lnTo>
                  <a:lnTo>
                    <a:pt x="347522" y="1167803"/>
                  </a:lnTo>
                  <a:lnTo>
                    <a:pt x="343535" y="1175194"/>
                  </a:lnTo>
                  <a:lnTo>
                    <a:pt x="341172" y="1179271"/>
                  </a:lnTo>
                  <a:lnTo>
                    <a:pt x="341134" y="1179525"/>
                  </a:lnTo>
                  <a:lnTo>
                    <a:pt x="340639" y="1183373"/>
                  </a:lnTo>
                  <a:lnTo>
                    <a:pt x="342912" y="1191564"/>
                  </a:lnTo>
                  <a:lnTo>
                    <a:pt x="345986" y="1194892"/>
                  </a:lnTo>
                  <a:lnTo>
                    <a:pt x="350875" y="1197114"/>
                  </a:lnTo>
                  <a:lnTo>
                    <a:pt x="355917" y="1199616"/>
                  </a:lnTo>
                  <a:lnTo>
                    <a:pt x="361365" y="1199972"/>
                  </a:lnTo>
                  <a:lnTo>
                    <a:pt x="366877" y="1198308"/>
                  </a:lnTo>
                  <a:lnTo>
                    <a:pt x="366979" y="1198600"/>
                  </a:lnTo>
                  <a:lnTo>
                    <a:pt x="367893" y="1201521"/>
                  </a:lnTo>
                  <a:lnTo>
                    <a:pt x="368579" y="1203210"/>
                  </a:lnTo>
                  <a:lnTo>
                    <a:pt x="368668" y="1203718"/>
                  </a:lnTo>
                  <a:lnTo>
                    <a:pt x="369481" y="1205204"/>
                  </a:lnTo>
                  <a:lnTo>
                    <a:pt x="371170" y="1206474"/>
                  </a:lnTo>
                  <a:lnTo>
                    <a:pt x="373214" y="1207376"/>
                  </a:lnTo>
                  <a:lnTo>
                    <a:pt x="379945" y="1210729"/>
                  </a:lnTo>
                  <a:lnTo>
                    <a:pt x="386943" y="1211021"/>
                  </a:lnTo>
                  <a:lnTo>
                    <a:pt x="393992" y="1208519"/>
                  </a:lnTo>
                  <a:lnTo>
                    <a:pt x="394728" y="1208214"/>
                  </a:lnTo>
                  <a:lnTo>
                    <a:pt x="394855" y="1210538"/>
                  </a:lnTo>
                  <a:lnTo>
                    <a:pt x="394906" y="1211021"/>
                  </a:lnTo>
                  <a:lnTo>
                    <a:pt x="395427" y="1215910"/>
                  </a:lnTo>
                  <a:lnTo>
                    <a:pt x="398513" y="1220431"/>
                  </a:lnTo>
                  <a:lnTo>
                    <a:pt x="404507" y="1223975"/>
                  </a:lnTo>
                  <a:lnTo>
                    <a:pt x="410235" y="1227569"/>
                  </a:lnTo>
                  <a:lnTo>
                    <a:pt x="416598" y="1228483"/>
                  </a:lnTo>
                  <a:lnTo>
                    <a:pt x="423646" y="1226312"/>
                  </a:lnTo>
                  <a:lnTo>
                    <a:pt x="430695" y="1224407"/>
                  </a:lnTo>
                  <a:lnTo>
                    <a:pt x="436511" y="1220431"/>
                  </a:lnTo>
                  <a:lnTo>
                    <a:pt x="438886" y="1216850"/>
                  </a:lnTo>
                  <a:lnTo>
                    <a:pt x="440715" y="1214069"/>
                  </a:lnTo>
                  <a:lnTo>
                    <a:pt x="445350" y="1207528"/>
                  </a:lnTo>
                  <a:lnTo>
                    <a:pt x="445389" y="1207376"/>
                  </a:lnTo>
                  <a:lnTo>
                    <a:pt x="447255" y="1201013"/>
                  </a:lnTo>
                  <a:close/>
                </a:path>
                <a:path w="1278255" h="1296035">
                  <a:moveTo>
                    <a:pt x="469214" y="121234"/>
                  </a:moveTo>
                  <a:lnTo>
                    <a:pt x="456755" y="88798"/>
                  </a:lnTo>
                  <a:lnTo>
                    <a:pt x="435940" y="34620"/>
                  </a:lnTo>
                  <a:lnTo>
                    <a:pt x="419544" y="40970"/>
                  </a:lnTo>
                  <a:lnTo>
                    <a:pt x="437946" y="88798"/>
                  </a:lnTo>
                  <a:lnTo>
                    <a:pt x="437197" y="88049"/>
                  </a:lnTo>
                  <a:lnTo>
                    <a:pt x="398195" y="49263"/>
                  </a:lnTo>
                  <a:lnTo>
                    <a:pt x="381876" y="55486"/>
                  </a:lnTo>
                  <a:lnTo>
                    <a:pt x="415061" y="142062"/>
                  </a:lnTo>
                  <a:lnTo>
                    <a:pt x="431495" y="135699"/>
                  </a:lnTo>
                  <a:lnTo>
                    <a:pt x="413334" y="88049"/>
                  </a:lnTo>
                  <a:lnTo>
                    <a:pt x="452602" y="127533"/>
                  </a:lnTo>
                  <a:lnTo>
                    <a:pt x="469214" y="121234"/>
                  </a:lnTo>
                  <a:close/>
                </a:path>
                <a:path w="1278255" h="1296035">
                  <a:moveTo>
                    <a:pt x="522795" y="35852"/>
                  </a:moveTo>
                  <a:lnTo>
                    <a:pt x="517550" y="13512"/>
                  </a:lnTo>
                  <a:lnTo>
                    <a:pt x="462038" y="26263"/>
                  </a:lnTo>
                  <a:lnTo>
                    <a:pt x="467296" y="48552"/>
                  </a:lnTo>
                  <a:lnTo>
                    <a:pt x="486041" y="44462"/>
                  </a:lnTo>
                  <a:lnTo>
                    <a:pt x="501637" y="112268"/>
                  </a:lnTo>
                  <a:lnTo>
                    <a:pt x="519811" y="108064"/>
                  </a:lnTo>
                  <a:lnTo>
                    <a:pt x="505206" y="44462"/>
                  </a:lnTo>
                  <a:lnTo>
                    <a:pt x="504202" y="40093"/>
                  </a:lnTo>
                  <a:lnTo>
                    <a:pt x="522795" y="35852"/>
                  </a:lnTo>
                  <a:close/>
                </a:path>
                <a:path w="1278255" h="1296035">
                  <a:moveTo>
                    <a:pt x="535432" y="1188796"/>
                  </a:moveTo>
                  <a:lnTo>
                    <a:pt x="534047" y="1187272"/>
                  </a:lnTo>
                  <a:lnTo>
                    <a:pt x="532295" y="1186268"/>
                  </a:lnTo>
                  <a:lnTo>
                    <a:pt x="525907" y="1184262"/>
                  </a:lnTo>
                  <a:lnTo>
                    <a:pt x="521754" y="1184617"/>
                  </a:lnTo>
                  <a:lnTo>
                    <a:pt x="517537" y="1186611"/>
                  </a:lnTo>
                  <a:lnTo>
                    <a:pt x="514197" y="1188618"/>
                  </a:lnTo>
                  <a:lnTo>
                    <a:pt x="510895" y="1190790"/>
                  </a:lnTo>
                  <a:lnTo>
                    <a:pt x="507809" y="1193101"/>
                  </a:lnTo>
                  <a:lnTo>
                    <a:pt x="507199" y="1193406"/>
                  </a:lnTo>
                  <a:lnTo>
                    <a:pt x="507199" y="1220685"/>
                  </a:lnTo>
                  <a:lnTo>
                    <a:pt x="506069" y="1224343"/>
                  </a:lnTo>
                  <a:lnTo>
                    <a:pt x="504012" y="1225194"/>
                  </a:lnTo>
                  <a:lnTo>
                    <a:pt x="500621" y="1224343"/>
                  </a:lnTo>
                  <a:lnTo>
                    <a:pt x="497687" y="1223733"/>
                  </a:lnTo>
                  <a:lnTo>
                    <a:pt x="496697" y="1221841"/>
                  </a:lnTo>
                  <a:lnTo>
                    <a:pt x="496811" y="1221511"/>
                  </a:lnTo>
                  <a:lnTo>
                    <a:pt x="497687" y="1219085"/>
                  </a:lnTo>
                  <a:lnTo>
                    <a:pt x="497928" y="1218145"/>
                  </a:lnTo>
                  <a:lnTo>
                    <a:pt x="498119" y="1217650"/>
                  </a:lnTo>
                  <a:lnTo>
                    <a:pt x="499122" y="1216672"/>
                  </a:lnTo>
                  <a:lnTo>
                    <a:pt x="499275" y="1216672"/>
                  </a:lnTo>
                  <a:lnTo>
                    <a:pt x="501307" y="1215542"/>
                  </a:lnTo>
                  <a:lnTo>
                    <a:pt x="502462" y="1215390"/>
                  </a:lnTo>
                  <a:lnTo>
                    <a:pt x="503720" y="1215669"/>
                  </a:lnTo>
                  <a:lnTo>
                    <a:pt x="504913" y="1215910"/>
                  </a:lnTo>
                  <a:lnTo>
                    <a:pt x="505688" y="1216672"/>
                  </a:lnTo>
                  <a:lnTo>
                    <a:pt x="506044" y="1217282"/>
                  </a:lnTo>
                  <a:lnTo>
                    <a:pt x="506437" y="1218145"/>
                  </a:lnTo>
                  <a:lnTo>
                    <a:pt x="507136" y="1219377"/>
                  </a:lnTo>
                  <a:lnTo>
                    <a:pt x="507199" y="1220685"/>
                  </a:lnTo>
                  <a:lnTo>
                    <a:pt x="507199" y="1193406"/>
                  </a:lnTo>
                  <a:lnTo>
                    <a:pt x="504012" y="1194981"/>
                  </a:lnTo>
                  <a:lnTo>
                    <a:pt x="500621" y="1195641"/>
                  </a:lnTo>
                  <a:lnTo>
                    <a:pt x="497687" y="1194638"/>
                  </a:lnTo>
                  <a:lnTo>
                    <a:pt x="495896" y="1194104"/>
                  </a:lnTo>
                  <a:lnTo>
                    <a:pt x="494106" y="1193101"/>
                  </a:lnTo>
                  <a:lnTo>
                    <a:pt x="493039" y="1191577"/>
                  </a:lnTo>
                  <a:lnTo>
                    <a:pt x="492912" y="1191437"/>
                  </a:lnTo>
                  <a:lnTo>
                    <a:pt x="491604" y="1189977"/>
                  </a:lnTo>
                  <a:lnTo>
                    <a:pt x="493039" y="1184770"/>
                  </a:lnTo>
                  <a:lnTo>
                    <a:pt x="480974" y="1180960"/>
                  </a:lnTo>
                  <a:lnTo>
                    <a:pt x="478383" y="1186268"/>
                  </a:lnTo>
                  <a:lnTo>
                    <a:pt x="478485" y="1189977"/>
                  </a:lnTo>
                  <a:lnTo>
                    <a:pt x="478536" y="1191437"/>
                  </a:lnTo>
                  <a:lnTo>
                    <a:pt x="478624" y="1191577"/>
                  </a:lnTo>
                  <a:lnTo>
                    <a:pt x="481177" y="1196035"/>
                  </a:lnTo>
                  <a:lnTo>
                    <a:pt x="481977" y="1197114"/>
                  </a:lnTo>
                  <a:lnTo>
                    <a:pt x="482981" y="1198118"/>
                  </a:lnTo>
                  <a:lnTo>
                    <a:pt x="483679" y="1199019"/>
                  </a:lnTo>
                  <a:lnTo>
                    <a:pt x="483565" y="1199756"/>
                  </a:lnTo>
                  <a:lnTo>
                    <a:pt x="483463" y="1200365"/>
                  </a:lnTo>
                  <a:lnTo>
                    <a:pt x="483362" y="1201013"/>
                  </a:lnTo>
                  <a:lnTo>
                    <a:pt x="483298" y="1201394"/>
                  </a:lnTo>
                  <a:lnTo>
                    <a:pt x="483768" y="1202588"/>
                  </a:lnTo>
                  <a:lnTo>
                    <a:pt x="485178" y="1202905"/>
                  </a:lnTo>
                  <a:lnTo>
                    <a:pt x="496354" y="1206004"/>
                  </a:lnTo>
                  <a:lnTo>
                    <a:pt x="496785" y="1206004"/>
                  </a:lnTo>
                  <a:lnTo>
                    <a:pt x="500024" y="1207135"/>
                  </a:lnTo>
                  <a:lnTo>
                    <a:pt x="501992" y="1208519"/>
                  </a:lnTo>
                  <a:lnTo>
                    <a:pt x="503720" y="1210411"/>
                  </a:lnTo>
                  <a:lnTo>
                    <a:pt x="499783" y="1208976"/>
                  </a:lnTo>
                  <a:lnTo>
                    <a:pt x="496443" y="1208976"/>
                  </a:lnTo>
                  <a:lnTo>
                    <a:pt x="493268" y="1210614"/>
                  </a:lnTo>
                  <a:lnTo>
                    <a:pt x="489813" y="1212342"/>
                  </a:lnTo>
                  <a:lnTo>
                    <a:pt x="487591" y="1214945"/>
                  </a:lnTo>
                  <a:lnTo>
                    <a:pt x="487464" y="1215390"/>
                  </a:lnTo>
                  <a:lnTo>
                    <a:pt x="487387" y="1215669"/>
                  </a:lnTo>
                  <a:lnTo>
                    <a:pt x="487324" y="1215910"/>
                  </a:lnTo>
                  <a:lnTo>
                    <a:pt x="486549" y="1218615"/>
                  </a:lnTo>
                  <a:lnTo>
                    <a:pt x="485622" y="1221511"/>
                  </a:lnTo>
                  <a:lnTo>
                    <a:pt x="485660" y="1221841"/>
                  </a:lnTo>
                  <a:lnTo>
                    <a:pt x="485749" y="1222413"/>
                  </a:lnTo>
                  <a:lnTo>
                    <a:pt x="485800" y="1222756"/>
                  </a:lnTo>
                  <a:lnTo>
                    <a:pt x="486054" y="1224508"/>
                  </a:lnTo>
                  <a:lnTo>
                    <a:pt x="489597" y="1230172"/>
                  </a:lnTo>
                  <a:lnTo>
                    <a:pt x="492188" y="1232115"/>
                  </a:lnTo>
                  <a:lnTo>
                    <a:pt x="495414" y="1232827"/>
                  </a:lnTo>
                  <a:lnTo>
                    <a:pt x="498043" y="1233665"/>
                  </a:lnTo>
                  <a:lnTo>
                    <a:pt x="502653" y="1233297"/>
                  </a:lnTo>
                  <a:lnTo>
                    <a:pt x="502119" y="1233297"/>
                  </a:lnTo>
                  <a:lnTo>
                    <a:pt x="506641" y="1232268"/>
                  </a:lnTo>
                  <a:lnTo>
                    <a:pt x="501624" y="1235659"/>
                  </a:lnTo>
                  <a:lnTo>
                    <a:pt x="496862" y="1237780"/>
                  </a:lnTo>
                  <a:lnTo>
                    <a:pt x="488619" y="1239050"/>
                  </a:lnTo>
                  <a:lnTo>
                    <a:pt x="484339" y="1238758"/>
                  </a:lnTo>
                  <a:lnTo>
                    <a:pt x="479196" y="1237272"/>
                  </a:lnTo>
                  <a:lnTo>
                    <a:pt x="473989" y="1235938"/>
                  </a:lnTo>
                  <a:lnTo>
                    <a:pt x="469417" y="1233665"/>
                  </a:lnTo>
                  <a:lnTo>
                    <a:pt x="465797" y="1230172"/>
                  </a:lnTo>
                  <a:lnTo>
                    <a:pt x="462546" y="1227277"/>
                  </a:lnTo>
                  <a:lnTo>
                    <a:pt x="460959" y="1224762"/>
                  </a:lnTo>
                  <a:lnTo>
                    <a:pt x="460959" y="1222413"/>
                  </a:lnTo>
                  <a:lnTo>
                    <a:pt x="462216" y="1223975"/>
                  </a:lnTo>
                  <a:lnTo>
                    <a:pt x="463943" y="1225194"/>
                  </a:lnTo>
                  <a:lnTo>
                    <a:pt x="465912" y="1225753"/>
                  </a:lnTo>
                  <a:lnTo>
                    <a:pt x="468820" y="1226426"/>
                  </a:lnTo>
                  <a:lnTo>
                    <a:pt x="471716" y="1225956"/>
                  </a:lnTo>
                  <a:lnTo>
                    <a:pt x="477558" y="1222756"/>
                  </a:lnTo>
                  <a:lnTo>
                    <a:pt x="477837" y="1222413"/>
                  </a:lnTo>
                  <a:lnTo>
                    <a:pt x="479628" y="1220139"/>
                  </a:lnTo>
                  <a:lnTo>
                    <a:pt x="479679" y="1219987"/>
                  </a:lnTo>
                  <a:lnTo>
                    <a:pt x="480148" y="1218615"/>
                  </a:lnTo>
                  <a:lnTo>
                    <a:pt x="480885" y="1216444"/>
                  </a:lnTo>
                  <a:lnTo>
                    <a:pt x="481888" y="1213142"/>
                  </a:lnTo>
                  <a:lnTo>
                    <a:pt x="481850" y="1212684"/>
                  </a:lnTo>
                  <a:lnTo>
                    <a:pt x="481761" y="1211668"/>
                  </a:lnTo>
                  <a:lnTo>
                    <a:pt x="481672" y="1210614"/>
                  </a:lnTo>
                  <a:lnTo>
                    <a:pt x="481634" y="1210221"/>
                  </a:lnTo>
                  <a:lnTo>
                    <a:pt x="481215" y="1209573"/>
                  </a:lnTo>
                  <a:lnTo>
                    <a:pt x="479793" y="1207376"/>
                  </a:lnTo>
                  <a:lnTo>
                    <a:pt x="478218" y="1204772"/>
                  </a:lnTo>
                  <a:lnTo>
                    <a:pt x="475246" y="1202905"/>
                  </a:lnTo>
                  <a:lnTo>
                    <a:pt x="471716" y="1201928"/>
                  </a:lnTo>
                  <a:lnTo>
                    <a:pt x="471716" y="1212342"/>
                  </a:lnTo>
                  <a:lnTo>
                    <a:pt x="471614" y="1212684"/>
                  </a:lnTo>
                  <a:lnTo>
                    <a:pt x="470852" y="1215174"/>
                  </a:lnTo>
                  <a:lnTo>
                    <a:pt x="470776" y="1215390"/>
                  </a:lnTo>
                  <a:lnTo>
                    <a:pt x="470662" y="1215669"/>
                  </a:lnTo>
                  <a:lnTo>
                    <a:pt x="470573" y="1215910"/>
                  </a:lnTo>
                  <a:lnTo>
                    <a:pt x="469887" y="1217650"/>
                  </a:lnTo>
                  <a:lnTo>
                    <a:pt x="467982" y="1218615"/>
                  </a:lnTo>
                  <a:lnTo>
                    <a:pt x="464858" y="1217650"/>
                  </a:lnTo>
                  <a:lnTo>
                    <a:pt x="463562" y="1217282"/>
                  </a:lnTo>
                  <a:lnTo>
                    <a:pt x="460806" y="1213650"/>
                  </a:lnTo>
                  <a:lnTo>
                    <a:pt x="461149" y="1212684"/>
                  </a:lnTo>
                  <a:lnTo>
                    <a:pt x="461225" y="1212342"/>
                  </a:lnTo>
                  <a:lnTo>
                    <a:pt x="461378" y="1211668"/>
                  </a:lnTo>
                  <a:lnTo>
                    <a:pt x="462432" y="1210614"/>
                  </a:lnTo>
                  <a:lnTo>
                    <a:pt x="462737" y="1210614"/>
                  </a:lnTo>
                  <a:lnTo>
                    <a:pt x="463651" y="1210221"/>
                  </a:lnTo>
                  <a:lnTo>
                    <a:pt x="464667" y="1209573"/>
                  </a:lnTo>
                  <a:lnTo>
                    <a:pt x="466039" y="1209573"/>
                  </a:lnTo>
                  <a:lnTo>
                    <a:pt x="470458" y="1210614"/>
                  </a:lnTo>
                  <a:lnTo>
                    <a:pt x="471716" y="1212342"/>
                  </a:lnTo>
                  <a:lnTo>
                    <a:pt x="471716" y="1201928"/>
                  </a:lnTo>
                  <a:lnTo>
                    <a:pt x="465759" y="1200365"/>
                  </a:lnTo>
                  <a:lnTo>
                    <a:pt x="460806" y="1201013"/>
                  </a:lnTo>
                  <a:lnTo>
                    <a:pt x="456641" y="1203998"/>
                  </a:lnTo>
                  <a:lnTo>
                    <a:pt x="453466" y="1206004"/>
                  </a:lnTo>
                  <a:lnTo>
                    <a:pt x="452475" y="1207135"/>
                  </a:lnTo>
                  <a:lnTo>
                    <a:pt x="450938" y="1208976"/>
                  </a:lnTo>
                  <a:lnTo>
                    <a:pt x="449846" y="1212684"/>
                  </a:lnTo>
                  <a:lnTo>
                    <a:pt x="447459" y="1219987"/>
                  </a:lnTo>
                  <a:lnTo>
                    <a:pt x="447497" y="1220139"/>
                  </a:lnTo>
                  <a:lnTo>
                    <a:pt x="447611" y="1220685"/>
                  </a:lnTo>
                  <a:lnTo>
                    <a:pt x="448894" y="1226731"/>
                  </a:lnTo>
                  <a:lnTo>
                    <a:pt x="454190" y="1233297"/>
                  </a:lnTo>
                  <a:lnTo>
                    <a:pt x="459143" y="1239723"/>
                  </a:lnTo>
                  <a:lnTo>
                    <a:pt x="466039" y="1243990"/>
                  </a:lnTo>
                  <a:lnTo>
                    <a:pt x="474967" y="1246263"/>
                  </a:lnTo>
                  <a:lnTo>
                    <a:pt x="481926" y="1247622"/>
                  </a:lnTo>
                  <a:lnTo>
                    <a:pt x="488759" y="1248016"/>
                  </a:lnTo>
                  <a:lnTo>
                    <a:pt x="495439" y="1247444"/>
                  </a:lnTo>
                  <a:lnTo>
                    <a:pt x="501992" y="1245895"/>
                  </a:lnTo>
                  <a:lnTo>
                    <a:pt x="511657" y="1242949"/>
                  </a:lnTo>
                  <a:lnTo>
                    <a:pt x="516204" y="1239050"/>
                  </a:lnTo>
                  <a:lnTo>
                    <a:pt x="517690" y="1237780"/>
                  </a:lnTo>
                  <a:lnTo>
                    <a:pt x="519442" y="1232268"/>
                  </a:lnTo>
                  <a:lnTo>
                    <a:pt x="519493" y="1232115"/>
                  </a:lnTo>
                  <a:lnTo>
                    <a:pt x="521703" y="1225194"/>
                  </a:lnTo>
                  <a:lnTo>
                    <a:pt x="521601" y="1223733"/>
                  </a:lnTo>
                  <a:lnTo>
                    <a:pt x="521474" y="1222756"/>
                  </a:lnTo>
                  <a:lnTo>
                    <a:pt x="521436" y="1222413"/>
                  </a:lnTo>
                  <a:lnTo>
                    <a:pt x="521322" y="1221511"/>
                  </a:lnTo>
                  <a:lnTo>
                    <a:pt x="521220" y="1220685"/>
                  </a:lnTo>
                  <a:lnTo>
                    <a:pt x="521093" y="1220139"/>
                  </a:lnTo>
                  <a:lnTo>
                    <a:pt x="521004" y="1219987"/>
                  </a:lnTo>
                  <a:lnTo>
                    <a:pt x="518375" y="1215669"/>
                  </a:lnTo>
                  <a:lnTo>
                    <a:pt x="518299" y="1215390"/>
                  </a:lnTo>
                  <a:lnTo>
                    <a:pt x="518401" y="1213650"/>
                  </a:lnTo>
                  <a:lnTo>
                    <a:pt x="518477" y="1212342"/>
                  </a:lnTo>
                  <a:lnTo>
                    <a:pt x="517804" y="1210411"/>
                  </a:lnTo>
                  <a:lnTo>
                    <a:pt x="517728" y="1210221"/>
                  </a:lnTo>
                  <a:lnTo>
                    <a:pt x="517245" y="1208836"/>
                  </a:lnTo>
                  <a:lnTo>
                    <a:pt x="514769" y="1205204"/>
                  </a:lnTo>
                  <a:lnTo>
                    <a:pt x="513461" y="1203223"/>
                  </a:lnTo>
                  <a:lnTo>
                    <a:pt x="512114" y="1202258"/>
                  </a:lnTo>
                  <a:lnTo>
                    <a:pt x="514083" y="1201216"/>
                  </a:lnTo>
                  <a:lnTo>
                    <a:pt x="516026" y="1199756"/>
                  </a:lnTo>
                  <a:lnTo>
                    <a:pt x="518287" y="1198118"/>
                  </a:lnTo>
                  <a:lnTo>
                    <a:pt x="521512" y="1196035"/>
                  </a:lnTo>
                  <a:lnTo>
                    <a:pt x="522795" y="1195641"/>
                  </a:lnTo>
                  <a:lnTo>
                    <a:pt x="524179" y="1195209"/>
                  </a:lnTo>
                  <a:lnTo>
                    <a:pt x="526440" y="1195806"/>
                  </a:lnTo>
                  <a:lnTo>
                    <a:pt x="529399" y="1196797"/>
                  </a:lnTo>
                  <a:lnTo>
                    <a:pt x="531075" y="1197902"/>
                  </a:lnTo>
                  <a:lnTo>
                    <a:pt x="531126" y="1198118"/>
                  </a:lnTo>
                  <a:lnTo>
                    <a:pt x="531456" y="1199476"/>
                  </a:lnTo>
                  <a:lnTo>
                    <a:pt x="533044" y="1195209"/>
                  </a:lnTo>
                  <a:lnTo>
                    <a:pt x="533133" y="1194981"/>
                  </a:lnTo>
                  <a:lnTo>
                    <a:pt x="533247" y="1194638"/>
                  </a:lnTo>
                  <a:lnTo>
                    <a:pt x="535432" y="1188796"/>
                  </a:lnTo>
                  <a:close/>
                </a:path>
                <a:path w="1278255" h="1296035">
                  <a:moveTo>
                    <a:pt x="553847" y="1240002"/>
                  </a:moveTo>
                  <a:lnTo>
                    <a:pt x="552056" y="1236345"/>
                  </a:lnTo>
                  <a:lnTo>
                    <a:pt x="551853" y="1235925"/>
                  </a:lnTo>
                  <a:lnTo>
                    <a:pt x="550354" y="1232103"/>
                  </a:lnTo>
                  <a:lnTo>
                    <a:pt x="547077" y="1229487"/>
                  </a:lnTo>
                  <a:lnTo>
                    <a:pt x="542544" y="1227772"/>
                  </a:lnTo>
                  <a:lnTo>
                    <a:pt x="537870" y="1225791"/>
                  </a:lnTo>
                  <a:lnTo>
                    <a:pt x="533311" y="1226096"/>
                  </a:lnTo>
                  <a:lnTo>
                    <a:pt x="529513" y="1228686"/>
                  </a:lnTo>
                  <a:lnTo>
                    <a:pt x="525818" y="1230922"/>
                  </a:lnTo>
                  <a:lnTo>
                    <a:pt x="522884" y="1234338"/>
                  </a:lnTo>
                  <a:lnTo>
                    <a:pt x="520801" y="1239456"/>
                  </a:lnTo>
                  <a:lnTo>
                    <a:pt x="518261" y="1244866"/>
                  </a:lnTo>
                  <a:lnTo>
                    <a:pt x="518363" y="1246060"/>
                  </a:lnTo>
                  <a:lnTo>
                    <a:pt x="519430" y="1250543"/>
                  </a:lnTo>
                  <a:lnTo>
                    <a:pt x="531876" y="1261986"/>
                  </a:lnTo>
                  <a:lnTo>
                    <a:pt x="532066" y="1262291"/>
                  </a:lnTo>
                  <a:lnTo>
                    <a:pt x="534555" y="1268501"/>
                  </a:lnTo>
                  <a:lnTo>
                    <a:pt x="534479" y="1268691"/>
                  </a:lnTo>
                  <a:lnTo>
                    <a:pt x="534416" y="1268857"/>
                  </a:lnTo>
                  <a:lnTo>
                    <a:pt x="534301" y="1269111"/>
                  </a:lnTo>
                  <a:lnTo>
                    <a:pt x="532295" y="1273911"/>
                  </a:lnTo>
                  <a:lnTo>
                    <a:pt x="530834" y="1276858"/>
                  </a:lnTo>
                  <a:lnTo>
                    <a:pt x="529120" y="1279105"/>
                  </a:lnTo>
                  <a:lnTo>
                    <a:pt x="526884" y="1281036"/>
                  </a:lnTo>
                  <a:lnTo>
                    <a:pt x="524560" y="1282750"/>
                  </a:lnTo>
                  <a:lnTo>
                    <a:pt x="522681" y="1283271"/>
                  </a:lnTo>
                  <a:lnTo>
                    <a:pt x="521157" y="1282750"/>
                  </a:lnTo>
                  <a:lnTo>
                    <a:pt x="517994" y="1281557"/>
                  </a:lnTo>
                  <a:lnTo>
                    <a:pt x="516229" y="1279105"/>
                  </a:lnTo>
                  <a:lnTo>
                    <a:pt x="516204" y="1277302"/>
                  </a:lnTo>
                  <a:lnTo>
                    <a:pt x="516140" y="1274610"/>
                  </a:lnTo>
                  <a:lnTo>
                    <a:pt x="516039" y="1271968"/>
                  </a:lnTo>
                  <a:lnTo>
                    <a:pt x="515962" y="1271206"/>
                  </a:lnTo>
                  <a:lnTo>
                    <a:pt x="515480" y="1269111"/>
                  </a:lnTo>
                  <a:lnTo>
                    <a:pt x="515366" y="1268501"/>
                  </a:lnTo>
                  <a:lnTo>
                    <a:pt x="515226" y="1267574"/>
                  </a:lnTo>
                  <a:lnTo>
                    <a:pt x="513727" y="1264691"/>
                  </a:lnTo>
                  <a:lnTo>
                    <a:pt x="511035" y="1262291"/>
                  </a:lnTo>
                  <a:lnTo>
                    <a:pt x="507022" y="1260830"/>
                  </a:lnTo>
                  <a:lnTo>
                    <a:pt x="507022" y="1271968"/>
                  </a:lnTo>
                  <a:lnTo>
                    <a:pt x="505993" y="1274610"/>
                  </a:lnTo>
                  <a:lnTo>
                    <a:pt x="505015" y="1276692"/>
                  </a:lnTo>
                  <a:lnTo>
                    <a:pt x="503034" y="1277302"/>
                  </a:lnTo>
                  <a:lnTo>
                    <a:pt x="500011" y="1276184"/>
                  </a:lnTo>
                  <a:lnTo>
                    <a:pt x="497560" y="1275207"/>
                  </a:lnTo>
                  <a:lnTo>
                    <a:pt x="496709" y="1273581"/>
                  </a:lnTo>
                  <a:lnTo>
                    <a:pt x="497687" y="1271206"/>
                  </a:lnTo>
                  <a:lnTo>
                    <a:pt x="498944" y="1269111"/>
                  </a:lnTo>
                  <a:lnTo>
                    <a:pt x="500608" y="1268501"/>
                  </a:lnTo>
                  <a:lnTo>
                    <a:pt x="506082" y="1270546"/>
                  </a:lnTo>
                  <a:lnTo>
                    <a:pt x="506882" y="1271968"/>
                  </a:lnTo>
                  <a:lnTo>
                    <a:pt x="507022" y="1271968"/>
                  </a:lnTo>
                  <a:lnTo>
                    <a:pt x="507022" y="1260830"/>
                  </a:lnTo>
                  <a:lnTo>
                    <a:pt x="506857" y="1260767"/>
                  </a:lnTo>
                  <a:lnTo>
                    <a:pt x="502475" y="1259217"/>
                  </a:lnTo>
                  <a:lnTo>
                    <a:pt x="498411" y="1259217"/>
                  </a:lnTo>
                  <a:lnTo>
                    <a:pt x="494817" y="1260449"/>
                  </a:lnTo>
                  <a:lnTo>
                    <a:pt x="490791" y="1261986"/>
                  </a:lnTo>
                  <a:lnTo>
                    <a:pt x="487781" y="1264691"/>
                  </a:lnTo>
                  <a:lnTo>
                    <a:pt x="486003" y="1269111"/>
                  </a:lnTo>
                  <a:lnTo>
                    <a:pt x="484708" y="1271968"/>
                  </a:lnTo>
                  <a:lnTo>
                    <a:pt x="484644" y="1275715"/>
                  </a:lnTo>
                  <a:lnTo>
                    <a:pt x="487438" y="1282509"/>
                  </a:lnTo>
                  <a:lnTo>
                    <a:pt x="489800" y="1284935"/>
                  </a:lnTo>
                  <a:lnTo>
                    <a:pt x="499414" y="1288440"/>
                  </a:lnTo>
                  <a:lnTo>
                    <a:pt x="504558" y="1287907"/>
                  </a:lnTo>
                  <a:lnTo>
                    <a:pt x="508622" y="1284617"/>
                  </a:lnTo>
                  <a:lnTo>
                    <a:pt x="508647" y="1284935"/>
                  </a:lnTo>
                  <a:lnTo>
                    <a:pt x="521398" y="1295819"/>
                  </a:lnTo>
                  <a:lnTo>
                    <a:pt x="526173" y="1295006"/>
                  </a:lnTo>
                  <a:lnTo>
                    <a:pt x="531266" y="1291463"/>
                  </a:lnTo>
                  <a:lnTo>
                    <a:pt x="536155" y="1288237"/>
                  </a:lnTo>
                  <a:lnTo>
                    <a:pt x="539038" y="1284617"/>
                  </a:lnTo>
                  <a:lnTo>
                    <a:pt x="539788" y="1283665"/>
                  </a:lnTo>
                  <a:lnTo>
                    <a:pt x="539953" y="1283271"/>
                  </a:lnTo>
                  <a:lnTo>
                    <a:pt x="542493" y="1277302"/>
                  </a:lnTo>
                  <a:lnTo>
                    <a:pt x="545020" y="1271968"/>
                  </a:lnTo>
                  <a:lnTo>
                    <a:pt x="545020" y="1266418"/>
                  </a:lnTo>
                  <a:lnTo>
                    <a:pt x="542544" y="1260944"/>
                  </a:lnTo>
                  <a:lnTo>
                    <a:pt x="542417" y="1260449"/>
                  </a:lnTo>
                  <a:lnTo>
                    <a:pt x="539788" y="1257693"/>
                  </a:lnTo>
                  <a:lnTo>
                    <a:pt x="534924" y="1252512"/>
                  </a:lnTo>
                  <a:lnTo>
                    <a:pt x="531266" y="1248219"/>
                  </a:lnTo>
                  <a:lnTo>
                    <a:pt x="529729" y="1245006"/>
                  </a:lnTo>
                  <a:lnTo>
                    <a:pt x="529793" y="1244866"/>
                  </a:lnTo>
                  <a:lnTo>
                    <a:pt x="530936" y="1242250"/>
                  </a:lnTo>
                  <a:lnTo>
                    <a:pt x="532866" y="1237970"/>
                  </a:lnTo>
                  <a:lnTo>
                    <a:pt x="535660" y="1236345"/>
                  </a:lnTo>
                  <a:lnTo>
                    <a:pt x="539229" y="1237729"/>
                  </a:lnTo>
                  <a:lnTo>
                    <a:pt x="540473" y="1238173"/>
                  </a:lnTo>
                  <a:lnTo>
                    <a:pt x="541261" y="1239100"/>
                  </a:lnTo>
                  <a:lnTo>
                    <a:pt x="541362" y="1239456"/>
                  </a:lnTo>
                  <a:lnTo>
                    <a:pt x="542201" y="1242250"/>
                  </a:lnTo>
                  <a:lnTo>
                    <a:pt x="542201" y="1243685"/>
                  </a:lnTo>
                  <a:lnTo>
                    <a:pt x="541604" y="1244866"/>
                  </a:lnTo>
                  <a:lnTo>
                    <a:pt x="541489" y="1245387"/>
                  </a:lnTo>
                  <a:lnTo>
                    <a:pt x="541159" y="1245628"/>
                  </a:lnTo>
                  <a:lnTo>
                    <a:pt x="541007" y="1246060"/>
                  </a:lnTo>
                  <a:lnTo>
                    <a:pt x="551129" y="1249997"/>
                  </a:lnTo>
                  <a:lnTo>
                    <a:pt x="553542" y="1244549"/>
                  </a:lnTo>
                  <a:lnTo>
                    <a:pt x="553605" y="1243685"/>
                  </a:lnTo>
                  <a:lnTo>
                    <a:pt x="553707" y="1242250"/>
                  </a:lnTo>
                  <a:lnTo>
                    <a:pt x="553847" y="1240002"/>
                  </a:lnTo>
                  <a:close/>
                </a:path>
                <a:path w="1278255" h="1296035">
                  <a:moveTo>
                    <a:pt x="686206" y="47879"/>
                  </a:moveTo>
                  <a:lnTo>
                    <a:pt x="682675" y="21767"/>
                  </a:lnTo>
                  <a:lnTo>
                    <a:pt x="682104" y="19837"/>
                  </a:lnTo>
                  <a:lnTo>
                    <a:pt x="678624" y="12915"/>
                  </a:lnTo>
                  <a:lnTo>
                    <a:pt x="674268" y="7429"/>
                  </a:lnTo>
                  <a:lnTo>
                    <a:pt x="668959" y="3454"/>
                  </a:lnTo>
                  <a:lnTo>
                    <a:pt x="667575" y="2908"/>
                  </a:lnTo>
                  <a:lnTo>
                    <a:pt x="667575" y="38430"/>
                  </a:lnTo>
                  <a:lnTo>
                    <a:pt x="667486" y="47879"/>
                  </a:lnTo>
                  <a:lnTo>
                    <a:pt x="667169" y="57505"/>
                  </a:lnTo>
                  <a:lnTo>
                    <a:pt x="666026" y="64795"/>
                  </a:lnTo>
                  <a:lnTo>
                    <a:pt x="663600" y="68884"/>
                  </a:lnTo>
                  <a:lnTo>
                    <a:pt x="661568" y="72631"/>
                  </a:lnTo>
                  <a:lnTo>
                    <a:pt x="658799" y="74409"/>
                  </a:lnTo>
                  <a:lnTo>
                    <a:pt x="650506" y="74409"/>
                  </a:lnTo>
                  <a:lnTo>
                    <a:pt x="647395" y="72377"/>
                  </a:lnTo>
                  <a:lnTo>
                    <a:pt x="645490" y="68668"/>
                  </a:lnTo>
                  <a:lnTo>
                    <a:pt x="643064" y="64046"/>
                  </a:lnTo>
                  <a:lnTo>
                    <a:pt x="642048" y="57505"/>
                  </a:lnTo>
                  <a:lnTo>
                    <a:pt x="642175" y="47879"/>
                  </a:lnTo>
                  <a:lnTo>
                    <a:pt x="642188" y="38430"/>
                  </a:lnTo>
                  <a:lnTo>
                    <a:pt x="643521" y="31737"/>
                  </a:lnTo>
                  <a:lnTo>
                    <a:pt x="646049" y="27876"/>
                  </a:lnTo>
                  <a:lnTo>
                    <a:pt x="648309" y="23672"/>
                  </a:lnTo>
                  <a:lnTo>
                    <a:pt x="651306" y="21767"/>
                  </a:lnTo>
                  <a:lnTo>
                    <a:pt x="659003" y="21767"/>
                  </a:lnTo>
                  <a:lnTo>
                    <a:pt x="662355" y="23952"/>
                  </a:lnTo>
                  <a:lnTo>
                    <a:pt x="666470" y="31991"/>
                  </a:lnTo>
                  <a:lnTo>
                    <a:pt x="667575" y="38430"/>
                  </a:lnTo>
                  <a:lnTo>
                    <a:pt x="667575" y="2908"/>
                  </a:lnTo>
                  <a:lnTo>
                    <a:pt x="662749" y="990"/>
                  </a:lnTo>
                  <a:lnTo>
                    <a:pt x="655612" y="0"/>
                  </a:lnTo>
                  <a:lnTo>
                    <a:pt x="648652" y="736"/>
                  </a:lnTo>
                  <a:lnTo>
                    <a:pt x="624179" y="36842"/>
                  </a:lnTo>
                  <a:lnTo>
                    <a:pt x="623468" y="47180"/>
                  </a:lnTo>
                  <a:lnTo>
                    <a:pt x="623582" y="55638"/>
                  </a:lnTo>
                  <a:lnTo>
                    <a:pt x="642175" y="94094"/>
                  </a:lnTo>
                  <a:lnTo>
                    <a:pt x="654672" y="96037"/>
                  </a:lnTo>
                  <a:lnTo>
                    <a:pt x="661758" y="96037"/>
                  </a:lnTo>
                  <a:lnTo>
                    <a:pt x="683844" y="68668"/>
                  </a:lnTo>
                  <a:lnTo>
                    <a:pt x="683945" y="68173"/>
                  </a:lnTo>
                  <a:lnTo>
                    <a:pt x="685025" y="62661"/>
                  </a:lnTo>
                  <a:lnTo>
                    <a:pt x="685050" y="62445"/>
                  </a:lnTo>
                  <a:lnTo>
                    <a:pt x="685800" y="55638"/>
                  </a:lnTo>
                  <a:lnTo>
                    <a:pt x="685812" y="55359"/>
                  </a:lnTo>
                  <a:lnTo>
                    <a:pt x="686206" y="47879"/>
                  </a:lnTo>
                  <a:close/>
                </a:path>
                <a:path w="1278255" h="1296035">
                  <a:moveTo>
                    <a:pt x="701649" y="1240142"/>
                  </a:moveTo>
                  <a:lnTo>
                    <a:pt x="701522" y="1238872"/>
                  </a:lnTo>
                  <a:lnTo>
                    <a:pt x="701014" y="1233258"/>
                  </a:lnTo>
                  <a:lnTo>
                    <a:pt x="697814" y="1227213"/>
                  </a:lnTo>
                  <a:lnTo>
                    <a:pt x="694715" y="1221244"/>
                  </a:lnTo>
                  <a:lnTo>
                    <a:pt x="689825" y="1217536"/>
                  </a:lnTo>
                  <a:lnTo>
                    <a:pt x="683196" y="1216291"/>
                  </a:lnTo>
                  <a:lnTo>
                    <a:pt x="680427" y="1215898"/>
                  </a:lnTo>
                  <a:lnTo>
                    <a:pt x="678713" y="1215542"/>
                  </a:lnTo>
                  <a:lnTo>
                    <a:pt x="678446" y="1215542"/>
                  </a:lnTo>
                  <a:lnTo>
                    <a:pt x="678370" y="1215898"/>
                  </a:lnTo>
                  <a:lnTo>
                    <a:pt x="678268" y="1216291"/>
                  </a:lnTo>
                  <a:lnTo>
                    <a:pt x="675995" y="1226121"/>
                  </a:lnTo>
                  <a:lnTo>
                    <a:pt x="677964" y="1226121"/>
                  </a:lnTo>
                  <a:lnTo>
                    <a:pt x="679335" y="1226413"/>
                  </a:lnTo>
                  <a:lnTo>
                    <a:pt x="684568" y="1227823"/>
                  </a:lnTo>
                  <a:lnTo>
                    <a:pt x="687476" y="1230172"/>
                  </a:lnTo>
                  <a:lnTo>
                    <a:pt x="689013" y="1234160"/>
                  </a:lnTo>
                  <a:lnTo>
                    <a:pt x="689127" y="1234528"/>
                  </a:lnTo>
                  <a:lnTo>
                    <a:pt x="690054" y="1237386"/>
                  </a:lnTo>
                  <a:lnTo>
                    <a:pt x="683971" y="1254340"/>
                  </a:lnTo>
                  <a:lnTo>
                    <a:pt x="680872" y="1257566"/>
                  </a:lnTo>
                  <a:lnTo>
                    <a:pt x="677951" y="1258849"/>
                  </a:lnTo>
                  <a:lnTo>
                    <a:pt x="674535" y="1258341"/>
                  </a:lnTo>
                  <a:lnTo>
                    <a:pt x="672884" y="1258011"/>
                  </a:lnTo>
                  <a:lnTo>
                    <a:pt x="670598" y="1257566"/>
                  </a:lnTo>
                  <a:lnTo>
                    <a:pt x="668261" y="1255166"/>
                  </a:lnTo>
                  <a:lnTo>
                    <a:pt x="667905" y="1254696"/>
                  </a:lnTo>
                  <a:lnTo>
                    <a:pt x="667842" y="1254340"/>
                  </a:lnTo>
                  <a:lnTo>
                    <a:pt x="667067" y="1250391"/>
                  </a:lnTo>
                  <a:lnTo>
                    <a:pt x="666927" y="1249807"/>
                  </a:lnTo>
                  <a:lnTo>
                    <a:pt x="666851" y="1249095"/>
                  </a:lnTo>
                  <a:lnTo>
                    <a:pt x="666737" y="1247965"/>
                  </a:lnTo>
                  <a:lnTo>
                    <a:pt x="666635" y="1247025"/>
                  </a:lnTo>
                  <a:lnTo>
                    <a:pt x="666394" y="1244549"/>
                  </a:lnTo>
                  <a:lnTo>
                    <a:pt x="666280" y="1242923"/>
                  </a:lnTo>
                  <a:lnTo>
                    <a:pt x="666165" y="1241526"/>
                  </a:lnTo>
                  <a:lnTo>
                    <a:pt x="666064" y="1240142"/>
                  </a:lnTo>
                  <a:lnTo>
                    <a:pt x="665975" y="1238872"/>
                  </a:lnTo>
                  <a:lnTo>
                    <a:pt x="665861" y="1237386"/>
                  </a:lnTo>
                  <a:lnTo>
                    <a:pt x="665810" y="1236687"/>
                  </a:lnTo>
                  <a:lnTo>
                    <a:pt x="665734" y="1234528"/>
                  </a:lnTo>
                  <a:lnTo>
                    <a:pt x="665734" y="1234338"/>
                  </a:lnTo>
                  <a:lnTo>
                    <a:pt x="665162" y="1234338"/>
                  </a:lnTo>
                  <a:lnTo>
                    <a:pt x="664806" y="1234160"/>
                  </a:lnTo>
                  <a:lnTo>
                    <a:pt x="664451" y="1234338"/>
                  </a:lnTo>
                  <a:lnTo>
                    <a:pt x="664210" y="1234528"/>
                  </a:lnTo>
                  <a:lnTo>
                    <a:pt x="664057" y="1234528"/>
                  </a:lnTo>
                  <a:lnTo>
                    <a:pt x="642683" y="1215174"/>
                  </a:lnTo>
                  <a:lnTo>
                    <a:pt x="640651" y="1214894"/>
                  </a:lnTo>
                  <a:lnTo>
                    <a:pt x="640537" y="1215542"/>
                  </a:lnTo>
                  <a:lnTo>
                    <a:pt x="640448" y="1216101"/>
                  </a:lnTo>
                  <a:lnTo>
                    <a:pt x="640410" y="1216291"/>
                  </a:lnTo>
                  <a:lnTo>
                    <a:pt x="638860" y="1225359"/>
                  </a:lnTo>
                  <a:lnTo>
                    <a:pt x="640765" y="1225550"/>
                  </a:lnTo>
                  <a:lnTo>
                    <a:pt x="640016" y="1225550"/>
                  </a:lnTo>
                  <a:lnTo>
                    <a:pt x="645934" y="1226121"/>
                  </a:lnTo>
                  <a:lnTo>
                    <a:pt x="644702" y="1226121"/>
                  </a:lnTo>
                  <a:lnTo>
                    <a:pt x="647484" y="1226629"/>
                  </a:lnTo>
                  <a:lnTo>
                    <a:pt x="650265" y="1229017"/>
                  </a:lnTo>
                  <a:lnTo>
                    <a:pt x="652056" y="1232700"/>
                  </a:lnTo>
                  <a:lnTo>
                    <a:pt x="653516" y="1236065"/>
                  </a:lnTo>
                  <a:lnTo>
                    <a:pt x="653605" y="1236687"/>
                  </a:lnTo>
                  <a:lnTo>
                    <a:pt x="653707" y="1237386"/>
                  </a:lnTo>
                  <a:lnTo>
                    <a:pt x="653935" y="1238872"/>
                  </a:lnTo>
                  <a:lnTo>
                    <a:pt x="653897" y="1240142"/>
                  </a:lnTo>
                  <a:lnTo>
                    <a:pt x="653326" y="1242923"/>
                  </a:lnTo>
                  <a:lnTo>
                    <a:pt x="652614" y="1247025"/>
                  </a:lnTo>
                  <a:lnTo>
                    <a:pt x="650951" y="1250530"/>
                  </a:lnTo>
                  <a:lnTo>
                    <a:pt x="648322" y="1253490"/>
                  </a:lnTo>
                  <a:lnTo>
                    <a:pt x="645477" y="1256639"/>
                  </a:lnTo>
                  <a:lnTo>
                    <a:pt x="642315" y="1258011"/>
                  </a:lnTo>
                  <a:lnTo>
                    <a:pt x="638060" y="1257566"/>
                  </a:lnTo>
                  <a:lnTo>
                    <a:pt x="638289" y="1257566"/>
                  </a:lnTo>
                  <a:lnTo>
                    <a:pt x="635215" y="1257160"/>
                  </a:lnTo>
                  <a:lnTo>
                    <a:pt x="633196" y="1255306"/>
                  </a:lnTo>
                  <a:lnTo>
                    <a:pt x="633044" y="1255166"/>
                  </a:lnTo>
                  <a:lnTo>
                    <a:pt x="632523" y="1254696"/>
                  </a:lnTo>
                  <a:lnTo>
                    <a:pt x="632421" y="1254340"/>
                  </a:lnTo>
                  <a:lnTo>
                    <a:pt x="631278" y="1250391"/>
                  </a:lnTo>
                  <a:lnTo>
                    <a:pt x="630872" y="1249603"/>
                  </a:lnTo>
                  <a:lnTo>
                    <a:pt x="630834" y="1249095"/>
                  </a:lnTo>
                  <a:lnTo>
                    <a:pt x="630720" y="1247965"/>
                  </a:lnTo>
                  <a:lnTo>
                    <a:pt x="630631" y="1247025"/>
                  </a:lnTo>
                  <a:lnTo>
                    <a:pt x="630377" y="1244549"/>
                  </a:lnTo>
                  <a:lnTo>
                    <a:pt x="630275" y="1243901"/>
                  </a:lnTo>
                  <a:lnTo>
                    <a:pt x="629043" y="1236065"/>
                  </a:lnTo>
                  <a:lnTo>
                    <a:pt x="628967" y="1235138"/>
                  </a:lnTo>
                  <a:lnTo>
                    <a:pt x="628878" y="1234528"/>
                  </a:lnTo>
                  <a:lnTo>
                    <a:pt x="628802" y="1234338"/>
                  </a:lnTo>
                  <a:lnTo>
                    <a:pt x="628396" y="1234160"/>
                  </a:lnTo>
                  <a:lnTo>
                    <a:pt x="628015" y="1234160"/>
                  </a:lnTo>
                  <a:lnTo>
                    <a:pt x="627392" y="1234528"/>
                  </a:lnTo>
                  <a:lnTo>
                    <a:pt x="626681" y="1235138"/>
                  </a:lnTo>
                  <a:lnTo>
                    <a:pt x="624268" y="1226629"/>
                  </a:lnTo>
                  <a:lnTo>
                    <a:pt x="624243" y="1226121"/>
                  </a:lnTo>
                  <a:lnTo>
                    <a:pt x="622401" y="1223721"/>
                  </a:lnTo>
                  <a:lnTo>
                    <a:pt x="618896" y="1219136"/>
                  </a:lnTo>
                  <a:lnTo>
                    <a:pt x="611225" y="1214894"/>
                  </a:lnTo>
                  <a:lnTo>
                    <a:pt x="604570" y="1213739"/>
                  </a:lnTo>
                  <a:lnTo>
                    <a:pt x="601052" y="1213129"/>
                  </a:lnTo>
                  <a:lnTo>
                    <a:pt x="603986" y="1207744"/>
                  </a:lnTo>
                  <a:lnTo>
                    <a:pt x="607783" y="1205191"/>
                  </a:lnTo>
                  <a:lnTo>
                    <a:pt x="612457" y="1205560"/>
                  </a:lnTo>
                  <a:lnTo>
                    <a:pt x="614172" y="1205801"/>
                  </a:lnTo>
                  <a:lnTo>
                    <a:pt x="615950" y="1206627"/>
                  </a:lnTo>
                  <a:lnTo>
                    <a:pt x="617791" y="1208049"/>
                  </a:lnTo>
                  <a:lnTo>
                    <a:pt x="617931" y="1208049"/>
                  </a:lnTo>
                  <a:lnTo>
                    <a:pt x="618032" y="1206627"/>
                  </a:lnTo>
                  <a:lnTo>
                    <a:pt x="618121" y="1205191"/>
                  </a:lnTo>
                  <a:lnTo>
                    <a:pt x="618756" y="1195412"/>
                  </a:lnTo>
                  <a:lnTo>
                    <a:pt x="617359" y="1194904"/>
                  </a:lnTo>
                  <a:lnTo>
                    <a:pt x="615403" y="1194523"/>
                  </a:lnTo>
                  <a:lnTo>
                    <a:pt x="609130" y="1194523"/>
                  </a:lnTo>
                  <a:lnTo>
                    <a:pt x="604558" y="1196035"/>
                  </a:lnTo>
                  <a:lnTo>
                    <a:pt x="600633" y="1199349"/>
                  </a:lnTo>
                  <a:lnTo>
                    <a:pt x="597700" y="1202588"/>
                  </a:lnTo>
                  <a:lnTo>
                    <a:pt x="591705" y="1208963"/>
                  </a:lnTo>
                  <a:lnTo>
                    <a:pt x="588149" y="1212227"/>
                  </a:lnTo>
                  <a:lnTo>
                    <a:pt x="585152" y="1213739"/>
                  </a:lnTo>
                  <a:lnTo>
                    <a:pt x="578866" y="1213739"/>
                  </a:lnTo>
                  <a:lnTo>
                    <a:pt x="577176" y="1212875"/>
                  </a:lnTo>
                  <a:lnTo>
                    <a:pt x="576211" y="1211122"/>
                  </a:lnTo>
                  <a:lnTo>
                    <a:pt x="575322" y="1209586"/>
                  </a:lnTo>
                  <a:lnTo>
                    <a:pt x="574929" y="1208049"/>
                  </a:lnTo>
                  <a:lnTo>
                    <a:pt x="575005" y="1207744"/>
                  </a:lnTo>
                  <a:lnTo>
                    <a:pt x="575322" y="1206398"/>
                  </a:lnTo>
                  <a:lnTo>
                    <a:pt x="562927" y="1206004"/>
                  </a:lnTo>
                  <a:lnTo>
                    <a:pt x="562825" y="1206627"/>
                  </a:lnTo>
                  <a:lnTo>
                    <a:pt x="562165" y="1211122"/>
                  </a:lnTo>
                  <a:lnTo>
                    <a:pt x="562254" y="1212227"/>
                  </a:lnTo>
                  <a:lnTo>
                    <a:pt x="579970" y="1225143"/>
                  </a:lnTo>
                  <a:lnTo>
                    <a:pt x="582244" y="1225143"/>
                  </a:lnTo>
                  <a:lnTo>
                    <a:pt x="585165" y="1224991"/>
                  </a:lnTo>
                  <a:lnTo>
                    <a:pt x="588962" y="1224330"/>
                  </a:lnTo>
                  <a:lnTo>
                    <a:pt x="592810" y="1223924"/>
                  </a:lnTo>
                  <a:lnTo>
                    <a:pt x="595795" y="1223721"/>
                  </a:lnTo>
                  <a:lnTo>
                    <a:pt x="598004" y="1223721"/>
                  </a:lnTo>
                  <a:lnTo>
                    <a:pt x="603148" y="1223924"/>
                  </a:lnTo>
                  <a:lnTo>
                    <a:pt x="606971" y="1225550"/>
                  </a:lnTo>
                  <a:lnTo>
                    <a:pt x="607136" y="1225550"/>
                  </a:lnTo>
                  <a:lnTo>
                    <a:pt x="610603" y="1229017"/>
                  </a:lnTo>
                  <a:lnTo>
                    <a:pt x="613867" y="1232484"/>
                  </a:lnTo>
                  <a:lnTo>
                    <a:pt x="613943" y="1232700"/>
                  </a:lnTo>
                  <a:lnTo>
                    <a:pt x="615391" y="1236687"/>
                  </a:lnTo>
                  <a:lnTo>
                    <a:pt x="606602" y="1255166"/>
                  </a:lnTo>
                  <a:lnTo>
                    <a:pt x="599884" y="1254696"/>
                  </a:lnTo>
                  <a:lnTo>
                    <a:pt x="601687" y="1254696"/>
                  </a:lnTo>
                  <a:lnTo>
                    <a:pt x="600367" y="1253667"/>
                  </a:lnTo>
                  <a:lnTo>
                    <a:pt x="600278" y="1253490"/>
                  </a:lnTo>
                  <a:lnTo>
                    <a:pt x="599389" y="1251686"/>
                  </a:lnTo>
                  <a:lnTo>
                    <a:pt x="599020" y="1250797"/>
                  </a:lnTo>
                  <a:lnTo>
                    <a:pt x="599122" y="1249095"/>
                  </a:lnTo>
                  <a:lnTo>
                    <a:pt x="599249" y="1247025"/>
                  </a:lnTo>
                  <a:lnTo>
                    <a:pt x="599376" y="1244739"/>
                  </a:lnTo>
                  <a:lnTo>
                    <a:pt x="586816" y="1231176"/>
                  </a:lnTo>
                  <a:lnTo>
                    <a:pt x="586816" y="1243901"/>
                  </a:lnTo>
                  <a:lnTo>
                    <a:pt x="586778" y="1244739"/>
                  </a:lnTo>
                  <a:lnTo>
                    <a:pt x="586651" y="1247025"/>
                  </a:lnTo>
                  <a:lnTo>
                    <a:pt x="586549" y="1249095"/>
                  </a:lnTo>
                  <a:lnTo>
                    <a:pt x="586422" y="1250797"/>
                  </a:lnTo>
                  <a:lnTo>
                    <a:pt x="585508" y="1252067"/>
                  </a:lnTo>
                  <a:lnTo>
                    <a:pt x="583971" y="1253490"/>
                  </a:lnTo>
                  <a:lnTo>
                    <a:pt x="582244" y="1254696"/>
                  </a:lnTo>
                  <a:lnTo>
                    <a:pt x="580542" y="1255306"/>
                  </a:lnTo>
                  <a:lnTo>
                    <a:pt x="578624" y="1255306"/>
                  </a:lnTo>
                  <a:lnTo>
                    <a:pt x="574268" y="1255166"/>
                  </a:lnTo>
                  <a:lnTo>
                    <a:pt x="572122" y="1252512"/>
                  </a:lnTo>
                  <a:lnTo>
                    <a:pt x="572173" y="1250391"/>
                  </a:lnTo>
                  <a:lnTo>
                    <a:pt x="572300" y="1247025"/>
                  </a:lnTo>
                  <a:lnTo>
                    <a:pt x="572655" y="1243901"/>
                  </a:lnTo>
                  <a:lnTo>
                    <a:pt x="572846" y="1242923"/>
                  </a:lnTo>
                  <a:lnTo>
                    <a:pt x="575398" y="1240840"/>
                  </a:lnTo>
                  <a:lnTo>
                    <a:pt x="577494" y="1240840"/>
                  </a:lnTo>
                  <a:lnTo>
                    <a:pt x="584809" y="1241132"/>
                  </a:lnTo>
                  <a:lnTo>
                    <a:pt x="586816" y="1243901"/>
                  </a:lnTo>
                  <a:lnTo>
                    <a:pt x="586816" y="1231176"/>
                  </a:lnTo>
                  <a:lnTo>
                    <a:pt x="585736" y="1230744"/>
                  </a:lnTo>
                  <a:lnTo>
                    <a:pt x="575398" y="1230744"/>
                  </a:lnTo>
                  <a:lnTo>
                    <a:pt x="570750" y="1232255"/>
                  </a:lnTo>
                  <a:lnTo>
                    <a:pt x="566864" y="1235557"/>
                  </a:lnTo>
                  <a:lnTo>
                    <a:pt x="562889" y="1238872"/>
                  </a:lnTo>
                  <a:lnTo>
                    <a:pt x="560857" y="1242923"/>
                  </a:lnTo>
                  <a:lnTo>
                    <a:pt x="560755" y="1244739"/>
                  </a:lnTo>
                  <a:lnTo>
                    <a:pt x="560565" y="1247965"/>
                  </a:lnTo>
                  <a:lnTo>
                    <a:pt x="560451" y="1249807"/>
                  </a:lnTo>
                  <a:lnTo>
                    <a:pt x="560374" y="1250797"/>
                  </a:lnTo>
                  <a:lnTo>
                    <a:pt x="560260" y="1252512"/>
                  </a:lnTo>
                  <a:lnTo>
                    <a:pt x="568998" y="1264691"/>
                  </a:lnTo>
                  <a:lnTo>
                    <a:pt x="568858" y="1264691"/>
                  </a:lnTo>
                  <a:lnTo>
                    <a:pt x="572757" y="1266418"/>
                  </a:lnTo>
                  <a:lnTo>
                    <a:pt x="582345" y="1266698"/>
                  </a:lnTo>
                  <a:lnTo>
                    <a:pt x="586549" y="1265135"/>
                  </a:lnTo>
                  <a:lnTo>
                    <a:pt x="589229" y="1261618"/>
                  </a:lnTo>
                  <a:lnTo>
                    <a:pt x="591896" y="1265440"/>
                  </a:lnTo>
                  <a:lnTo>
                    <a:pt x="595591" y="1267294"/>
                  </a:lnTo>
                  <a:lnTo>
                    <a:pt x="600824" y="1267574"/>
                  </a:lnTo>
                  <a:lnTo>
                    <a:pt x="607263" y="1267739"/>
                  </a:lnTo>
                  <a:lnTo>
                    <a:pt x="613143" y="1266012"/>
                  </a:lnTo>
                  <a:lnTo>
                    <a:pt x="617867" y="1262100"/>
                  </a:lnTo>
                  <a:lnTo>
                    <a:pt x="618553" y="1261618"/>
                  </a:lnTo>
                  <a:lnTo>
                    <a:pt x="619086" y="1261021"/>
                  </a:lnTo>
                  <a:lnTo>
                    <a:pt x="619747" y="1260487"/>
                  </a:lnTo>
                  <a:lnTo>
                    <a:pt x="619747" y="1260614"/>
                  </a:lnTo>
                  <a:lnTo>
                    <a:pt x="622630" y="1265288"/>
                  </a:lnTo>
                  <a:lnTo>
                    <a:pt x="627710" y="1268056"/>
                  </a:lnTo>
                  <a:lnTo>
                    <a:pt x="634669" y="1269034"/>
                  </a:lnTo>
                  <a:lnTo>
                    <a:pt x="641515" y="1269796"/>
                  </a:lnTo>
                  <a:lnTo>
                    <a:pt x="647839" y="1267891"/>
                  </a:lnTo>
                  <a:lnTo>
                    <a:pt x="653516" y="1263370"/>
                  </a:lnTo>
                  <a:lnTo>
                    <a:pt x="654431" y="1262748"/>
                  </a:lnTo>
                  <a:lnTo>
                    <a:pt x="655116" y="1262100"/>
                  </a:lnTo>
                  <a:lnTo>
                    <a:pt x="655840" y="1261364"/>
                  </a:lnTo>
                  <a:lnTo>
                    <a:pt x="658558" y="1265643"/>
                  </a:lnTo>
                  <a:lnTo>
                    <a:pt x="663016" y="1268196"/>
                  </a:lnTo>
                  <a:lnTo>
                    <a:pt x="669556" y="1269403"/>
                  </a:lnTo>
                  <a:lnTo>
                    <a:pt x="676300" y="1270546"/>
                  </a:lnTo>
                  <a:lnTo>
                    <a:pt x="682891" y="1269034"/>
                  </a:lnTo>
                  <a:lnTo>
                    <a:pt x="682663" y="1269034"/>
                  </a:lnTo>
                  <a:lnTo>
                    <a:pt x="688721" y="1264691"/>
                  </a:lnTo>
                  <a:lnTo>
                    <a:pt x="693305" y="1261364"/>
                  </a:lnTo>
                  <a:lnTo>
                    <a:pt x="694563" y="1260449"/>
                  </a:lnTo>
                  <a:lnTo>
                    <a:pt x="695642" y="1258849"/>
                  </a:lnTo>
                  <a:lnTo>
                    <a:pt x="698131" y="1255166"/>
                  </a:lnTo>
                  <a:lnTo>
                    <a:pt x="698411" y="1254696"/>
                  </a:lnTo>
                  <a:lnTo>
                    <a:pt x="698487" y="1254340"/>
                  </a:lnTo>
                  <a:lnTo>
                    <a:pt x="701649" y="1240142"/>
                  </a:lnTo>
                  <a:close/>
                </a:path>
                <a:path w="1278255" h="1296035">
                  <a:moveTo>
                    <a:pt x="764705" y="14185"/>
                  </a:moveTo>
                  <a:lnTo>
                    <a:pt x="718883" y="6045"/>
                  </a:lnTo>
                  <a:lnTo>
                    <a:pt x="702754" y="97409"/>
                  </a:lnTo>
                  <a:lnTo>
                    <a:pt x="721296" y="100736"/>
                  </a:lnTo>
                  <a:lnTo>
                    <a:pt x="727811" y="63411"/>
                  </a:lnTo>
                  <a:lnTo>
                    <a:pt x="751027" y="67411"/>
                  </a:lnTo>
                  <a:lnTo>
                    <a:pt x="751725" y="63411"/>
                  </a:lnTo>
                  <a:lnTo>
                    <a:pt x="754189" y="49022"/>
                  </a:lnTo>
                  <a:lnTo>
                    <a:pt x="731075" y="45059"/>
                  </a:lnTo>
                  <a:lnTo>
                    <a:pt x="734009" y="29121"/>
                  </a:lnTo>
                  <a:lnTo>
                    <a:pt x="760971" y="33756"/>
                  </a:lnTo>
                  <a:lnTo>
                    <a:pt x="761860" y="29121"/>
                  </a:lnTo>
                  <a:lnTo>
                    <a:pt x="764705" y="14185"/>
                  </a:lnTo>
                  <a:close/>
                </a:path>
                <a:path w="1278255" h="1296035">
                  <a:moveTo>
                    <a:pt x="905916" y="1189901"/>
                  </a:moveTo>
                  <a:lnTo>
                    <a:pt x="905040" y="1169174"/>
                  </a:lnTo>
                  <a:lnTo>
                    <a:pt x="904024" y="1163624"/>
                  </a:lnTo>
                  <a:lnTo>
                    <a:pt x="902563" y="1160589"/>
                  </a:lnTo>
                  <a:lnTo>
                    <a:pt x="901776" y="1160233"/>
                  </a:lnTo>
                  <a:lnTo>
                    <a:pt x="899426" y="1161516"/>
                  </a:lnTo>
                  <a:lnTo>
                    <a:pt x="898588" y="1162519"/>
                  </a:lnTo>
                  <a:lnTo>
                    <a:pt x="898474" y="1163624"/>
                  </a:lnTo>
                  <a:lnTo>
                    <a:pt x="898385" y="1178737"/>
                  </a:lnTo>
                  <a:lnTo>
                    <a:pt x="897674" y="1195565"/>
                  </a:lnTo>
                  <a:lnTo>
                    <a:pt x="879068" y="1230731"/>
                  </a:lnTo>
                  <a:lnTo>
                    <a:pt x="869442" y="1243152"/>
                  </a:lnTo>
                  <a:lnTo>
                    <a:pt x="869035" y="1244663"/>
                  </a:lnTo>
                  <a:lnTo>
                    <a:pt x="869861" y="1246251"/>
                  </a:lnTo>
                  <a:lnTo>
                    <a:pt x="870826" y="1246251"/>
                  </a:lnTo>
                  <a:lnTo>
                    <a:pt x="871918" y="1245628"/>
                  </a:lnTo>
                  <a:lnTo>
                    <a:pt x="877062" y="1242085"/>
                  </a:lnTo>
                  <a:lnTo>
                    <a:pt x="880821" y="1239723"/>
                  </a:lnTo>
                  <a:lnTo>
                    <a:pt x="882878" y="1237970"/>
                  </a:lnTo>
                  <a:lnTo>
                    <a:pt x="891032" y="1232827"/>
                  </a:lnTo>
                  <a:lnTo>
                    <a:pt x="899871" y="1227010"/>
                  </a:lnTo>
                  <a:lnTo>
                    <a:pt x="902462" y="1223581"/>
                  </a:lnTo>
                  <a:lnTo>
                    <a:pt x="903427" y="1219377"/>
                  </a:lnTo>
                  <a:lnTo>
                    <a:pt x="904951" y="1210348"/>
                  </a:lnTo>
                  <a:lnTo>
                    <a:pt x="905764" y="1200531"/>
                  </a:lnTo>
                  <a:lnTo>
                    <a:pt x="905916" y="1189901"/>
                  </a:lnTo>
                  <a:close/>
                </a:path>
                <a:path w="1278255" h="1296035">
                  <a:moveTo>
                    <a:pt x="919403" y="65506"/>
                  </a:moveTo>
                  <a:lnTo>
                    <a:pt x="867346" y="42214"/>
                  </a:lnTo>
                  <a:lnTo>
                    <a:pt x="858189" y="63157"/>
                  </a:lnTo>
                  <a:lnTo>
                    <a:pt x="875614" y="70967"/>
                  </a:lnTo>
                  <a:lnTo>
                    <a:pt x="847051" y="134645"/>
                  </a:lnTo>
                  <a:lnTo>
                    <a:pt x="864273" y="142367"/>
                  </a:lnTo>
                  <a:lnTo>
                    <a:pt x="892683" y="78625"/>
                  </a:lnTo>
                  <a:lnTo>
                    <a:pt x="910043" y="86296"/>
                  </a:lnTo>
                  <a:lnTo>
                    <a:pt x="913498" y="78625"/>
                  </a:lnTo>
                  <a:lnTo>
                    <a:pt x="919403" y="65506"/>
                  </a:lnTo>
                  <a:close/>
                </a:path>
                <a:path w="1278255" h="1296035">
                  <a:moveTo>
                    <a:pt x="978496" y="1047369"/>
                  </a:moveTo>
                  <a:lnTo>
                    <a:pt x="977442" y="1044714"/>
                  </a:lnTo>
                  <a:lnTo>
                    <a:pt x="976718" y="1043978"/>
                  </a:lnTo>
                  <a:lnTo>
                    <a:pt x="976058" y="1043520"/>
                  </a:lnTo>
                  <a:lnTo>
                    <a:pt x="975715" y="1043724"/>
                  </a:lnTo>
                  <a:lnTo>
                    <a:pt x="975601" y="1043978"/>
                  </a:lnTo>
                  <a:lnTo>
                    <a:pt x="974432" y="1046861"/>
                  </a:lnTo>
                  <a:lnTo>
                    <a:pt x="973366" y="1049210"/>
                  </a:lnTo>
                  <a:lnTo>
                    <a:pt x="955814" y="1084808"/>
                  </a:lnTo>
                  <a:lnTo>
                    <a:pt x="949007" y="1096556"/>
                  </a:lnTo>
                  <a:lnTo>
                    <a:pt x="931722" y="1132281"/>
                  </a:lnTo>
                  <a:lnTo>
                    <a:pt x="927976" y="1145882"/>
                  </a:lnTo>
                  <a:lnTo>
                    <a:pt x="928128" y="1146721"/>
                  </a:lnTo>
                  <a:lnTo>
                    <a:pt x="927874" y="1147483"/>
                  </a:lnTo>
                  <a:lnTo>
                    <a:pt x="927747" y="1148753"/>
                  </a:lnTo>
                  <a:lnTo>
                    <a:pt x="927227" y="1149197"/>
                  </a:lnTo>
                  <a:lnTo>
                    <a:pt x="927227" y="1149413"/>
                  </a:lnTo>
                  <a:lnTo>
                    <a:pt x="927125" y="1149197"/>
                  </a:lnTo>
                  <a:lnTo>
                    <a:pt x="923086" y="1138212"/>
                  </a:lnTo>
                  <a:lnTo>
                    <a:pt x="919403" y="1126578"/>
                  </a:lnTo>
                  <a:lnTo>
                    <a:pt x="916165" y="1114602"/>
                  </a:lnTo>
                  <a:lnTo>
                    <a:pt x="913371" y="1102347"/>
                  </a:lnTo>
                  <a:lnTo>
                    <a:pt x="913066" y="1101394"/>
                  </a:lnTo>
                  <a:lnTo>
                    <a:pt x="912317" y="1101255"/>
                  </a:lnTo>
                  <a:lnTo>
                    <a:pt x="910920" y="1101928"/>
                  </a:lnTo>
                  <a:lnTo>
                    <a:pt x="910653" y="1102347"/>
                  </a:lnTo>
                  <a:lnTo>
                    <a:pt x="910653" y="1102829"/>
                  </a:lnTo>
                  <a:lnTo>
                    <a:pt x="910361" y="1103096"/>
                  </a:lnTo>
                  <a:lnTo>
                    <a:pt x="910653" y="1104061"/>
                  </a:lnTo>
                  <a:lnTo>
                    <a:pt x="910272" y="1108710"/>
                  </a:lnTo>
                  <a:lnTo>
                    <a:pt x="909866" y="1116672"/>
                  </a:lnTo>
                  <a:lnTo>
                    <a:pt x="909332" y="1122184"/>
                  </a:lnTo>
                  <a:lnTo>
                    <a:pt x="909993" y="1126756"/>
                  </a:lnTo>
                  <a:lnTo>
                    <a:pt x="911898" y="1129741"/>
                  </a:lnTo>
                  <a:lnTo>
                    <a:pt x="916165" y="1141679"/>
                  </a:lnTo>
                  <a:lnTo>
                    <a:pt x="919391" y="1152004"/>
                  </a:lnTo>
                  <a:lnTo>
                    <a:pt x="922172" y="1161808"/>
                  </a:lnTo>
                  <a:lnTo>
                    <a:pt x="924750" y="1169162"/>
                  </a:lnTo>
                  <a:lnTo>
                    <a:pt x="926782" y="1174432"/>
                  </a:lnTo>
                  <a:lnTo>
                    <a:pt x="928598" y="1179474"/>
                  </a:lnTo>
                  <a:lnTo>
                    <a:pt x="928712" y="1179753"/>
                  </a:lnTo>
                  <a:lnTo>
                    <a:pt x="949426" y="1204747"/>
                  </a:lnTo>
                  <a:lnTo>
                    <a:pt x="956157" y="1204417"/>
                  </a:lnTo>
                  <a:lnTo>
                    <a:pt x="972870" y="1183373"/>
                  </a:lnTo>
                  <a:lnTo>
                    <a:pt x="972934" y="1182865"/>
                  </a:lnTo>
                  <a:lnTo>
                    <a:pt x="973239" y="1180084"/>
                  </a:lnTo>
                  <a:lnTo>
                    <a:pt x="973213" y="1179753"/>
                  </a:lnTo>
                  <a:lnTo>
                    <a:pt x="973099" y="1178166"/>
                  </a:lnTo>
                  <a:lnTo>
                    <a:pt x="973010" y="1176883"/>
                  </a:lnTo>
                  <a:lnTo>
                    <a:pt x="972832" y="1174432"/>
                  </a:lnTo>
                  <a:lnTo>
                    <a:pt x="972908" y="1157427"/>
                  </a:lnTo>
                  <a:lnTo>
                    <a:pt x="972337" y="1153426"/>
                  </a:lnTo>
                  <a:lnTo>
                    <a:pt x="971448" y="1149413"/>
                  </a:lnTo>
                  <a:lnTo>
                    <a:pt x="971372" y="1149197"/>
                  </a:lnTo>
                  <a:lnTo>
                    <a:pt x="970673" y="1147203"/>
                  </a:lnTo>
                  <a:lnTo>
                    <a:pt x="969797" y="1144828"/>
                  </a:lnTo>
                  <a:lnTo>
                    <a:pt x="969759" y="1144701"/>
                  </a:lnTo>
                  <a:lnTo>
                    <a:pt x="968578" y="1141539"/>
                  </a:lnTo>
                  <a:lnTo>
                    <a:pt x="967117" y="1140053"/>
                  </a:lnTo>
                  <a:lnTo>
                    <a:pt x="967117" y="1164691"/>
                  </a:lnTo>
                  <a:lnTo>
                    <a:pt x="966000" y="1172527"/>
                  </a:lnTo>
                  <a:lnTo>
                    <a:pt x="962240" y="1178166"/>
                  </a:lnTo>
                  <a:lnTo>
                    <a:pt x="955675" y="1181290"/>
                  </a:lnTo>
                  <a:lnTo>
                    <a:pt x="950366" y="1183373"/>
                  </a:lnTo>
                  <a:lnTo>
                    <a:pt x="945108" y="1182865"/>
                  </a:lnTo>
                  <a:lnTo>
                    <a:pt x="939850" y="1179753"/>
                  </a:lnTo>
                  <a:lnTo>
                    <a:pt x="937171" y="1176883"/>
                  </a:lnTo>
                  <a:lnTo>
                    <a:pt x="936002" y="1174432"/>
                  </a:lnTo>
                  <a:lnTo>
                    <a:pt x="935913" y="1173911"/>
                  </a:lnTo>
                  <a:lnTo>
                    <a:pt x="936142" y="1171638"/>
                  </a:lnTo>
                  <a:lnTo>
                    <a:pt x="938504" y="1165974"/>
                  </a:lnTo>
                  <a:lnTo>
                    <a:pt x="943165" y="1161808"/>
                  </a:lnTo>
                  <a:lnTo>
                    <a:pt x="950366" y="1159014"/>
                  </a:lnTo>
                  <a:lnTo>
                    <a:pt x="956157" y="1157427"/>
                  </a:lnTo>
                  <a:lnTo>
                    <a:pt x="960958" y="1157973"/>
                  </a:lnTo>
                  <a:lnTo>
                    <a:pt x="964907" y="1160335"/>
                  </a:lnTo>
                  <a:lnTo>
                    <a:pt x="966000" y="1161186"/>
                  </a:lnTo>
                  <a:lnTo>
                    <a:pt x="966876" y="1162659"/>
                  </a:lnTo>
                  <a:lnTo>
                    <a:pt x="967117" y="1164691"/>
                  </a:lnTo>
                  <a:lnTo>
                    <a:pt x="967117" y="1140053"/>
                  </a:lnTo>
                  <a:lnTo>
                    <a:pt x="965327" y="1138212"/>
                  </a:lnTo>
                  <a:lnTo>
                    <a:pt x="965149" y="1138212"/>
                  </a:lnTo>
                  <a:lnTo>
                    <a:pt x="961174" y="1136980"/>
                  </a:lnTo>
                  <a:lnTo>
                    <a:pt x="955624" y="1135049"/>
                  </a:lnTo>
                  <a:lnTo>
                    <a:pt x="949401" y="1136027"/>
                  </a:lnTo>
                  <a:lnTo>
                    <a:pt x="942187" y="1139583"/>
                  </a:lnTo>
                  <a:lnTo>
                    <a:pt x="939088" y="1141044"/>
                  </a:lnTo>
                  <a:lnTo>
                    <a:pt x="936421" y="1142758"/>
                  </a:lnTo>
                  <a:lnTo>
                    <a:pt x="933919" y="1144828"/>
                  </a:lnTo>
                  <a:lnTo>
                    <a:pt x="933361" y="1144701"/>
                  </a:lnTo>
                  <a:lnTo>
                    <a:pt x="933488" y="1142758"/>
                  </a:lnTo>
                  <a:lnTo>
                    <a:pt x="933513" y="1142174"/>
                  </a:lnTo>
                  <a:lnTo>
                    <a:pt x="935202" y="1138212"/>
                  </a:lnTo>
                  <a:lnTo>
                    <a:pt x="937552" y="1133538"/>
                  </a:lnTo>
                  <a:lnTo>
                    <a:pt x="956792" y="1101191"/>
                  </a:lnTo>
                  <a:lnTo>
                    <a:pt x="962253" y="1091806"/>
                  </a:lnTo>
                  <a:lnTo>
                    <a:pt x="977811" y="1053553"/>
                  </a:lnTo>
                  <a:lnTo>
                    <a:pt x="978496" y="1047369"/>
                  </a:lnTo>
                  <a:close/>
                </a:path>
                <a:path w="1278255" h="1296035">
                  <a:moveTo>
                    <a:pt x="983742" y="100914"/>
                  </a:moveTo>
                  <a:lnTo>
                    <a:pt x="940028" y="76542"/>
                  </a:lnTo>
                  <a:lnTo>
                    <a:pt x="895070" y="157619"/>
                  </a:lnTo>
                  <a:lnTo>
                    <a:pt x="939647" y="182359"/>
                  </a:lnTo>
                  <a:lnTo>
                    <a:pt x="949820" y="164007"/>
                  </a:lnTo>
                  <a:lnTo>
                    <a:pt x="921727" y="148361"/>
                  </a:lnTo>
                  <a:lnTo>
                    <a:pt x="930529" y="132346"/>
                  </a:lnTo>
                  <a:lnTo>
                    <a:pt x="956030" y="146583"/>
                  </a:lnTo>
                  <a:lnTo>
                    <a:pt x="963803" y="132346"/>
                  </a:lnTo>
                  <a:lnTo>
                    <a:pt x="965085" y="129997"/>
                  </a:lnTo>
                  <a:lnTo>
                    <a:pt x="939647" y="115824"/>
                  </a:lnTo>
                  <a:lnTo>
                    <a:pt x="946785" y="102895"/>
                  </a:lnTo>
                  <a:lnTo>
                    <a:pt x="974191" y="118148"/>
                  </a:lnTo>
                  <a:lnTo>
                    <a:pt x="982649" y="102895"/>
                  </a:lnTo>
                  <a:lnTo>
                    <a:pt x="983742" y="100914"/>
                  </a:lnTo>
                  <a:close/>
                </a:path>
                <a:path w="1278255" h="1296035">
                  <a:moveTo>
                    <a:pt x="1024623" y="130644"/>
                  </a:moveTo>
                  <a:lnTo>
                    <a:pt x="1009840" y="119075"/>
                  </a:lnTo>
                  <a:lnTo>
                    <a:pt x="952893" y="192189"/>
                  </a:lnTo>
                  <a:lnTo>
                    <a:pt x="990587" y="221665"/>
                  </a:lnTo>
                  <a:lnTo>
                    <a:pt x="1004468" y="203784"/>
                  </a:lnTo>
                  <a:lnTo>
                    <a:pt x="981532" y="185762"/>
                  </a:lnTo>
                  <a:lnTo>
                    <a:pt x="1024623" y="130644"/>
                  </a:lnTo>
                  <a:close/>
                </a:path>
                <a:path w="1278255" h="1296035">
                  <a:moveTo>
                    <a:pt x="1065022" y="1020991"/>
                  </a:moveTo>
                  <a:lnTo>
                    <a:pt x="1064298" y="1014704"/>
                  </a:lnTo>
                  <a:lnTo>
                    <a:pt x="1062215" y="1007630"/>
                  </a:lnTo>
                  <a:lnTo>
                    <a:pt x="1061656" y="1006995"/>
                  </a:lnTo>
                  <a:lnTo>
                    <a:pt x="1061275" y="1006995"/>
                  </a:lnTo>
                  <a:lnTo>
                    <a:pt x="1058862" y="1010437"/>
                  </a:lnTo>
                  <a:lnTo>
                    <a:pt x="1058862" y="1019822"/>
                  </a:lnTo>
                  <a:lnTo>
                    <a:pt x="1058303" y="1021359"/>
                  </a:lnTo>
                  <a:lnTo>
                    <a:pt x="1052245" y="1024763"/>
                  </a:lnTo>
                  <a:lnTo>
                    <a:pt x="1047610" y="1027036"/>
                  </a:lnTo>
                  <a:lnTo>
                    <a:pt x="1044917" y="1030897"/>
                  </a:lnTo>
                  <a:lnTo>
                    <a:pt x="1044829" y="1031290"/>
                  </a:lnTo>
                  <a:lnTo>
                    <a:pt x="1043609" y="1036548"/>
                  </a:lnTo>
                  <a:lnTo>
                    <a:pt x="1043508" y="1037475"/>
                  </a:lnTo>
                  <a:lnTo>
                    <a:pt x="1043139" y="1041069"/>
                  </a:lnTo>
                  <a:lnTo>
                    <a:pt x="1042416" y="1046022"/>
                  </a:lnTo>
                  <a:lnTo>
                    <a:pt x="1042200" y="1049032"/>
                  </a:lnTo>
                  <a:lnTo>
                    <a:pt x="1042085" y="1053211"/>
                  </a:lnTo>
                  <a:lnTo>
                    <a:pt x="1040117" y="1055751"/>
                  </a:lnTo>
                  <a:lnTo>
                    <a:pt x="1036955" y="1057833"/>
                  </a:lnTo>
                  <a:lnTo>
                    <a:pt x="1032471" y="1060856"/>
                  </a:lnTo>
                  <a:lnTo>
                    <a:pt x="1030109" y="1062926"/>
                  </a:lnTo>
                  <a:lnTo>
                    <a:pt x="1029538" y="1063472"/>
                  </a:lnTo>
                  <a:lnTo>
                    <a:pt x="1023251" y="1069251"/>
                  </a:lnTo>
                  <a:lnTo>
                    <a:pt x="1018184" y="1076236"/>
                  </a:lnTo>
                  <a:lnTo>
                    <a:pt x="1014387" y="1084402"/>
                  </a:lnTo>
                  <a:lnTo>
                    <a:pt x="1011872" y="1093736"/>
                  </a:lnTo>
                  <a:lnTo>
                    <a:pt x="1011758" y="1094727"/>
                  </a:lnTo>
                  <a:lnTo>
                    <a:pt x="1011402" y="1097673"/>
                  </a:lnTo>
                  <a:lnTo>
                    <a:pt x="1011275" y="1099286"/>
                  </a:lnTo>
                  <a:lnTo>
                    <a:pt x="1010818" y="1105369"/>
                  </a:lnTo>
                  <a:lnTo>
                    <a:pt x="1010272" y="1114539"/>
                  </a:lnTo>
                  <a:lnTo>
                    <a:pt x="1009650" y="1127379"/>
                  </a:lnTo>
                  <a:lnTo>
                    <a:pt x="1007325" y="1142580"/>
                  </a:lnTo>
                  <a:lnTo>
                    <a:pt x="1002106" y="1159586"/>
                  </a:lnTo>
                  <a:lnTo>
                    <a:pt x="993978" y="1178471"/>
                  </a:lnTo>
                  <a:lnTo>
                    <a:pt x="982929" y="1199286"/>
                  </a:lnTo>
                  <a:lnTo>
                    <a:pt x="982573" y="1200556"/>
                  </a:lnTo>
                  <a:lnTo>
                    <a:pt x="982929" y="1201216"/>
                  </a:lnTo>
                  <a:lnTo>
                    <a:pt x="983742" y="1201000"/>
                  </a:lnTo>
                  <a:lnTo>
                    <a:pt x="985418" y="1200162"/>
                  </a:lnTo>
                  <a:lnTo>
                    <a:pt x="1007452" y="1166634"/>
                  </a:lnTo>
                  <a:lnTo>
                    <a:pt x="1016266" y="1122184"/>
                  </a:lnTo>
                  <a:lnTo>
                    <a:pt x="1017676" y="1113002"/>
                  </a:lnTo>
                  <a:lnTo>
                    <a:pt x="1040599" y="1078890"/>
                  </a:lnTo>
                  <a:lnTo>
                    <a:pt x="1045451" y="1074318"/>
                  </a:lnTo>
                  <a:lnTo>
                    <a:pt x="1047076" y="1071105"/>
                  </a:lnTo>
                  <a:lnTo>
                    <a:pt x="1048054" y="1067396"/>
                  </a:lnTo>
                  <a:lnTo>
                    <a:pt x="1048562" y="1062926"/>
                  </a:lnTo>
                  <a:lnTo>
                    <a:pt x="1048651" y="1055598"/>
                  </a:lnTo>
                  <a:lnTo>
                    <a:pt x="1048054" y="1049032"/>
                  </a:lnTo>
                  <a:lnTo>
                    <a:pt x="1048423" y="1043863"/>
                  </a:lnTo>
                  <a:lnTo>
                    <a:pt x="1049489" y="1040498"/>
                  </a:lnTo>
                  <a:lnTo>
                    <a:pt x="1049782" y="1038809"/>
                  </a:lnTo>
                  <a:lnTo>
                    <a:pt x="1050899" y="1037475"/>
                  </a:lnTo>
                  <a:lnTo>
                    <a:pt x="1052245" y="1036548"/>
                  </a:lnTo>
                  <a:lnTo>
                    <a:pt x="1054633" y="1035710"/>
                  </a:lnTo>
                  <a:lnTo>
                    <a:pt x="1057046" y="1034770"/>
                  </a:lnTo>
                  <a:lnTo>
                    <a:pt x="1064463" y="1027036"/>
                  </a:lnTo>
                  <a:lnTo>
                    <a:pt x="1065022" y="1020991"/>
                  </a:lnTo>
                  <a:close/>
                </a:path>
                <a:path w="1278255" h="1296035">
                  <a:moveTo>
                    <a:pt x="1092136" y="188912"/>
                  </a:moveTo>
                  <a:lnTo>
                    <a:pt x="1077328" y="174967"/>
                  </a:lnTo>
                  <a:lnTo>
                    <a:pt x="1068209" y="180936"/>
                  </a:lnTo>
                  <a:lnTo>
                    <a:pt x="1068209" y="199326"/>
                  </a:lnTo>
                  <a:lnTo>
                    <a:pt x="1050480" y="228307"/>
                  </a:lnTo>
                  <a:lnTo>
                    <a:pt x="1040485" y="219341"/>
                  </a:lnTo>
                  <a:lnTo>
                    <a:pt x="1068209" y="199326"/>
                  </a:lnTo>
                  <a:lnTo>
                    <a:pt x="1068209" y="180936"/>
                  </a:lnTo>
                  <a:lnTo>
                    <a:pt x="997267" y="227342"/>
                  </a:lnTo>
                  <a:lnTo>
                    <a:pt x="1011415" y="240296"/>
                  </a:lnTo>
                  <a:lnTo>
                    <a:pt x="1023937" y="231140"/>
                  </a:lnTo>
                  <a:lnTo>
                    <a:pt x="1039520" y="245618"/>
                  </a:lnTo>
                  <a:lnTo>
                    <a:pt x="1031214" y="258826"/>
                  </a:lnTo>
                  <a:lnTo>
                    <a:pt x="1045641" y="272199"/>
                  </a:lnTo>
                  <a:lnTo>
                    <a:pt x="1068565" y="231140"/>
                  </a:lnTo>
                  <a:lnTo>
                    <a:pt x="1070140" y="228307"/>
                  </a:lnTo>
                  <a:lnTo>
                    <a:pt x="1086319" y="199326"/>
                  </a:lnTo>
                  <a:lnTo>
                    <a:pt x="1092136" y="188912"/>
                  </a:lnTo>
                  <a:close/>
                </a:path>
                <a:path w="1278255" h="1296035">
                  <a:moveTo>
                    <a:pt x="1133703" y="962507"/>
                  </a:moveTo>
                  <a:lnTo>
                    <a:pt x="1133627" y="958380"/>
                  </a:lnTo>
                  <a:lnTo>
                    <a:pt x="1133551" y="956106"/>
                  </a:lnTo>
                  <a:lnTo>
                    <a:pt x="1131328" y="955814"/>
                  </a:lnTo>
                  <a:lnTo>
                    <a:pt x="1128814" y="956106"/>
                  </a:lnTo>
                  <a:lnTo>
                    <a:pt x="1128547" y="956106"/>
                  </a:lnTo>
                  <a:lnTo>
                    <a:pt x="1123594" y="957059"/>
                  </a:lnTo>
                  <a:lnTo>
                    <a:pt x="1118882" y="957922"/>
                  </a:lnTo>
                  <a:lnTo>
                    <a:pt x="1115631" y="958380"/>
                  </a:lnTo>
                  <a:lnTo>
                    <a:pt x="1113536" y="958164"/>
                  </a:lnTo>
                  <a:lnTo>
                    <a:pt x="1112748" y="958532"/>
                  </a:lnTo>
                  <a:lnTo>
                    <a:pt x="1112253" y="959281"/>
                  </a:lnTo>
                  <a:lnTo>
                    <a:pt x="1112164" y="961694"/>
                  </a:lnTo>
                  <a:lnTo>
                    <a:pt x="1111897" y="962507"/>
                  </a:lnTo>
                  <a:lnTo>
                    <a:pt x="1111808" y="964996"/>
                  </a:lnTo>
                  <a:lnTo>
                    <a:pt x="1111745" y="965822"/>
                  </a:lnTo>
                  <a:lnTo>
                    <a:pt x="1111656" y="967143"/>
                  </a:lnTo>
                  <a:lnTo>
                    <a:pt x="1111567" y="968438"/>
                  </a:lnTo>
                  <a:lnTo>
                    <a:pt x="1111491" y="969175"/>
                  </a:lnTo>
                  <a:lnTo>
                    <a:pt x="1111402" y="970229"/>
                  </a:lnTo>
                  <a:lnTo>
                    <a:pt x="1111300" y="971372"/>
                  </a:lnTo>
                  <a:lnTo>
                    <a:pt x="1111148" y="972959"/>
                  </a:lnTo>
                  <a:lnTo>
                    <a:pt x="1110449" y="977620"/>
                  </a:lnTo>
                  <a:lnTo>
                    <a:pt x="1110310" y="979385"/>
                  </a:lnTo>
                  <a:lnTo>
                    <a:pt x="1110373" y="982065"/>
                  </a:lnTo>
                  <a:lnTo>
                    <a:pt x="1110551" y="983259"/>
                  </a:lnTo>
                  <a:lnTo>
                    <a:pt x="1115834" y="983259"/>
                  </a:lnTo>
                  <a:lnTo>
                    <a:pt x="1120267" y="982954"/>
                  </a:lnTo>
                  <a:lnTo>
                    <a:pt x="1124305" y="982065"/>
                  </a:lnTo>
                  <a:lnTo>
                    <a:pt x="1124940" y="982065"/>
                  </a:lnTo>
                  <a:lnTo>
                    <a:pt x="1126070" y="981849"/>
                  </a:lnTo>
                  <a:lnTo>
                    <a:pt x="1129728" y="981329"/>
                  </a:lnTo>
                  <a:lnTo>
                    <a:pt x="1130731" y="980998"/>
                  </a:lnTo>
                  <a:lnTo>
                    <a:pt x="1131570" y="980008"/>
                  </a:lnTo>
                  <a:lnTo>
                    <a:pt x="1131481" y="979385"/>
                  </a:lnTo>
                  <a:lnTo>
                    <a:pt x="1131201" y="977620"/>
                  </a:lnTo>
                  <a:lnTo>
                    <a:pt x="1131239" y="977442"/>
                  </a:lnTo>
                  <a:lnTo>
                    <a:pt x="1131773" y="974064"/>
                  </a:lnTo>
                  <a:lnTo>
                    <a:pt x="1132649" y="969175"/>
                  </a:lnTo>
                  <a:lnTo>
                    <a:pt x="1133551" y="964323"/>
                  </a:lnTo>
                  <a:lnTo>
                    <a:pt x="1133703" y="962507"/>
                  </a:lnTo>
                  <a:close/>
                </a:path>
                <a:path w="1278255" h="1296035">
                  <a:moveTo>
                    <a:pt x="1161910" y="269328"/>
                  </a:moveTo>
                  <a:lnTo>
                    <a:pt x="1150747" y="255689"/>
                  </a:lnTo>
                  <a:lnTo>
                    <a:pt x="1110843" y="287883"/>
                  </a:lnTo>
                  <a:lnTo>
                    <a:pt x="1122845" y="264363"/>
                  </a:lnTo>
                  <a:lnTo>
                    <a:pt x="1136345" y="237909"/>
                  </a:lnTo>
                  <a:lnTo>
                    <a:pt x="1125270" y="224218"/>
                  </a:lnTo>
                  <a:lnTo>
                    <a:pt x="1053338" y="282752"/>
                  </a:lnTo>
                  <a:lnTo>
                    <a:pt x="1064298" y="296354"/>
                  </a:lnTo>
                  <a:lnTo>
                    <a:pt x="1103833" y="264363"/>
                  </a:lnTo>
                  <a:lnTo>
                    <a:pt x="1078598" y="313982"/>
                  </a:lnTo>
                  <a:lnTo>
                    <a:pt x="1089596" y="327596"/>
                  </a:lnTo>
                  <a:lnTo>
                    <a:pt x="1089787" y="327596"/>
                  </a:lnTo>
                  <a:lnTo>
                    <a:pt x="1138936" y="287883"/>
                  </a:lnTo>
                  <a:lnTo>
                    <a:pt x="1161910" y="269328"/>
                  </a:lnTo>
                  <a:close/>
                </a:path>
                <a:path w="1278255" h="1296035">
                  <a:moveTo>
                    <a:pt x="1162875" y="997483"/>
                  </a:moveTo>
                  <a:lnTo>
                    <a:pt x="1162596" y="997191"/>
                  </a:lnTo>
                  <a:lnTo>
                    <a:pt x="1162456" y="991730"/>
                  </a:lnTo>
                  <a:lnTo>
                    <a:pt x="1162342" y="979385"/>
                  </a:lnTo>
                  <a:lnTo>
                    <a:pt x="1162011" y="975118"/>
                  </a:lnTo>
                  <a:lnTo>
                    <a:pt x="1161910" y="974064"/>
                  </a:lnTo>
                  <a:lnTo>
                    <a:pt x="1161783" y="972959"/>
                  </a:lnTo>
                  <a:lnTo>
                    <a:pt x="1161491" y="970229"/>
                  </a:lnTo>
                  <a:lnTo>
                    <a:pt x="1160741" y="967143"/>
                  </a:lnTo>
                  <a:lnTo>
                    <a:pt x="1158671" y="964514"/>
                  </a:lnTo>
                  <a:lnTo>
                    <a:pt x="1157960" y="964514"/>
                  </a:lnTo>
                  <a:lnTo>
                    <a:pt x="1156792" y="965822"/>
                  </a:lnTo>
                  <a:lnTo>
                    <a:pt x="1155915" y="971372"/>
                  </a:lnTo>
                  <a:lnTo>
                    <a:pt x="1155763" y="972959"/>
                  </a:lnTo>
                  <a:lnTo>
                    <a:pt x="1155725" y="975118"/>
                  </a:lnTo>
                  <a:lnTo>
                    <a:pt x="1154823" y="984110"/>
                  </a:lnTo>
                  <a:lnTo>
                    <a:pt x="1132459" y="1010577"/>
                  </a:lnTo>
                  <a:lnTo>
                    <a:pt x="1126972" y="1013968"/>
                  </a:lnTo>
                  <a:lnTo>
                    <a:pt x="1124407" y="1017346"/>
                  </a:lnTo>
                  <a:lnTo>
                    <a:pt x="1118108" y="1027214"/>
                  </a:lnTo>
                  <a:lnTo>
                    <a:pt x="1114374" y="1038898"/>
                  </a:lnTo>
                  <a:lnTo>
                    <a:pt x="1114323" y="1039456"/>
                  </a:lnTo>
                  <a:lnTo>
                    <a:pt x="1113116" y="1052334"/>
                  </a:lnTo>
                  <a:lnTo>
                    <a:pt x="1114285" y="1067536"/>
                  </a:lnTo>
                  <a:lnTo>
                    <a:pt x="1114285" y="1068336"/>
                  </a:lnTo>
                  <a:lnTo>
                    <a:pt x="1114602" y="1068870"/>
                  </a:lnTo>
                  <a:lnTo>
                    <a:pt x="1114755" y="1069289"/>
                  </a:lnTo>
                  <a:lnTo>
                    <a:pt x="1115288" y="1069733"/>
                  </a:lnTo>
                  <a:lnTo>
                    <a:pt x="1116799" y="1069733"/>
                  </a:lnTo>
                  <a:lnTo>
                    <a:pt x="1117155" y="1069289"/>
                  </a:lnTo>
                  <a:lnTo>
                    <a:pt x="1117828" y="1068082"/>
                  </a:lnTo>
                  <a:lnTo>
                    <a:pt x="1117879" y="1067536"/>
                  </a:lnTo>
                  <a:lnTo>
                    <a:pt x="1118654" y="1059230"/>
                  </a:lnTo>
                  <a:lnTo>
                    <a:pt x="1145425" y="1031989"/>
                  </a:lnTo>
                  <a:lnTo>
                    <a:pt x="1148778" y="1029957"/>
                  </a:lnTo>
                  <a:lnTo>
                    <a:pt x="1150975" y="1027709"/>
                  </a:lnTo>
                  <a:lnTo>
                    <a:pt x="1151750" y="1026947"/>
                  </a:lnTo>
                  <a:lnTo>
                    <a:pt x="1152410" y="1025880"/>
                  </a:lnTo>
                  <a:lnTo>
                    <a:pt x="1153160" y="1025080"/>
                  </a:lnTo>
                  <a:lnTo>
                    <a:pt x="1154760" y="1023200"/>
                  </a:lnTo>
                  <a:lnTo>
                    <a:pt x="1156982" y="1020800"/>
                  </a:lnTo>
                  <a:lnTo>
                    <a:pt x="1158392" y="1017714"/>
                  </a:lnTo>
                  <a:lnTo>
                    <a:pt x="1158494" y="1017346"/>
                  </a:lnTo>
                  <a:lnTo>
                    <a:pt x="1159586" y="1013752"/>
                  </a:lnTo>
                  <a:lnTo>
                    <a:pt x="1160233" y="1011809"/>
                  </a:lnTo>
                  <a:lnTo>
                    <a:pt x="1161999" y="1002792"/>
                  </a:lnTo>
                  <a:lnTo>
                    <a:pt x="1162596" y="1000531"/>
                  </a:lnTo>
                  <a:lnTo>
                    <a:pt x="1162875" y="998613"/>
                  </a:lnTo>
                  <a:lnTo>
                    <a:pt x="1162875" y="997483"/>
                  </a:lnTo>
                  <a:close/>
                </a:path>
                <a:path w="1278255" h="1296035">
                  <a:moveTo>
                    <a:pt x="1202537" y="341350"/>
                  </a:moveTo>
                  <a:lnTo>
                    <a:pt x="1185252" y="311073"/>
                  </a:lnTo>
                  <a:lnTo>
                    <a:pt x="1179283" y="308330"/>
                  </a:lnTo>
                  <a:lnTo>
                    <a:pt x="1139596" y="318706"/>
                  </a:lnTo>
                  <a:lnTo>
                    <a:pt x="1111084" y="346494"/>
                  </a:lnTo>
                  <a:lnTo>
                    <a:pt x="1109891" y="353021"/>
                  </a:lnTo>
                  <a:lnTo>
                    <a:pt x="1109814" y="353479"/>
                  </a:lnTo>
                  <a:lnTo>
                    <a:pt x="1124407" y="381863"/>
                  </a:lnTo>
                  <a:lnTo>
                    <a:pt x="1128318" y="384594"/>
                  </a:lnTo>
                  <a:lnTo>
                    <a:pt x="1133995" y="386791"/>
                  </a:lnTo>
                  <a:lnTo>
                    <a:pt x="1141780" y="388708"/>
                  </a:lnTo>
                  <a:lnTo>
                    <a:pt x="1175969" y="368947"/>
                  </a:lnTo>
                  <a:lnTo>
                    <a:pt x="1175816" y="368693"/>
                  </a:lnTo>
                  <a:lnTo>
                    <a:pt x="1161491" y="343941"/>
                  </a:lnTo>
                  <a:lnTo>
                    <a:pt x="1144955" y="353479"/>
                  </a:lnTo>
                  <a:lnTo>
                    <a:pt x="1150975" y="364451"/>
                  </a:lnTo>
                  <a:lnTo>
                    <a:pt x="1143571" y="368693"/>
                  </a:lnTo>
                  <a:lnTo>
                    <a:pt x="1131951" y="360946"/>
                  </a:lnTo>
                  <a:lnTo>
                    <a:pt x="1129728" y="357225"/>
                  </a:lnTo>
                  <a:lnTo>
                    <a:pt x="1129804" y="353021"/>
                  </a:lnTo>
                  <a:lnTo>
                    <a:pt x="1132459" y="348894"/>
                  </a:lnTo>
                  <a:lnTo>
                    <a:pt x="1134910" y="344512"/>
                  </a:lnTo>
                  <a:lnTo>
                    <a:pt x="1140498" y="339953"/>
                  </a:lnTo>
                  <a:lnTo>
                    <a:pt x="1157363" y="330149"/>
                  </a:lnTo>
                  <a:lnTo>
                    <a:pt x="1164183" y="327596"/>
                  </a:lnTo>
                  <a:lnTo>
                    <a:pt x="1174000" y="327596"/>
                  </a:lnTo>
                  <a:lnTo>
                    <a:pt x="1177518" y="329450"/>
                  </a:lnTo>
                  <a:lnTo>
                    <a:pt x="1180985" y="335229"/>
                  </a:lnTo>
                  <a:lnTo>
                    <a:pt x="1181328" y="337604"/>
                  </a:lnTo>
                  <a:lnTo>
                    <a:pt x="1180452" y="340194"/>
                  </a:lnTo>
                  <a:lnTo>
                    <a:pt x="1180363" y="340677"/>
                  </a:lnTo>
                  <a:lnTo>
                    <a:pt x="1180236" y="341350"/>
                  </a:lnTo>
                  <a:lnTo>
                    <a:pt x="1179969" y="342734"/>
                  </a:lnTo>
                  <a:lnTo>
                    <a:pt x="1178204" y="345186"/>
                  </a:lnTo>
                  <a:lnTo>
                    <a:pt x="1175397" y="347459"/>
                  </a:lnTo>
                  <a:lnTo>
                    <a:pt x="1188783" y="360705"/>
                  </a:lnTo>
                  <a:lnTo>
                    <a:pt x="1193292" y="356692"/>
                  </a:lnTo>
                  <a:lnTo>
                    <a:pt x="1196924" y="352704"/>
                  </a:lnTo>
                  <a:lnTo>
                    <a:pt x="1199299" y="348894"/>
                  </a:lnTo>
                  <a:lnTo>
                    <a:pt x="1201534" y="345186"/>
                  </a:lnTo>
                  <a:lnTo>
                    <a:pt x="1202537" y="341350"/>
                  </a:lnTo>
                  <a:close/>
                </a:path>
                <a:path w="1278255" h="1296035">
                  <a:moveTo>
                    <a:pt x="1237653" y="411302"/>
                  </a:moveTo>
                  <a:lnTo>
                    <a:pt x="1237437" y="410768"/>
                  </a:lnTo>
                  <a:lnTo>
                    <a:pt x="1230198" y="392569"/>
                  </a:lnTo>
                  <a:lnTo>
                    <a:pt x="1211592" y="395236"/>
                  </a:lnTo>
                  <a:lnTo>
                    <a:pt x="1211592" y="410768"/>
                  </a:lnTo>
                  <a:lnTo>
                    <a:pt x="1183106" y="429387"/>
                  </a:lnTo>
                  <a:lnTo>
                    <a:pt x="1179652" y="420865"/>
                  </a:lnTo>
                  <a:lnTo>
                    <a:pt x="1178064" y="416953"/>
                  </a:lnTo>
                  <a:lnTo>
                    <a:pt x="1211592" y="410768"/>
                  </a:lnTo>
                  <a:lnTo>
                    <a:pt x="1211592" y="395236"/>
                  </a:lnTo>
                  <a:lnTo>
                    <a:pt x="1135557" y="406095"/>
                  </a:lnTo>
                  <a:lnTo>
                    <a:pt x="1142707" y="423773"/>
                  </a:lnTo>
                  <a:lnTo>
                    <a:pt x="1157986" y="420865"/>
                  </a:lnTo>
                  <a:lnTo>
                    <a:pt x="1165910" y="440588"/>
                  </a:lnTo>
                  <a:lnTo>
                    <a:pt x="1152728" y="449059"/>
                  </a:lnTo>
                  <a:lnTo>
                    <a:pt x="1160233" y="467207"/>
                  </a:lnTo>
                  <a:lnTo>
                    <a:pt x="1212608" y="429387"/>
                  </a:lnTo>
                  <a:lnTo>
                    <a:pt x="1237653" y="411302"/>
                  </a:lnTo>
                  <a:close/>
                </a:path>
                <a:path w="1278255" h="1296035">
                  <a:moveTo>
                    <a:pt x="1241145" y="768997"/>
                  </a:moveTo>
                  <a:lnTo>
                    <a:pt x="1238199" y="758367"/>
                  </a:lnTo>
                  <a:lnTo>
                    <a:pt x="1235951" y="751713"/>
                  </a:lnTo>
                  <a:lnTo>
                    <a:pt x="1234579" y="748665"/>
                  </a:lnTo>
                  <a:lnTo>
                    <a:pt x="1233093" y="750265"/>
                  </a:lnTo>
                  <a:lnTo>
                    <a:pt x="1224457" y="754595"/>
                  </a:lnTo>
                  <a:lnTo>
                    <a:pt x="1219822" y="757135"/>
                  </a:lnTo>
                  <a:lnTo>
                    <a:pt x="1216964" y="758545"/>
                  </a:lnTo>
                  <a:lnTo>
                    <a:pt x="1216367" y="760361"/>
                  </a:lnTo>
                  <a:lnTo>
                    <a:pt x="1216748" y="762876"/>
                  </a:lnTo>
                  <a:lnTo>
                    <a:pt x="1219911" y="770966"/>
                  </a:lnTo>
                  <a:lnTo>
                    <a:pt x="1220965" y="774357"/>
                  </a:lnTo>
                  <a:lnTo>
                    <a:pt x="1221359" y="776909"/>
                  </a:lnTo>
                  <a:lnTo>
                    <a:pt x="1213713" y="781900"/>
                  </a:lnTo>
                  <a:lnTo>
                    <a:pt x="1207731" y="785431"/>
                  </a:lnTo>
                  <a:lnTo>
                    <a:pt x="1203083" y="787793"/>
                  </a:lnTo>
                  <a:lnTo>
                    <a:pt x="1202905" y="788543"/>
                  </a:lnTo>
                  <a:lnTo>
                    <a:pt x="1203706" y="792454"/>
                  </a:lnTo>
                  <a:lnTo>
                    <a:pt x="1205687" y="799617"/>
                  </a:lnTo>
                  <a:lnTo>
                    <a:pt x="1207198" y="807034"/>
                  </a:lnTo>
                  <a:lnTo>
                    <a:pt x="1208354" y="810691"/>
                  </a:lnTo>
                  <a:lnTo>
                    <a:pt x="1208874" y="810869"/>
                  </a:lnTo>
                  <a:lnTo>
                    <a:pt x="1209675" y="811377"/>
                  </a:lnTo>
                  <a:lnTo>
                    <a:pt x="1212519" y="810374"/>
                  </a:lnTo>
                  <a:lnTo>
                    <a:pt x="1217409" y="807478"/>
                  </a:lnTo>
                  <a:lnTo>
                    <a:pt x="1222248" y="804824"/>
                  </a:lnTo>
                  <a:lnTo>
                    <a:pt x="1225359" y="802106"/>
                  </a:lnTo>
                  <a:lnTo>
                    <a:pt x="1226832" y="799719"/>
                  </a:lnTo>
                  <a:lnTo>
                    <a:pt x="1227963" y="798296"/>
                  </a:lnTo>
                  <a:lnTo>
                    <a:pt x="1226705" y="792340"/>
                  </a:lnTo>
                  <a:lnTo>
                    <a:pt x="1223327" y="782535"/>
                  </a:lnTo>
                  <a:lnTo>
                    <a:pt x="1226832" y="781227"/>
                  </a:lnTo>
                  <a:lnTo>
                    <a:pt x="1230617" y="779132"/>
                  </a:lnTo>
                  <a:lnTo>
                    <a:pt x="1234579" y="776351"/>
                  </a:lnTo>
                  <a:lnTo>
                    <a:pt x="1240307" y="772033"/>
                  </a:lnTo>
                  <a:lnTo>
                    <a:pt x="1240612" y="770674"/>
                  </a:lnTo>
                  <a:lnTo>
                    <a:pt x="1241145" y="768997"/>
                  </a:lnTo>
                  <a:close/>
                </a:path>
                <a:path w="1278255" h="1296035">
                  <a:moveTo>
                    <a:pt x="1264234" y="682828"/>
                  </a:moveTo>
                  <a:lnTo>
                    <a:pt x="1262468" y="674166"/>
                  </a:lnTo>
                  <a:lnTo>
                    <a:pt x="1257642" y="667080"/>
                  </a:lnTo>
                  <a:lnTo>
                    <a:pt x="1250505" y="662305"/>
                  </a:lnTo>
                  <a:lnTo>
                    <a:pt x="1241780" y="660565"/>
                  </a:lnTo>
                  <a:lnTo>
                    <a:pt x="1233119" y="662305"/>
                  </a:lnTo>
                  <a:lnTo>
                    <a:pt x="1226032" y="667080"/>
                  </a:lnTo>
                  <a:lnTo>
                    <a:pt x="1221232" y="674166"/>
                  </a:lnTo>
                  <a:lnTo>
                    <a:pt x="1219479" y="682828"/>
                  </a:lnTo>
                  <a:lnTo>
                    <a:pt x="1221232" y="691629"/>
                  </a:lnTo>
                  <a:lnTo>
                    <a:pt x="1226032" y="698779"/>
                  </a:lnTo>
                  <a:lnTo>
                    <a:pt x="1233119" y="703605"/>
                  </a:lnTo>
                  <a:lnTo>
                    <a:pt x="1241780" y="705370"/>
                  </a:lnTo>
                  <a:lnTo>
                    <a:pt x="1250505" y="703605"/>
                  </a:lnTo>
                  <a:lnTo>
                    <a:pt x="1257642" y="698779"/>
                  </a:lnTo>
                  <a:lnTo>
                    <a:pt x="1262468" y="691629"/>
                  </a:lnTo>
                  <a:lnTo>
                    <a:pt x="1264234" y="682828"/>
                  </a:lnTo>
                  <a:close/>
                </a:path>
                <a:path w="1278255" h="1296035">
                  <a:moveTo>
                    <a:pt x="1268196" y="509511"/>
                  </a:moveTo>
                  <a:lnTo>
                    <a:pt x="1267383" y="506755"/>
                  </a:lnTo>
                  <a:lnTo>
                    <a:pt x="1263218" y="492556"/>
                  </a:lnTo>
                  <a:lnTo>
                    <a:pt x="1213878" y="506755"/>
                  </a:lnTo>
                  <a:lnTo>
                    <a:pt x="1243063" y="482295"/>
                  </a:lnTo>
                  <a:lnTo>
                    <a:pt x="1256982" y="470623"/>
                  </a:lnTo>
                  <a:lnTo>
                    <a:pt x="1252194" y="453847"/>
                  </a:lnTo>
                  <a:lnTo>
                    <a:pt x="1162862" y="479348"/>
                  </a:lnTo>
                  <a:lnTo>
                    <a:pt x="1167790" y="496290"/>
                  </a:lnTo>
                  <a:lnTo>
                    <a:pt x="1216761" y="482295"/>
                  </a:lnTo>
                  <a:lnTo>
                    <a:pt x="1174000" y="518096"/>
                  </a:lnTo>
                  <a:lnTo>
                    <a:pt x="1178915" y="535012"/>
                  </a:lnTo>
                  <a:lnTo>
                    <a:pt x="1268196" y="509511"/>
                  </a:lnTo>
                  <a:close/>
                </a:path>
                <a:path w="1278255" h="1296035">
                  <a:moveTo>
                    <a:pt x="1277658" y="577151"/>
                  </a:moveTo>
                  <a:lnTo>
                    <a:pt x="1276337" y="568248"/>
                  </a:lnTo>
                  <a:lnTo>
                    <a:pt x="1274648" y="556806"/>
                  </a:lnTo>
                  <a:lnTo>
                    <a:pt x="1252435" y="554558"/>
                  </a:lnTo>
                  <a:lnTo>
                    <a:pt x="1252435" y="570255"/>
                  </a:lnTo>
                  <a:lnTo>
                    <a:pt x="1220520" y="581444"/>
                  </a:lnTo>
                  <a:lnTo>
                    <a:pt x="1218666" y="568248"/>
                  </a:lnTo>
                  <a:lnTo>
                    <a:pt x="1252435" y="570255"/>
                  </a:lnTo>
                  <a:lnTo>
                    <a:pt x="1252435" y="554558"/>
                  </a:lnTo>
                  <a:lnTo>
                    <a:pt x="1179969" y="547217"/>
                  </a:lnTo>
                  <a:lnTo>
                    <a:pt x="1182484" y="566140"/>
                  </a:lnTo>
                  <a:lnTo>
                    <a:pt x="1198219" y="566991"/>
                  </a:lnTo>
                  <a:lnTo>
                    <a:pt x="1200937" y="588010"/>
                  </a:lnTo>
                  <a:lnTo>
                    <a:pt x="1186332" y="593242"/>
                  </a:lnTo>
                  <a:lnTo>
                    <a:pt x="1189012" y="612521"/>
                  </a:lnTo>
                  <a:lnTo>
                    <a:pt x="1266888" y="581444"/>
                  </a:lnTo>
                  <a:lnTo>
                    <a:pt x="1277658" y="577151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2792" y="1142948"/>
              <a:ext cx="185615" cy="216466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199476" y="1026756"/>
              <a:ext cx="193040" cy="327660"/>
            </a:xfrm>
            <a:custGeom>
              <a:avLst/>
              <a:gdLst/>
              <a:ahLst/>
              <a:cxnLst/>
              <a:rect l="l" t="t" r="r" b="b"/>
              <a:pathLst>
                <a:path w="193040" h="327659">
                  <a:moveTo>
                    <a:pt x="26682" y="241922"/>
                  </a:moveTo>
                  <a:lnTo>
                    <a:pt x="26593" y="240030"/>
                  </a:lnTo>
                  <a:lnTo>
                    <a:pt x="26263" y="239090"/>
                  </a:lnTo>
                  <a:lnTo>
                    <a:pt x="26263" y="240030"/>
                  </a:lnTo>
                  <a:lnTo>
                    <a:pt x="26492" y="241300"/>
                  </a:lnTo>
                  <a:lnTo>
                    <a:pt x="26682" y="241922"/>
                  </a:lnTo>
                  <a:close/>
                </a:path>
                <a:path w="193040" h="327659">
                  <a:moveTo>
                    <a:pt x="31965" y="224624"/>
                  </a:moveTo>
                  <a:lnTo>
                    <a:pt x="31432" y="224624"/>
                  </a:lnTo>
                  <a:lnTo>
                    <a:pt x="31038" y="224802"/>
                  </a:lnTo>
                  <a:lnTo>
                    <a:pt x="30899" y="225323"/>
                  </a:lnTo>
                  <a:lnTo>
                    <a:pt x="30683" y="226021"/>
                  </a:lnTo>
                  <a:lnTo>
                    <a:pt x="30683" y="226568"/>
                  </a:lnTo>
                  <a:lnTo>
                    <a:pt x="31432" y="226682"/>
                  </a:lnTo>
                  <a:lnTo>
                    <a:pt x="31724" y="226021"/>
                  </a:lnTo>
                  <a:lnTo>
                    <a:pt x="31838" y="225323"/>
                  </a:lnTo>
                  <a:lnTo>
                    <a:pt x="31965" y="224624"/>
                  </a:lnTo>
                  <a:close/>
                </a:path>
                <a:path w="193040" h="327659">
                  <a:moveTo>
                    <a:pt x="33337" y="225882"/>
                  </a:moveTo>
                  <a:lnTo>
                    <a:pt x="33108" y="225323"/>
                  </a:lnTo>
                  <a:lnTo>
                    <a:pt x="31978" y="225882"/>
                  </a:lnTo>
                  <a:lnTo>
                    <a:pt x="31788" y="226860"/>
                  </a:lnTo>
                  <a:lnTo>
                    <a:pt x="32918" y="227926"/>
                  </a:lnTo>
                  <a:lnTo>
                    <a:pt x="32918" y="226174"/>
                  </a:lnTo>
                  <a:lnTo>
                    <a:pt x="33337" y="225882"/>
                  </a:lnTo>
                  <a:close/>
                </a:path>
                <a:path w="193040" h="327659">
                  <a:moveTo>
                    <a:pt x="34378" y="227698"/>
                  </a:moveTo>
                  <a:lnTo>
                    <a:pt x="33566" y="227698"/>
                  </a:lnTo>
                  <a:lnTo>
                    <a:pt x="33451" y="228117"/>
                  </a:lnTo>
                  <a:lnTo>
                    <a:pt x="34378" y="228117"/>
                  </a:lnTo>
                  <a:lnTo>
                    <a:pt x="34378" y="227698"/>
                  </a:lnTo>
                  <a:close/>
                </a:path>
                <a:path w="193040" h="327659">
                  <a:moveTo>
                    <a:pt x="36614" y="229577"/>
                  </a:moveTo>
                  <a:lnTo>
                    <a:pt x="36182" y="228790"/>
                  </a:lnTo>
                  <a:lnTo>
                    <a:pt x="35788" y="229577"/>
                  </a:lnTo>
                  <a:lnTo>
                    <a:pt x="35433" y="229920"/>
                  </a:lnTo>
                  <a:lnTo>
                    <a:pt x="35102" y="230619"/>
                  </a:lnTo>
                  <a:lnTo>
                    <a:pt x="34950" y="231089"/>
                  </a:lnTo>
                  <a:lnTo>
                    <a:pt x="34950" y="231711"/>
                  </a:lnTo>
                  <a:lnTo>
                    <a:pt x="35242" y="232295"/>
                  </a:lnTo>
                  <a:lnTo>
                    <a:pt x="35433" y="232511"/>
                  </a:lnTo>
                  <a:lnTo>
                    <a:pt x="35674" y="232511"/>
                  </a:lnTo>
                  <a:lnTo>
                    <a:pt x="35902" y="232765"/>
                  </a:lnTo>
                  <a:lnTo>
                    <a:pt x="35788" y="231914"/>
                  </a:lnTo>
                  <a:lnTo>
                    <a:pt x="35902" y="231305"/>
                  </a:lnTo>
                  <a:lnTo>
                    <a:pt x="36499" y="230619"/>
                  </a:lnTo>
                  <a:lnTo>
                    <a:pt x="36614" y="230136"/>
                  </a:lnTo>
                  <a:lnTo>
                    <a:pt x="36614" y="229577"/>
                  </a:lnTo>
                  <a:close/>
                </a:path>
                <a:path w="193040" h="327659">
                  <a:moveTo>
                    <a:pt x="37490" y="32740"/>
                  </a:moveTo>
                  <a:lnTo>
                    <a:pt x="37007" y="31750"/>
                  </a:lnTo>
                  <a:lnTo>
                    <a:pt x="35674" y="30480"/>
                  </a:lnTo>
                  <a:lnTo>
                    <a:pt x="33705" y="30480"/>
                  </a:lnTo>
                  <a:lnTo>
                    <a:pt x="34391" y="31750"/>
                  </a:lnTo>
                  <a:lnTo>
                    <a:pt x="37490" y="32740"/>
                  </a:lnTo>
                  <a:close/>
                </a:path>
                <a:path w="193040" h="327659">
                  <a:moveTo>
                    <a:pt x="38265" y="232448"/>
                  </a:moveTo>
                  <a:lnTo>
                    <a:pt x="37998" y="231914"/>
                  </a:lnTo>
                  <a:lnTo>
                    <a:pt x="37820" y="231305"/>
                  </a:lnTo>
                  <a:lnTo>
                    <a:pt x="37579" y="231838"/>
                  </a:lnTo>
                  <a:lnTo>
                    <a:pt x="37007" y="232295"/>
                  </a:lnTo>
                  <a:lnTo>
                    <a:pt x="36626" y="232638"/>
                  </a:lnTo>
                  <a:lnTo>
                    <a:pt x="36182" y="233222"/>
                  </a:lnTo>
                  <a:lnTo>
                    <a:pt x="36182" y="233857"/>
                  </a:lnTo>
                  <a:lnTo>
                    <a:pt x="36626" y="234543"/>
                  </a:lnTo>
                  <a:lnTo>
                    <a:pt x="37007" y="233857"/>
                  </a:lnTo>
                  <a:lnTo>
                    <a:pt x="37312" y="233451"/>
                  </a:lnTo>
                  <a:lnTo>
                    <a:pt x="37630" y="232892"/>
                  </a:lnTo>
                  <a:lnTo>
                    <a:pt x="38265" y="232448"/>
                  </a:lnTo>
                  <a:close/>
                </a:path>
                <a:path w="193040" h="327659">
                  <a:moveTo>
                    <a:pt x="38493" y="33426"/>
                  </a:moveTo>
                  <a:lnTo>
                    <a:pt x="38315" y="32740"/>
                  </a:lnTo>
                  <a:lnTo>
                    <a:pt x="37655" y="32740"/>
                  </a:lnTo>
                  <a:lnTo>
                    <a:pt x="38493" y="33426"/>
                  </a:lnTo>
                  <a:close/>
                </a:path>
                <a:path w="193040" h="327659">
                  <a:moveTo>
                    <a:pt x="39370" y="260184"/>
                  </a:moveTo>
                  <a:lnTo>
                    <a:pt x="37820" y="260184"/>
                  </a:lnTo>
                  <a:lnTo>
                    <a:pt x="37820" y="261302"/>
                  </a:lnTo>
                  <a:lnTo>
                    <a:pt x="39370" y="261302"/>
                  </a:lnTo>
                  <a:lnTo>
                    <a:pt x="39370" y="260184"/>
                  </a:lnTo>
                  <a:close/>
                </a:path>
                <a:path w="193040" h="327659">
                  <a:moveTo>
                    <a:pt x="39370" y="257479"/>
                  </a:moveTo>
                  <a:lnTo>
                    <a:pt x="37820" y="257479"/>
                  </a:lnTo>
                  <a:lnTo>
                    <a:pt x="37820" y="258610"/>
                  </a:lnTo>
                  <a:lnTo>
                    <a:pt x="39370" y="258610"/>
                  </a:lnTo>
                  <a:lnTo>
                    <a:pt x="39370" y="257479"/>
                  </a:lnTo>
                  <a:close/>
                </a:path>
                <a:path w="193040" h="327659">
                  <a:moveTo>
                    <a:pt x="39725" y="234378"/>
                  </a:moveTo>
                  <a:lnTo>
                    <a:pt x="39370" y="233514"/>
                  </a:lnTo>
                  <a:lnTo>
                    <a:pt x="37579" y="235051"/>
                  </a:lnTo>
                  <a:lnTo>
                    <a:pt x="37160" y="236105"/>
                  </a:lnTo>
                  <a:lnTo>
                    <a:pt x="37642" y="237045"/>
                  </a:lnTo>
                  <a:lnTo>
                    <a:pt x="38277" y="236626"/>
                  </a:lnTo>
                  <a:lnTo>
                    <a:pt x="38557" y="236169"/>
                  </a:lnTo>
                  <a:lnTo>
                    <a:pt x="39052" y="235788"/>
                  </a:lnTo>
                  <a:lnTo>
                    <a:pt x="39585" y="235102"/>
                  </a:lnTo>
                  <a:lnTo>
                    <a:pt x="39725" y="234378"/>
                  </a:lnTo>
                  <a:close/>
                </a:path>
                <a:path w="193040" h="327659">
                  <a:moveTo>
                    <a:pt x="40081" y="266712"/>
                  </a:moveTo>
                  <a:lnTo>
                    <a:pt x="38684" y="266712"/>
                  </a:lnTo>
                  <a:lnTo>
                    <a:pt x="38684" y="267830"/>
                  </a:lnTo>
                  <a:lnTo>
                    <a:pt x="40081" y="267830"/>
                  </a:lnTo>
                  <a:lnTo>
                    <a:pt x="40081" y="266712"/>
                  </a:lnTo>
                  <a:close/>
                </a:path>
                <a:path w="193040" h="327659">
                  <a:moveTo>
                    <a:pt x="40373" y="237807"/>
                  </a:moveTo>
                  <a:lnTo>
                    <a:pt x="37998" y="238379"/>
                  </a:lnTo>
                  <a:lnTo>
                    <a:pt x="37998" y="239903"/>
                  </a:lnTo>
                  <a:lnTo>
                    <a:pt x="38950" y="239903"/>
                  </a:lnTo>
                  <a:lnTo>
                    <a:pt x="39039" y="239217"/>
                  </a:lnTo>
                  <a:lnTo>
                    <a:pt x="39370" y="238607"/>
                  </a:lnTo>
                  <a:lnTo>
                    <a:pt x="40081" y="238074"/>
                  </a:lnTo>
                  <a:lnTo>
                    <a:pt x="40373" y="237807"/>
                  </a:lnTo>
                  <a:close/>
                </a:path>
                <a:path w="193040" h="327659">
                  <a:moveTo>
                    <a:pt x="40741" y="237490"/>
                  </a:moveTo>
                  <a:lnTo>
                    <a:pt x="40703" y="236639"/>
                  </a:lnTo>
                  <a:lnTo>
                    <a:pt x="40297" y="235902"/>
                  </a:lnTo>
                  <a:lnTo>
                    <a:pt x="39573" y="236639"/>
                  </a:lnTo>
                  <a:lnTo>
                    <a:pt x="39039" y="237223"/>
                  </a:lnTo>
                  <a:lnTo>
                    <a:pt x="38442" y="237807"/>
                  </a:lnTo>
                  <a:lnTo>
                    <a:pt x="40373" y="237807"/>
                  </a:lnTo>
                  <a:lnTo>
                    <a:pt x="40741" y="237490"/>
                  </a:lnTo>
                  <a:close/>
                </a:path>
                <a:path w="193040" h="327659">
                  <a:moveTo>
                    <a:pt x="41071" y="239915"/>
                  </a:moveTo>
                  <a:lnTo>
                    <a:pt x="41021" y="238836"/>
                  </a:lnTo>
                  <a:lnTo>
                    <a:pt x="40081" y="239115"/>
                  </a:lnTo>
                  <a:lnTo>
                    <a:pt x="39370" y="239915"/>
                  </a:lnTo>
                  <a:lnTo>
                    <a:pt x="39370" y="242252"/>
                  </a:lnTo>
                  <a:lnTo>
                    <a:pt x="40297" y="242722"/>
                  </a:lnTo>
                  <a:lnTo>
                    <a:pt x="40741" y="242062"/>
                  </a:lnTo>
                  <a:lnTo>
                    <a:pt x="41071" y="239915"/>
                  </a:lnTo>
                  <a:close/>
                </a:path>
                <a:path w="193040" h="327659">
                  <a:moveTo>
                    <a:pt x="42062" y="257479"/>
                  </a:moveTo>
                  <a:lnTo>
                    <a:pt x="40754" y="257479"/>
                  </a:lnTo>
                  <a:lnTo>
                    <a:pt x="40754" y="258610"/>
                  </a:lnTo>
                  <a:lnTo>
                    <a:pt x="42062" y="258610"/>
                  </a:lnTo>
                  <a:lnTo>
                    <a:pt x="42062" y="257479"/>
                  </a:lnTo>
                  <a:close/>
                </a:path>
                <a:path w="193040" h="327659">
                  <a:moveTo>
                    <a:pt x="42202" y="260235"/>
                  </a:moveTo>
                  <a:lnTo>
                    <a:pt x="40728" y="260235"/>
                  </a:lnTo>
                  <a:lnTo>
                    <a:pt x="40728" y="261302"/>
                  </a:lnTo>
                  <a:lnTo>
                    <a:pt x="42202" y="261302"/>
                  </a:lnTo>
                  <a:lnTo>
                    <a:pt x="42202" y="260235"/>
                  </a:lnTo>
                  <a:close/>
                </a:path>
                <a:path w="193040" h="327659">
                  <a:moveTo>
                    <a:pt x="42214" y="266623"/>
                  </a:moveTo>
                  <a:lnTo>
                    <a:pt x="40754" y="266623"/>
                  </a:lnTo>
                  <a:lnTo>
                    <a:pt x="40754" y="267830"/>
                  </a:lnTo>
                  <a:lnTo>
                    <a:pt x="42214" y="267830"/>
                  </a:lnTo>
                  <a:lnTo>
                    <a:pt x="42214" y="266623"/>
                  </a:lnTo>
                  <a:close/>
                </a:path>
                <a:path w="193040" h="327659">
                  <a:moveTo>
                    <a:pt x="42532" y="244309"/>
                  </a:moveTo>
                  <a:lnTo>
                    <a:pt x="42405" y="243903"/>
                  </a:lnTo>
                  <a:lnTo>
                    <a:pt x="42405" y="242963"/>
                  </a:lnTo>
                  <a:lnTo>
                    <a:pt x="42214" y="241998"/>
                  </a:lnTo>
                  <a:lnTo>
                    <a:pt x="42214" y="240804"/>
                  </a:lnTo>
                  <a:lnTo>
                    <a:pt x="42062" y="240411"/>
                  </a:lnTo>
                  <a:lnTo>
                    <a:pt x="41846" y="240411"/>
                  </a:lnTo>
                  <a:lnTo>
                    <a:pt x="41783" y="240588"/>
                  </a:lnTo>
                  <a:lnTo>
                    <a:pt x="41783" y="240804"/>
                  </a:lnTo>
                  <a:lnTo>
                    <a:pt x="41084" y="241909"/>
                  </a:lnTo>
                  <a:lnTo>
                    <a:pt x="41084" y="243078"/>
                  </a:lnTo>
                  <a:lnTo>
                    <a:pt x="41313" y="244309"/>
                  </a:lnTo>
                  <a:lnTo>
                    <a:pt x="41554" y="244551"/>
                  </a:lnTo>
                  <a:lnTo>
                    <a:pt x="41783" y="244716"/>
                  </a:lnTo>
                  <a:lnTo>
                    <a:pt x="42062" y="244652"/>
                  </a:lnTo>
                  <a:lnTo>
                    <a:pt x="42405" y="244551"/>
                  </a:lnTo>
                  <a:lnTo>
                    <a:pt x="42532" y="244309"/>
                  </a:lnTo>
                  <a:close/>
                </a:path>
                <a:path w="193040" h="327659">
                  <a:moveTo>
                    <a:pt x="44437" y="260413"/>
                  </a:moveTo>
                  <a:lnTo>
                    <a:pt x="43078" y="260413"/>
                  </a:lnTo>
                  <a:lnTo>
                    <a:pt x="43078" y="261467"/>
                  </a:lnTo>
                  <a:lnTo>
                    <a:pt x="44437" y="261467"/>
                  </a:lnTo>
                  <a:lnTo>
                    <a:pt x="44437" y="260413"/>
                  </a:lnTo>
                  <a:close/>
                </a:path>
                <a:path w="193040" h="327659">
                  <a:moveTo>
                    <a:pt x="44754" y="266623"/>
                  </a:moveTo>
                  <a:lnTo>
                    <a:pt x="43345" y="266623"/>
                  </a:lnTo>
                  <a:lnTo>
                    <a:pt x="43345" y="267830"/>
                  </a:lnTo>
                  <a:lnTo>
                    <a:pt x="44754" y="267830"/>
                  </a:lnTo>
                  <a:lnTo>
                    <a:pt x="44754" y="266623"/>
                  </a:lnTo>
                  <a:close/>
                </a:path>
                <a:path w="193040" h="327659">
                  <a:moveTo>
                    <a:pt x="45427" y="244373"/>
                  </a:moveTo>
                  <a:lnTo>
                    <a:pt x="45212" y="243370"/>
                  </a:lnTo>
                  <a:lnTo>
                    <a:pt x="45148" y="243090"/>
                  </a:lnTo>
                  <a:lnTo>
                    <a:pt x="44208" y="243090"/>
                  </a:lnTo>
                  <a:lnTo>
                    <a:pt x="44030" y="243916"/>
                  </a:lnTo>
                  <a:lnTo>
                    <a:pt x="44450" y="244373"/>
                  </a:lnTo>
                  <a:lnTo>
                    <a:pt x="45427" y="244373"/>
                  </a:lnTo>
                  <a:close/>
                </a:path>
                <a:path w="193040" h="327659">
                  <a:moveTo>
                    <a:pt x="46469" y="226237"/>
                  </a:moveTo>
                  <a:lnTo>
                    <a:pt x="45021" y="226237"/>
                  </a:lnTo>
                  <a:lnTo>
                    <a:pt x="45110" y="226593"/>
                  </a:lnTo>
                  <a:lnTo>
                    <a:pt x="45110" y="227126"/>
                  </a:lnTo>
                  <a:lnTo>
                    <a:pt x="46469" y="227126"/>
                  </a:lnTo>
                  <a:lnTo>
                    <a:pt x="46469" y="226237"/>
                  </a:lnTo>
                  <a:close/>
                </a:path>
                <a:path w="193040" h="327659">
                  <a:moveTo>
                    <a:pt x="46482" y="229781"/>
                  </a:moveTo>
                  <a:lnTo>
                    <a:pt x="45110" y="229781"/>
                  </a:lnTo>
                  <a:lnTo>
                    <a:pt x="45110" y="230746"/>
                  </a:lnTo>
                  <a:lnTo>
                    <a:pt x="46482" y="230746"/>
                  </a:lnTo>
                  <a:lnTo>
                    <a:pt x="46482" y="229781"/>
                  </a:lnTo>
                  <a:close/>
                </a:path>
                <a:path w="193040" h="327659">
                  <a:moveTo>
                    <a:pt x="46482" y="223697"/>
                  </a:moveTo>
                  <a:lnTo>
                    <a:pt x="45110" y="223697"/>
                  </a:lnTo>
                  <a:lnTo>
                    <a:pt x="45110" y="224624"/>
                  </a:lnTo>
                  <a:lnTo>
                    <a:pt x="46482" y="224624"/>
                  </a:lnTo>
                  <a:lnTo>
                    <a:pt x="46482" y="223697"/>
                  </a:lnTo>
                  <a:close/>
                </a:path>
                <a:path w="193040" h="327659">
                  <a:moveTo>
                    <a:pt x="47015" y="266712"/>
                  </a:moveTo>
                  <a:lnTo>
                    <a:pt x="45605" y="266712"/>
                  </a:lnTo>
                  <a:lnTo>
                    <a:pt x="45605" y="267830"/>
                  </a:lnTo>
                  <a:lnTo>
                    <a:pt x="47015" y="267830"/>
                  </a:lnTo>
                  <a:lnTo>
                    <a:pt x="47015" y="266712"/>
                  </a:lnTo>
                  <a:close/>
                </a:path>
                <a:path w="193040" h="327659">
                  <a:moveTo>
                    <a:pt x="47015" y="260413"/>
                  </a:moveTo>
                  <a:lnTo>
                    <a:pt x="45542" y="260413"/>
                  </a:lnTo>
                  <a:lnTo>
                    <a:pt x="45542" y="260883"/>
                  </a:lnTo>
                  <a:lnTo>
                    <a:pt x="45669" y="261150"/>
                  </a:lnTo>
                  <a:lnTo>
                    <a:pt x="45669" y="261467"/>
                  </a:lnTo>
                  <a:lnTo>
                    <a:pt x="47015" y="261467"/>
                  </a:lnTo>
                  <a:lnTo>
                    <a:pt x="47015" y="260413"/>
                  </a:lnTo>
                  <a:close/>
                </a:path>
                <a:path w="193040" h="327659">
                  <a:moveTo>
                    <a:pt x="49009" y="223710"/>
                  </a:moveTo>
                  <a:lnTo>
                    <a:pt x="47675" y="223710"/>
                  </a:lnTo>
                  <a:lnTo>
                    <a:pt x="47726" y="224091"/>
                  </a:lnTo>
                  <a:lnTo>
                    <a:pt x="47726" y="224637"/>
                  </a:lnTo>
                  <a:lnTo>
                    <a:pt x="49009" y="224637"/>
                  </a:lnTo>
                  <a:lnTo>
                    <a:pt x="49009" y="223710"/>
                  </a:lnTo>
                  <a:close/>
                </a:path>
                <a:path w="193040" h="327659">
                  <a:moveTo>
                    <a:pt x="49047" y="234391"/>
                  </a:moveTo>
                  <a:lnTo>
                    <a:pt x="49009" y="234086"/>
                  </a:lnTo>
                  <a:lnTo>
                    <a:pt x="49009" y="233768"/>
                  </a:lnTo>
                  <a:lnTo>
                    <a:pt x="47637" y="233768"/>
                  </a:lnTo>
                  <a:lnTo>
                    <a:pt x="47637" y="234696"/>
                  </a:lnTo>
                  <a:lnTo>
                    <a:pt x="49047" y="234696"/>
                  </a:lnTo>
                  <a:lnTo>
                    <a:pt x="49047" y="234391"/>
                  </a:lnTo>
                  <a:close/>
                </a:path>
                <a:path w="193040" h="327659">
                  <a:moveTo>
                    <a:pt x="49250" y="226250"/>
                  </a:moveTo>
                  <a:lnTo>
                    <a:pt x="47879" y="226250"/>
                  </a:lnTo>
                  <a:lnTo>
                    <a:pt x="47942" y="226593"/>
                  </a:lnTo>
                  <a:lnTo>
                    <a:pt x="47942" y="227126"/>
                  </a:lnTo>
                  <a:lnTo>
                    <a:pt x="49250" y="227126"/>
                  </a:lnTo>
                  <a:lnTo>
                    <a:pt x="49250" y="226250"/>
                  </a:lnTo>
                  <a:close/>
                </a:path>
                <a:path w="193040" h="327659">
                  <a:moveTo>
                    <a:pt x="49466" y="230733"/>
                  </a:moveTo>
                  <a:lnTo>
                    <a:pt x="49250" y="230390"/>
                  </a:lnTo>
                  <a:lnTo>
                    <a:pt x="49250" y="229768"/>
                  </a:lnTo>
                  <a:lnTo>
                    <a:pt x="47929" y="229768"/>
                  </a:lnTo>
                  <a:lnTo>
                    <a:pt x="47929" y="230733"/>
                  </a:lnTo>
                  <a:lnTo>
                    <a:pt x="49466" y="230733"/>
                  </a:lnTo>
                  <a:close/>
                </a:path>
                <a:path w="193040" h="327659">
                  <a:moveTo>
                    <a:pt x="49580" y="237045"/>
                  </a:moveTo>
                  <a:lnTo>
                    <a:pt x="48209" y="237045"/>
                  </a:lnTo>
                  <a:lnTo>
                    <a:pt x="48209" y="237909"/>
                  </a:lnTo>
                  <a:lnTo>
                    <a:pt x="49580" y="237909"/>
                  </a:lnTo>
                  <a:lnTo>
                    <a:pt x="49580" y="237045"/>
                  </a:lnTo>
                  <a:close/>
                </a:path>
                <a:path w="193040" h="327659">
                  <a:moveTo>
                    <a:pt x="51701" y="233692"/>
                  </a:moveTo>
                  <a:lnTo>
                    <a:pt x="50215" y="233692"/>
                  </a:lnTo>
                  <a:lnTo>
                    <a:pt x="50215" y="234683"/>
                  </a:lnTo>
                  <a:lnTo>
                    <a:pt x="51701" y="234683"/>
                  </a:lnTo>
                  <a:lnTo>
                    <a:pt x="51701" y="233692"/>
                  </a:lnTo>
                  <a:close/>
                </a:path>
                <a:path w="193040" h="327659">
                  <a:moveTo>
                    <a:pt x="51701" y="229844"/>
                  </a:moveTo>
                  <a:lnTo>
                    <a:pt x="50330" y="229844"/>
                  </a:lnTo>
                  <a:lnTo>
                    <a:pt x="50330" y="230746"/>
                  </a:lnTo>
                  <a:lnTo>
                    <a:pt x="51701" y="230746"/>
                  </a:lnTo>
                  <a:lnTo>
                    <a:pt x="51701" y="229844"/>
                  </a:lnTo>
                  <a:close/>
                </a:path>
                <a:path w="193040" h="327659">
                  <a:moveTo>
                    <a:pt x="51701" y="226250"/>
                  </a:moveTo>
                  <a:lnTo>
                    <a:pt x="50215" y="226250"/>
                  </a:lnTo>
                  <a:lnTo>
                    <a:pt x="50215" y="227126"/>
                  </a:lnTo>
                  <a:lnTo>
                    <a:pt x="51701" y="227126"/>
                  </a:lnTo>
                  <a:lnTo>
                    <a:pt x="51701" y="226250"/>
                  </a:lnTo>
                  <a:close/>
                </a:path>
                <a:path w="193040" h="327659">
                  <a:moveTo>
                    <a:pt x="51701" y="223685"/>
                  </a:moveTo>
                  <a:lnTo>
                    <a:pt x="50330" y="223685"/>
                  </a:lnTo>
                  <a:lnTo>
                    <a:pt x="50330" y="224624"/>
                  </a:lnTo>
                  <a:lnTo>
                    <a:pt x="51701" y="224624"/>
                  </a:lnTo>
                  <a:lnTo>
                    <a:pt x="51701" y="223685"/>
                  </a:lnTo>
                  <a:close/>
                </a:path>
                <a:path w="193040" h="327659">
                  <a:moveTo>
                    <a:pt x="51879" y="237045"/>
                  </a:moveTo>
                  <a:lnTo>
                    <a:pt x="50533" y="237045"/>
                  </a:lnTo>
                  <a:lnTo>
                    <a:pt x="50533" y="237642"/>
                  </a:lnTo>
                  <a:lnTo>
                    <a:pt x="50660" y="237921"/>
                  </a:lnTo>
                  <a:lnTo>
                    <a:pt x="51879" y="237921"/>
                  </a:lnTo>
                  <a:lnTo>
                    <a:pt x="51879" y="237045"/>
                  </a:lnTo>
                  <a:close/>
                </a:path>
                <a:path w="193040" h="327659">
                  <a:moveTo>
                    <a:pt x="53936" y="223189"/>
                  </a:moveTo>
                  <a:lnTo>
                    <a:pt x="52654" y="223189"/>
                  </a:lnTo>
                  <a:lnTo>
                    <a:pt x="52654" y="224091"/>
                  </a:lnTo>
                  <a:lnTo>
                    <a:pt x="53936" y="224091"/>
                  </a:lnTo>
                  <a:lnTo>
                    <a:pt x="53936" y="223189"/>
                  </a:lnTo>
                  <a:close/>
                </a:path>
                <a:path w="193040" h="327659">
                  <a:moveTo>
                    <a:pt x="54025" y="266712"/>
                  </a:moveTo>
                  <a:lnTo>
                    <a:pt x="52565" y="266712"/>
                  </a:lnTo>
                  <a:lnTo>
                    <a:pt x="52565" y="267830"/>
                  </a:lnTo>
                  <a:lnTo>
                    <a:pt x="54025" y="267830"/>
                  </a:lnTo>
                  <a:lnTo>
                    <a:pt x="54025" y="266712"/>
                  </a:lnTo>
                  <a:close/>
                </a:path>
                <a:path w="193040" h="327659">
                  <a:moveTo>
                    <a:pt x="54025" y="260540"/>
                  </a:moveTo>
                  <a:lnTo>
                    <a:pt x="52628" y="260540"/>
                  </a:lnTo>
                  <a:lnTo>
                    <a:pt x="52628" y="261632"/>
                  </a:lnTo>
                  <a:lnTo>
                    <a:pt x="54025" y="261632"/>
                  </a:lnTo>
                  <a:lnTo>
                    <a:pt x="54025" y="260540"/>
                  </a:lnTo>
                  <a:close/>
                </a:path>
                <a:path w="193040" h="327659">
                  <a:moveTo>
                    <a:pt x="54025" y="237045"/>
                  </a:moveTo>
                  <a:lnTo>
                    <a:pt x="52844" y="237045"/>
                  </a:lnTo>
                  <a:lnTo>
                    <a:pt x="52844" y="237909"/>
                  </a:lnTo>
                  <a:lnTo>
                    <a:pt x="54025" y="237909"/>
                  </a:lnTo>
                  <a:lnTo>
                    <a:pt x="54025" y="237045"/>
                  </a:lnTo>
                  <a:close/>
                </a:path>
                <a:path w="193040" h="327659">
                  <a:moveTo>
                    <a:pt x="54025" y="233692"/>
                  </a:moveTo>
                  <a:lnTo>
                    <a:pt x="52832" y="233692"/>
                  </a:lnTo>
                  <a:lnTo>
                    <a:pt x="52628" y="234099"/>
                  </a:lnTo>
                  <a:lnTo>
                    <a:pt x="52628" y="234378"/>
                  </a:lnTo>
                  <a:lnTo>
                    <a:pt x="52832" y="234683"/>
                  </a:lnTo>
                  <a:lnTo>
                    <a:pt x="54025" y="234683"/>
                  </a:lnTo>
                  <a:lnTo>
                    <a:pt x="54025" y="233692"/>
                  </a:lnTo>
                  <a:close/>
                </a:path>
                <a:path w="193040" h="327659">
                  <a:moveTo>
                    <a:pt x="54025" y="229577"/>
                  </a:moveTo>
                  <a:lnTo>
                    <a:pt x="52628" y="229577"/>
                  </a:lnTo>
                  <a:lnTo>
                    <a:pt x="52628" y="229920"/>
                  </a:lnTo>
                  <a:lnTo>
                    <a:pt x="52832" y="230289"/>
                  </a:lnTo>
                  <a:lnTo>
                    <a:pt x="52832" y="230492"/>
                  </a:lnTo>
                  <a:lnTo>
                    <a:pt x="54025" y="230492"/>
                  </a:lnTo>
                  <a:lnTo>
                    <a:pt x="54025" y="229577"/>
                  </a:lnTo>
                  <a:close/>
                </a:path>
                <a:path w="193040" h="327659">
                  <a:moveTo>
                    <a:pt x="54025" y="226187"/>
                  </a:moveTo>
                  <a:lnTo>
                    <a:pt x="52844" y="226187"/>
                  </a:lnTo>
                  <a:lnTo>
                    <a:pt x="52844" y="226593"/>
                  </a:lnTo>
                  <a:lnTo>
                    <a:pt x="52628" y="226796"/>
                  </a:lnTo>
                  <a:lnTo>
                    <a:pt x="52628" y="227126"/>
                  </a:lnTo>
                  <a:lnTo>
                    <a:pt x="54025" y="227126"/>
                  </a:lnTo>
                  <a:lnTo>
                    <a:pt x="54025" y="226187"/>
                  </a:lnTo>
                  <a:close/>
                </a:path>
                <a:path w="193040" h="327659">
                  <a:moveTo>
                    <a:pt x="54635" y="69850"/>
                  </a:moveTo>
                  <a:lnTo>
                    <a:pt x="54178" y="68580"/>
                  </a:lnTo>
                  <a:lnTo>
                    <a:pt x="54038" y="67310"/>
                  </a:lnTo>
                  <a:lnTo>
                    <a:pt x="53949" y="66040"/>
                  </a:lnTo>
                  <a:lnTo>
                    <a:pt x="52628" y="64770"/>
                  </a:lnTo>
                  <a:lnTo>
                    <a:pt x="49466" y="64770"/>
                  </a:lnTo>
                  <a:lnTo>
                    <a:pt x="48742" y="63500"/>
                  </a:lnTo>
                  <a:lnTo>
                    <a:pt x="46926" y="63500"/>
                  </a:lnTo>
                  <a:lnTo>
                    <a:pt x="46736" y="62382"/>
                  </a:lnTo>
                  <a:lnTo>
                    <a:pt x="46621" y="60960"/>
                  </a:lnTo>
                  <a:lnTo>
                    <a:pt x="46266" y="60960"/>
                  </a:lnTo>
                  <a:lnTo>
                    <a:pt x="45935" y="59690"/>
                  </a:lnTo>
                  <a:lnTo>
                    <a:pt x="45897" y="60960"/>
                  </a:lnTo>
                  <a:lnTo>
                    <a:pt x="45669" y="62230"/>
                  </a:lnTo>
                  <a:lnTo>
                    <a:pt x="45694" y="62382"/>
                  </a:lnTo>
                  <a:lnTo>
                    <a:pt x="45859" y="63500"/>
                  </a:lnTo>
                  <a:lnTo>
                    <a:pt x="45999" y="64770"/>
                  </a:lnTo>
                  <a:lnTo>
                    <a:pt x="46926" y="66040"/>
                  </a:lnTo>
                  <a:lnTo>
                    <a:pt x="48933" y="67310"/>
                  </a:lnTo>
                  <a:lnTo>
                    <a:pt x="49961" y="68580"/>
                  </a:lnTo>
                  <a:lnTo>
                    <a:pt x="53352" y="68580"/>
                  </a:lnTo>
                  <a:lnTo>
                    <a:pt x="54038" y="69850"/>
                  </a:lnTo>
                  <a:lnTo>
                    <a:pt x="54635" y="69850"/>
                  </a:lnTo>
                  <a:close/>
                </a:path>
                <a:path w="193040" h="327659">
                  <a:moveTo>
                    <a:pt x="57035" y="223062"/>
                  </a:moveTo>
                  <a:lnTo>
                    <a:pt x="55638" y="223062"/>
                  </a:lnTo>
                  <a:lnTo>
                    <a:pt x="55765" y="223354"/>
                  </a:lnTo>
                  <a:lnTo>
                    <a:pt x="55765" y="224091"/>
                  </a:lnTo>
                  <a:lnTo>
                    <a:pt x="57035" y="224091"/>
                  </a:lnTo>
                  <a:lnTo>
                    <a:pt x="57035" y="223062"/>
                  </a:lnTo>
                  <a:close/>
                </a:path>
                <a:path w="193040" h="327659">
                  <a:moveTo>
                    <a:pt x="57048" y="229565"/>
                  </a:moveTo>
                  <a:lnTo>
                    <a:pt x="55765" y="229565"/>
                  </a:lnTo>
                  <a:lnTo>
                    <a:pt x="55765" y="230378"/>
                  </a:lnTo>
                  <a:lnTo>
                    <a:pt x="57048" y="230378"/>
                  </a:lnTo>
                  <a:lnTo>
                    <a:pt x="57048" y="229565"/>
                  </a:lnTo>
                  <a:close/>
                </a:path>
                <a:path w="193040" h="327659">
                  <a:moveTo>
                    <a:pt x="57048" y="226237"/>
                  </a:moveTo>
                  <a:lnTo>
                    <a:pt x="55651" y="226237"/>
                  </a:lnTo>
                  <a:lnTo>
                    <a:pt x="55651" y="226593"/>
                  </a:lnTo>
                  <a:lnTo>
                    <a:pt x="55765" y="226872"/>
                  </a:lnTo>
                  <a:lnTo>
                    <a:pt x="55765" y="227126"/>
                  </a:lnTo>
                  <a:lnTo>
                    <a:pt x="57048" y="227126"/>
                  </a:lnTo>
                  <a:lnTo>
                    <a:pt x="57048" y="226237"/>
                  </a:lnTo>
                  <a:close/>
                </a:path>
                <a:path w="193040" h="327659">
                  <a:moveTo>
                    <a:pt x="57162" y="233768"/>
                  </a:moveTo>
                  <a:lnTo>
                    <a:pt x="55638" y="233768"/>
                  </a:lnTo>
                  <a:lnTo>
                    <a:pt x="55765" y="234200"/>
                  </a:lnTo>
                  <a:lnTo>
                    <a:pt x="55765" y="234696"/>
                  </a:lnTo>
                  <a:lnTo>
                    <a:pt x="57162" y="234696"/>
                  </a:lnTo>
                  <a:lnTo>
                    <a:pt x="57162" y="233768"/>
                  </a:lnTo>
                  <a:close/>
                </a:path>
                <a:path w="193040" h="327659">
                  <a:moveTo>
                    <a:pt x="57175" y="236956"/>
                  </a:moveTo>
                  <a:lnTo>
                    <a:pt x="55651" y="236956"/>
                  </a:lnTo>
                  <a:lnTo>
                    <a:pt x="55765" y="237299"/>
                  </a:lnTo>
                  <a:lnTo>
                    <a:pt x="55765" y="237718"/>
                  </a:lnTo>
                  <a:lnTo>
                    <a:pt x="57175" y="237718"/>
                  </a:lnTo>
                  <a:lnTo>
                    <a:pt x="57175" y="236956"/>
                  </a:lnTo>
                  <a:close/>
                </a:path>
                <a:path w="193040" h="327659">
                  <a:moveTo>
                    <a:pt x="59258" y="233768"/>
                  </a:moveTo>
                  <a:lnTo>
                    <a:pt x="57848" y="233768"/>
                  </a:lnTo>
                  <a:lnTo>
                    <a:pt x="57848" y="234696"/>
                  </a:lnTo>
                  <a:lnTo>
                    <a:pt x="59258" y="234696"/>
                  </a:lnTo>
                  <a:lnTo>
                    <a:pt x="59258" y="233768"/>
                  </a:lnTo>
                  <a:close/>
                </a:path>
                <a:path w="193040" h="327659">
                  <a:moveTo>
                    <a:pt x="59372" y="266712"/>
                  </a:moveTo>
                  <a:lnTo>
                    <a:pt x="57848" y="266712"/>
                  </a:lnTo>
                  <a:lnTo>
                    <a:pt x="57848" y="267538"/>
                  </a:lnTo>
                  <a:lnTo>
                    <a:pt x="58089" y="267830"/>
                  </a:lnTo>
                  <a:lnTo>
                    <a:pt x="59372" y="267830"/>
                  </a:lnTo>
                  <a:lnTo>
                    <a:pt x="59372" y="266712"/>
                  </a:lnTo>
                  <a:close/>
                </a:path>
                <a:path w="193040" h="327659">
                  <a:moveTo>
                    <a:pt x="59385" y="239128"/>
                  </a:moveTo>
                  <a:lnTo>
                    <a:pt x="58102" y="239128"/>
                  </a:lnTo>
                  <a:lnTo>
                    <a:pt x="58102" y="240131"/>
                  </a:lnTo>
                  <a:lnTo>
                    <a:pt x="59385" y="240131"/>
                  </a:lnTo>
                  <a:lnTo>
                    <a:pt x="59385" y="239128"/>
                  </a:lnTo>
                  <a:close/>
                </a:path>
                <a:path w="193040" h="327659">
                  <a:moveTo>
                    <a:pt x="59385" y="237045"/>
                  </a:moveTo>
                  <a:lnTo>
                    <a:pt x="58102" y="237045"/>
                  </a:lnTo>
                  <a:lnTo>
                    <a:pt x="58102" y="237909"/>
                  </a:lnTo>
                  <a:lnTo>
                    <a:pt x="59385" y="237909"/>
                  </a:lnTo>
                  <a:lnTo>
                    <a:pt x="59385" y="237045"/>
                  </a:lnTo>
                  <a:close/>
                </a:path>
                <a:path w="193040" h="327659">
                  <a:moveTo>
                    <a:pt x="59385" y="229565"/>
                  </a:moveTo>
                  <a:lnTo>
                    <a:pt x="58102" y="229565"/>
                  </a:lnTo>
                  <a:lnTo>
                    <a:pt x="58102" y="230479"/>
                  </a:lnTo>
                  <a:lnTo>
                    <a:pt x="59385" y="230479"/>
                  </a:lnTo>
                  <a:lnTo>
                    <a:pt x="59385" y="229565"/>
                  </a:lnTo>
                  <a:close/>
                </a:path>
                <a:path w="193040" h="327659">
                  <a:moveTo>
                    <a:pt x="59385" y="226136"/>
                  </a:moveTo>
                  <a:lnTo>
                    <a:pt x="58102" y="226136"/>
                  </a:lnTo>
                  <a:lnTo>
                    <a:pt x="58102" y="226872"/>
                  </a:lnTo>
                  <a:lnTo>
                    <a:pt x="59385" y="226872"/>
                  </a:lnTo>
                  <a:lnTo>
                    <a:pt x="59385" y="226136"/>
                  </a:lnTo>
                  <a:close/>
                </a:path>
                <a:path w="193040" h="327659">
                  <a:moveTo>
                    <a:pt x="59385" y="223012"/>
                  </a:moveTo>
                  <a:lnTo>
                    <a:pt x="57848" y="223012"/>
                  </a:lnTo>
                  <a:lnTo>
                    <a:pt x="58102" y="223316"/>
                  </a:lnTo>
                  <a:lnTo>
                    <a:pt x="58102" y="223926"/>
                  </a:lnTo>
                  <a:lnTo>
                    <a:pt x="59385" y="223926"/>
                  </a:lnTo>
                  <a:lnTo>
                    <a:pt x="59385" y="223012"/>
                  </a:lnTo>
                  <a:close/>
                </a:path>
                <a:path w="193040" h="327659">
                  <a:moveTo>
                    <a:pt x="61480" y="226021"/>
                  </a:moveTo>
                  <a:lnTo>
                    <a:pt x="60172" y="226021"/>
                  </a:lnTo>
                  <a:lnTo>
                    <a:pt x="60172" y="226860"/>
                  </a:lnTo>
                  <a:lnTo>
                    <a:pt x="61480" y="226860"/>
                  </a:lnTo>
                  <a:lnTo>
                    <a:pt x="61480" y="226021"/>
                  </a:lnTo>
                  <a:close/>
                </a:path>
                <a:path w="193040" h="327659">
                  <a:moveTo>
                    <a:pt x="61480" y="223024"/>
                  </a:moveTo>
                  <a:lnTo>
                    <a:pt x="60172" y="223024"/>
                  </a:lnTo>
                  <a:lnTo>
                    <a:pt x="60172" y="223926"/>
                  </a:lnTo>
                  <a:lnTo>
                    <a:pt x="61480" y="223926"/>
                  </a:lnTo>
                  <a:lnTo>
                    <a:pt x="61480" y="223024"/>
                  </a:lnTo>
                  <a:close/>
                </a:path>
                <a:path w="193040" h="327659">
                  <a:moveTo>
                    <a:pt x="61823" y="229565"/>
                  </a:moveTo>
                  <a:lnTo>
                    <a:pt x="60452" y="229565"/>
                  </a:lnTo>
                  <a:lnTo>
                    <a:pt x="60452" y="230378"/>
                  </a:lnTo>
                  <a:lnTo>
                    <a:pt x="61823" y="230378"/>
                  </a:lnTo>
                  <a:lnTo>
                    <a:pt x="61823" y="229565"/>
                  </a:lnTo>
                  <a:close/>
                </a:path>
                <a:path w="193040" h="327659">
                  <a:moveTo>
                    <a:pt x="62077" y="239217"/>
                  </a:moveTo>
                  <a:lnTo>
                    <a:pt x="60807" y="239217"/>
                  </a:lnTo>
                  <a:lnTo>
                    <a:pt x="60807" y="240220"/>
                  </a:lnTo>
                  <a:lnTo>
                    <a:pt x="62077" y="240220"/>
                  </a:lnTo>
                  <a:lnTo>
                    <a:pt x="62077" y="239217"/>
                  </a:lnTo>
                  <a:close/>
                </a:path>
                <a:path w="193040" h="327659">
                  <a:moveTo>
                    <a:pt x="63652" y="226110"/>
                  </a:moveTo>
                  <a:lnTo>
                    <a:pt x="62090" y="226110"/>
                  </a:lnTo>
                  <a:lnTo>
                    <a:pt x="62242" y="226466"/>
                  </a:lnTo>
                  <a:lnTo>
                    <a:pt x="62242" y="226949"/>
                  </a:lnTo>
                  <a:lnTo>
                    <a:pt x="63652" y="226949"/>
                  </a:lnTo>
                  <a:lnTo>
                    <a:pt x="63652" y="226110"/>
                  </a:lnTo>
                  <a:close/>
                </a:path>
                <a:path w="193040" h="327659">
                  <a:moveTo>
                    <a:pt x="63652" y="223050"/>
                  </a:moveTo>
                  <a:lnTo>
                    <a:pt x="62090" y="223050"/>
                  </a:lnTo>
                  <a:lnTo>
                    <a:pt x="62242" y="223316"/>
                  </a:lnTo>
                  <a:lnTo>
                    <a:pt x="62242" y="223926"/>
                  </a:lnTo>
                  <a:lnTo>
                    <a:pt x="63652" y="223926"/>
                  </a:lnTo>
                  <a:lnTo>
                    <a:pt x="63652" y="223050"/>
                  </a:lnTo>
                  <a:close/>
                </a:path>
                <a:path w="193040" h="327659">
                  <a:moveTo>
                    <a:pt x="65862" y="223050"/>
                  </a:moveTo>
                  <a:lnTo>
                    <a:pt x="64490" y="223050"/>
                  </a:lnTo>
                  <a:lnTo>
                    <a:pt x="64490" y="223926"/>
                  </a:lnTo>
                  <a:lnTo>
                    <a:pt x="65862" y="223926"/>
                  </a:lnTo>
                  <a:lnTo>
                    <a:pt x="65862" y="223050"/>
                  </a:lnTo>
                  <a:close/>
                </a:path>
                <a:path w="193040" h="327659">
                  <a:moveTo>
                    <a:pt x="69761" y="210820"/>
                  </a:moveTo>
                  <a:lnTo>
                    <a:pt x="69710" y="209550"/>
                  </a:lnTo>
                  <a:lnTo>
                    <a:pt x="69494" y="209550"/>
                  </a:lnTo>
                  <a:lnTo>
                    <a:pt x="69176" y="208280"/>
                  </a:lnTo>
                  <a:lnTo>
                    <a:pt x="68859" y="208280"/>
                  </a:lnTo>
                  <a:lnTo>
                    <a:pt x="68859" y="210820"/>
                  </a:lnTo>
                  <a:lnTo>
                    <a:pt x="67081" y="210820"/>
                  </a:lnTo>
                  <a:lnTo>
                    <a:pt x="67729" y="209550"/>
                  </a:lnTo>
                  <a:lnTo>
                    <a:pt x="68668" y="209550"/>
                  </a:lnTo>
                  <a:lnTo>
                    <a:pt x="68859" y="210820"/>
                  </a:lnTo>
                  <a:lnTo>
                    <a:pt x="68859" y="208280"/>
                  </a:lnTo>
                  <a:lnTo>
                    <a:pt x="68478" y="208280"/>
                  </a:lnTo>
                  <a:lnTo>
                    <a:pt x="67729" y="207010"/>
                  </a:lnTo>
                  <a:lnTo>
                    <a:pt x="67043" y="208280"/>
                  </a:lnTo>
                  <a:lnTo>
                    <a:pt x="66687" y="208280"/>
                  </a:lnTo>
                  <a:lnTo>
                    <a:pt x="66255" y="209550"/>
                  </a:lnTo>
                  <a:lnTo>
                    <a:pt x="66065" y="210820"/>
                  </a:lnTo>
                  <a:lnTo>
                    <a:pt x="67043" y="212090"/>
                  </a:lnTo>
                  <a:lnTo>
                    <a:pt x="67640" y="212090"/>
                  </a:lnTo>
                  <a:lnTo>
                    <a:pt x="67081" y="213360"/>
                  </a:lnTo>
                  <a:lnTo>
                    <a:pt x="69176" y="213360"/>
                  </a:lnTo>
                  <a:lnTo>
                    <a:pt x="68668" y="212090"/>
                  </a:lnTo>
                  <a:lnTo>
                    <a:pt x="69494" y="210820"/>
                  </a:lnTo>
                  <a:lnTo>
                    <a:pt x="69761" y="210820"/>
                  </a:lnTo>
                  <a:close/>
                </a:path>
                <a:path w="193040" h="327659">
                  <a:moveTo>
                    <a:pt x="77216" y="233819"/>
                  </a:moveTo>
                  <a:lnTo>
                    <a:pt x="75082" y="233819"/>
                  </a:lnTo>
                  <a:lnTo>
                    <a:pt x="75006" y="234200"/>
                  </a:lnTo>
                  <a:lnTo>
                    <a:pt x="76695" y="234200"/>
                  </a:lnTo>
                  <a:lnTo>
                    <a:pt x="76695" y="233946"/>
                  </a:lnTo>
                  <a:lnTo>
                    <a:pt x="77012" y="233946"/>
                  </a:lnTo>
                  <a:lnTo>
                    <a:pt x="77216" y="233819"/>
                  </a:lnTo>
                  <a:close/>
                </a:path>
                <a:path w="193040" h="327659">
                  <a:moveTo>
                    <a:pt x="78752" y="44450"/>
                  </a:moveTo>
                  <a:lnTo>
                    <a:pt x="78562" y="43129"/>
                  </a:lnTo>
                  <a:lnTo>
                    <a:pt x="76771" y="43129"/>
                  </a:lnTo>
                  <a:lnTo>
                    <a:pt x="77101" y="44450"/>
                  </a:lnTo>
                  <a:lnTo>
                    <a:pt x="78752" y="44450"/>
                  </a:lnTo>
                  <a:close/>
                </a:path>
                <a:path w="193040" h="327659">
                  <a:moveTo>
                    <a:pt x="84035" y="305206"/>
                  </a:moveTo>
                  <a:lnTo>
                    <a:pt x="83718" y="304812"/>
                  </a:lnTo>
                  <a:lnTo>
                    <a:pt x="83629" y="304431"/>
                  </a:lnTo>
                  <a:lnTo>
                    <a:pt x="83350" y="303987"/>
                  </a:lnTo>
                  <a:lnTo>
                    <a:pt x="83096" y="303644"/>
                  </a:lnTo>
                  <a:lnTo>
                    <a:pt x="82283" y="302488"/>
                  </a:lnTo>
                  <a:lnTo>
                    <a:pt x="81229" y="301155"/>
                  </a:lnTo>
                  <a:lnTo>
                    <a:pt x="80124" y="299999"/>
                  </a:lnTo>
                  <a:lnTo>
                    <a:pt x="79565" y="299364"/>
                  </a:lnTo>
                  <a:lnTo>
                    <a:pt x="78460" y="298348"/>
                  </a:lnTo>
                  <a:lnTo>
                    <a:pt x="77025" y="297370"/>
                  </a:lnTo>
                  <a:lnTo>
                    <a:pt x="75463" y="296773"/>
                  </a:lnTo>
                  <a:lnTo>
                    <a:pt x="73317" y="296773"/>
                  </a:lnTo>
                  <a:lnTo>
                    <a:pt x="72923" y="296849"/>
                  </a:lnTo>
                  <a:lnTo>
                    <a:pt x="72605" y="297370"/>
                  </a:lnTo>
                  <a:lnTo>
                    <a:pt x="72923" y="297751"/>
                  </a:lnTo>
                  <a:lnTo>
                    <a:pt x="73139" y="298348"/>
                  </a:lnTo>
                  <a:lnTo>
                    <a:pt x="73507" y="298881"/>
                  </a:lnTo>
                  <a:lnTo>
                    <a:pt x="74295" y="300177"/>
                  </a:lnTo>
                  <a:lnTo>
                    <a:pt x="75463" y="300913"/>
                  </a:lnTo>
                  <a:lnTo>
                    <a:pt x="77025" y="300316"/>
                  </a:lnTo>
                  <a:lnTo>
                    <a:pt x="78066" y="299999"/>
                  </a:lnTo>
                  <a:lnTo>
                    <a:pt x="79019" y="300469"/>
                  </a:lnTo>
                  <a:lnTo>
                    <a:pt x="79679" y="301155"/>
                  </a:lnTo>
                  <a:lnTo>
                    <a:pt x="79857" y="301447"/>
                  </a:lnTo>
                  <a:lnTo>
                    <a:pt x="80276" y="301752"/>
                  </a:lnTo>
                  <a:lnTo>
                    <a:pt x="80492" y="302031"/>
                  </a:lnTo>
                  <a:lnTo>
                    <a:pt x="81229" y="302793"/>
                  </a:lnTo>
                  <a:lnTo>
                    <a:pt x="81648" y="303758"/>
                  </a:lnTo>
                  <a:lnTo>
                    <a:pt x="82308" y="304647"/>
                  </a:lnTo>
                  <a:lnTo>
                    <a:pt x="82626" y="304812"/>
                  </a:lnTo>
                  <a:lnTo>
                    <a:pt x="82905" y="305142"/>
                  </a:lnTo>
                  <a:lnTo>
                    <a:pt x="83324" y="305206"/>
                  </a:lnTo>
                  <a:lnTo>
                    <a:pt x="83629" y="305371"/>
                  </a:lnTo>
                  <a:lnTo>
                    <a:pt x="84035" y="305206"/>
                  </a:lnTo>
                  <a:close/>
                </a:path>
                <a:path w="193040" h="327659">
                  <a:moveTo>
                    <a:pt x="84366" y="233819"/>
                  </a:moveTo>
                  <a:lnTo>
                    <a:pt x="84201" y="233692"/>
                  </a:lnTo>
                  <a:lnTo>
                    <a:pt x="77419" y="233692"/>
                  </a:lnTo>
                  <a:lnTo>
                    <a:pt x="77216" y="233819"/>
                  </a:lnTo>
                  <a:lnTo>
                    <a:pt x="84366" y="233819"/>
                  </a:lnTo>
                  <a:close/>
                </a:path>
                <a:path w="193040" h="327659">
                  <a:moveTo>
                    <a:pt x="85039" y="234327"/>
                  </a:moveTo>
                  <a:lnTo>
                    <a:pt x="84874" y="234200"/>
                  </a:lnTo>
                  <a:lnTo>
                    <a:pt x="76695" y="234200"/>
                  </a:lnTo>
                  <a:lnTo>
                    <a:pt x="76695" y="234327"/>
                  </a:lnTo>
                  <a:lnTo>
                    <a:pt x="85039" y="234327"/>
                  </a:lnTo>
                  <a:close/>
                </a:path>
                <a:path w="193040" h="327659">
                  <a:moveTo>
                    <a:pt x="86156" y="225183"/>
                  </a:moveTo>
                  <a:lnTo>
                    <a:pt x="85877" y="225056"/>
                  </a:lnTo>
                  <a:lnTo>
                    <a:pt x="84137" y="225056"/>
                  </a:lnTo>
                  <a:lnTo>
                    <a:pt x="84239" y="225183"/>
                  </a:lnTo>
                  <a:lnTo>
                    <a:pt x="86156" y="225183"/>
                  </a:lnTo>
                  <a:close/>
                </a:path>
                <a:path w="193040" h="327659">
                  <a:moveTo>
                    <a:pt x="86906" y="234200"/>
                  </a:moveTo>
                  <a:lnTo>
                    <a:pt x="86410" y="233819"/>
                  </a:lnTo>
                  <a:lnTo>
                    <a:pt x="84366" y="233819"/>
                  </a:lnTo>
                  <a:lnTo>
                    <a:pt x="84874" y="234200"/>
                  </a:lnTo>
                  <a:lnTo>
                    <a:pt x="86906" y="234200"/>
                  </a:lnTo>
                  <a:close/>
                </a:path>
                <a:path w="193040" h="327659">
                  <a:moveTo>
                    <a:pt x="87058" y="251345"/>
                  </a:moveTo>
                  <a:lnTo>
                    <a:pt x="81076" y="251345"/>
                  </a:lnTo>
                  <a:lnTo>
                    <a:pt x="80302" y="251599"/>
                  </a:lnTo>
                  <a:lnTo>
                    <a:pt x="86741" y="251599"/>
                  </a:lnTo>
                  <a:lnTo>
                    <a:pt x="87058" y="251345"/>
                  </a:lnTo>
                  <a:close/>
                </a:path>
                <a:path w="193040" h="327659">
                  <a:moveTo>
                    <a:pt x="88163" y="222516"/>
                  </a:moveTo>
                  <a:lnTo>
                    <a:pt x="85115" y="222516"/>
                  </a:lnTo>
                  <a:lnTo>
                    <a:pt x="80479" y="225691"/>
                  </a:lnTo>
                  <a:lnTo>
                    <a:pt x="80391" y="225818"/>
                  </a:lnTo>
                  <a:lnTo>
                    <a:pt x="75107" y="233692"/>
                  </a:lnTo>
                  <a:lnTo>
                    <a:pt x="77419" y="233692"/>
                  </a:lnTo>
                  <a:lnTo>
                    <a:pt x="78574" y="233438"/>
                  </a:lnTo>
                  <a:lnTo>
                    <a:pt x="78701" y="233311"/>
                  </a:lnTo>
                  <a:lnTo>
                    <a:pt x="78816" y="233184"/>
                  </a:lnTo>
                  <a:lnTo>
                    <a:pt x="78943" y="233057"/>
                  </a:lnTo>
                  <a:lnTo>
                    <a:pt x="79425" y="232549"/>
                  </a:lnTo>
                  <a:lnTo>
                    <a:pt x="79349" y="231406"/>
                  </a:lnTo>
                  <a:lnTo>
                    <a:pt x="79171" y="230517"/>
                  </a:lnTo>
                  <a:lnTo>
                    <a:pt x="79019" y="230136"/>
                  </a:lnTo>
                  <a:lnTo>
                    <a:pt x="79451" y="229755"/>
                  </a:lnTo>
                  <a:lnTo>
                    <a:pt x="84201" y="233692"/>
                  </a:lnTo>
                  <a:lnTo>
                    <a:pt x="86245" y="233692"/>
                  </a:lnTo>
                  <a:lnTo>
                    <a:pt x="84747" y="232549"/>
                  </a:lnTo>
                  <a:lnTo>
                    <a:pt x="80454" y="229755"/>
                  </a:lnTo>
                  <a:lnTo>
                    <a:pt x="79679" y="229247"/>
                  </a:lnTo>
                  <a:lnTo>
                    <a:pt x="79743" y="229120"/>
                  </a:lnTo>
                  <a:lnTo>
                    <a:pt x="79857" y="228866"/>
                  </a:lnTo>
                  <a:lnTo>
                    <a:pt x="80124" y="228739"/>
                  </a:lnTo>
                  <a:lnTo>
                    <a:pt x="82283" y="228866"/>
                  </a:lnTo>
                  <a:lnTo>
                    <a:pt x="82397" y="228739"/>
                  </a:lnTo>
                  <a:lnTo>
                    <a:pt x="83197" y="227850"/>
                  </a:lnTo>
                  <a:lnTo>
                    <a:pt x="83261" y="227342"/>
                  </a:lnTo>
                  <a:lnTo>
                    <a:pt x="83350" y="225056"/>
                  </a:lnTo>
                  <a:lnTo>
                    <a:pt x="84137" y="225056"/>
                  </a:lnTo>
                  <a:lnTo>
                    <a:pt x="84213" y="224548"/>
                  </a:lnTo>
                  <a:lnTo>
                    <a:pt x="84429" y="224421"/>
                  </a:lnTo>
                  <a:lnTo>
                    <a:pt x="85877" y="225056"/>
                  </a:lnTo>
                  <a:lnTo>
                    <a:pt x="86385" y="225056"/>
                  </a:lnTo>
                  <a:lnTo>
                    <a:pt x="87477" y="224421"/>
                  </a:lnTo>
                  <a:lnTo>
                    <a:pt x="87922" y="224167"/>
                  </a:lnTo>
                  <a:lnTo>
                    <a:pt x="87960" y="223913"/>
                  </a:lnTo>
                  <a:lnTo>
                    <a:pt x="88163" y="222643"/>
                  </a:lnTo>
                  <a:lnTo>
                    <a:pt x="88163" y="222516"/>
                  </a:lnTo>
                  <a:close/>
                </a:path>
                <a:path w="193040" h="327659">
                  <a:moveTo>
                    <a:pt x="88798" y="256933"/>
                  </a:moveTo>
                  <a:lnTo>
                    <a:pt x="87350" y="256933"/>
                  </a:lnTo>
                  <a:lnTo>
                    <a:pt x="86487" y="258203"/>
                  </a:lnTo>
                  <a:lnTo>
                    <a:pt x="87782" y="258203"/>
                  </a:lnTo>
                  <a:lnTo>
                    <a:pt x="88798" y="256933"/>
                  </a:lnTo>
                  <a:close/>
                </a:path>
                <a:path w="193040" h="327659">
                  <a:moveTo>
                    <a:pt x="88849" y="266458"/>
                  </a:moveTo>
                  <a:lnTo>
                    <a:pt x="88252" y="266344"/>
                  </a:lnTo>
                  <a:lnTo>
                    <a:pt x="88442" y="266458"/>
                  </a:lnTo>
                  <a:lnTo>
                    <a:pt x="88849" y="266458"/>
                  </a:lnTo>
                  <a:close/>
                </a:path>
                <a:path w="193040" h="327659">
                  <a:moveTo>
                    <a:pt x="89065" y="222516"/>
                  </a:moveTo>
                  <a:lnTo>
                    <a:pt x="89027" y="222389"/>
                  </a:lnTo>
                  <a:lnTo>
                    <a:pt x="88163" y="222389"/>
                  </a:lnTo>
                  <a:lnTo>
                    <a:pt x="88163" y="222516"/>
                  </a:lnTo>
                  <a:lnTo>
                    <a:pt x="89065" y="222516"/>
                  </a:lnTo>
                  <a:close/>
                </a:path>
                <a:path w="193040" h="327659">
                  <a:moveTo>
                    <a:pt x="89458" y="222389"/>
                  </a:moveTo>
                  <a:lnTo>
                    <a:pt x="89395" y="222262"/>
                  </a:lnTo>
                  <a:lnTo>
                    <a:pt x="88988" y="222262"/>
                  </a:lnTo>
                  <a:lnTo>
                    <a:pt x="89027" y="222389"/>
                  </a:lnTo>
                  <a:lnTo>
                    <a:pt x="89458" y="222389"/>
                  </a:lnTo>
                  <a:close/>
                </a:path>
                <a:path w="193040" h="327659">
                  <a:moveTo>
                    <a:pt x="89776" y="233819"/>
                  </a:moveTo>
                  <a:lnTo>
                    <a:pt x="89662" y="233692"/>
                  </a:lnTo>
                  <a:lnTo>
                    <a:pt x="86245" y="233692"/>
                  </a:lnTo>
                  <a:lnTo>
                    <a:pt x="86410" y="233819"/>
                  </a:lnTo>
                  <a:lnTo>
                    <a:pt x="89776" y="233819"/>
                  </a:lnTo>
                  <a:close/>
                </a:path>
                <a:path w="193040" h="327659">
                  <a:moveTo>
                    <a:pt x="89877" y="225183"/>
                  </a:moveTo>
                  <a:lnTo>
                    <a:pt x="89839" y="225056"/>
                  </a:lnTo>
                  <a:lnTo>
                    <a:pt x="86385" y="225056"/>
                  </a:lnTo>
                  <a:lnTo>
                    <a:pt x="86156" y="225183"/>
                  </a:lnTo>
                  <a:lnTo>
                    <a:pt x="89877" y="225183"/>
                  </a:lnTo>
                  <a:close/>
                </a:path>
                <a:path w="193040" h="327659">
                  <a:moveTo>
                    <a:pt x="90030" y="247408"/>
                  </a:moveTo>
                  <a:lnTo>
                    <a:pt x="87274" y="247408"/>
                  </a:lnTo>
                  <a:lnTo>
                    <a:pt x="82283" y="249567"/>
                  </a:lnTo>
                  <a:lnTo>
                    <a:pt x="78562" y="251345"/>
                  </a:lnTo>
                  <a:lnTo>
                    <a:pt x="81076" y="251345"/>
                  </a:lnTo>
                  <a:lnTo>
                    <a:pt x="82638" y="250837"/>
                  </a:lnTo>
                  <a:lnTo>
                    <a:pt x="87922" y="248424"/>
                  </a:lnTo>
                  <a:lnTo>
                    <a:pt x="90030" y="247408"/>
                  </a:lnTo>
                  <a:close/>
                </a:path>
                <a:path w="193040" h="327659">
                  <a:moveTo>
                    <a:pt x="90182" y="234327"/>
                  </a:moveTo>
                  <a:lnTo>
                    <a:pt x="90081" y="234200"/>
                  </a:lnTo>
                  <a:lnTo>
                    <a:pt x="86906" y="234200"/>
                  </a:lnTo>
                  <a:lnTo>
                    <a:pt x="87083" y="234327"/>
                  </a:lnTo>
                  <a:lnTo>
                    <a:pt x="90182" y="234327"/>
                  </a:lnTo>
                  <a:close/>
                </a:path>
                <a:path w="193040" h="327659">
                  <a:moveTo>
                    <a:pt x="90424" y="222262"/>
                  </a:moveTo>
                  <a:lnTo>
                    <a:pt x="90297" y="222135"/>
                  </a:lnTo>
                  <a:lnTo>
                    <a:pt x="89331" y="222135"/>
                  </a:lnTo>
                  <a:lnTo>
                    <a:pt x="89395" y="222262"/>
                  </a:lnTo>
                  <a:lnTo>
                    <a:pt x="90424" y="222262"/>
                  </a:lnTo>
                  <a:close/>
                </a:path>
                <a:path w="193040" h="327659">
                  <a:moveTo>
                    <a:pt x="90500" y="224421"/>
                  </a:moveTo>
                  <a:lnTo>
                    <a:pt x="89522" y="222516"/>
                  </a:lnTo>
                  <a:lnTo>
                    <a:pt x="89065" y="222516"/>
                  </a:lnTo>
                  <a:lnTo>
                    <a:pt x="89103" y="222643"/>
                  </a:lnTo>
                  <a:lnTo>
                    <a:pt x="89649" y="224421"/>
                  </a:lnTo>
                  <a:lnTo>
                    <a:pt x="90500" y="224421"/>
                  </a:lnTo>
                  <a:close/>
                </a:path>
                <a:path w="193040" h="327659">
                  <a:moveTo>
                    <a:pt x="90817" y="225056"/>
                  </a:moveTo>
                  <a:lnTo>
                    <a:pt x="90754" y="224929"/>
                  </a:lnTo>
                  <a:lnTo>
                    <a:pt x="90563" y="224548"/>
                  </a:lnTo>
                  <a:lnTo>
                    <a:pt x="89687" y="224548"/>
                  </a:lnTo>
                  <a:lnTo>
                    <a:pt x="89801" y="224929"/>
                  </a:lnTo>
                  <a:lnTo>
                    <a:pt x="89839" y="225056"/>
                  </a:lnTo>
                  <a:lnTo>
                    <a:pt x="90817" y="225056"/>
                  </a:lnTo>
                  <a:close/>
                </a:path>
                <a:path w="193040" h="327659">
                  <a:moveTo>
                    <a:pt x="91287" y="233692"/>
                  </a:moveTo>
                  <a:lnTo>
                    <a:pt x="91186" y="233565"/>
                  </a:lnTo>
                  <a:lnTo>
                    <a:pt x="91097" y="233438"/>
                  </a:lnTo>
                  <a:lnTo>
                    <a:pt x="90995" y="233311"/>
                  </a:lnTo>
                  <a:lnTo>
                    <a:pt x="90893" y="233184"/>
                  </a:lnTo>
                  <a:lnTo>
                    <a:pt x="90805" y="233057"/>
                  </a:lnTo>
                  <a:lnTo>
                    <a:pt x="90119" y="232168"/>
                  </a:lnTo>
                  <a:lnTo>
                    <a:pt x="87922" y="229501"/>
                  </a:lnTo>
                  <a:lnTo>
                    <a:pt x="85839" y="227215"/>
                  </a:lnTo>
                  <a:lnTo>
                    <a:pt x="84239" y="225183"/>
                  </a:lnTo>
                  <a:lnTo>
                    <a:pt x="83426" y="225183"/>
                  </a:lnTo>
                  <a:lnTo>
                    <a:pt x="86791" y="230136"/>
                  </a:lnTo>
                  <a:lnTo>
                    <a:pt x="89662" y="233692"/>
                  </a:lnTo>
                  <a:lnTo>
                    <a:pt x="91287" y="233692"/>
                  </a:lnTo>
                  <a:close/>
                </a:path>
                <a:path w="193040" h="327659">
                  <a:moveTo>
                    <a:pt x="91351" y="222516"/>
                  </a:moveTo>
                  <a:lnTo>
                    <a:pt x="90893" y="222389"/>
                  </a:lnTo>
                  <a:lnTo>
                    <a:pt x="89458" y="222389"/>
                  </a:lnTo>
                  <a:lnTo>
                    <a:pt x="89522" y="222516"/>
                  </a:lnTo>
                  <a:lnTo>
                    <a:pt x="91351" y="222516"/>
                  </a:lnTo>
                  <a:close/>
                </a:path>
                <a:path w="193040" h="327659">
                  <a:moveTo>
                    <a:pt x="91528" y="258203"/>
                  </a:moveTo>
                  <a:lnTo>
                    <a:pt x="87782" y="258203"/>
                  </a:lnTo>
                  <a:lnTo>
                    <a:pt x="87579" y="258457"/>
                  </a:lnTo>
                  <a:lnTo>
                    <a:pt x="91427" y="258457"/>
                  </a:lnTo>
                  <a:lnTo>
                    <a:pt x="91528" y="258203"/>
                  </a:lnTo>
                  <a:close/>
                </a:path>
                <a:path w="193040" h="327659">
                  <a:moveTo>
                    <a:pt x="91567" y="251345"/>
                  </a:moveTo>
                  <a:lnTo>
                    <a:pt x="89115" y="251345"/>
                  </a:lnTo>
                  <a:lnTo>
                    <a:pt x="88798" y="251599"/>
                  </a:lnTo>
                  <a:lnTo>
                    <a:pt x="91351" y="251599"/>
                  </a:lnTo>
                  <a:lnTo>
                    <a:pt x="91567" y="251345"/>
                  </a:lnTo>
                  <a:close/>
                </a:path>
                <a:path w="193040" h="327659">
                  <a:moveTo>
                    <a:pt x="91681" y="234200"/>
                  </a:moveTo>
                  <a:lnTo>
                    <a:pt x="91579" y="234073"/>
                  </a:lnTo>
                  <a:lnTo>
                    <a:pt x="91478" y="233946"/>
                  </a:lnTo>
                  <a:lnTo>
                    <a:pt x="91389" y="233819"/>
                  </a:lnTo>
                  <a:lnTo>
                    <a:pt x="89776" y="233819"/>
                  </a:lnTo>
                  <a:lnTo>
                    <a:pt x="89877" y="233946"/>
                  </a:lnTo>
                  <a:lnTo>
                    <a:pt x="89979" y="234073"/>
                  </a:lnTo>
                  <a:lnTo>
                    <a:pt x="90081" y="234200"/>
                  </a:lnTo>
                  <a:lnTo>
                    <a:pt x="91681" y="234200"/>
                  </a:lnTo>
                  <a:close/>
                </a:path>
                <a:path w="193040" h="327659">
                  <a:moveTo>
                    <a:pt x="91986" y="222262"/>
                  </a:moveTo>
                  <a:lnTo>
                    <a:pt x="90424" y="222262"/>
                  </a:lnTo>
                  <a:lnTo>
                    <a:pt x="90893" y="222389"/>
                  </a:lnTo>
                  <a:lnTo>
                    <a:pt x="91668" y="222389"/>
                  </a:lnTo>
                  <a:lnTo>
                    <a:pt x="91986" y="222262"/>
                  </a:lnTo>
                  <a:close/>
                </a:path>
                <a:path w="193040" h="327659">
                  <a:moveTo>
                    <a:pt x="92151" y="256679"/>
                  </a:moveTo>
                  <a:lnTo>
                    <a:pt x="88988" y="256679"/>
                  </a:lnTo>
                  <a:lnTo>
                    <a:pt x="88798" y="256933"/>
                  </a:lnTo>
                  <a:lnTo>
                    <a:pt x="92049" y="256933"/>
                  </a:lnTo>
                  <a:lnTo>
                    <a:pt x="92151" y="256679"/>
                  </a:lnTo>
                  <a:close/>
                </a:path>
                <a:path w="193040" h="327659">
                  <a:moveTo>
                    <a:pt x="92735" y="251599"/>
                  </a:moveTo>
                  <a:lnTo>
                    <a:pt x="91351" y="251599"/>
                  </a:lnTo>
                  <a:lnTo>
                    <a:pt x="91020" y="251980"/>
                  </a:lnTo>
                  <a:lnTo>
                    <a:pt x="87541" y="256679"/>
                  </a:lnTo>
                  <a:lnTo>
                    <a:pt x="88988" y="256679"/>
                  </a:lnTo>
                  <a:lnTo>
                    <a:pt x="89090" y="256552"/>
                  </a:lnTo>
                  <a:lnTo>
                    <a:pt x="91986" y="252742"/>
                  </a:lnTo>
                  <a:lnTo>
                    <a:pt x="92735" y="251599"/>
                  </a:lnTo>
                  <a:close/>
                </a:path>
                <a:path w="193040" h="327659">
                  <a:moveTo>
                    <a:pt x="92964" y="247154"/>
                  </a:moveTo>
                  <a:lnTo>
                    <a:pt x="90551" y="247154"/>
                  </a:lnTo>
                  <a:lnTo>
                    <a:pt x="90030" y="247408"/>
                  </a:lnTo>
                  <a:lnTo>
                    <a:pt x="92583" y="247408"/>
                  </a:lnTo>
                  <a:lnTo>
                    <a:pt x="92964" y="247154"/>
                  </a:lnTo>
                  <a:close/>
                </a:path>
                <a:path w="193040" h="327659">
                  <a:moveTo>
                    <a:pt x="93332" y="244995"/>
                  </a:moveTo>
                  <a:lnTo>
                    <a:pt x="90703" y="244995"/>
                  </a:lnTo>
                  <a:lnTo>
                    <a:pt x="89522" y="245249"/>
                  </a:lnTo>
                  <a:lnTo>
                    <a:pt x="92684" y="245249"/>
                  </a:lnTo>
                  <a:lnTo>
                    <a:pt x="93332" y="244995"/>
                  </a:lnTo>
                  <a:close/>
                </a:path>
                <a:path w="193040" h="327659">
                  <a:moveTo>
                    <a:pt x="93345" y="233819"/>
                  </a:moveTo>
                  <a:lnTo>
                    <a:pt x="93281" y="233692"/>
                  </a:lnTo>
                  <a:lnTo>
                    <a:pt x="91287" y="233692"/>
                  </a:lnTo>
                  <a:lnTo>
                    <a:pt x="91389" y="233819"/>
                  </a:lnTo>
                  <a:lnTo>
                    <a:pt x="93345" y="233819"/>
                  </a:lnTo>
                  <a:close/>
                </a:path>
                <a:path w="193040" h="327659">
                  <a:moveTo>
                    <a:pt x="93370" y="256933"/>
                  </a:moveTo>
                  <a:lnTo>
                    <a:pt x="92049" y="256933"/>
                  </a:lnTo>
                  <a:lnTo>
                    <a:pt x="91948" y="257187"/>
                  </a:lnTo>
                  <a:lnTo>
                    <a:pt x="91846" y="257441"/>
                  </a:lnTo>
                  <a:lnTo>
                    <a:pt x="91528" y="258203"/>
                  </a:lnTo>
                  <a:lnTo>
                    <a:pt x="92862" y="258203"/>
                  </a:lnTo>
                  <a:lnTo>
                    <a:pt x="92964" y="257949"/>
                  </a:lnTo>
                  <a:lnTo>
                    <a:pt x="93370" y="256933"/>
                  </a:lnTo>
                  <a:close/>
                </a:path>
                <a:path w="193040" h="327659">
                  <a:moveTo>
                    <a:pt x="93573" y="247408"/>
                  </a:moveTo>
                  <a:lnTo>
                    <a:pt x="92583" y="247408"/>
                  </a:lnTo>
                  <a:lnTo>
                    <a:pt x="88976" y="249821"/>
                  </a:lnTo>
                  <a:lnTo>
                    <a:pt x="87058" y="251345"/>
                  </a:lnTo>
                  <a:lnTo>
                    <a:pt x="89115" y="251345"/>
                  </a:lnTo>
                  <a:lnTo>
                    <a:pt x="89763" y="250837"/>
                  </a:lnTo>
                  <a:lnTo>
                    <a:pt x="93573" y="247408"/>
                  </a:lnTo>
                  <a:close/>
                </a:path>
                <a:path w="193040" h="327659">
                  <a:moveTo>
                    <a:pt x="93611" y="234327"/>
                  </a:moveTo>
                  <a:lnTo>
                    <a:pt x="93548" y="234200"/>
                  </a:lnTo>
                  <a:lnTo>
                    <a:pt x="91681" y="234200"/>
                  </a:lnTo>
                  <a:lnTo>
                    <a:pt x="91770" y="234327"/>
                  </a:lnTo>
                  <a:lnTo>
                    <a:pt x="93611" y="234327"/>
                  </a:lnTo>
                  <a:close/>
                </a:path>
                <a:path w="193040" h="327659">
                  <a:moveTo>
                    <a:pt x="93802" y="220484"/>
                  </a:moveTo>
                  <a:lnTo>
                    <a:pt x="88087" y="220484"/>
                  </a:lnTo>
                  <a:lnTo>
                    <a:pt x="85305" y="222389"/>
                  </a:lnTo>
                  <a:lnTo>
                    <a:pt x="88163" y="222389"/>
                  </a:lnTo>
                  <a:lnTo>
                    <a:pt x="88163" y="222135"/>
                  </a:lnTo>
                  <a:lnTo>
                    <a:pt x="89331" y="222135"/>
                  </a:lnTo>
                  <a:lnTo>
                    <a:pt x="89179" y="221805"/>
                  </a:lnTo>
                  <a:lnTo>
                    <a:pt x="89573" y="221627"/>
                  </a:lnTo>
                  <a:lnTo>
                    <a:pt x="89763" y="221627"/>
                  </a:lnTo>
                  <a:lnTo>
                    <a:pt x="90297" y="222135"/>
                  </a:lnTo>
                  <a:lnTo>
                    <a:pt x="92303" y="222135"/>
                  </a:lnTo>
                  <a:lnTo>
                    <a:pt x="93154" y="221805"/>
                  </a:lnTo>
                  <a:lnTo>
                    <a:pt x="93497" y="221627"/>
                  </a:lnTo>
                  <a:lnTo>
                    <a:pt x="93599" y="221373"/>
                  </a:lnTo>
                  <a:lnTo>
                    <a:pt x="93802" y="220865"/>
                  </a:lnTo>
                  <a:lnTo>
                    <a:pt x="93802" y="220484"/>
                  </a:lnTo>
                  <a:close/>
                </a:path>
                <a:path w="193040" h="327659">
                  <a:moveTo>
                    <a:pt x="93840" y="265061"/>
                  </a:moveTo>
                  <a:lnTo>
                    <a:pt x="93446" y="264426"/>
                  </a:lnTo>
                  <a:lnTo>
                    <a:pt x="91973" y="264185"/>
                  </a:lnTo>
                  <a:lnTo>
                    <a:pt x="90716" y="265061"/>
                  </a:lnTo>
                  <a:lnTo>
                    <a:pt x="93840" y="265061"/>
                  </a:lnTo>
                  <a:close/>
                </a:path>
                <a:path w="193040" h="327659">
                  <a:moveTo>
                    <a:pt x="94526" y="251345"/>
                  </a:moveTo>
                  <a:lnTo>
                    <a:pt x="92900" y="251345"/>
                  </a:lnTo>
                  <a:lnTo>
                    <a:pt x="92735" y="251599"/>
                  </a:lnTo>
                  <a:lnTo>
                    <a:pt x="94399" y="251599"/>
                  </a:lnTo>
                  <a:lnTo>
                    <a:pt x="94526" y="251345"/>
                  </a:lnTo>
                  <a:close/>
                </a:path>
                <a:path w="193040" h="327659">
                  <a:moveTo>
                    <a:pt x="94729" y="222262"/>
                  </a:moveTo>
                  <a:lnTo>
                    <a:pt x="94716" y="222135"/>
                  </a:lnTo>
                  <a:lnTo>
                    <a:pt x="92303" y="222135"/>
                  </a:lnTo>
                  <a:lnTo>
                    <a:pt x="91986" y="222262"/>
                  </a:lnTo>
                  <a:lnTo>
                    <a:pt x="94729" y="222262"/>
                  </a:lnTo>
                  <a:close/>
                </a:path>
                <a:path w="193040" h="327659">
                  <a:moveTo>
                    <a:pt x="94742" y="222389"/>
                  </a:moveTo>
                  <a:lnTo>
                    <a:pt x="91668" y="222389"/>
                  </a:lnTo>
                  <a:lnTo>
                    <a:pt x="91351" y="222516"/>
                  </a:lnTo>
                  <a:lnTo>
                    <a:pt x="94742" y="222516"/>
                  </a:lnTo>
                  <a:lnTo>
                    <a:pt x="94742" y="222389"/>
                  </a:lnTo>
                  <a:close/>
                </a:path>
                <a:path w="193040" h="327659">
                  <a:moveTo>
                    <a:pt x="94792" y="234200"/>
                  </a:moveTo>
                  <a:lnTo>
                    <a:pt x="94754" y="234073"/>
                  </a:lnTo>
                  <a:lnTo>
                    <a:pt x="94653" y="233819"/>
                  </a:lnTo>
                  <a:lnTo>
                    <a:pt x="93345" y="233819"/>
                  </a:lnTo>
                  <a:lnTo>
                    <a:pt x="93408" y="233946"/>
                  </a:lnTo>
                  <a:lnTo>
                    <a:pt x="93472" y="234073"/>
                  </a:lnTo>
                  <a:lnTo>
                    <a:pt x="93548" y="234200"/>
                  </a:lnTo>
                  <a:lnTo>
                    <a:pt x="94792" y="234200"/>
                  </a:lnTo>
                  <a:close/>
                </a:path>
                <a:path w="193040" h="327659">
                  <a:moveTo>
                    <a:pt x="94907" y="247408"/>
                  </a:moveTo>
                  <a:lnTo>
                    <a:pt x="94716" y="247154"/>
                  </a:lnTo>
                  <a:lnTo>
                    <a:pt x="93853" y="247154"/>
                  </a:lnTo>
                  <a:lnTo>
                    <a:pt x="93573" y="247408"/>
                  </a:lnTo>
                  <a:lnTo>
                    <a:pt x="94907" y="247408"/>
                  </a:lnTo>
                  <a:close/>
                </a:path>
                <a:path w="193040" h="327659">
                  <a:moveTo>
                    <a:pt x="94932" y="224548"/>
                  </a:moveTo>
                  <a:lnTo>
                    <a:pt x="94919" y="224421"/>
                  </a:lnTo>
                  <a:lnTo>
                    <a:pt x="90500" y="224421"/>
                  </a:lnTo>
                  <a:lnTo>
                    <a:pt x="90563" y="224548"/>
                  </a:lnTo>
                  <a:lnTo>
                    <a:pt x="94932" y="224548"/>
                  </a:lnTo>
                  <a:close/>
                </a:path>
                <a:path w="193040" h="327659">
                  <a:moveTo>
                    <a:pt x="94996" y="225183"/>
                  </a:moveTo>
                  <a:lnTo>
                    <a:pt x="94983" y="225056"/>
                  </a:lnTo>
                  <a:lnTo>
                    <a:pt x="90817" y="225056"/>
                  </a:lnTo>
                  <a:lnTo>
                    <a:pt x="90881" y="225183"/>
                  </a:lnTo>
                  <a:lnTo>
                    <a:pt x="94996" y="225183"/>
                  </a:lnTo>
                  <a:close/>
                </a:path>
                <a:path w="193040" h="327659">
                  <a:moveTo>
                    <a:pt x="95021" y="246011"/>
                  </a:moveTo>
                  <a:lnTo>
                    <a:pt x="94767" y="245757"/>
                  </a:lnTo>
                  <a:lnTo>
                    <a:pt x="94526" y="245503"/>
                  </a:lnTo>
                  <a:lnTo>
                    <a:pt x="94526" y="245249"/>
                  </a:lnTo>
                  <a:lnTo>
                    <a:pt x="92684" y="245249"/>
                  </a:lnTo>
                  <a:lnTo>
                    <a:pt x="87884" y="247154"/>
                  </a:lnTo>
                  <a:lnTo>
                    <a:pt x="90551" y="247154"/>
                  </a:lnTo>
                  <a:lnTo>
                    <a:pt x="93446" y="245757"/>
                  </a:lnTo>
                  <a:lnTo>
                    <a:pt x="93687" y="246011"/>
                  </a:lnTo>
                  <a:lnTo>
                    <a:pt x="95021" y="246011"/>
                  </a:lnTo>
                  <a:close/>
                </a:path>
                <a:path w="193040" h="327659">
                  <a:moveTo>
                    <a:pt x="95224" y="265061"/>
                  </a:moveTo>
                  <a:lnTo>
                    <a:pt x="93840" y="265061"/>
                  </a:lnTo>
                  <a:lnTo>
                    <a:pt x="93992" y="265315"/>
                  </a:lnTo>
                  <a:lnTo>
                    <a:pt x="95211" y="265315"/>
                  </a:lnTo>
                  <a:lnTo>
                    <a:pt x="95224" y="265061"/>
                  </a:lnTo>
                  <a:close/>
                </a:path>
                <a:path w="193040" h="327659">
                  <a:moveTo>
                    <a:pt x="95364" y="251599"/>
                  </a:moveTo>
                  <a:lnTo>
                    <a:pt x="94399" y="251599"/>
                  </a:lnTo>
                  <a:lnTo>
                    <a:pt x="93446" y="253504"/>
                  </a:lnTo>
                  <a:lnTo>
                    <a:pt x="92151" y="256679"/>
                  </a:lnTo>
                  <a:lnTo>
                    <a:pt x="93484" y="256679"/>
                  </a:lnTo>
                  <a:lnTo>
                    <a:pt x="93535" y="256552"/>
                  </a:lnTo>
                  <a:lnTo>
                    <a:pt x="94551" y="254012"/>
                  </a:lnTo>
                  <a:lnTo>
                    <a:pt x="95364" y="251599"/>
                  </a:lnTo>
                  <a:close/>
                </a:path>
                <a:path w="193040" h="327659">
                  <a:moveTo>
                    <a:pt x="95554" y="222389"/>
                  </a:moveTo>
                  <a:lnTo>
                    <a:pt x="95529" y="222262"/>
                  </a:lnTo>
                  <a:lnTo>
                    <a:pt x="94729" y="222262"/>
                  </a:lnTo>
                  <a:lnTo>
                    <a:pt x="94742" y="222389"/>
                  </a:lnTo>
                  <a:lnTo>
                    <a:pt x="95554" y="222389"/>
                  </a:lnTo>
                  <a:close/>
                </a:path>
                <a:path w="193040" h="327659">
                  <a:moveTo>
                    <a:pt x="95770" y="258203"/>
                  </a:moveTo>
                  <a:lnTo>
                    <a:pt x="92862" y="258203"/>
                  </a:lnTo>
                  <a:lnTo>
                    <a:pt x="92760" y="258457"/>
                  </a:lnTo>
                  <a:lnTo>
                    <a:pt x="95745" y="258457"/>
                  </a:lnTo>
                  <a:lnTo>
                    <a:pt x="95770" y="258203"/>
                  </a:lnTo>
                  <a:close/>
                </a:path>
                <a:path w="193040" h="327659">
                  <a:moveTo>
                    <a:pt x="95846" y="265315"/>
                  </a:moveTo>
                  <a:lnTo>
                    <a:pt x="95211" y="265315"/>
                  </a:lnTo>
                  <a:lnTo>
                    <a:pt x="95148" y="266204"/>
                  </a:lnTo>
                  <a:lnTo>
                    <a:pt x="95656" y="266204"/>
                  </a:lnTo>
                  <a:lnTo>
                    <a:pt x="95707" y="265950"/>
                  </a:lnTo>
                  <a:lnTo>
                    <a:pt x="95846" y="265315"/>
                  </a:lnTo>
                  <a:close/>
                </a:path>
                <a:path w="193040" h="327659">
                  <a:moveTo>
                    <a:pt x="95923" y="256679"/>
                  </a:moveTo>
                  <a:lnTo>
                    <a:pt x="93484" y="256679"/>
                  </a:lnTo>
                  <a:lnTo>
                    <a:pt x="93370" y="256933"/>
                  </a:lnTo>
                  <a:lnTo>
                    <a:pt x="95897" y="256933"/>
                  </a:lnTo>
                  <a:lnTo>
                    <a:pt x="95923" y="256679"/>
                  </a:lnTo>
                  <a:close/>
                </a:path>
                <a:path w="193040" h="327659">
                  <a:moveTo>
                    <a:pt x="96151" y="247154"/>
                  </a:moveTo>
                  <a:lnTo>
                    <a:pt x="95783" y="246773"/>
                  </a:lnTo>
                  <a:lnTo>
                    <a:pt x="95656" y="246646"/>
                  </a:lnTo>
                  <a:lnTo>
                    <a:pt x="95275" y="246265"/>
                  </a:lnTo>
                  <a:lnTo>
                    <a:pt x="94297" y="246265"/>
                  </a:lnTo>
                  <a:lnTo>
                    <a:pt x="92964" y="247154"/>
                  </a:lnTo>
                  <a:lnTo>
                    <a:pt x="93853" y="247154"/>
                  </a:lnTo>
                  <a:lnTo>
                    <a:pt x="94272" y="246773"/>
                  </a:lnTo>
                  <a:lnTo>
                    <a:pt x="94424" y="246773"/>
                  </a:lnTo>
                  <a:lnTo>
                    <a:pt x="94716" y="247154"/>
                  </a:lnTo>
                  <a:lnTo>
                    <a:pt x="96151" y="247154"/>
                  </a:lnTo>
                  <a:close/>
                </a:path>
                <a:path w="193040" h="327659">
                  <a:moveTo>
                    <a:pt x="96202" y="233819"/>
                  </a:moveTo>
                  <a:lnTo>
                    <a:pt x="96177" y="233692"/>
                  </a:lnTo>
                  <a:lnTo>
                    <a:pt x="94602" y="233692"/>
                  </a:lnTo>
                  <a:lnTo>
                    <a:pt x="94653" y="233819"/>
                  </a:lnTo>
                  <a:lnTo>
                    <a:pt x="96202" y="233819"/>
                  </a:lnTo>
                  <a:close/>
                </a:path>
                <a:path w="193040" h="327659">
                  <a:moveTo>
                    <a:pt x="96316" y="234327"/>
                  </a:moveTo>
                  <a:lnTo>
                    <a:pt x="96291" y="234200"/>
                  </a:lnTo>
                  <a:lnTo>
                    <a:pt x="94792" y="234200"/>
                  </a:lnTo>
                  <a:lnTo>
                    <a:pt x="94843" y="234327"/>
                  </a:lnTo>
                  <a:lnTo>
                    <a:pt x="96316" y="234327"/>
                  </a:lnTo>
                  <a:close/>
                </a:path>
                <a:path w="193040" h="327659">
                  <a:moveTo>
                    <a:pt x="96748" y="251345"/>
                  </a:moveTo>
                  <a:lnTo>
                    <a:pt x="95453" y="251345"/>
                  </a:lnTo>
                  <a:lnTo>
                    <a:pt x="95364" y="251599"/>
                  </a:lnTo>
                  <a:lnTo>
                    <a:pt x="96697" y="251599"/>
                  </a:lnTo>
                  <a:lnTo>
                    <a:pt x="96748" y="251345"/>
                  </a:lnTo>
                  <a:close/>
                </a:path>
                <a:path w="193040" h="327659">
                  <a:moveTo>
                    <a:pt x="96926" y="40640"/>
                  </a:moveTo>
                  <a:lnTo>
                    <a:pt x="95897" y="40640"/>
                  </a:lnTo>
                  <a:lnTo>
                    <a:pt x="94259" y="42926"/>
                  </a:lnTo>
                  <a:lnTo>
                    <a:pt x="94183" y="43129"/>
                  </a:lnTo>
                  <a:lnTo>
                    <a:pt x="96735" y="41910"/>
                  </a:lnTo>
                  <a:lnTo>
                    <a:pt x="96926" y="41910"/>
                  </a:lnTo>
                  <a:lnTo>
                    <a:pt x="96926" y="40640"/>
                  </a:lnTo>
                  <a:close/>
                </a:path>
                <a:path w="193040" h="327659">
                  <a:moveTo>
                    <a:pt x="97307" y="233692"/>
                  </a:moveTo>
                  <a:lnTo>
                    <a:pt x="97193" y="232295"/>
                  </a:lnTo>
                  <a:lnTo>
                    <a:pt x="97078" y="231406"/>
                  </a:lnTo>
                  <a:lnTo>
                    <a:pt x="96481" y="227342"/>
                  </a:lnTo>
                  <a:lnTo>
                    <a:pt x="96469" y="227215"/>
                  </a:lnTo>
                  <a:lnTo>
                    <a:pt x="96380" y="226580"/>
                  </a:lnTo>
                  <a:lnTo>
                    <a:pt x="96291" y="226072"/>
                  </a:lnTo>
                  <a:lnTo>
                    <a:pt x="96215" y="225691"/>
                  </a:lnTo>
                  <a:lnTo>
                    <a:pt x="96113" y="225183"/>
                  </a:lnTo>
                  <a:lnTo>
                    <a:pt x="94996" y="225183"/>
                  </a:lnTo>
                  <a:lnTo>
                    <a:pt x="95097" y="226326"/>
                  </a:lnTo>
                  <a:lnTo>
                    <a:pt x="95199" y="227215"/>
                  </a:lnTo>
                  <a:lnTo>
                    <a:pt x="91922" y="227215"/>
                  </a:lnTo>
                  <a:lnTo>
                    <a:pt x="90881" y="225183"/>
                  </a:lnTo>
                  <a:lnTo>
                    <a:pt x="89877" y="225183"/>
                  </a:lnTo>
                  <a:lnTo>
                    <a:pt x="89954" y="225437"/>
                  </a:lnTo>
                  <a:lnTo>
                    <a:pt x="90081" y="225818"/>
                  </a:lnTo>
                  <a:lnTo>
                    <a:pt x="90157" y="226072"/>
                  </a:lnTo>
                  <a:lnTo>
                    <a:pt x="90233" y="226326"/>
                  </a:lnTo>
                  <a:lnTo>
                    <a:pt x="90309" y="226580"/>
                  </a:lnTo>
                  <a:lnTo>
                    <a:pt x="90703" y="227850"/>
                  </a:lnTo>
                  <a:lnTo>
                    <a:pt x="93281" y="233692"/>
                  </a:lnTo>
                  <a:lnTo>
                    <a:pt x="94602" y="233692"/>
                  </a:lnTo>
                  <a:lnTo>
                    <a:pt x="94564" y="233565"/>
                  </a:lnTo>
                  <a:lnTo>
                    <a:pt x="94462" y="233311"/>
                  </a:lnTo>
                  <a:lnTo>
                    <a:pt x="94373" y="233057"/>
                  </a:lnTo>
                  <a:lnTo>
                    <a:pt x="94272" y="232803"/>
                  </a:lnTo>
                  <a:lnTo>
                    <a:pt x="94170" y="232549"/>
                  </a:lnTo>
                  <a:lnTo>
                    <a:pt x="94119" y="232422"/>
                  </a:lnTo>
                  <a:lnTo>
                    <a:pt x="94005" y="232168"/>
                  </a:lnTo>
                  <a:lnTo>
                    <a:pt x="93903" y="231914"/>
                  </a:lnTo>
                  <a:lnTo>
                    <a:pt x="91986" y="227342"/>
                  </a:lnTo>
                  <a:lnTo>
                    <a:pt x="95224" y="227342"/>
                  </a:lnTo>
                  <a:lnTo>
                    <a:pt x="95288" y="227850"/>
                  </a:lnTo>
                  <a:lnTo>
                    <a:pt x="95402" y="228739"/>
                  </a:lnTo>
                  <a:lnTo>
                    <a:pt x="95504" y="229501"/>
                  </a:lnTo>
                  <a:lnTo>
                    <a:pt x="95592" y="230136"/>
                  </a:lnTo>
                  <a:lnTo>
                    <a:pt x="95643" y="230517"/>
                  </a:lnTo>
                  <a:lnTo>
                    <a:pt x="96177" y="233692"/>
                  </a:lnTo>
                  <a:lnTo>
                    <a:pt x="97307" y="233692"/>
                  </a:lnTo>
                  <a:close/>
                </a:path>
                <a:path w="193040" h="327659">
                  <a:moveTo>
                    <a:pt x="97320" y="256933"/>
                  </a:moveTo>
                  <a:lnTo>
                    <a:pt x="95897" y="256933"/>
                  </a:lnTo>
                  <a:lnTo>
                    <a:pt x="95770" y="258203"/>
                  </a:lnTo>
                  <a:lnTo>
                    <a:pt x="97180" y="258203"/>
                  </a:lnTo>
                  <a:lnTo>
                    <a:pt x="97205" y="257949"/>
                  </a:lnTo>
                  <a:lnTo>
                    <a:pt x="97320" y="256933"/>
                  </a:lnTo>
                  <a:close/>
                </a:path>
                <a:path w="193040" h="327659">
                  <a:moveTo>
                    <a:pt x="97358" y="234200"/>
                  </a:moveTo>
                  <a:lnTo>
                    <a:pt x="97320" y="233819"/>
                  </a:lnTo>
                  <a:lnTo>
                    <a:pt x="96202" y="233819"/>
                  </a:lnTo>
                  <a:lnTo>
                    <a:pt x="96291" y="234200"/>
                  </a:lnTo>
                  <a:lnTo>
                    <a:pt x="97358" y="234200"/>
                  </a:lnTo>
                  <a:close/>
                </a:path>
                <a:path w="193040" h="327659">
                  <a:moveTo>
                    <a:pt x="97459" y="265061"/>
                  </a:moveTo>
                  <a:lnTo>
                    <a:pt x="95910" y="265061"/>
                  </a:lnTo>
                  <a:lnTo>
                    <a:pt x="95846" y="265315"/>
                  </a:lnTo>
                  <a:lnTo>
                    <a:pt x="97243" y="265315"/>
                  </a:lnTo>
                  <a:lnTo>
                    <a:pt x="97459" y="265061"/>
                  </a:lnTo>
                  <a:close/>
                </a:path>
                <a:path w="193040" h="327659">
                  <a:moveTo>
                    <a:pt x="97739" y="251599"/>
                  </a:moveTo>
                  <a:lnTo>
                    <a:pt x="96697" y="251599"/>
                  </a:lnTo>
                  <a:lnTo>
                    <a:pt x="96570" y="252234"/>
                  </a:lnTo>
                  <a:lnTo>
                    <a:pt x="96481" y="252742"/>
                  </a:lnTo>
                  <a:lnTo>
                    <a:pt x="96354" y="253377"/>
                  </a:lnTo>
                  <a:lnTo>
                    <a:pt x="96227" y="254012"/>
                  </a:lnTo>
                  <a:lnTo>
                    <a:pt x="96139" y="254520"/>
                  </a:lnTo>
                  <a:lnTo>
                    <a:pt x="96088" y="255028"/>
                  </a:lnTo>
                  <a:lnTo>
                    <a:pt x="95923" y="256679"/>
                  </a:lnTo>
                  <a:lnTo>
                    <a:pt x="97345" y="256679"/>
                  </a:lnTo>
                  <a:lnTo>
                    <a:pt x="97358" y="256552"/>
                  </a:lnTo>
                  <a:lnTo>
                    <a:pt x="97523" y="255028"/>
                  </a:lnTo>
                  <a:lnTo>
                    <a:pt x="97624" y="253504"/>
                  </a:lnTo>
                  <a:lnTo>
                    <a:pt x="97739" y="251599"/>
                  </a:lnTo>
                  <a:close/>
                </a:path>
                <a:path w="193040" h="327659">
                  <a:moveTo>
                    <a:pt x="98755" y="234200"/>
                  </a:moveTo>
                  <a:lnTo>
                    <a:pt x="97358" y="234200"/>
                  </a:lnTo>
                  <a:lnTo>
                    <a:pt x="97370" y="234327"/>
                  </a:lnTo>
                  <a:lnTo>
                    <a:pt x="98742" y="234327"/>
                  </a:lnTo>
                  <a:lnTo>
                    <a:pt x="98755" y="234200"/>
                  </a:lnTo>
                  <a:close/>
                </a:path>
                <a:path w="193040" h="327659">
                  <a:moveTo>
                    <a:pt x="98780" y="233692"/>
                  </a:moveTo>
                  <a:lnTo>
                    <a:pt x="97307" y="233692"/>
                  </a:lnTo>
                  <a:lnTo>
                    <a:pt x="97320" y="233819"/>
                  </a:lnTo>
                  <a:lnTo>
                    <a:pt x="98767" y="233819"/>
                  </a:lnTo>
                  <a:lnTo>
                    <a:pt x="98780" y="233692"/>
                  </a:lnTo>
                  <a:close/>
                </a:path>
                <a:path w="193040" h="327659">
                  <a:moveTo>
                    <a:pt x="98806" y="251599"/>
                  </a:moveTo>
                  <a:lnTo>
                    <a:pt x="98780" y="251345"/>
                  </a:lnTo>
                  <a:lnTo>
                    <a:pt x="97751" y="251345"/>
                  </a:lnTo>
                  <a:lnTo>
                    <a:pt x="97739" y="251599"/>
                  </a:lnTo>
                  <a:lnTo>
                    <a:pt x="98806" y="251599"/>
                  </a:lnTo>
                  <a:close/>
                </a:path>
                <a:path w="193040" h="327659">
                  <a:moveTo>
                    <a:pt x="99174" y="265061"/>
                  </a:moveTo>
                  <a:lnTo>
                    <a:pt x="98945" y="264807"/>
                  </a:lnTo>
                  <a:lnTo>
                    <a:pt x="97675" y="264807"/>
                  </a:lnTo>
                  <a:lnTo>
                    <a:pt x="97459" y="265061"/>
                  </a:lnTo>
                  <a:lnTo>
                    <a:pt x="99174" y="265061"/>
                  </a:lnTo>
                  <a:close/>
                </a:path>
                <a:path w="193040" h="327659">
                  <a:moveTo>
                    <a:pt x="99428" y="256933"/>
                  </a:moveTo>
                  <a:lnTo>
                    <a:pt x="99377" y="256679"/>
                  </a:lnTo>
                  <a:lnTo>
                    <a:pt x="97345" y="256679"/>
                  </a:lnTo>
                  <a:lnTo>
                    <a:pt x="97320" y="256933"/>
                  </a:lnTo>
                  <a:lnTo>
                    <a:pt x="99428" y="256933"/>
                  </a:lnTo>
                  <a:close/>
                </a:path>
                <a:path w="193040" h="327659">
                  <a:moveTo>
                    <a:pt x="99656" y="258457"/>
                  </a:moveTo>
                  <a:lnTo>
                    <a:pt x="99618" y="258203"/>
                  </a:lnTo>
                  <a:lnTo>
                    <a:pt x="97180" y="258203"/>
                  </a:lnTo>
                  <a:lnTo>
                    <a:pt x="97155" y="258457"/>
                  </a:lnTo>
                  <a:lnTo>
                    <a:pt x="99656" y="258457"/>
                  </a:lnTo>
                  <a:close/>
                </a:path>
                <a:path w="193040" h="327659">
                  <a:moveTo>
                    <a:pt x="99796" y="224929"/>
                  </a:moveTo>
                  <a:lnTo>
                    <a:pt x="96062" y="224929"/>
                  </a:lnTo>
                  <a:lnTo>
                    <a:pt x="95986" y="224548"/>
                  </a:lnTo>
                  <a:lnTo>
                    <a:pt x="94932" y="224548"/>
                  </a:lnTo>
                  <a:lnTo>
                    <a:pt x="94983" y="225056"/>
                  </a:lnTo>
                  <a:lnTo>
                    <a:pt x="96113" y="225183"/>
                  </a:lnTo>
                  <a:lnTo>
                    <a:pt x="99745" y="225183"/>
                  </a:lnTo>
                  <a:lnTo>
                    <a:pt x="99796" y="224929"/>
                  </a:lnTo>
                  <a:close/>
                </a:path>
                <a:path w="193040" h="327659">
                  <a:moveTo>
                    <a:pt x="99885" y="233819"/>
                  </a:moveTo>
                  <a:lnTo>
                    <a:pt x="98767" y="233819"/>
                  </a:lnTo>
                  <a:lnTo>
                    <a:pt x="98755" y="234200"/>
                  </a:lnTo>
                  <a:lnTo>
                    <a:pt x="99809" y="234200"/>
                  </a:lnTo>
                  <a:lnTo>
                    <a:pt x="99885" y="233819"/>
                  </a:lnTo>
                  <a:close/>
                </a:path>
                <a:path w="193040" h="327659">
                  <a:moveTo>
                    <a:pt x="100203" y="266204"/>
                  </a:moveTo>
                  <a:lnTo>
                    <a:pt x="99402" y="265315"/>
                  </a:lnTo>
                  <a:lnTo>
                    <a:pt x="97243" y="265315"/>
                  </a:lnTo>
                  <a:lnTo>
                    <a:pt x="96481" y="266204"/>
                  </a:lnTo>
                  <a:lnTo>
                    <a:pt x="100203" y="266204"/>
                  </a:lnTo>
                  <a:close/>
                </a:path>
                <a:path w="193040" h="327659">
                  <a:moveTo>
                    <a:pt x="100203" y="222389"/>
                  </a:moveTo>
                  <a:lnTo>
                    <a:pt x="95554" y="222389"/>
                  </a:lnTo>
                  <a:lnTo>
                    <a:pt x="95580" y="222516"/>
                  </a:lnTo>
                  <a:lnTo>
                    <a:pt x="94742" y="222516"/>
                  </a:lnTo>
                  <a:lnTo>
                    <a:pt x="94754" y="222643"/>
                  </a:lnTo>
                  <a:lnTo>
                    <a:pt x="94881" y="223913"/>
                  </a:lnTo>
                  <a:lnTo>
                    <a:pt x="94919" y="224421"/>
                  </a:lnTo>
                  <a:lnTo>
                    <a:pt x="95961" y="224421"/>
                  </a:lnTo>
                  <a:lnTo>
                    <a:pt x="95859" y="223913"/>
                  </a:lnTo>
                  <a:lnTo>
                    <a:pt x="95605" y="222643"/>
                  </a:lnTo>
                  <a:lnTo>
                    <a:pt x="100164" y="222643"/>
                  </a:lnTo>
                  <a:lnTo>
                    <a:pt x="100203" y="222389"/>
                  </a:lnTo>
                  <a:close/>
                </a:path>
                <a:path w="193040" h="327659">
                  <a:moveTo>
                    <a:pt x="100698" y="256679"/>
                  </a:moveTo>
                  <a:lnTo>
                    <a:pt x="100685" y="256552"/>
                  </a:lnTo>
                  <a:lnTo>
                    <a:pt x="100431" y="254520"/>
                  </a:lnTo>
                  <a:lnTo>
                    <a:pt x="100342" y="254012"/>
                  </a:lnTo>
                  <a:lnTo>
                    <a:pt x="100228" y="253377"/>
                  </a:lnTo>
                  <a:lnTo>
                    <a:pt x="100114" y="252742"/>
                  </a:lnTo>
                  <a:lnTo>
                    <a:pt x="100025" y="252234"/>
                  </a:lnTo>
                  <a:lnTo>
                    <a:pt x="99910" y="251599"/>
                  </a:lnTo>
                  <a:lnTo>
                    <a:pt x="98806" y="251599"/>
                  </a:lnTo>
                  <a:lnTo>
                    <a:pt x="98907" y="252742"/>
                  </a:lnTo>
                  <a:lnTo>
                    <a:pt x="99009" y="254012"/>
                  </a:lnTo>
                  <a:lnTo>
                    <a:pt x="99123" y="255028"/>
                  </a:lnTo>
                  <a:lnTo>
                    <a:pt x="99377" y="256679"/>
                  </a:lnTo>
                  <a:lnTo>
                    <a:pt x="100698" y="256679"/>
                  </a:lnTo>
                  <a:close/>
                </a:path>
                <a:path w="193040" h="327659">
                  <a:moveTo>
                    <a:pt x="100863" y="225183"/>
                  </a:moveTo>
                  <a:lnTo>
                    <a:pt x="99745" y="225183"/>
                  </a:lnTo>
                  <a:lnTo>
                    <a:pt x="99644" y="225818"/>
                  </a:lnTo>
                  <a:lnTo>
                    <a:pt x="99542" y="226580"/>
                  </a:lnTo>
                  <a:lnTo>
                    <a:pt x="99441" y="227342"/>
                  </a:lnTo>
                  <a:lnTo>
                    <a:pt x="99314" y="228358"/>
                  </a:lnTo>
                  <a:lnTo>
                    <a:pt x="99212" y="229247"/>
                  </a:lnTo>
                  <a:lnTo>
                    <a:pt x="99098" y="230136"/>
                  </a:lnTo>
                  <a:lnTo>
                    <a:pt x="99047" y="230517"/>
                  </a:lnTo>
                  <a:lnTo>
                    <a:pt x="98945" y="231406"/>
                  </a:lnTo>
                  <a:lnTo>
                    <a:pt x="98818" y="232803"/>
                  </a:lnTo>
                  <a:lnTo>
                    <a:pt x="98780" y="233692"/>
                  </a:lnTo>
                  <a:lnTo>
                    <a:pt x="99910" y="233692"/>
                  </a:lnTo>
                  <a:lnTo>
                    <a:pt x="100025" y="233057"/>
                  </a:lnTo>
                  <a:lnTo>
                    <a:pt x="100139" y="232422"/>
                  </a:lnTo>
                  <a:lnTo>
                    <a:pt x="100266" y="231406"/>
                  </a:lnTo>
                  <a:lnTo>
                    <a:pt x="100368" y="230517"/>
                  </a:lnTo>
                  <a:lnTo>
                    <a:pt x="100457" y="229755"/>
                  </a:lnTo>
                  <a:lnTo>
                    <a:pt x="100558" y="228866"/>
                  </a:lnTo>
                  <a:lnTo>
                    <a:pt x="100672" y="227850"/>
                  </a:lnTo>
                  <a:lnTo>
                    <a:pt x="100749" y="227215"/>
                  </a:lnTo>
                  <a:lnTo>
                    <a:pt x="100863" y="225183"/>
                  </a:lnTo>
                  <a:close/>
                </a:path>
                <a:path w="193040" h="327659">
                  <a:moveTo>
                    <a:pt x="100888" y="258203"/>
                  </a:moveTo>
                  <a:lnTo>
                    <a:pt x="100799" y="257441"/>
                  </a:lnTo>
                  <a:lnTo>
                    <a:pt x="100736" y="256933"/>
                  </a:lnTo>
                  <a:lnTo>
                    <a:pt x="99428" y="256933"/>
                  </a:lnTo>
                  <a:lnTo>
                    <a:pt x="99504" y="257441"/>
                  </a:lnTo>
                  <a:lnTo>
                    <a:pt x="99618" y="258203"/>
                  </a:lnTo>
                  <a:lnTo>
                    <a:pt x="100888" y="258203"/>
                  </a:lnTo>
                  <a:close/>
                </a:path>
                <a:path w="193040" h="327659">
                  <a:moveTo>
                    <a:pt x="100926" y="265315"/>
                  </a:moveTo>
                  <a:lnTo>
                    <a:pt x="100876" y="265061"/>
                  </a:lnTo>
                  <a:lnTo>
                    <a:pt x="99174" y="265061"/>
                  </a:lnTo>
                  <a:lnTo>
                    <a:pt x="99402" y="265315"/>
                  </a:lnTo>
                  <a:lnTo>
                    <a:pt x="100926" y="265315"/>
                  </a:lnTo>
                  <a:close/>
                </a:path>
                <a:path w="193040" h="327659">
                  <a:moveTo>
                    <a:pt x="100952" y="222643"/>
                  </a:moveTo>
                  <a:lnTo>
                    <a:pt x="100164" y="222643"/>
                  </a:lnTo>
                  <a:lnTo>
                    <a:pt x="99796" y="224929"/>
                  </a:lnTo>
                  <a:lnTo>
                    <a:pt x="100876" y="224929"/>
                  </a:lnTo>
                  <a:lnTo>
                    <a:pt x="100952" y="222643"/>
                  </a:lnTo>
                  <a:close/>
                </a:path>
                <a:path w="193040" h="327659">
                  <a:moveTo>
                    <a:pt x="101079" y="251599"/>
                  </a:moveTo>
                  <a:lnTo>
                    <a:pt x="101003" y="251345"/>
                  </a:lnTo>
                  <a:lnTo>
                    <a:pt x="99872" y="251345"/>
                  </a:lnTo>
                  <a:lnTo>
                    <a:pt x="99910" y="251599"/>
                  </a:lnTo>
                  <a:lnTo>
                    <a:pt x="101079" y="251599"/>
                  </a:lnTo>
                  <a:close/>
                </a:path>
                <a:path w="193040" h="327659">
                  <a:moveTo>
                    <a:pt x="101142" y="234200"/>
                  </a:moveTo>
                  <a:lnTo>
                    <a:pt x="99809" y="234200"/>
                  </a:lnTo>
                  <a:lnTo>
                    <a:pt x="99783" y="234327"/>
                  </a:lnTo>
                  <a:lnTo>
                    <a:pt x="101104" y="234327"/>
                  </a:lnTo>
                  <a:lnTo>
                    <a:pt x="101142" y="234200"/>
                  </a:lnTo>
                  <a:close/>
                </a:path>
                <a:path w="193040" h="327659">
                  <a:moveTo>
                    <a:pt x="101320" y="233692"/>
                  </a:moveTo>
                  <a:lnTo>
                    <a:pt x="99910" y="233692"/>
                  </a:lnTo>
                  <a:lnTo>
                    <a:pt x="99885" y="233819"/>
                  </a:lnTo>
                  <a:lnTo>
                    <a:pt x="101269" y="233819"/>
                  </a:lnTo>
                  <a:lnTo>
                    <a:pt x="101320" y="233692"/>
                  </a:lnTo>
                  <a:close/>
                </a:path>
                <a:path w="193040" h="327659">
                  <a:moveTo>
                    <a:pt x="101473" y="246011"/>
                  </a:moveTo>
                  <a:lnTo>
                    <a:pt x="95021" y="246011"/>
                  </a:lnTo>
                  <a:lnTo>
                    <a:pt x="95275" y="246265"/>
                  </a:lnTo>
                  <a:lnTo>
                    <a:pt x="101206" y="246265"/>
                  </a:lnTo>
                  <a:lnTo>
                    <a:pt x="101473" y="246011"/>
                  </a:lnTo>
                  <a:close/>
                </a:path>
                <a:path w="193040" h="327659">
                  <a:moveTo>
                    <a:pt x="101549" y="265061"/>
                  </a:moveTo>
                  <a:lnTo>
                    <a:pt x="101460" y="264045"/>
                  </a:lnTo>
                  <a:lnTo>
                    <a:pt x="101346" y="262521"/>
                  </a:lnTo>
                  <a:lnTo>
                    <a:pt x="101219" y="260997"/>
                  </a:lnTo>
                  <a:lnTo>
                    <a:pt x="101104" y="259854"/>
                  </a:lnTo>
                  <a:lnTo>
                    <a:pt x="101028" y="259219"/>
                  </a:lnTo>
                  <a:lnTo>
                    <a:pt x="100926" y="258457"/>
                  </a:lnTo>
                  <a:lnTo>
                    <a:pt x="99656" y="258457"/>
                  </a:lnTo>
                  <a:lnTo>
                    <a:pt x="99783" y="259219"/>
                  </a:lnTo>
                  <a:lnTo>
                    <a:pt x="99885" y="259854"/>
                  </a:lnTo>
                  <a:lnTo>
                    <a:pt x="99961" y="260362"/>
                  </a:lnTo>
                  <a:lnTo>
                    <a:pt x="96964" y="260362"/>
                  </a:lnTo>
                  <a:lnTo>
                    <a:pt x="97040" y="259473"/>
                  </a:lnTo>
                  <a:lnTo>
                    <a:pt x="97155" y="258457"/>
                  </a:lnTo>
                  <a:lnTo>
                    <a:pt x="95745" y="258457"/>
                  </a:lnTo>
                  <a:lnTo>
                    <a:pt x="95643" y="259473"/>
                  </a:lnTo>
                  <a:lnTo>
                    <a:pt x="95542" y="260616"/>
                  </a:lnTo>
                  <a:lnTo>
                    <a:pt x="95440" y="262140"/>
                  </a:lnTo>
                  <a:lnTo>
                    <a:pt x="95402" y="262648"/>
                  </a:lnTo>
                  <a:lnTo>
                    <a:pt x="95275" y="264426"/>
                  </a:lnTo>
                  <a:lnTo>
                    <a:pt x="95224" y="265061"/>
                  </a:lnTo>
                  <a:lnTo>
                    <a:pt x="95910" y="265061"/>
                  </a:lnTo>
                  <a:lnTo>
                    <a:pt x="95961" y="264807"/>
                  </a:lnTo>
                  <a:lnTo>
                    <a:pt x="96050" y="264426"/>
                  </a:lnTo>
                  <a:lnTo>
                    <a:pt x="96139" y="264045"/>
                  </a:lnTo>
                  <a:lnTo>
                    <a:pt x="96824" y="260997"/>
                  </a:lnTo>
                  <a:lnTo>
                    <a:pt x="96926" y="260616"/>
                  </a:lnTo>
                  <a:lnTo>
                    <a:pt x="99999" y="260616"/>
                  </a:lnTo>
                  <a:lnTo>
                    <a:pt x="100076" y="260997"/>
                  </a:lnTo>
                  <a:lnTo>
                    <a:pt x="100203" y="261632"/>
                  </a:lnTo>
                  <a:lnTo>
                    <a:pt x="100304" y="262140"/>
                  </a:lnTo>
                  <a:lnTo>
                    <a:pt x="100406" y="262648"/>
                  </a:lnTo>
                  <a:lnTo>
                    <a:pt x="100876" y="265061"/>
                  </a:lnTo>
                  <a:lnTo>
                    <a:pt x="101549" y="265061"/>
                  </a:lnTo>
                  <a:close/>
                </a:path>
                <a:path w="193040" h="327659">
                  <a:moveTo>
                    <a:pt x="101600" y="248424"/>
                  </a:moveTo>
                  <a:lnTo>
                    <a:pt x="101409" y="248170"/>
                  </a:lnTo>
                  <a:lnTo>
                    <a:pt x="100469" y="248170"/>
                  </a:lnTo>
                  <a:lnTo>
                    <a:pt x="100609" y="248424"/>
                  </a:lnTo>
                  <a:lnTo>
                    <a:pt x="101600" y="248424"/>
                  </a:lnTo>
                  <a:close/>
                </a:path>
                <a:path w="193040" h="327659">
                  <a:moveTo>
                    <a:pt x="101638" y="266204"/>
                  </a:moveTo>
                  <a:lnTo>
                    <a:pt x="101574" y="265315"/>
                  </a:lnTo>
                  <a:lnTo>
                    <a:pt x="100926" y="265315"/>
                  </a:lnTo>
                  <a:lnTo>
                    <a:pt x="101041" y="265950"/>
                  </a:lnTo>
                  <a:lnTo>
                    <a:pt x="101092" y="266204"/>
                  </a:lnTo>
                  <a:lnTo>
                    <a:pt x="101638" y="266204"/>
                  </a:lnTo>
                  <a:close/>
                </a:path>
                <a:path w="193040" h="327659">
                  <a:moveTo>
                    <a:pt x="101854" y="244995"/>
                  </a:moveTo>
                  <a:lnTo>
                    <a:pt x="94526" y="244995"/>
                  </a:lnTo>
                  <a:lnTo>
                    <a:pt x="94526" y="245249"/>
                  </a:lnTo>
                  <a:lnTo>
                    <a:pt x="101854" y="245249"/>
                  </a:lnTo>
                  <a:lnTo>
                    <a:pt x="101854" y="244995"/>
                  </a:lnTo>
                  <a:close/>
                </a:path>
                <a:path w="193040" h="327659">
                  <a:moveTo>
                    <a:pt x="102069" y="53340"/>
                  </a:moveTo>
                  <a:lnTo>
                    <a:pt x="101028" y="53340"/>
                  </a:lnTo>
                  <a:lnTo>
                    <a:pt x="99707" y="54610"/>
                  </a:lnTo>
                  <a:lnTo>
                    <a:pt x="98336" y="54610"/>
                  </a:lnTo>
                  <a:lnTo>
                    <a:pt x="98844" y="55880"/>
                  </a:lnTo>
                  <a:lnTo>
                    <a:pt x="100164" y="55880"/>
                  </a:lnTo>
                  <a:lnTo>
                    <a:pt x="100558" y="54610"/>
                  </a:lnTo>
                  <a:lnTo>
                    <a:pt x="101536" y="54610"/>
                  </a:lnTo>
                  <a:lnTo>
                    <a:pt x="102069" y="53340"/>
                  </a:lnTo>
                  <a:close/>
                </a:path>
                <a:path w="193040" h="327659">
                  <a:moveTo>
                    <a:pt x="102095" y="251345"/>
                  </a:moveTo>
                  <a:lnTo>
                    <a:pt x="100609" y="248424"/>
                  </a:lnTo>
                  <a:lnTo>
                    <a:pt x="100063" y="248424"/>
                  </a:lnTo>
                  <a:lnTo>
                    <a:pt x="100139" y="248678"/>
                  </a:lnTo>
                  <a:lnTo>
                    <a:pt x="100266" y="249059"/>
                  </a:lnTo>
                  <a:lnTo>
                    <a:pt x="101003" y="251345"/>
                  </a:lnTo>
                  <a:lnTo>
                    <a:pt x="102095" y="251345"/>
                  </a:lnTo>
                  <a:close/>
                </a:path>
                <a:path w="193040" h="327659">
                  <a:moveTo>
                    <a:pt x="102349" y="234327"/>
                  </a:moveTo>
                  <a:lnTo>
                    <a:pt x="101104" y="234327"/>
                  </a:lnTo>
                  <a:lnTo>
                    <a:pt x="101015" y="234581"/>
                  </a:lnTo>
                  <a:lnTo>
                    <a:pt x="100926" y="234835"/>
                  </a:lnTo>
                  <a:lnTo>
                    <a:pt x="100888" y="234962"/>
                  </a:lnTo>
                  <a:lnTo>
                    <a:pt x="99720" y="238391"/>
                  </a:lnTo>
                  <a:lnTo>
                    <a:pt x="99060" y="238264"/>
                  </a:lnTo>
                  <a:lnTo>
                    <a:pt x="99085" y="238137"/>
                  </a:lnTo>
                  <a:lnTo>
                    <a:pt x="99187" y="237629"/>
                  </a:lnTo>
                  <a:lnTo>
                    <a:pt x="99225" y="237375"/>
                  </a:lnTo>
                  <a:lnTo>
                    <a:pt x="99326" y="236867"/>
                  </a:lnTo>
                  <a:lnTo>
                    <a:pt x="99441" y="236232"/>
                  </a:lnTo>
                  <a:lnTo>
                    <a:pt x="99529" y="235724"/>
                  </a:lnTo>
                  <a:lnTo>
                    <a:pt x="99783" y="234327"/>
                  </a:lnTo>
                  <a:lnTo>
                    <a:pt x="98742" y="234327"/>
                  </a:lnTo>
                  <a:lnTo>
                    <a:pt x="98615" y="236867"/>
                  </a:lnTo>
                  <a:lnTo>
                    <a:pt x="98552" y="238137"/>
                  </a:lnTo>
                  <a:lnTo>
                    <a:pt x="97688" y="238137"/>
                  </a:lnTo>
                  <a:lnTo>
                    <a:pt x="97599" y="237121"/>
                  </a:lnTo>
                  <a:lnTo>
                    <a:pt x="97485" y="235724"/>
                  </a:lnTo>
                  <a:lnTo>
                    <a:pt x="97370" y="234327"/>
                  </a:lnTo>
                  <a:lnTo>
                    <a:pt x="96316" y="234327"/>
                  </a:lnTo>
                  <a:lnTo>
                    <a:pt x="96431" y="234835"/>
                  </a:lnTo>
                  <a:lnTo>
                    <a:pt x="96456" y="234962"/>
                  </a:lnTo>
                  <a:lnTo>
                    <a:pt x="97180" y="238264"/>
                  </a:lnTo>
                  <a:lnTo>
                    <a:pt x="96621" y="238391"/>
                  </a:lnTo>
                  <a:lnTo>
                    <a:pt x="96405" y="238518"/>
                  </a:lnTo>
                  <a:lnTo>
                    <a:pt x="96354" y="238391"/>
                  </a:lnTo>
                  <a:lnTo>
                    <a:pt x="96266" y="238137"/>
                  </a:lnTo>
                  <a:lnTo>
                    <a:pt x="94843" y="234327"/>
                  </a:lnTo>
                  <a:lnTo>
                    <a:pt x="93611" y="234327"/>
                  </a:lnTo>
                  <a:lnTo>
                    <a:pt x="93675" y="234454"/>
                  </a:lnTo>
                  <a:lnTo>
                    <a:pt x="93738" y="234581"/>
                  </a:lnTo>
                  <a:lnTo>
                    <a:pt x="95897" y="238772"/>
                  </a:lnTo>
                  <a:lnTo>
                    <a:pt x="95681" y="238772"/>
                  </a:lnTo>
                  <a:lnTo>
                    <a:pt x="95618" y="238899"/>
                  </a:lnTo>
                  <a:lnTo>
                    <a:pt x="95783" y="238899"/>
                  </a:lnTo>
                  <a:lnTo>
                    <a:pt x="100812" y="238899"/>
                  </a:lnTo>
                  <a:lnTo>
                    <a:pt x="100545" y="238772"/>
                  </a:lnTo>
                  <a:lnTo>
                    <a:pt x="100342" y="238645"/>
                  </a:lnTo>
                  <a:lnTo>
                    <a:pt x="100406" y="238518"/>
                  </a:lnTo>
                  <a:lnTo>
                    <a:pt x="100469" y="238391"/>
                  </a:lnTo>
                  <a:lnTo>
                    <a:pt x="100584" y="238137"/>
                  </a:lnTo>
                  <a:lnTo>
                    <a:pt x="102349" y="234327"/>
                  </a:lnTo>
                  <a:close/>
                </a:path>
                <a:path w="193040" h="327659">
                  <a:moveTo>
                    <a:pt x="102590" y="233819"/>
                  </a:moveTo>
                  <a:lnTo>
                    <a:pt x="101269" y="233819"/>
                  </a:lnTo>
                  <a:lnTo>
                    <a:pt x="101180" y="234073"/>
                  </a:lnTo>
                  <a:lnTo>
                    <a:pt x="101142" y="234200"/>
                  </a:lnTo>
                  <a:lnTo>
                    <a:pt x="102412" y="234200"/>
                  </a:lnTo>
                  <a:lnTo>
                    <a:pt x="102476" y="234073"/>
                  </a:lnTo>
                  <a:lnTo>
                    <a:pt x="102590" y="233819"/>
                  </a:lnTo>
                  <a:close/>
                </a:path>
                <a:path w="193040" h="327659">
                  <a:moveTo>
                    <a:pt x="102730" y="245757"/>
                  </a:moveTo>
                  <a:lnTo>
                    <a:pt x="101854" y="245757"/>
                  </a:lnTo>
                  <a:lnTo>
                    <a:pt x="101473" y="246011"/>
                  </a:lnTo>
                  <a:lnTo>
                    <a:pt x="102730" y="246011"/>
                  </a:lnTo>
                  <a:lnTo>
                    <a:pt x="102730" y="245757"/>
                  </a:lnTo>
                  <a:close/>
                </a:path>
                <a:path w="193040" h="327659">
                  <a:moveTo>
                    <a:pt x="102920" y="265061"/>
                  </a:moveTo>
                  <a:lnTo>
                    <a:pt x="101549" y="265061"/>
                  </a:lnTo>
                  <a:lnTo>
                    <a:pt x="101574" y="265315"/>
                  </a:lnTo>
                  <a:lnTo>
                    <a:pt x="102806" y="265315"/>
                  </a:lnTo>
                  <a:lnTo>
                    <a:pt x="102920" y="265061"/>
                  </a:lnTo>
                  <a:close/>
                </a:path>
                <a:path w="193040" h="327659">
                  <a:moveTo>
                    <a:pt x="103047" y="232803"/>
                  </a:moveTo>
                  <a:lnTo>
                    <a:pt x="101612" y="232803"/>
                  </a:lnTo>
                  <a:lnTo>
                    <a:pt x="101536" y="233057"/>
                  </a:lnTo>
                  <a:lnTo>
                    <a:pt x="101447" y="233311"/>
                  </a:lnTo>
                  <a:lnTo>
                    <a:pt x="101358" y="233565"/>
                  </a:lnTo>
                  <a:lnTo>
                    <a:pt x="101320" y="233692"/>
                  </a:lnTo>
                  <a:lnTo>
                    <a:pt x="102654" y="233692"/>
                  </a:lnTo>
                  <a:lnTo>
                    <a:pt x="102704" y="233565"/>
                  </a:lnTo>
                  <a:lnTo>
                    <a:pt x="102831" y="233311"/>
                  </a:lnTo>
                  <a:lnTo>
                    <a:pt x="102933" y="233057"/>
                  </a:lnTo>
                  <a:lnTo>
                    <a:pt x="103047" y="232803"/>
                  </a:lnTo>
                  <a:close/>
                </a:path>
                <a:path w="193040" h="327659">
                  <a:moveTo>
                    <a:pt x="103162" y="245757"/>
                  </a:moveTo>
                  <a:lnTo>
                    <a:pt x="102882" y="245630"/>
                  </a:lnTo>
                  <a:lnTo>
                    <a:pt x="102806" y="245757"/>
                  </a:lnTo>
                  <a:lnTo>
                    <a:pt x="103162" y="245757"/>
                  </a:lnTo>
                  <a:close/>
                </a:path>
                <a:path w="193040" h="327659">
                  <a:moveTo>
                    <a:pt x="103200" y="256933"/>
                  </a:moveTo>
                  <a:lnTo>
                    <a:pt x="103085" y="256679"/>
                  </a:lnTo>
                  <a:lnTo>
                    <a:pt x="100698" y="256679"/>
                  </a:lnTo>
                  <a:lnTo>
                    <a:pt x="100736" y="256933"/>
                  </a:lnTo>
                  <a:lnTo>
                    <a:pt x="103200" y="256933"/>
                  </a:lnTo>
                  <a:close/>
                </a:path>
                <a:path w="193040" h="327659">
                  <a:moveTo>
                    <a:pt x="103301" y="238899"/>
                  </a:moveTo>
                  <a:lnTo>
                    <a:pt x="101942" y="238899"/>
                  </a:lnTo>
                  <a:lnTo>
                    <a:pt x="101739" y="239153"/>
                  </a:lnTo>
                  <a:lnTo>
                    <a:pt x="103035" y="239153"/>
                  </a:lnTo>
                  <a:lnTo>
                    <a:pt x="103301" y="238899"/>
                  </a:lnTo>
                  <a:close/>
                </a:path>
                <a:path w="193040" h="327659">
                  <a:moveTo>
                    <a:pt x="103898" y="258457"/>
                  </a:moveTo>
                  <a:lnTo>
                    <a:pt x="103784" y="258203"/>
                  </a:lnTo>
                  <a:lnTo>
                    <a:pt x="100888" y="258203"/>
                  </a:lnTo>
                  <a:lnTo>
                    <a:pt x="100926" y="258457"/>
                  </a:lnTo>
                  <a:lnTo>
                    <a:pt x="103898" y="258457"/>
                  </a:lnTo>
                  <a:close/>
                </a:path>
                <a:path w="193040" h="327659">
                  <a:moveTo>
                    <a:pt x="103974" y="251599"/>
                  </a:moveTo>
                  <a:lnTo>
                    <a:pt x="103784" y="251345"/>
                  </a:lnTo>
                  <a:lnTo>
                    <a:pt x="102095" y="251345"/>
                  </a:lnTo>
                  <a:lnTo>
                    <a:pt x="102235" y="251599"/>
                  </a:lnTo>
                  <a:lnTo>
                    <a:pt x="103974" y="251599"/>
                  </a:lnTo>
                  <a:close/>
                </a:path>
                <a:path w="193040" h="327659">
                  <a:moveTo>
                    <a:pt x="104089" y="248424"/>
                  </a:moveTo>
                  <a:lnTo>
                    <a:pt x="103784" y="248170"/>
                  </a:lnTo>
                  <a:lnTo>
                    <a:pt x="102362" y="248170"/>
                  </a:lnTo>
                  <a:lnTo>
                    <a:pt x="102603" y="248424"/>
                  </a:lnTo>
                  <a:lnTo>
                    <a:pt x="104089" y="248424"/>
                  </a:lnTo>
                  <a:close/>
                </a:path>
                <a:path w="193040" h="327659">
                  <a:moveTo>
                    <a:pt x="104254" y="246265"/>
                  </a:moveTo>
                  <a:lnTo>
                    <a:pt x="103708" y="246011"/>
                  </a:lnTo>
                  <a:lnTo>
                    <a:pt x="102730" y="246011"/>
                  </a:lnTo>
                  <a:lnTo>
                    <a:pt x="102514" y="246265"/>
                  </a:lnTo>
                  <a:lnTo>
                    <a:pt x="104254" y="246265"/>
                  </a:lnTo>
                  <a:close/>
                </a:path>
                <a:path w="193040" h="327659">
                  <a:moveTo>
                    <a:pt x="104267" y="247408"/>
                  </a:moveTo>
                  <a:lnTo>
                    <a:pt x="103301" y="246773"/>
                  </a:lnTo>
                  <a:lnTo>
                    <a:pt x="102539" y="246291"/>
                  </a:lnTo>
                  <a:lnTo>
                    <a:pt x="102539" y="247154"/>
                  </a:lnTo>
                  <a:lnTo>
                    <a:pt x="101663" y="247154"/>
                  </a:lnTo>
                  <a:lnTo>
                    <a:pt x="102069" y="246773"/>
                  </a:lnTo>
                  <a:lnTo>
                    <a:pt x="102539" y="247154"/>
                  </a:lnTo>
                  <a:lnTo>
                    <a:pt x="102539" y="246291"/>
                  </a:lnTo>
                  <a:lnTo>
                    <a:pt x="101206" y="246265"/>
                  </a:lnTo>
                  <a:lnTo>
                    <a:pt x="100291" y="247154"/>
                  </a:lnTo>
                  <a:lnTo>
                    <a:pt x="96151" y="247154"/>
                  </a:lnTo>
                  <a:lnTo>
                    <a:pt x="100164" y="247281"/>
                  </a:lnTo>
                  <a:lnTo>
                    <a:pt x="100037" y="247408"/>
                  </a:lnTo>
                  <a:lnTo>
                    <a:pt x="94907" y="247408"/>
                  </a:lnTo>
                  <a:lnTo>
                    <a:pt x="91567" y="251345"/>
                  </a:lnTo>
                  <a:lnTo>
                    <a:pt x="92900" y="251345"/>
                  </a:lnTo>
                  <a:lnTo>
                    <a:pt x="95338" y="247662"/>
                  </a:lnTo>
                  <a:lnTo>
                    <a:pt x="95592" y="247916"/>
                  </a:lnTo>
                  <a:lnTo>
                    <a:pt x="95770" y="247916"/>
                  </a:lnTo>
                  <a:lnTo>
                    <a:pt x="96088" y="248170"/>
                  </a:lnTo>
                  <a:lnTo>
                    <a:pt x="95973" y="248424"/>
                  </a:lnTo>
                  <a:lnTo>
                    <a:pt x="95846" y="248678"/>
                  </a:lnTo>
                  <a:lnTo>
                    <a:pt x="94526" y="251345"/>
                  </a:lnTo>
                  <a:lnTo>
                    <a:pt x="95453" y="251345"/>
                  </a:lnTo>
                  <a:lnTo>
                    <a:pt x="96520" y="248170"/>
                  </a:lnTo>
                  <a:lnTo>
                    <a:pt x="96964" y="248424"/>
                  </a:lnTo>
                  <a:lnTo>
                    <a:pt x="97320" y="248424"/>
                  </a:lnTo>
                  <a:lnTo>
                    <a:pt x="97193" y="249059"/>
                  </a:lnTo>
                  <a:lnTo>
                    <a:pt x="97091" y="249567"/>
                  </a:lnTo>
                  <a:lnTo>
                    <a:pt x="97002" y="250075"/>
                  </a:lnTo>
                  <a:lnTo>
                    <a:pt x="96901" y="250583"/>
                  </a:lnTo>
                  <a:lnTo>
                    <a:pt x="96850" y="250837"/>
                  </a:lnTo>
                  <a:lnTo>
                    <a:pt x="96748" y="251345"/>
                  </a:lnTo>
                  <a:lnTo>
                    <a:pt x="97751" y="251345"/>
                  </a:lnTo>
                  <a:lnTo>
                    <a:pt x="97777" y="250837"/>
                  </a:lnTo>
                  <a:lnTo>
                    <a:pt x="97904" y="248678"/>
                  </a:lnTo>
                  <a:lnTo>
                    <a:pt x="98552" y="248678"/>
                  </a:lnTo>
                  <a:lnTo>
                    <a:pt x="98679" y="250075"/>
                  </a:lnTo>
                  <a:lnTo>
                    <a:pt x="98780" y="251345"/>
                  </a:lnTo>
                  <a:lnTo>
                    <a:pt x="99872" y="251345"/>
                  </a:lnTo>
                  <a:lnTo>
                    <a:pt x="99783" y="250837"/>
                  </a:lnTo>
                  <a:lnTo>
                    <a:pt x="99733" y="250583"/>
                  </a:lnTo>
                  <a:lnTo>
                    <a:pt x="99644" y="250075"/>
                  </a:lnTo>
                  <a:lnTo>
                    <a:pt x="99555" y="249567"/>
                  </a:lnTo>
                  <a:lnTo>
                    <a:pt x="99466" y="249059"/>
                  </a:lnTo>
                  <a:lnTo>
                    <a:pt x="99402" y="248678"/>
                  </a:lnTo>
                  <a:lnTo>
                    <a:pt x="99352" y="248424"/>
                  </a:lnTo>
                  <a:lnTo>
                    <a:pt x="99148" y="248424"/>
                  </a:lnTo>
                  <a:lnTo>
                    <a:pt x="99568" y="248297"/>
                  </a:lnTo>
                  <a:lnTo>
                    <a:pt x="99352" y="248424"/>
                  </a:lnTo>
                  <a:lnTo>
                    <a:pt x="100063" y="248424"/>
                  </a:lnTo>
                  <a:lnTo>
                    <a:pt x="99974" y="248170"/>
                  </a:lnTo>
                  <a:lnTo>
                    <a:pt x="100469" y="248170"/>
                  </a:lnTo>
                  <a:lnTo>
                    <a:pt x="100342" y="247916"/>
                  </a:lnTo>
                  <a:lnTo>
                    <a:pt x="100812" y="247916"/>
                  </a:lnTo>
                  <a:lnTo>
                    <a:pt x="101028" y="247662"/>
                  </a:lnTo>
                  <a:lnTo>
                    <a:pt x="101409" y="248170"/>
                  </a:lnTo>
                  <a:lnTo>
                    <a:pt x="102362" y="248170"/>
                  </a:lnTo>
                  <a:lnTo>
                    <a:pt x="101892" y="247662"/>
                  </a:lnTo>
                  <a:lnTo>
                    <a:pt x="101663" y="247408"/>
                  </a:lnTo>
                  <a:lnTo>
                    <a:pt x="101409" y="247408"/>
                  </a:lnTo>
                  <a:lnTo>
                    <a:pt x="101574" y="247332"/>
                  </a:lnTo>
                  <a:lnTo>
                    <a:pt x="102844" y="247408"/>
                  </a:lnTo>
                  <a:lnTo>
                    <a:pt x="104267" y="247408"/>
                  </a:lnTo>
                  <a:close/>
                </a:path>
                <a:path w="193040" h="327659">
                  <a:moveTo>
                    <a:pt x="104279" y="234200"/>
                  </a:moveTo>
                  <a:lnTo>
                    <a:pt x="102412" y="234200"/>
                  </a:lnTo>
                  <a:lnTo>
                    <a:pt x="102349" y="234327"/>
                  </a:lnTo>
                  <a:lnTo>
                    <a:pt x="104190" y="234327"/>
                  </a:lnTo>
                  <a:lnTo>
                    <a:pt x="104279" y="234200"/>
                  </a:lnTo>
                  <a:close/>
                </a:path>
                <a:path w="193040" h="327659">
                  <a:moveTo>
                    <a:pt x="104330" y="245503"/>
                  </a:moveTo>
                  <a:lnTo>
                    <a:pt x="103073" y="245122"/>
                  </a:lnTo>
                  <a:lnTo>
                    <a:pt x="103060" y="245249"/>
                  </a:lnTo>
                  <a:lnTo>
                    <a:pt x="101854" y="245249"/>
                  </a:lnTo>
                  <a:lnTo>
                    <a:pt x="101854" y="245503"/>
                  </a:lnTo>
                  <a:lnTo>
                    <a:pt x="101993" y="245503"/>
                  </a:lnTo>
                  <a:lnTo>
                    <a:pt x="102616" y="245503"/>
                  </a:lnTo>
                  <a:lnTo>
                    <a:pt x="102958" y="245503"/>
                  </a:lnTo>
                  <a:lnTo>
                    <a:pt x="104330" y="245503"/>
                  </a:lnTo>
                  <a:close/>
                </a:path>
                <a:path w="193040" h="327659">
                  <a:moveTo>
                    <a:pt x="104368" y="222643"/>
                  </a:moveTo>
                  <a:lnTo>
                    <a:pt x="103276" y="222389"/>
                  </a:lnTo>
                  <a:lnTo>
                    <a:pt x="100965" y="222389"/>
                  </a:lnTo>
                  <a:lnTo>
                    <a:pt x="100952" y="222643"/>
                  </a:lnTo>
                  <a:lnTo>
                    <a:pt x="104368" y="222643"/>
                  </a:lnTo>
                  <a:close/>
                </a:path>
                <a:path w="193040" h="327659">
                  <a:moveTo>
                    <a:pt x="104533" y="256679"/>
                  </a:moveTo>
                  <a:lnTo>
                    <a:pt x="104482" y="256552"/>
                  </a:lnTo>
                  <a:lnTo>
                    <a:pt x="103136" y="253377"/>
                  </a:lnTo>
                  <a:lnTo>
                    <a:pt x="102235" y="251599"/>
                  </a:lnTo>
                  <a:lnTo>
                    <a:pt x="101079" y="251599"/>
                  </a:lnTo>
                  <a:lnTo>
                    <a:pt x="101206" y="251980"/>
                  </a:lnTo>
                  <a:lnTo>
                    <a:pt x="101282" y="252234"/>
                  </a:lnTo>
                  <a:lnTo>
                    <a:pt x="101371" y="252488"/>
                  </a:lnTo>
                  <a:lnTo>
                    <a:pt x="101447" y="252742"/>
                  </a:lnTo>
                  <a:lnTo>
                    <a:pt x="101574" y="253123"/>
                  </a:lnTo>
                  <a:lnTo>
                    <a:pt x="101688" y="253504"/>
                  </a:lnTo>
                  <a:lnTo>
                    <a:pt x="101854" y="254012"/>
                  </a:lnTo>
                  <a:lnTo>
                    <a:pt x="101981" y="254266"/>
                  </a:lnTo>
                  <a:lnTo>
                    <a:pt x="102095" y="254520"/>
                  </a:lnTo>
                  <a:lnTo>
                    <a:pt x="103085" y="256679"/>
                  </a:lnTo>
                  <a:lnTo>
                    <a:pt x="104533" y="256679"/>
                  </a:lnTo>
                  <a:close/>
                </a:path>
                <a:path w="193040" h="327659">
                  <a:moveTo>
                    <a:pt x="104648" y="233692"/>
                  </a:moveTo>
                  <a:lnTo>
                    <a:pt x="102654" y="233692"/>
                  </a:lnTo>
                  <a:lnTo>
                    <a:pt x="102590" y="233819"/>
                  </a:lnTo>
                  <a:lnTo>
                    <a:pt x="104559" y="233819"/>
                  </a:lnTo>
                  <a:lnTo>
                    <a:pt x="104648" y="233692"/>
                  </a:lnTo>
                  <a:close/>
                </a:path>
                <a:path w="193040" h="327659">
                  <a:moveTo>
                    <a:pt x="104889" y="228485"/>
                  </a:moveTo>
                  <a:lnTo>
                    <a:pt x="103390" y="228485"/>
                  </a:lnTo>
                  <a:lnTo>
                    <a:pt x="103289" y="228739"/>
                  </a:lnTo>
                  <a:lnTo>
                    <a:pt x="103238" y="228866"/>
                  </a:lnTo>
                  <a:lnTo>
                    <a:pt x="103136" y="229120"/>
                  </a:lnTo>
                  <a:lnTo>
                    <a:pt x="103085" y="229247"/>
                  </a:lnTo>
                  <a:lnTo>
                    <a:pt x="102971" y="229501"/>
                  </a:lnTo>
                  <a:lnTo>
                    <a:pt x="102870" y="229755"/>
                  </a:lnTo>
                  <a:lnTo>
                    <a:pt x="102768" y="230009"/>
                  </a:lnTo>
                  <a:lnTo>
                    <a:pt x="102717" y="230136"/>
                  </a:lnTo>
                  <a:lnTo>
                    <a:pt x="101714" y="232549"/>
                  </a:lnTo>
                  <a:lnTo>
                    <a:pt x="103149" y="232549"/>
                  </a:lnTo>
                  <a:lnTo>
                    <a:pt x="103212" y="232422"/>
                  </a:lnTo>
                  <a:lnTo>
                    <a:pt x="103314" y="232168"/>
                  </a:lnTo>
                  <a:lnTo>
                    <a:pt x="103428" y="231914"/>
                  </a:lnTo>
                  <a:lnTo>
                    <a:pt x="104889" y="228485"/>
                  </a:lnTo>
                  <a:close/>
                </a:path>
                <a:path w="193040" h="327659">
                  <a:moveTo>
                    <a:pt x="105016" y="224929"/>
                  </a:moveTo>
                  <a:lnTo>
                    <a:pt x="100876" y="224929"/>
                  </a:lnTo>
                  <a:lnTo>
                    <a:pt x="100863" y="225183"/>
                  </a:lnTo>
                  <a:lnTo>
                    <a:pt x="104889" y="225183"/>
                  </a:lnTo>
                  <a:lnTo>
                    <a:pt x="105016" y="224929"/>
                  </a:lnTo>
                  <a:close/>
                </a:path>
                <a:path w="193040" h="327659">
                  <a:moveTo>
                    <a:pt x="105168" y="258203"/>
                  </a:moveTo>
                  <a:lnTo>
                    <a:pt x="105067" y="257949"/>
                  </a:lnTo>
                  <a:lnTo>
                    <a:pt x="104635" y="256933"/>
                  </a:lnTo>
                  <a:lnTo>
                    <a:pt x="103200" y="256933"/>
                  </a:lnTo>
                  <a:lnTo>
                    <a:pt x="103314" y="257187"/>
                  </a:lnTo>
                  <a:lnTo>
                    <a:pt x="103428" y="257441"/>
                  </a:lnTo>
                  <a:lnTo>
                    <a:pt x="103784" y="258203"/>
                  </a:lnTo>
                  <a:lnTo>
                    <a:pt x="105168" y="258203"/>
                  </a:lnTo>
                  <a:close/>
                </a:path>
                <a:path w="193040" h="327659">
                  <a:moveTo>
                    <a:pt x="105321" y="251345"/>
                  </a:moveTo>
                  <a:lnTo>
                    <a:pt x="102603" y="248424"/>
                  </a:lnTo>
                  <a:lnTo>
                    <a:pt x="101600" y="248424"/>
                  </a:lnTo>
                  <a:lnTo>
                    <a:pt x="103784" y="251345"/>
                  </a:lnTo>
                  <a:lnTo>
                    <a:pt x="105321" y="251345"/>
                  </a:lnTo>
                  <a:close/>
                </a:path>
                <a:path w="193040" h="327659">
                  <a:moveTo>
                    <a:pt x="105448" y="248170"/>
                  </a:moveTo>
                  <a:lnTo>
                    <a:pt x="104267" y="247408"/>
                  </a:lnTo>
                  <a:lnTo>
                    <a:pt x="102844" y="247408"/>
                  </a:lnTo>
                  <a:lnTo>
                    <a:pt x="103784" y="248170"/>
                  </a:lnTo>
                  <a:lnTo>
                    <a:pt x="105448" y="248170"/>
                  </a:lnTo>
                  <a:close/>
                </a:path>
                <a:path w="193040" h="327659">
                  <a:moveTo>
                    <a:pt x="105511" y="232549"/>
                  </a:moveTo>
                  <a:lnTo>
                    <a:pt x="103149" y="232549"/>
                  </a:lnTo>
                  <a:lnTo>
                    <a:pt x="103047" y="232803"/>
                  </a:lnTo>
                  <a:lnTo>
                    <a:pt x="105321" y="232803"/>
                  </a:lnTo>
                  <a:lnTo>
                    <a:pt x="105511" y="232549"/>
                  </a:lnTo>
                  <a:close/>
                </a:path>
                <a:path w="193040" h="327659">
                  <a:moveTo>
                    <a:pt x="105562" y="234327"/>
                  </a:moveTo>
                  <a:lnTo>
                    <a:pt x="104190" y="234327"/>
                  </a:lnTo>
                  <a:lnTo>
                    <a:pt x="104114" y="234454"/>
                  </a:lnTo>
                  <a:lnTo>
                    <a:pt x="104025" y="234581"/>
                  </a:lnTo>
                  <a:lnTo>
                    <a:pt x="101117" y="238899"/>
                  </a:lnTo>
                  <a:lnTo>
                    <a:pt x="101942" y="238899"/>
                  </a:lnTo>
                  <a:lnTo>
                    <a:pt x="102044" y="238772"/>
                  </a:lnTo>
                  <a:lnTo>
                    <a:pt x="102146" y="238645"/>
                  </a:lnTo>
                  <a:lnTo>
                    <a:pt x="102247" y="238518"/>
                  </a:lnTo>
                  <a:lnTo>
                    <a:pt x="102349" y="238391"/>
                  </a:lnTo>
                  <a:lnTo>
                    <a:pt x="102450" y="238264"/>
                  </a:lnTo>
                  <a:lnTo>
                    <a:pt x="102539" y="238137"/>
                  </a:lnTo>
                  <a:lnTo>
                    <a:pt x="105562" y="234327"/>
                  </a:lnTo>
                  <a:close/>
                </a:path>
                <a:path w="193040" h="327659">
                  <a:moveTo>
                    <a:pt x="105892" y="44450"/>
                  </a:moveTo>
                  <a:lnTo>
                    <a:pt x="103568" y="43129"/>
                  </a:lnTo>
                  <a:lnTo>
                    <a:pt x="102679" y="43129"/>
                  </a:lnTo>
                  <a:lnTo>
                    <a:pt x="101536" y="41910"/>
                  </a:lnTo>
                  <a:lnTo>
                    <a:pt x="100558" y="41910"/>
                  </a:lnTo>
                  <a:lnTo>
                    <a:pt x="100342" y="40640"/>
                  </a:lnTo>
                  <a:lnTo>
                    <a:pt x="99060" y="40640"/>
                  </a:lnTo>
                  <a:lnTo>
                    <a:pt x="99212" y="41910"/>
                  </a:lnTo>
                  <a:lnTo>
                    <a:pt x="101104" y="43129"/>
                  </a:lnTo>
                  <a:lnTo>
                    <a:pt x="103212" y="44450"/>
                  </a:lnTo>
                  <a:lnTo>
                    <a:pt x="105892" y="44450"/>
                  </a:lnTo>
                  <a:close/>
                </a:path>
                <a:path w="193040" h="327659">
                  <a:moveTo>
                    <a:pt x="105956" y="233819"/>
                  </a:moveTo>
                  <a:lnTo>
                    <a:pt x="104559" y="233819"/>
                  </a:lnTo>
                  <a:lnTo>
                    <a:pt x="104457" y="233946"/>
                  </a:lnTo>
                  <a:lnTo>
                    <a:pt x="104368" y="234073"/>
                  </a:lnTo>
                  <a:lnTo>
                    <a:pt x="104279" y="234200"/>
                  </a:lnTo>
                  <a:lnTo>
                    <a:pt x="105664" y="234200"/>
                  </a:lnTo>
                  <a:lnTo>
                    <a:pt x="105752" y="234073"/>
                  </a:lnTo>
                  <a:lnTo>
                    <a:pt x="105854" y="233946"/>
                  </a:lnTo>
                  <a:lnTo>
                    <a:pt x="105956" y="233819"/>
                  </a:lnTo>
                  <a:close/>
                </a:path>
                <a:path w="193040" h="327659">
                  <a:moveTo>
                    <a:pt x="105968" y="225183"/>
                  </a:moveTo>
                  <a:lnTo>
                    <a:pt x="104889" y="225183"/>
                  </a:lnTo>
                  <a:lnTo>
                    <a:pt x="104775" y="225437"/>
                  </a:lnTo>
                  <a:lnTo>
                    <a:pt x="104648" y="225691"/>
                  </a:lnTo>
                  <a:lnTo>
                    <a:pt x="104584" y="225818"/>
                  </a:lnTo>
                  <a:lnTo>
                    <a:pt x="104470" y="226072"/>
                  </a:lnTo>
                  <a:lnTo>
                    <a:pt x="104343" y="226326"/>
                  </a:lnTo>
                  <a:lnTo>
                    <a:pt x="104228" y="226580"/>
                  </a:lnTo>
                  <a:lnTo>
                    <a:pt x="103873" y="227342"/>
                  </a:lnTo>
                  <a:lnTo>
                    <a:pt x="103454" y="228358"/>
                  </a:lnTo>
                  <a:lnTo>
                    <a:pt x="104940" y="228358"/>
                  </a:lnTo>
                  <a:lnTo>
                    <a:pt x="105206" y="227723"/>
                  </a:lnTo>
                  <a:lnTo>
                    <a:pt x="105321" y="227342"/>
                  </a:lnTo>
                  <a:lnTo>
                    <a:pt x="105359" y="227215"/>
                  </a:lnTo>
                  <a:lnTo>
                    <a:pt x="105968" y="225183"/>
                  </a:lnTo>
                  <a:close/>
                </a:path>
                <a:path w="193040" h="327659">
                  <a:moveTo>
                    <a:pt x="106006" y="246011"/>
                  </a:moveTo>
                  <a:lnTo>
                    <a:pt x="105168" y="245757"/>
                  </a:lnTo>
                  <a:lnTo>
                    <a:pt x="103162" y="245757"/>
                  </a:lnTo>
                  <a:lnTo>
                    <a:pt x="103708" y="246011"/>
                  </a:lnTo>
                  <a:lnTo>
                    <a:pt x="106006" y="246011"/>
                  </a:lnTo>
                  <a:close/>
                </a:path>
                <a:path w="193040" h="327659">
                  <a:moveTo>
                    <a:pt x="106045" y="306158"/>
                  </a:moveTo>
                  <a:lnTo>
                    <a:pt x="84099" y="306158"/>
                  </a:lnTo>
                  <a:lnTo>
                    <a:pt x="84099" y="308660"/>
                  </a:lnTo>
                  <a:lnTo>
                    <a:pt x="84099" y="315556"/>
                  </a:lnTo>
                  <a:lnTo>
                    <a:pt x="77089" y="315556"/>
                  </a:lnTo>
                  <a:lnTo>
                    <a:pt x="77089" y="308660"/>
                  </a:lnTo>
                  <a:lnTo>
                    <a:pt x="84099" y="308660"/>
                  </a:lnTo>
                  <a:lnTo>
                    <a:pt x="84099" y="306158"/>
                  </a:lnTo>
                  <a:lnTo>
                    <a:pt x="74117" y="306158"/>
                  </a:lnTo>
                  <a:lnTo>
                    <a:pt x="74117" y="308660"/>
                  </a:lnTo>
                  <a:lnTo>
                    <a:pt x="74041" y="315556"/>
                  </a:lnTo>
                  <a:lnTo>
                    <a:pt x="68478" y="315556"/>
                  </a:lnTo>
                  <a:lnTo>
                    <a:pt x="68478" y="308660"/>
                  </a:lnTo>
                  <a:lnTo>
                    <a:pt x="74117" y="308660"/>
                  </a:lnTo>
                  <a:lnTo>
                    <a:pt x="74117" y="306158"/>
                  </a:lnTo>
                  <a:lnTo>
                    <a:pt x="65405" y="306158"/>
                  </a:lnTo>
                  <a:lnTo>
                    <a:pt x="65405" y="309245"/>
                  </a:lnTo>
                  <a:lnTo>
                    <a:pt x="65405" y="311061"/>
                  </a:lnTo>
                  <a:lnTo>
                    <a:pt x="65239" y="311899"/>
                  </a:lnTo>
                  <a:lnTo>
                    <a:pt x="65303" y="315556"/>
                  </a:lnTo>
                  <a:lnTo>
                    <a:pt x="64731" y="316534"/>
                  </a:lnTo>
                  <a:lnTo>
                    <a:pt x="63944" y="317144"/>
                  </a:lnTo>
                  <a:lnTo>
                    <a:pt x="62242" y="318757"/>
                  </a:lnTo>
                  <a:lnTo>
                    <a:pt x="59385" y="319392"/>
                  </a:lnTo>
                  <a:lnTo>
                    <a:pt x="57416" y="318135"/>
                  </a:lnTo>
                  <a:lnTo>
                    <a:pt x="56667" y="317474"/>
                  </a:lnTo>
                  <a:lnTo>
                    <a:pt x="56603" y="317144"/>
                  </a:lnTo>
                  <a:lnTo>
                    <a:pt x="56070" y="316534"/>
                  </a:lnTo>
                  <a:lnTo>
                    <a:pt x="56248" y="316191"/>
                  </a:lnTo>
                  <a:lnTo>
                    <a:pt x="58013" y="315556"/>
                  </a:lnTo>
                  <a:lnTo>
                    <a:pt x="58420" y="315556"/>
                  </a:lnTo>
                  <a:lnTo>
                    <a:pt x="59778" y="314604"/>
                  </a:lnTo>
                  <a:lnTo>
                    <a:pt x="60286" y="313715"/>
                  </a:lnTo>
                  <a:lnTo>
                    <a:pt x="60134" y="313715"/>
                  </a:lnTo>
                  <a:lnTo>
                    <a:pt x="60045" y="313258"/>
                  </a:lnTo>
                  <a:lnTo>
                    <a:pt x="59931" y="312724"/>
                  </a:lnTo>
                  <a:lnTo>
                    <a:pt x="59842" y="312369"/>
                  </a:lnTo>
                  <a:lnTo>
                    <a:pt x="59728" y="311899"/>
                  </a:lnTo>
                  <a:lnTo>
                    <a:pt x="59639" y="310769"/>
                  </a:lnTo>
                  <a:lnTo>
                    <a:pt x="59385" y="309841"/>
                  </a:lnTo>
                  <a:lnTo>
                    <a:pt x="59258" y="308660"/>
                  </a:lnTo>
                  <a:lnTo>
                    <a:pt x="64935" y="308660"/>
                  </a:lnTo>
                  <a:lnTo>
                    <a:pt x="65405" y="309245"/>
                  </a:lnTo>
                  <a:lnTo>
                    <a:pt x="65405" y="306158"/>
                  </a:lnTo>
                  <a:lnTo>
                    <a:pt x="37172" y="306158"/>
                  </a:lnTo>
                  <a:lnTo>
                    <a:pt x="37172" y="309245"/>
                  </a:lnTo>
                  <a:lnTo>
                    <a:pt x="37058" y="314363"/>
                  </a:lnTo>
                  <a:lnTo>
                    <a:pt x="37020" y="314604"/>
                  </a:lnTo>
                  <a:lnTo>
                    <a:pt x="36258" y="315163"/>
                  </a:lnTo>
                  <a:lnTo>
                    <a:pt x="35674" y="315556"/>
                  </a:lnTo>
                  <a:lnTo>
                    <a:pt x="30314" y="315556"/>
                  </a:lnTo>
                  <a:lnTo>
                    <a:pt x="29527" y="315163"/>
                  </a:lnTo>
                  <a:lnTo>
                    <a:pt x="29527" y="314363"/>
                  </a:lnTo>
                  <a:lnTo>
                    <a:pt x="29527" y="308660"/>
                  </a:lnTo>
                  <a:lnTo>
                    <a:pt x="37020" y="308660"/>
                  </a:lnTo>
                  <a:lnTo>
                    <a:pt x="37172" y="309245"/>
                  </a:lnTo>
                  <a:lnTo>
                    <a:pt x="37172" y="306158"/>
                  </a:lnTo>
                  <a:lnTo>
                    <a:pt x="28270" y="306158"/>
                  </a:lnTo>
                  <a:lnTo>
                    <a:pt x="28270" y="314363"/>
                  </a:lnTo>
                  <a:lnTo>
                    <a:pt x="25857" y="314363"/>
                  </a:lnTo>
                  <a:lnTo>
                    <a:pt x="26009" y="314096"/>
                  </a:lnTo>
                  <a:lnTo>
                    <a:pt x="28270" y="314363"/>
                  </a:lnTo>
                  <a:lnTo>
                    <a:pt x="28270" y="306158"/>
                  </a:lnTo>
                  <a:lnTo>
                    <a:pt x="21488" y="306158"/>
                  </a:lnTo>
                  <a:lnTo>
                    <a:pt x="21488" y="308660"/>
                  </a:lnTo>
                  <a:lnTo>
                    <a:pt x="26593" y="308660"/>
                  </a:lnTo>
                  <a:lnTo>
                    <a:pt x="26555" y="313258"/>
                  </a:lnTo>
                  <a:lnTo>
                    <a:pt x="26454" y="313410"/>
                  </a:lnTo>
                  <a:lnTo>
                    <a:pt x="26238" y="313715"/>
                  </a:lnTo>
                  <a:lnTo>
                    <a:pt x="24422" y="313715"/>
                  </a:lnTo>
                  <a:lnTo>
                    <a:pt x="23355" y="313258"/>
                  </a:lnTo>
                  <a:lnTo>
                    <a:pt x="22783" y="313258"/>
                  </a:lnTo>
                  <a:lnTo>
                    <a:pt x="22186" y="313715"/>
                  </a:lnTo>
                  <a:lnTo>
                    <a:pt x="22352" y="313715"/>
                  </a:lnTo>
                  <a:lnTo>
                    <a:pt x="22225" y="314363"/>
                  </a:lnTo>
                  <a:lnTo>
                    <a:pt x="22174" y="316191"/>
                  </a:lnTo>
                  <a:lnTo>
                    <a:pt x="22707" y="317144"/>
                  </a:lnTo>
                  <a:lnTo>
                    <a:pt x="22771" y="317271"/>
                  </a:lnTo>
                  <a:lnTo>
                    <a:pt x="26644" y="322795"/>
                  </a:lnTo>
                  <a:lnTo>
                    <a:pt x="28117" y="324726"/>
                  </a:lnTo>
                  <a:lnTo>
                    <a:pt x="28575" y="325132"/>
                  </a:lnTo>
                  <a:lnTo>
                    <a:pt x="29997" y="326326"/>
                  </a:lnTo>
                  <a:lnTo>
                    <a:pt x="30530" y="326720"/>
                  </a:lnTo>
                  <a:lnTo>
                    <a:pt x="30797" y="326974"/>
                  </a:lnTo>
                  <a:lnTo>
                    <a:pt x="32410" y="326974"/>
                  </a:lnTo>
                  <a:lnTo>
                    <a:pt x="32283" y="326720"/>
                  </a:lnTo>
                  <a:lnTo>
                    <a:pt x="32080" y="326326"/>
                  </a:lnTo>
                  <a:lnTo>
                    <a:pt x="31991" y="326097"/>
                  </a:lnTo>
                  <a:lnTo>
                    <a:pt x="31851" y="325742"/>
                  </a:lnTo>
                  <a:lnTo>
                    <a:pt x="31457" y="325323"/>
                  </a:lnTo>
                  <a:lnTo>
                    <a:pt x="30822" y="324726"/>
                  </a:lnTo>
                  <a:lnTo>
                    <a:pt x="30378" y="324205"/>
                  </a:lnTo>
                  <a:lnTo>
                    <a:pt x="29781" y="323735"/>
                  </a:lnTo>
                  <a:lnTo>
                    <a:pt x="28321" y="322795"/>
                  </a:lnTo>
                  <a:lnTo>
                    <a:pt x="28219" y="322605"/>
                  </a:lnTo>
                  <a:lnTo>
                    <a:pt x="28130" y="322427"/>
                  </a:lnTo>
                  <a:lnTo>
                    <a:pt x="27851" y="322046"/>
                  </a:lnTo>
                  <a:lnTo>
                    <a:pt x="26860" y="321081"/>
                  </a:lnTo>
                  <a:lnTo>
                    <a:pt x="26860" y="320268"/>
                  </a:lnTo>
                  <a:lnTo>
                    <a:pt x="27317" y="319392"/>
                  </a:lnTo>
                  <a:lnTo>
                    <a:pt x="27876" y="318477"/>
                  </a:lnTo>
                  <a:lnTo>
                    <a:pt x="28003" y="318135"/>
                  </a:lnTo>
                  <a:lnTo>
                    <a:pt x="28321" y="317271"/>
                  </a:lnTo>
                  <a:lnTo>
                    <a:pt x="28422" y="317144"/>
                  </a:lnTo>
                  <a:lnTo>
                    <a:pt x="29121" y="316191"/>
                  </a:lnTo>
                  <a:lnTo>
                    <a:pt x="27216" y="316191"/>
                  </a:lnTo>
                  <a:lnTo>
                    <a:pt x="31026" y="315912"/>
                  </a:lnTo>
                  <a:lnTo>
                    <a:pt x="31635" y="316191"/>
                  </a:lnTo>
                  <a:lnTo>
                    <a:pt x="29743" y="316191"/>
                  </a:lnTo>
                  <a:lnTo>
                    <a:pt x="30683" y="317144"/>
                  </a:lnTo>
                  <a:lnTo>
                    <a:pt x="30746" y="317271"/>
                  </a:lnTo>
                  <a:lnTo>
                    <a:pt x="31432" y="318135"/>
                  </a:lnTo>
                  <a:lnTo>
                    <a:pt x="37172" y="318135"/>
                  </a:lnTo>
                  <a:lnTo>
                    <a:pt x="37045" y="324523"/>
                  </a:lnTo>
                  <a:lnTo>
                    <a:pt x="37033" y="324726"/>
                  </a:lnTo>
                  <a:lnTo>
                    <a:pt x="36830" y="324726"/>
                  </a:lnTo>
                  <a:lnTo>
                    <a:pt x="39382" y="326974"/>
                  </a:lnTo>
                  <a:lnTo>
                    <a:pt x="39966" y="326974"/>
                  </a:lnTo>
                  <a:lnTo>
                    <a:pt x="39966" y="308660"/>
                  </a:lnTo>
                  <a:lnTo>
                    <a:pt x="57670" y="308660"/>
                  </a:lnTo>
                  <a:lnTo>
                    <a:pt x="58889" y="310769"/>
                  </a:lnTo>
                  <a:lnTo>
                    <a:pt x="58788" y="311061"/>
                  </a:lnTo>
                  <a:lnTo>
                    <a:pt x="58102" y="312902"/>
                  </a:lnTo>
                  <a:lnTo>
                    <a:pt x="56476" y="312902"/>
                  </a:lnTo>
                  <a:lnTo>
                    <a:pt x="54368" y="313258"/>
                  </a:lnTo>
                  <a:lnTo>
                    <a:pt x="46723" y="313258"/>
                  </a:lnTo>
                  <a:lnTo>
                    <a:pt x="44196" y="313410"/>
                  </a:lnTo>
                  <a:lnTo>
                    <a:pt x="42354" y="315556"/>
                  </a:lnTo>
                  <a:lnTo>
                    <a:pt x="42189" y="315556"/>
                  </a:lnTo>
                  <a:lnTo>
                    <a:pt x="42303" y="316191"/>
                  </a:lnTo>
                  <a:lnTo>
                    <a:pt x="42367" y="316534"/>
                  </a:lnTo>
                  <a:lnTo>
                    <a:pt x="42481" y="317144"/>
                  </a:lnTo>
                  <a:lnTo>
                    <a:pt x="42545" y="317474"/>
                  </a:lnTo>
                  <a:lnTo>
                    <a:pt x="42672" y="318135"/>
                  </a:lnTo>
                  <a:lnTo>
                    <a:pt x="42786" y="318757"/>
                  </a:lnTo>
                  <a:lnTo>
                    <a:pt x="42913" y="319392"/>
                  </a:lnTo>
                  <a:lnTo>
                    <a:pt x="43345" y="320598"/>
                  </a:lnTo>
                  <a:lnTo>
                    <a:pt x="43446" y="320751"/>
                  </a:lnTo>
                  <a:lnTo>
                    <a:pt x="43916" y="321475"/>
                  </a:lnTo>
                  <a:lnTo>
                    <a:pt x="44894" y="322605"/>
                  </a:lnTo>
                  <a:lnTo>
                    <a:pt x="46482" y="324726"/>
                  </a:lnTo>
                  <a:lnTo>
                    <a:pt x="47320" y="325577"/>
                  </a:lnTo>
                  <a:lnTo>
                    <a:pt x="48209" y="326326"/>
                  </a:lnTo>
                  <a:lnTo>
                    <a:pt x="49149" y="326974"/>
                  </a:lnTo>
                  <a:lnTo>
                    <a:pt x="50088" y="326974"/>
                  </a:lnTo>
                  <a:lnTo>
                    <a:pt x="50050" y="326097"/>
                  </a:lnTo>
                  <a:lnTo>
                    <a:pt x="49860" y="325742"/>
                  </a:lnTo>
                  <a:lnTo>
                    <a:pt x="49491" y="325323"/>
                  </a:lnTo>
                  <a:lnTo>
                    <a:pt x="49263" y="325132"/>
                  </a:lnTo>
                  <a:lnTo>
                    <a:pt x="48450" y="324345"/>
                  </a:lnTo>
                  <a:lnTo>
                    <a:pt x="45224" y="320014"/>
                  </a:lnTo>
                  <a:lnTo>
                    <a:pt x="45986" y="316534"/>
                  </a:lnTo>
                  <a:lnTo>
                    <a:pt x="46304" y="316534"/>
                  </a:lnTo>
                  <a:lnTo>
                    <a:pt x="46964" y="316191"/>
                  </a:lnTo>
                  <a:lnTo>
                    <a:pt x="45923" y="316191"/>
                  </a:lnTo>
                  <a:lnTo>
                    <a:pt x="50838" y="315556"/>
                  </a:lnTo>
                  <a:lnTo>
                    <a:pt x="54025" y="315556"/>
                  </a:lnTo>
                  <a:lnTo>
                    <a:pt x="54686" y="316534"/>
                  </a:lnTo>
                  <a:lnTo>
                    <a:pt x="54965" y="317144"/>
                  </a:lnTo>
                  <a:lnTo>
                    <a:pt x="55067" y="317271"/>
                  </a:lnTo>
                  <a:lnTo>
                    <a:pt x="55702" y="318135"/>
                  </a:lnTo>
                  <a:lnTo>
                    <a:pt x="56400" y="319024"/>
                  </a:lnTo>
                  <a:lnTo>
                    <a:pt x="57378" y="320014"/>
                  </a:lnTo>
                  <a:lnTo>
                    <a:pt x="57708" y="320268"/>
                  </a:lnTo>
                  <a:lnTo>
                    <a:pt x="59118" y="321475"/>
                  </a:lnTo>
                  <a:lnTo>
                    <a:pt x="58610" y="321475"/>
                  </a:lnTo>
                  <a:lnTo>
                    <a:pt x="61582" y="322046"/>
                  </a:lnTo>
                  <a:lnTo>
                    <a:pt x="61912" y="322046"/>
                  </a:lnTo>
                  <a:lnTo>
                    <a:pt x="64490" y="320751"/>
                  </a:lnTo>
                  <a:lnTo>
                    <a:pt x="64630" y="320598"/>
                  </a:lnTo>
                  <a:lnTo>
                    <a:pt x="65112" y="320598"/>
                  </a:lnTo>
                  <a:lnTo>
                    <a:pt x="65112" y="324523"/>
                  </a:lnTo>
                  <a:lnTo>
                    <a:pt x="66065" y="325323"/>
                  </a:lnTo>
                  <a:lnTo>
                    <a:pt x="66306" y="325577"/>
                  </a:lnTo>
                  <a:lnTo>
                    <a:pt x="66751" y="326097"/>
                  </a:lnTo>
                  <a:lnTo>
                    <a:pt x="67652" y="326974"/>
                  </a:lnTo>
                  <a:lnTo>
                    <a:pt x="68478" y="326974"/>
                  </a:lnTo>
                  <a:lnTo>
                    <a:pt x="68478" y="320598"/>
                  </a:lnTo>
                  <a:lnTo>
                    <a:pt x="68478" y="319392"/>
                  </a:lnTo>
                  <a:lnTo>
                    <a:pt x="68478" y="316191"/>
                  </a:lnTo>
                  <a:lnTo>
                    <a:pt x="68008" y="316191"/>
                  </a:lnTo>
                  <a:lnTo>
                    <a:pt x="68478" y="316166"/>
                  </a:lnTo>
                  <a:lnTo>
                    <a:pt x="71374" y="316191"/>
                  </a:lnTo>
                  <a:lnTo>
                    <a:pt x="71145" y="316534"/>
                  </a:lnTo>
                  <a:lnTo>
                    <a:pt x="74002" y="321081"/>
                  </a:lnTo>
                  <a:lnTo>
                    <a:pt x="74295" y="321475"/>
                  </a:lnTo>
                  <a:lnTo>
                    <a:pt x="74764" y="321767"/>
                  </a:lnTo>
                  <a:lnTo>
                    <a:pt x="74955" y="322046"/>
                  </a:lnTo>
                  <a:lnTo>
                    <a:pt x="76123" y="322605"/>
                  </a:lnTo>
                  <a:lnTo>
                    <a:pt x="77406" y="322046"/>
                  </a:lnTo>
                  <a:lnTo>
                    <a:pt x="77406" y="320014"/>
                  </a:lnTo>
                  <a:lnTo>
                    <a:pt x="77101" y="319024"/>
                  </a:lnTo>
                  <a:lnTo>
                    <a:pt x="77406" y="318757"/>
                  </a:lnTo>
                  <a:lnTo>
                    <a:pt x="83629" y="318757"/>
                  </a:lnTo>
                  <a:lnTo>
                    <a:pt x="83705" y="319024"/>
                  </a:lnTo>
                  <a:lnTo>
                    <a:pt x="84099" y="319024"/>
                  </a:lnTo>
                  <a:lnTo>
                    <a:pt x="84226" y="324726"/>
                  </a:lnTo>
                  <a:lnTo>
                    <a:pt x="84493" y="325132"/>
                  </a:lnTo>
                  <a:lnTo>
                    <a:pt x="84632" y="325323"/>
                  </a:lnTo>
                  <a:lnTo>
                    <a:pt x="85674" y="326326"/>
                  </a:lnTo>
                  <a:lnTo>
                    <a:pt x="86194" y="326974"/>
                  </a:lnTo>
                  <a:lnTo>
                    <a:pt x="87299" y="326974"/>
                  </a:lnTo>
                  <a:lnTo>
                    <a:pt x="87299" y="318757"/>
                  </a:lnTo>
                  <a:lnTo>
                    <a:pt x="87299" y="308660"/>
                  </a:lnTo>
                  <a:lnTo>
                    <a:pt x="100545" y="308660"/>
                  </a:lnTo>
                  <a:lnTo>
                    <a:pt x="100545" y="313715"/>
                  </a:lnTo>
                  <a:lnTo>
                    <a:pt x="100545" y="314604"/>
                  </a:lnTo>
                  <a:lnTo>
                    <a:pt x="100545" y="317271"/>
                  </a:lnTo>
                  <a:lnTo>
                    <a:pt x="99047" y="318757"/>
                  </a:lnTo>
                  <a:lnTo>
                    <a:pt x="97116" y="319392"/>
                  </a:lnTo>
                  <a:lnTo>
                    <a:pt x="93205" y="319392"/>
                  </a:lnTo>
                  <a:lnTo>
                    <a:pt x="92760" y="318757"/>
                  </a:lnTo>
                  <a:lnTo>
                    <a:pt x="92887" y="318135"/>
                  </a:lnTo>
                  <a:lnTo>
                    <a:pt x="93446" y="315379"/>
                  </a:lnTo>
                  <a:lnTo>
                    <a:pt x="94640" y="314604"/>
                  </a:lnTo>
                  <a:lnTo>
                    <a:pt x="96837" y="314363"/>
                  </a:lnTo>
                  <a:lnTo>
                    <a:pt x="99199" y="314363"/>
                  </a:lnTo>
                  <a:lnTo>
                    <a:pt x="100037" y="314604"/>
                  </a:lnTo>
                  <a:lnTo>
                    <a:pt x="100545" y="314604"/>
                  </a:lnTo>
                  <a:lnTo>
                    <a:pt x="100545" y="313715"/>
                  </a:lnTo>
                  <a:lnTo>
                    <a:pt x="100088" y="313715"/>
                  </a:lnTo>
                  <a:lnTo>
                    <a:pt x="99606" y="313410"/>
                  </a:lnTo>
                  <a:lnTo>
                    <a:pt x="98971" y="312902"/>
                  </a:lnTo>
                  <a:lnTo>
                    <a:pt x="98336" y="312559"/>
                  </a:lnTo>
                  <a:lnTo>
                    <a:pt x="97574" y="312369"/>
                  </a:lnTo>
                  <a:lnTo>
                    <a:pt x="96799" y="311899"/>
                  </a:lnTo>
                  <a:lnTo>
                    <a:pt x="94627" y="311899"/>
                  </a:lnTo>
                  <a:lnTo>
                    <a:pt x="91414" y="312724"/>
                  </a:lnTo>
                  <a:lnTo>
                    <a:pt x="90589" y="313715"/>
                  </a:lnTo>
                  <a:lnTo>
                    <a:pt x="90411" y="313715"/>
                  </a:lnTo>
                  <a:lnTo>
                    <a:pt x="90525" y="314604"/>
                  </a:lnTo>
                  <a:lnTo>
                    <a:pt x="90639" y="315556"/>
                  </a:lnTo>
                  <a:lnTo>
                    <a:pt x="90766" y="317474"/>
                  </a:lnTo>
                  <a:lnTo>
                    <a:pt x="90817" y="318477"/>
                  </a:lnTo>
                  <a:lnTo>
                    <a:pt x="90932" y="318617"/>
                  </a:lnTo>
                  <a:lnTo>
                    <a:pt x="91033" y="318757"/>
                  </a:lnTo>
                  <a:lnTo>
                    <a:pt x="91541" y="319392"/>
                  </a:lnTo>
                  <a:lnTo>
                    <a:pt x="91871" y="319811"/>
                  </a:lnTo>
                  <a:lnTo>
                    <a:pt x="93433" y="319735"/>
                  </a:lnTo>
                  <a:lnTo>
                    <a:pt x="93649" y="320014"/>
                  </a:lnTo>
                  <a:lnTo>
                    <a:pt x="92036" y="320014"/>
                  </a:lnTo>
                  <a:lnTo>
                    <a:pt x="92252" y="320268"/>
                  </a:lnTo>
                  <a:lnTo>
                    <a:pt x="94297" y="321475"/>
                  </a:lnTo>
                  <a:lnTo>
                    <a:pt x="94640" y="321767"/>
                  </a:lnTo>
                  <a:lnTo>
                    <a:pt x="95084" y="321767"/>
                  </a:lnTo>
                  <a:lnTo>
                    <a:pt x="96723" y="322427"/>
                  </a:lnTo>
                  <a:lnTo>
                    <a:pt x="98361" y="322046"/>
                  </a:lnTo>
                  <a:lnTo>
                    <a:pt x="99707" y="321475"/>
                  </a:lnTo>
                  <a:lnTo>
                    <a:pt x="100545" y="321094"/>
                  </a:lnTo>
                  <a:lnTo>
                    <a:pt x="100622" y="321475"/>
                  </a:lnTo>
                  <a:lnTo>
                    <a:pt x="100749" y="322046"/>
                  </a:lnTo>
                  <a:lnTo>
                    <a:pt x="100850" y="323735"/>
                  </a:lnTo>
                  <a:lnTo>
                    <a:pt x="100952" y="324345"/>
                  </a:lnTo>
                  <a:lnTo>
                    <a:pt x="101015" y="324726"/>
                  </a:lnTo>
                  <a:lnTo>
                    <a:pt x="101130" y="325132"/>
                  </a:lnTo>
                  <a:lnTo>
                    <a:pt x="101193" y="325323"/>
                  </a:lnTo>
                  <a:lnTo>
                    <a:pt x="101282" y="325577"/>
                  </a:lnTo>
                  <a:lnTo>
                    <a:pt x="101333" y="325742"/>
                  </a:lnTo>
                  <a:lnTo>
                    <a:pt x="101625" y="326097"/>
                  </a:lnTo>
                  <a:lnTo>
                    <a:pt x="102273" y="326720"/>
                  </a:lnTo>
                  <a:lnTo>
                    <a:pt x="102895" y="326974"/>
                  </a:lnTo>
                  <a:lnTo>
                    <a:pt x="103657" y="326974"/>
                  </a:lnTo>
                  <a:lnTo>
                    <a:pt x="103657" y="321081"/>
                  </a:lnTo>
                  <a:lnTo>
                    <a:pt x="103657" y="314363"/>
                  </a:lnTo>
                  <a:lnTo>
                    <a:pt x="103657" y="308660"/>
                  </a:lnTo>
                  <a:lnTo>
                    <a:pt x="106045" y="308660"/>
                  </a:lnTo>
                  <a:lnTo>
                    <a:pt x="106045" y="306158"/>
                  </a:lnTo>
                  <a:close/>
                </a:path>
                <a:path w="193040" h="327659">
                  <a:moveTo>
                    <a:pt x="106476" y="265061"/>
                  </a:moveTo>
                  <a:lnTo>
                    <a:pt x="106159" y="264807"/>
                  </a:lnTo>
                  <a:lnTo>
                    <a:pt x="104889" y="264045"/>
                  </a:lnTo>
                  <a:lnTo>
                    <a:pt x="103200" y="264426"/>
                  </a:lnTo>
                  <a:lnTo>
                    <a:pt x="102920" y="265061"/>
                  </a:lnTo>
                  <a:lnTo>
                    <a:pt x="106476" y="265061"/>
                  </a:lnTo>
                  <a:close/>
                </a:path>
                <a:path w="193040" h="327659">
                  <a:moveTo>
                    <a:pt x="106743" y="222643"/>
                  </a:moveTo>
                  <a:lnTo>
                    <a:pt x="106095" y="222643"/>
                  </a:lnTo>
                  <a:lnTo>
                    <a:pt x="105016" y="224929"/>
                  </a:lnTo>
                  <a:lnTo>
                    <a:pt x="106045" y="224929"/>
                  </a:lnTo>
                  <a:lnTo>
                    <a:pt x="106159" y="224548"/>
                  </a:lnTo>
                  <a:lnTo>
                    <a:pt x="106273" y="224167"/>
                  </a:lnTo>
                  <a:lnTo>
                    <a:pt x="106349" y="223913"/>
                  </a:lnTo>
                  <a:lnTo>
                    <a:pt x="106743" y="222643"/>
                  </a:lnTo>
                  <a:close/>
                </a:path>
                <a:path w="193040" h="327659">
                  <a:moveTo>
                    <a:pt x="106756" y="232803"/>
                  </a:moveTo>
                  <a:lnTo>
                    <a:pt x="105321" y="232803"/>
                  </a:lnTo>
                  <a:lnTo>
                    <a:pt x="104648" y="233692"/>
                  </a:lnTo>
                  <a:lnTo>
                    <a:pt x="106057" y="233692"/>
                  </a:lnTo>
                  <a:lnTo>
                    <a:pt x="106159" y="233565"/>
                  </a:lnTo>
                  <a:lnTo>
                    <a:pt x="106260" y="233438"/>
                  </a:lnTo>
                  <a:lnTo>
                    <a:pt x="106349" y="233311"/>
                  </a:lnTo>
                  <a:lnTo>
                    <a:pt x="106451" y="233184"/>
                  </a:lnTo>
                  <a:lnTo>
                    <a:pt x="106553" y="233057"/>
                  </a:lnTo>
                  <a:lnTo>
                    <a:pt x="106756" y="232803"/>
                  </a:lnTo>
                  <a:close/>
                </a:path>
                <a:path w="193040" h="327659">
                  <a:moveTo>
                    <a:pt x="106857" y="222262"/>
                  </a:moveTo>
                  <a:lnTo>
                    <a:pt x="106286" y="222262"/>
                  </a:lnTo>
                  <a:lnTo>
                    <a:pt x="106222" y="222389"/>
                  </a:lnTo>
                  <a:lnTo>
                    <a:pt x="104698" y="222389"/>
                  </a:lnTo>
                  <a:lnTo>
                    <a:pt x="104368" y="222643"/>
                  </a:lnTo>
                  <a:lnTo>
                    <a:pt x="106095" y="222643"/>
                  </a:lnTo>
                  <a:lnTo>
                    <a:pt x="106159" y="222516"/>
                  </a:lnTo>
                  <a:lnTo>
                    <a:pt x="106781" y="222516"/>
                  </a:lnTo>
                  <a:lnTo>
                    <a:pt x="106857" y="222262"/>
                  </a:lnTo>
                  <a:close/>
                </a:path>
                <a:path w="193040" h="327659">
                  <a:moveTo>
                    <a:pt x="107048" y="238899"/>
                  </a:moveTo>
                  <a:lnTo>
                    <a:pt x="104381" y="238899"/>
                  </a:lnTo>
                  <a:lnTo>
                    <a:pt x="104025" y="239153"/>
                  </a:lnTo>
                  <a:lnTo>
                    <a:pt x="106565" y="239153"/>
                  </a:lnTo>
                  <a:lnTo>
                    <a:pt x="107048" y="238899"/>
                  </a:lnTo>
                  <a:close/>
                </a:path>
                <a:path w="193040" h="327659">
                  <a:moveTo>
                    <a:pt x="107632" y="222262"/>
                  </a:moveTo>
                  <a:lnTo>
                    <a:pt x="107619" y="222135"/>
                  </a:lnTo>
                  <a:lnTo>
                    <a:pt x="106895" y="222135"/>
                  </a:lnTo>
                  <a:lnTo>
                    <a:pt x="106857" y="222262"/>
                  </a:lnTo>
                  <a:lnTo>
                    <a:pt x="107632" y="222262"/>
                  </a:lnTo>
                  <a:close/>
                </a:path>
                <a:path w="193040" h="327659">
                  <a:moveTo>
                    <a:pt x="107708" y="222643"/>
                  </a:moveTo>
                  <a:lnTo>
                    <a:pt x="107683" y="222516"/>
                  </a:lnTo>
                  <a:lnTo>
                    <a:pt x="106781" y="222516"/>
                  </a:lnTo>
                  <a:lnTo>
                    <a:pt x="106743" y="222643"/>
                  </a:lnTo>
                  <a:lnTo>
                    <a:pt x="107708" y="222643"/>
                  </a:lnTo>
                  <a:close/>
                </a:path>
                <a:path w="193040" h="327659">
                  <a:moveTo>
                    <a:pt x="107848" y="256933"/>
                  </a:moveTo>
                  <a:lnTo>
                    <a:pt x="107670" y="256679"/>
                  </a:lnTo>
                  <a:lnTo>
                    <a:pt x="104533" y="256679"/>
                  </a:lnTo>
                  <a:lnTo>
                    <a:pt x="104635" y="256933"/>
                  </a:lnTo>
                  <a:lnTo>
                    <a:pt x="107848" y="256933"/>
                  </a:lnTo>
                  <a:close/>
                </a:path>
                <a:path w="193040" h="327659">
                  <a:moveTo>
                    <a:pt x="108305" y="266458"/>
                  </a:moveTo>
                  <a:lnTo>
                    <a:pt x="102387" y="266458"/>
                  </a:lnTo>
                  <a:lnTo>
                    <a:pt x="102450" y="266204"/>
                  </a:lnTo>
                  <a:lnTo>
                    <a:pt x="101638" y="266204"/>
                  </a:lnTo>
                  <a:lnTo>
                    <a:pt x="101663" y="266458"/>
                  </a:lnTo>
                  <a:lnTo>
                    <a:pt x="101142" y="266458"/>
                  </a:lnTo>
                  <a:lnTo>
                    <a:pt x="101092" y="266204"/>
                  </a:lnTo>
                  <a:lnTo>
                    <a:pt x="100203" y="266204"/>
                  </a:lnTo>
                  <a:lnTo>
                    <a:pt x="100431" y="266458"/>
                  </a:lnTo>
                  <a:lnTo>
                    <a:pt x="96266" y="266458"/>
                  </a:lnTo>
                  <a:lnTo>
                    <a:pt x="96481" y="266204"/>
                  </a:lnTo>
                  <a:lnTo>
                    <a:pt x="95656" y="266204"/>
                  </a:lnTo>
                  <a:lnTo>
                    <a:pt x="95592" y="266458"/>
                  </a:lnTo>
                  <a:lnTo>
                    <a:pt x="95123" y="266458"/>
                  </a:lnTo>
                  <a:lnTo>
                    <a:pt x="95148" y="266204"/>
                  </a:lnTo>
                  <a:lnTo>
                    <a:pt x="94526" y="266204"/>
                  </a:lnTo>
                  <a:lnTo>
                    <a:pt x="94551" y="266458"/>
                  </a:lnTo>
                  <a:lnTo>
                    <a:pt x="88849" y="266458"/>
                  </a:lnTo>
                  <a:lnTo>
                    <a:pt x="97815" y="268363"/>
                  </a:lnTo>
                  <a:lnTo>
                    <a:pt x="108305" y="266458"/>
                  </a:lnTo>
                  <a:close/>
                </a:path>
                <a:path w="193040" h="327659">
                  <a:moveTo>
                    <a:pt x="108686" y="234200"/>
                  </a:moveTo>
                  <a:lnTo>
                    <a:pt x="105664" y="234200"/>
                  </a:lnTo>
                  <a:lnTo>
                    <a:pt x="105562" y="234327"/>
                  </a:lnTo>
                  <a:lnTo>
                    <a:pt x="108521" y="234327"/>
                  </a:lnTo>
                  <a:lnTo>
                    <a:pt x="108686" y="234200"/>
                  </a:lnTo>
                  <a:close/>
                </a:path>
                <a:path w="193040" h="327659">
                  <a:moveTo>
                    <a:pt x="108750" y="228358"/>
                  </a:moveTo>
                  <a:lnTo>
                    <a:pt x="104940" y="228358"/>
                  </a:lnTo>
                  <a:lnTo>
                    <a:pt x="104889" y="228485"/>
                  </a:lnTo>
                  <a:lnTo>
                    <a:pt x="108635" y="228485"/>
                  </a:lnTo>
                  <a:lnTo>
                    <a:pt x="108750" y="228358"/>
                  </a:lnTo>
                  <a:close/>
                </a:path>
                <a:path w="193040" h="327659">
                  <a:moveTo>
                    <a:pt x="108826" y="41910"/>
                  </a:moveTo>
                  <a:lnTo>
                    <a:pt x="106197" y="40640"/>
                  </a:lnTo>
                  <a:lnTo>
                    <a:pt x="103212" y="40640"/>
                  </a:lnTo>
                  <a:lnTo>
                    <a:pt x="101866" y="39370"/>
                  </a:lnTo>
                  <a:lnTo>
                    <a:pt x="101180" y="39370"/>
                  </a:lnTo>
                  <a:lnTo>
                    <a:pt x="101536" y="40640"/>
                  </a:lnTo>
                  <a:lnTo>
                    <a:pt x="101866" y="40640"/>
                  </a:lnTo>
                  <a:lnTo>
                    <a:pt x="103924" y="41910"/>
                  </a:lnTo>
                  <a:lnTo>
                    <a:pt x="108826" y="41910"/>
                  </a:lnTo>
                  <a:close/>
                </a:path>
                <a:path w="193040" h="327659">
                  <a:moveTo>
                    <a:pt x="109054" y="248424"/>
                  </a:moveTo>
                  <a:lnTo>
                    <a:pt x="108343" y="248170"/>
                  </a:lnTo>
                  <a:lnTo>
                    <a:pt x="105448" y="248170"/>
                  </a:lnTo>
                  <a:lnTo>
                    <a:pt x="105841" y="248424"/>
                  </a:lnTo>
                  <a:lnTo>
                    <a:pt x="109054" y="248424"/>
                  </a:lnTo>
                  <a:close/>
                </a:path>
                <a:path w="193040" h="327659">
                  <a:moveTo>
                    <a:pt x="109143" y="258457"/>
                  </a:moveTo>
                  <a:lnTo>
                    <a:pt x="108915" y="258203"/>
                  </a:lnTo>
                  <a:lnTo>
                    <a:pt x="105168" y="258203"/>
                  </a:lnTo>
                  <a:lnTo>
                    <a:pt x="105283" y="258457"/>
                  </a:lnTo>
                  <a:lnTo>
                    <a:pt x="109143" y="258457"/>
                  </a:lnTo>
                  <a:close/>
                </a:path>
                <a:path w="193040" h="327659">
                  <a:moveTo>
                    <a:pt x="109334" y="233692"/>
                  </a:moveTo>
                  <a:lnTo>
                    <a:pt x="106057" y="233692"/>
                  </a:lnTo>
                  <a:lnTo>
                    <a:pt x="105956" y="233819"/>
                  </a:lnTo>
                  <a:lnTo>
                    <a:pt x="109169" y="233819"/>
                  </a:lnTo>
                  <a:lnTo>
                    <a:pt x="109334" y="233692"/>
                  </a:lnTo>
                  <a:close/>
                </a:path>
                <a:path w="193040" h="327659">
                  <a:moveTo>
                    <a:pt x="109385" y="256679"/>
                  </a:moveTo>
                  <a:lnTo>
                    <a:pt x="109308" y="256552"/>
                  </a:lnTo>
                  <a:lnTo>
                    <a:pt x="105587" y="251599"/>
                  </a:lnTo>
                  <a:lnTo>
                    <a:pt x="108089" y="251599"/>
                  </a:lnTo>
                  <a:lnTo>
                    <a:pt x="107746" y="251345"/>
                  </a:lnTo>
                  <a:lnTo>
                    <a:pt x="105321" y="251345"/>
                  </a:lnTo>
                  <a:lnTo>
                    <a:pt x="105562" y="251599"/>
                  </a:lnTo>
                  <a:lnTo>
                    <a:pt x="103974" y="251599"/>
                  </a:lnTo>
                  <a:lnTo>
                    <a:pt x="104648" y="252488"/>
                  </a:lnTo>
                  <a:lnTo>
                    <a:pt x="107670" y="256679"/>
                  </a:lnTo>
                  <a:lnTo>
                    <a:pt x="109385" y="256679"/>
                  </a:lnTo>
                  <a:close/>
                </a:path>
                <a:path w="193040" h="327659">
                  <a:moveTo>
                    <a:pt x="109855" y="251345"/>
                  </a:moveTo>
                  <a:lnTo>
                    <a:pt x="107594" y="249567"/>
                  </a:lnTo>
                  <a:lnTo>
                    <a:pt x="105841" y="248424"/>
                  </a:lnTo>
                  <a:lnTo>
                    <a:pt x="104089" y="248424"/>
                  </a:lnTo>
                  <a:lnTo>
                    <a:pt x="106730" y="250583"/>
                  </a:lnTo>
                  <a:lnTo>
                    <a:pt x="107746" y="251345"/>
                  </a:lnTo>
                  <a:lnTo>
                    <a:pt x="109855" y="251345"/>
                  </a:lnTo>
                  <a:close/>
                </a:path>
                <a:path w="193040" h="327659">
                  <a:moveTo>
                    <a:pt x="109905" y="228485"/>
                  </a:moveTo>
                  <a:lnTo>
                    <a:pt x="108635" y="228485"/>
                  </a:lnTo>
                  <a:lnTo>
                    <a:pt x="107988" y="229247"/>
                  </a:lnTo>
                  <a:lnTo>
                    <a:pt x="105511" y="232549"/>
                  </a:lnTo>
                  <a:lnTo>
                    <a:pt x="106946" y="232549"/>
                  </a:lnTo>
                  <a:lnTo>
                    <a:pt x="107048" y="232422"/>
                  </a:lnTo>
                  <a:lnTo>
                    <a:pt x="107149" y="232295"/>
                  </a:lnTo>
                  <a:lnTo>
                    <a:pt x="107251" y="232168"/>
                  </a:lnTo>
                  <a:lnTo>
                    <a:pt x="108940" y="230009"/>
                  </a:lnTo>
                  <a:lnTo>
                    <a:pt x="109905" y="228485"/>
                  </a:lnTo>
                  <a:close/>
                </a:path>
                <a:path w="193040" h="327659">
                  <a:moveTo>
                    <a:pt x="110388" y="258203"/>
                  </a:moveTo>
                  <a:lnTo>
                    <a:pt x="109550" y="256933"/>
                  </a:lnTo>
                  <a:lnTo>
                    <a:pt x="107848" y="256933"/>
                  </a:lnTo>
                  <a:lnTo>
                    <a:pt x="108216" y="257441"/>
                  </a:lnTo>
                  <a:lnTo>
                    <a:pt x="108915" y="258203"/>
                  </a:lnTo>
                  <a:lnTo>
                    <a:pt x="110388" y="258203"/>
                  </a:lnTo>
                  <a:close/>
                </a:path>
                <a:path w="193040" h="327659">
                  <a:moveTo>
                    <a:pt x="110591" y="234327"/>
                  </a:moveTo>
                  <a:lnTo>
                    <a:pt x="108521" y="234327"/>
                  </a:lnTo>
                  <a:lnTo>
                    <a:pt x="106743" y="235724"/>
                  </a:lnTo>
                  <a:lnTo>
                    <a:pt x="106172" y="236232"/>
                  </a:lnTo>
                  <a:lnTo>
                    <a:pt x="103301" y="238899"/>
                  </a:lnTo>
                  <a:lnTo>
                    <a:pt x="104381" y="238899"/>
                  </a:lnTo>
                  <a:lnTo>
                    <a:pt x="107302" y="236867"/>
                  </a:lnTo>
                  <a:lnTo>
                    <a:pt x="110591" y="234327"/>
                  </a:lnTo>
                  <a:close/>
                </a:path>
                <a:path w="193040" h="327659">
                  <a:moveTo>
                    <a:pt x="110718" y="222135"/>
                  </a:moveTo>
                  <a:lnTo>
                    <a:pt x="110236" y="221805"/>
                  </a:lnTo>
                  <a:lnTo>
                    <a:pt x="109575" y="221373"/>
                  </a:lnTo>
                  <a:lnTo>
                    <a:pt x="107861" y="220230"/>
                  </a:lnTo>
                  <a:lnTo>
                    <a:pt x="106578" y="219976"/>
                  </a:lnTo>
                  <a:lnTo>
                    <a:pt x="98247" y="218325"/>
                  </a:lnTo>
                  <a:lnTo>
                    <a:pt x="88455" y="220230"/>
                  </a:lnTo>
                  <a:lnTo>
                    <a:pt x="88277" y="220357"/>
                  </a:lnTo>
                  <a:lnTo>
                    <a:pt x="94551" y="220357"/>
                  </a:lnTo>
                  <a:lnTo>
                    <a:pt x="94335" y="220484"/>
                  </a:lnTo>
                  <a:lnTo>
                    <a:pt x="94564" y="220484"/>
                  </a:lnTo>
                  <a:lnTo>
                    <a:pt x="94678" y="221805"/>
                  </a:lnTo>
                  <a:lnTo>
                    <a:pt x="94716" y="222135"/>
                  </a:lnTo>
                  <a:lnTo>
                    <a:pt x="95504" y="222135"/>
                  </a:lnTo>
                  <a:lnTo>
                    <a:pt x="95440" y="221805"/>
                  </a:lnTo>
                  <a:lnTo>
                    <a:pt x="95351" y="221373"/>
                  </a:lnTo>
                  <a:lnTo>
                    <a:pt x="95250" y="220865"/>
                  </a:lnTo>
                  <a:lnTo>
                    <a:pt x="95173" y="220484"/>
                  </a:lnTo>
                  <a:lnTo>
                    <a:pt x="95123" y="220230"/>
                  </a:lnTo>
                  <a:lnTo>
                    <a:pt x="95529" y="220230"/>
                  </a:lnTo>
                  <a:lnTo>
                    <a:pt x="95770" y="219976"/>
                  </a:lnTo>
                  <a:lnTo>
                    <a:pt x="96024" y="220484"/>
                  </a:lnTo>
                  <a:lnTo>
                    <a:pt x="96888" y="221805"/>
                  </a:lnTo>
                  <a:lnTo>
                    <a:pt x="97561" y="221805"/>
                  </a:lnTo>
                  <a:lnTo>
                    <a:pt x="99199" y="221627"/>
                  </a:lnTo>
                  <a:lnTo>
                    <a:pt x="99314" y="221373"/>
                  </a:lnTo>
                  <a:lnTo>
                    <a:pt x="99720" y="220484"/>
                  </a:lnTo>
                  <a:lnTo>
                    <a:pt x="99834" y="220357"/>
                  </a:lnTo>
                  <a:lnTo>
                    <a:pt x="99936" y="220230"/>
                  </a:lnTo>
                  <a:lnTo>
                    <a:pt x="100164" y="219976"/>
                  </a:lnTo>
                  <a:lnTo>
                    <a:pt x="100342" y="219976"/>
                  </a:lnTo>
                  <a:lnTo>
                    <a:pt x="100545" y="220230"/>
                  </a:lnTo>
                  <a:lnTo>
                    <a:pt x="100444" y="220865"/>
                  </a:lnTo>
                  <a:lnTo>
                    <a:pt x="100317" y="221627"/>
                  </a:lnTo>
                  <a:lnTo>
                    <a:pt x="100203" y="222389"/>
                  </a:lnTo>
                  <a:lnTo>
                    <a:pt x="100965" y="222389"/>
                  </a:lnTo>
                  <a:lnTo>
                    <a:pt x="101028" y="220230"/>
                  </a:lnTo>
                  <a:lnTo>
                    <a:pt x="101663" y="220230"/>
                  </a:lnTo>
                  <a:lnTo>
                    <a:pt x="101727" y="220357"/>
                  </a:lnTo>
                  <a:lnTo>
                    <a:pt x="101790" y="220484"/>
                  </a:lnTo>
                  <a:lnTo>
                    <a:pt x="102730" y="222262"/>
                  </a:lnTo>
                  <a:lnTo>
                    <a:pt x="103276" y="222389"/>
                  </a:lnTo>
                  <a:lnTo>
                    <a:pt x="104698" y="222389"/>
                  </a:lnTo>
                  <a:lnTo>
                    <a:pt x="105676" y="221627"/>
                  </a:lnTo>
                  <a:lnTo>
                    <a:pt x="106045" y="221373"/>
                  </a:lnTo>
                  <a:lnTo>
                    <a:pt x="106578" y="221627"/>
                  </a:lnTo>
                  <a:lnTo>
                    <a:pt x="106489" y="221805"/>
                  </a:lnTo>
                  <a:lnTo>
                    <a:pt x="106337" y="222135"/>
                  </a:lnTo>
                  <a:lnTo>
                    <a:pt x="106895" y="222135"/>
                  </a:lnTo>
                  <a:lnTo>
                    <a:pt x="106959" y="221881"/>
                  </a:lnTo>
                  <a:lnTo>
                    <a:pt x="108216" y="222135"/>
                  </a:lnTo>
                  <a:lnTo>
                    <a:pt x="110718" y="222135"/>
                  </a:lnTo>
                  <a:close/>
                </a:path>
                <a:path w="193040" h="327659">
                  <a:moveTo>
                    <a:pt x="110794" y="232549"/>
                  </a:moveTo>
                  <a:lnTo>
                    <a:pt x="106946" y="232549"/>
                  </a:lnTo>
                  <a:lnTo>
                    <a:pt x="106756" y="232803"/>
                  </a:lnTo>
                  <a:lnTo>
                    <a:pt x="110464" y="232803"/>
                  </a:lnTo>
                  <a:lnTo>
                    <a:pt x="110794" y="232549"/>
                  </a:lnTo>
                  <a:close/>
                </a:path>
                <a:path w="193040" h="327659">
                  <a:moveTo>
                    <a:pt x="111099" y="222389"/>
                  </a:moveTo>
                  <a:lnTo>
                    <a:pt x="110909" y="222262"/>
                  </a:lnTo>
                  <a:lnTo>
                    <a:pt x="107632" y="222262"/>
                  </a:lnTo>
                  <a:lnTo>
                    <a:pt x="107657" y="222389"/>
                  </a:lnTo>
                  <a:lnTo>
                    <a:pt x="111099" y="222389"/>
                  </a:lnTo>
                  <a:close/>
                </a:path>
                <a:path w="193040" h="327659">
                  <a:moveTo>
                    <a:pt x="111252" y="233819"/>
                  </a:moveTo>
                  <a:lnTo>
                    <a:pt x="109169" y="233819"/>
                  </a:lnTo>
                  <a:lnTo>
                    <a:pt x="108686" y="234200"/>
                  </a:lnTo>
                  <a:lnTo>
                    <a:pt x="110756" y="234200"/>
                  </a:lnTo>
                  <a:lnTo>
                    <a:pt x="111252" y="233819"/>
                  </a:lnTo>
                  <a:close/>
                </a:path>
                <a:path w="193040" h="327659">
                  <a:moveTo>
                    <a:pt x="112001" y="225183"/>
                  </a:moveTo>
                  <a:lnTo>
                    <a:pt x="111442" y="225183"/>
                  </a:lnTo>
                  <a:lnTo>
                    <a:pt x="108750" y="228358"/>
                  </a:lnTo>
                  <a:lnTo>
                    <a:pt x="109982" y="228358"/>
                  </a:lnTo>
                  <a:lnTo>
                    <a:pt x="112001" y="225183"/>
                  </a:lnTo>
                  <a:close/>
                </a:path>
                <a:path w="193040" h="327659">
                  <a:moveTo>
                    <a:pt x="112204" y="248170"/>
                  </a:moveTo>
                  <a:lnTo>
                    <a:pt x="109588" y="247154"/>
                  </a:lnTo>
                  <a:lnTo>
                    <a:pt x="108521" y="246773"/>
                  </a:lnTo>
                  <a:lnTo>
                    <a:pt x="106845" y="246265"/>
                  </a:lnTo>
                  <a:lnTo>
                    <a:pt x="104254" y="246265"/>
                  </a:lnTo>
                  <a:lnTo>
                    <a:pt x="108343" y="248170"/>
                  </a:lnTo>
                  <a:lnTo>
                    <a:pt x="112204" y="248170"/>
                  </a:lnTo>
                  <a:close/>
                </a:path>
                <a:path w="193040" h="327659">
                  <a:moveTo>
                    <a:pt x="112496" y="232803"/>
                  </a:moveTo>
                  <a:lnTo>
                    <a:pt x="110464" y="232803"/>
                  </a:lnTo>
                  <a:lnTo>
                    <a:pt x="109334" y="233692"/>
                  </a:lnTo>
                  <a:lnTo>
                    <a:pt x="111417" y="233692"/>
                  </a:lnTo>
                  <a:lnTo>
                    <a:pt x="112077" y="233184"/>
                  </a:lnTo>
                  <a:lnTo>
                    <a:pt x="112496" y="232803"/>
                  </a:lnTo>
                  <a:close/>
                </a:path>
                <a:path w="193040" h="327659">
                  <a:moveTo>
                    <a:pt x="112877" y="225056"/>
                  </a:moveTo>
                  <a:lnTo>
                    <a:pt x="112077" y="225056"/>
                  </a:lnTo>
                  <a:lnTo>
                    <a:pt x="112001" y="225183"/>
                  </a:lnTo>
                  <a:lnTo>
                    <a:pt x="112877" y="225183"/>
                  </a:lnTo>
                  <a:lnTo>
                    <a:pt x="112877" y="225056"/>
                  </a:lnTo>
                  <a:close/>
                </a:path>
                <a:path w="193040" h="327659">
                  <a:moveTo>
                    <a:pt x="113258" y="245757"/>
                  </a:moveTo>
                  <a:lnTo>
                    <a:pt x="111277" y="245503"/>
                  </a:lnTo>
                  <a:lnTo>
                    <a:pt x="104330" y="245503"/>
                  </a:lnTo>
                  <a:lnTo>
                    <a:pt x="105168" y="245757"/>
                  </a:lnTo>
                  <a:lnTo>
                    <a:pt x="113258" y="245757"/>
                  </a:lnTo>
                  <a:close/>
                </a:path>
                <a:path w="193040" h="327659">
                  <a:moveTo>
                    <a:pt x="113817" y="228485"/>
                  </a:moveTo>
                  <a:lnTo>
                    <a:pt x="113690" y="228358"/>
                  </a:lnTo>
                  <a:lnTo>
                    <a:pt x="109905" y="228485"/>
                  </a:lnTo>
                  <a:lnTo>
                    <a:pt x="113817" y="228485"/>
                  </a:lnTo>
                  <a:close/>
                </a:path>
                <a:path w="193040" h="327659">
                  <a:moveTo>
                    <a:pt x="114147" y="224421"/>
                  </a:moveTo>
                  <a:lnTo>
                    <a:pt x="113766" y="224167"/>
                  </a:lnTo>
                  <a:lnTo>
                    <a:pt x="111480" y="222643"/>
                  </a:lnTo>
                  <a:lnTo>
                    <a:pt x="107708" y="222643"/>
                  </a:lnTo>
                  <a:lnTo>
                    <a:pt x="107988" y="223913"/>
                  </a:lnTo>
                  <a:lnTo>
                    <a:pt x="109626" y="224929"/>
                  </a:lnTo>
                  <a:lnTo>
                    <a:pt x="111620" y="224167"/>
                  </a:lnTo>
                  <a:lnTo>
                    <a:pt x="111861" y="224421"/>
                  </a:lnTo>
                  <a:lnTo>
                    <a:pt x="114147" y="224421"/>
                  </a:lnTo>
                  <a:close/>
                </a:path>
                <a:path w="193040" h="327659">
                  <a:moveTo>
                    <a:pt x="114376" y="258203"/>
                  </a:moveTo>
                  <a:lnTo>
                    <a:pt x="110388" y="258203"/>
                  </a:lnTo>
                  <a:lnTo>
                    <a:pt x="110553" y="258457"/>
                  </a:lnTo>
                  <a:lnTo>
                    <a:pt x="114147" y="258457"/>
                  </a:lnTo>
                  <a:lnTo>
                    <a:pt x="114376" y="258203"/>
                  </a:lnTo>
                  <a:close/>
                </a:path>
                <a:path w="193040" h="327659">
                  <a:moveTo>
                    <a:pt x="115100" y="225056"/>
                  </a:moveTo>
                  <a:lnTo>
                    <a:pt x="114338" y="224548"/>
                  </a:lnTo>
                  <a:lnTo>
                    <a:pt x="111975" y="224548"/>
                  </a:lnTo>
                  <a:lnTo>
                    <a:pt x="111658" y="224929"/>
                  </a:lnTo>
                  <a:lnTo>
                    <a:pt x="109626" y="224929"/>
                  </a:lnTo>
                  <a:lnTo>
                    <a:pt x="106045" y="224929"/>
                  </a:lnTo>
                  <a:lnTo>
                    <a:pt x="105968" y="225183"/>
                  </a:lnTo>
                  <a:lnTo>
                    <a:pt x="111442" y="225183"/>
                  </a:lnTo>
                  <a:lnTo>
                    <a:pt x="111544" y="225056"/>
                  </a:lnTo>
                  <a:lnTo>
                    <a:pt x="112077" y="225056"/>
                  </a:lnTo>
                  <a:lnTo>
                    <a:pt x="115100" y="225056"/>
                  </a:lnTo>
                  <a:close/>
                </a:path>
                <a:path w="193040" h="327659">
                  <a:moveTo>
                    <a:pt x="115608" y="256933"/>
                  </a:moveTo>
                  <a:lnTo>
                    <a:pt x="115227" y="256679"/>
                  </a:lnTo>
                  <a:lnTo>
                    <a:pt x="109385" y="256679"/>
                  </a:lnTo>
                  <a:lnTo>
                    <a:pt x="109550" y="256933"/>
                  </a:lnTo>
                  <a:lnTo>
                    <a:pt x="115608" y="256933"/>
                  </a:lnTo>
                  <a:close/>
                </a:path>
                <a:path w="193040" h="327659">
                  <a:moveTo>
                    <a:pt x="116014" y="25920"/>
                  </a:moveTo>
                  <a:lnTo>
                    <a:pt x="115925" y="25654"/>
                  </a:lnTo>
                  <a:lnTo>
                    <a:pt x="115608" y="25222"/>
                  </a:lnTo>
                  <a:lnTo>
                    <a:pt x="115087" y="24866"/>
                  </a:lnTo>
                  <a:lnTo>
                    <a:pt x="114642" y="24498"/>
                  </a:lnTo>
                  <a:lnTo>
                    <a:pt x="113804" y="23571"/>
                  </a:lnTo>
                  <a:lnTo>
                    <a:pt x="113487" y="23393"/>
                  </a:lnTo>
                  <a:lnTo>
                    <a:pt x="113093" y="22961"/>
                  </a:lnTo>
                  <a:lnTo>
                    <a:pt x="111480" y="21717"/>
                  </a:lnTo>
                  <a:lnTo>
                    <a:pt x="109308" y="21717"/>
                  </a:lnTo>
                  <a:lnTo>
                    <a:pt x="107772" y="23393"/>
                  </a:lnTo>
                  <a:lnTo>
                    <a:pt x="106972" y="24155"/>
                  </a:lnTo>
                  <a:lnTo>
                    <a:pt x="106375" y="25222"/>
                  </a:lnTo>
                  <a:lnTo>
                    <a:pt x="105740" y="26098"/>
                  </a:lnTo>
                  <a:lnTo>
                    <a:pt x="105524" y="26365"/>
                  </a:lnTo>
                  <a:lnTo>
                    <a:pt x="105524" y="26809"/>
                  </a:lnTo>
                  <a:lnTo>
                    <a:pt x="105740" y="26898"/>
                  </a:lnTo>
                  <a:lnTo>
                    <a:pt x="105892" y="27139"/>
                  </a:lnTo>
                  <a:lnTo>
                    <a:pt x="106184" y="27203"/>
                  </a:lnTo>
                  <a:lnTo>
                    <a:pt x="106591" y="27139"/>
                  </a:lnTo>
                  <a:lnTo>
                    <a:pt x="106743" y="27139"/>
                  </a:lnTo>
                  <a:lnTo>
                    <a:pt x="107175" y="26809"/>
                  </a:lnTo>
                  <a:lnTo>
                    <a:pt x="107772" y="26301"/>
                  </a:lnTo>
                  <a:lnTo>
                    <a:pt x="108064" y="25857"/>
                  </a:lnTo>
                  <a:lnTo>
                    <a:pt x="108280" y="25463"/>
                  </a:lnTo>
                  <a:lnTo>
                    <a:pt x="109308" y="23736"/>
                  </a:lnTo>
                  <a:lnTo>
                    <a:pt x="111633" y="23571"/>
                  </a:lnTo>
                  <a:lnTo>
                    <a:pt x="112979" y="24866"/>
                  </a:lnTo>
                  <a:lnTo>
                    <a:pt x="113487" y="25222"/>
                  </a:lnTo>
                  <a:lnTo>
                    <a:pt x="113804" y="25654"/>
                  </a:lnTo>
                  <a:lnTo>
                    <a:pt x="114198" y="25857"/>
                  </a:lnTo>
                  <a:lnTo>
                    <a:pt x="114757" y="26212"/>
                  </a:lnTo>
                  <a:lnTo>
                    <a:pt x="115239" y="26365"/>
                  </a:lnTo>
                  <a:lnTo>
                    <a:pt x="116014" y="25920"/>
                  </a:lnTo>
                  <a:close/>
                </a:path>
                <a:path w="193040" h="327659">
                  <a:moveTo>
                    <a:pt x="116243" y="256679"/>
                  </a:moveTo>
                  <a:lnTo>
                    <a:pt x="112433" y="253377"/>
                  </a:lnTo>
                  <a:lnTo>
                    <a:pt x="110172" y="251599"/>
                  </a:lnTo>
                  <a:lnTo>
                    <a:pt x="108089" y="251599"/>
                  </a:lnTo>
                  <a:lnTo>
                    <a:pt x="111620" y="254266"/>
                  </a:lnTo>
                  <a:lnTo>
                    <a:pt x="115227" y="256679"/>
                  </a:lnTo>
                  <a:lnTo>
                    <a:pt x="116243" y="256679"/>
                  </a:lnTo>
                  <a:close/>
                </a:path>
                <a:path w="193040" h="327659">
                  <a:moveTo>
                    <a:pt x="116979" y="259473"/>
                  </a:moveTo>
                  <a:lnTo>
                    <a:pt x="113385" y="259473"/>
                  </a:lnTo>
                  <a:lnTo>
                    <a:pt x="113093" y="259854"/>
                  </a:lnTo>
                  <a:lnTo>
                    <a:pt x="113157" y="261378"/>
                  </a:lnTo>
                  <a:lnTo>
                    <a:pt x="112636" y="261632"/>
                  </a:lnTo>
                  <a:lnTo>
                    <a:pt x="110553" y="258457"/>
                  </a:lnTo>
                  <a:lnTo>
                    <a:pt x="109143" y="258457"/>
                  </a:lnTo>
                  <a:lnTo>
                    <a:pt x="112382" y="262013"/>
                  </a:lnTo>
                  <a:lnTo>
                    <a:pt x="112166" y="262140"/>
                  </a:lnTo>
                  <a:lnTo>
                    <a:pt x="111328" y="262140"/>
                  </a:lnTo>
                  <a:lnTo>
                    <a:pt x="109804" y="261518"/>
                  </a:lnTo>
                  <a:lnTo>
                    <a:pt x="108280" y="262521"/>
                  </a:lnTo>
                  <a:lnTo>
                    <a:pt x="108216" y="264426"/>
                  </a:lnTo>
                  <a:lnTo>
                    <a:pt x="108077" y="264426"/>
                  </a:lnTo>
                  <a:lnTo>
                    <a:pt x="107772" y="264807"/>
                  </a:lnTo>
                  <a:lnTo>
                    <a:pt x="107594" y="264807"/>
                  </a:lnTo>
                  <a:lnTo>
                    <a:pt x="105549" y="259092"/>
                  </a:lnTo>
                  <a:lnTo>
                    <a:pt x="105283" y="258457"/>
                  </a:lnTo>
                  <a:lnTo>
                    <a:pt x="103898" y="258457"/>
                  </a:lnTo>
                  <a:lnTo>
                    <a:pt x="104013" y="258711"/>
                  </a:lnTo>
                  <a:lnTo>
                    <a:pt x="106908" y="264807"/>
                  </a:lnTo>
                  <a:lnTo>
                    <a:pt x="107086" y="264807"/>
                  </a:lnTo>
                  <a:lnTo>
                    <a:pt x="106616" y="265315"/>
                  </a:lnTo>
                  <a:lnTo>
                    <a:pt x="102806" y="265315"/>
                  </a:lnTo>
                  <a:lnTo>
                    <a:pt x="102514" y="265950"/>
                  </a:lnTo>
                  <a:lnTo>
                    <a:pt x="102450" y="266204"/>
                  </a:lnTo>
                  <a:lnTo>
                    <a:pt x="108191" y="266204"/>
                  </a:lnTo>
                  <a:lnTo>
                    <a:pt x="114490" y="262140"/>
                  </a:lnTo>
                  <a:lnTo>
                    <a:pt x="115290" y="261632"/>
                  </a:lnTo>
                  <a:lnTo>
                    <a:pt x="115684" y="261378"/>
                  </a:lnTo>
                  <a:lnTo>
                    <a:pt x="116979" y="259473"/>
                  </a:lnTo>
                  <a:close/>
                </a:path>
                <a:path w="193040" h="327659">
                  <a:moveTo>
                    <a:pt x="117132" y="232803"/>
                  </a:moveTo>
                  <a:lnTo>
                    <a:pt x="116979" y="232549"/>
                  </a:lnTo>
                  <a:lnTo>
                    <a:pt x="112776" y="232549"/>
                  </a:lnTo>
                  <a:lnTo>
                    <a:pt x="112496" y="232803"/>
                  </a:lnTo>
                  <a:lnTo>
                    <a:pt x="117132" y="232803"/>
                  </a:lnTo>
                  <a:close/>
                </a:path>
                <a:path w="193040" h="327659">
                  <a:moveTo>
                    <a:pt x="117297" y="256679"/>
                  </a:moveTo>
                  <a:lnTo>
                    <a:pt x="116243" y="256679"/>
                  </a:lnTo>
                  <a:lnTo>
                    <a:pt x="116535" y="256933"/>
                  </a:lnTo>
                  <a:lnTo>
                    <a:pt x="117221" y="256933"/>
                  </a:lnTo>
                  <a:lnTo>
                    <a:pt x="117297" y="256679"/>
                  </a:lnTo>
                  <a:close/>
                </a:path>
                <a:path w="193040" h="327659">
                  <a:moveTo>
                    <a:pt x="117678" y="258457"/>
                  </a:moveTo>
                  <a:lnTo>
                    <a:pt x="114147" y="258457"/>
                  </a:lnTo>
                  <a:lnTo>
                    <a:pt x="113931" y="258711"/>
                  </a:lnTo>
                  <a:lnTo>
                    <a:pt x="113563" y="259219"/>
                  </a:lnTo>
                  <a:lnTo>
                    <a:pt x="117157" y="259219"/>
                  </a:lnTo>
                  <a:lnTo>
                    <a:pt x="117246" y="259092"/>
                  </a:lnTo>
                  <a:lnTo>
                    <a:pt x="117678" y="258457"/>
                  </a:lnTo>
                  <a:close/>
                </a:path>
                <a:path w="193040" h="327659">
                  <a:moveTo>
                    <a:pt x="117767" y="228358"/>
                  </a:moveTo>
                  <a:lnTo>
                    <a:pt x="116039" y="225818"/>
                  </a:lnTo>
                  <a:lnTo>
                    <a:pt x="116052" y="225691"/>
                  </a:lnTo>
                  <a:lnTo>
                    <a:pt x="115290" y="225183"/>
                  </a:lnTo>
                  <a:lnTo>
                    <a:pt x="112877" y="225183"/>
                  </a:lnTo>
                  <a:lnTo>
                    <a:pt x="112750" y="227342"/>
                  </a:lnTo>
                  <a:lnTo>
                    <a:pt x="113690" y="228358"/>
                  </a:lnTo>
                  <a:lnTo>
                    <a:pt x="115354" y="228358"/>
                  </a:lnTo>
                  <a:lnTo>
                    <a:pt x="113817" y="228485"/>
                  </a:lnTo>
                  <a:lnTo>
                    <a:pt x="116039" y="228485"/>
                  </a:lnTo>
                  <a:lnTo>
                    <a:pt x="115925" y="228358"/>
                  </a:lnTo>
                  <a:lnTo>
                    <a:pt x="117767" y="228358"/>
                  </a:lnTo>
                  <a:close/>
                </a:path>
                <a:path w="193040" h="327659">
                  <a:moveTo>
                    <a:pt x="118351" y="234200"/>
                  </a:moveTo>
                  <a:lnTo>
                    <a:pt x="110756" y="234200"/>
                  </a:lnTo>
                  <a:lnTo>
                    <a:pt x="110591" y="234327"/>
                  </a:lnTo>
                  <a:lnTo>
                    <a:pt x="117995" y="234327"/>
                  </a:lnTo>
                  <a:lnTo>
                    <a:pt x="118351" y="234200"/>
                  </a:lnTo>
                  <a:close/>
                </a:path>
                <a:path w="193040" h="327659">
                  <a:moveTo>
                    <a:pt x="118541" y="251599"/>
                  </a:moveTo>
                  <a:lnTo>
                    <a:pt x="117729" y="251345"/>
                  </a:lnTo>
                  <a:lnTo>
                    <a:pt x="109855" y="251345"/>
                  </a:lnTo>
                  <a:lnTo>
                    <a:pt x="110172" y="251599"/>
                  </a:lnTo>
                  <a:lnTo>
                    <a:pt x="118541" y="251599"/>
                  </a:lnTo>
                  <a:close/>
                </a:path>
                <a:path w="193040" h="327659">
                  <a:moveTo>
                    <a:pt x="118541" y="25400"/>
                  </a:moveTo>
                  <a:lnTo>
                    <a:pt x="117932" y="26517"/>
                  </a:lnTo>
                  <a:lnTo>
                    <a:pt x="118262" y="26517"/>
                  </a:lnTo>
                  <a:lnTo>
                    <a:pt x="118541" y="25400"/>
                  </a:lnTo>
                  <a:close/>
                </a:path>
                <a:path w="193040" h="327659">
                  <a:moveTo>
                    <a:pt x="118719" y="256933"/>
                  </a:moveTo>
                  <a:lnTo>
                    <a:pt x="117271" y="256933"/>
                  </a:lnTo>
                  <a:lnTo>
                    <a:pt x="117119" y="257136"/>
                  </a:lnTo>
                  <a:lnTo>
                    <a:pt x="117119" y="257441"/>
                  </a:lnTo>
                  <a:lnTo>
                    <a:pt x="116878" y="257441"/>
                  </a:lnTo>
                  <a:lnTo>
                    <a:pt x="117119" y="257441"/>
                  </a:lnTo>
                  <a:lnTo>
                    <a:pt x="117119" y="257136"/>
                  </a:lnTo>
                  <a:lnTo>
                    <a:pt x="116827" y="257187"/>
                  </a:lnTo>
                  <a:lnTo>
                    <a:pt x="116535" y="256933"/>
                  </a:lnTo>
                  <a:lnTo>
                    <a:pt x="115608" y="256933"/>
                  </a:lnTo>
                  <a:lnTo>
                    <a:pt x="116357" y="257441"/>
                  </a:lnTo>
                  <a:lnTo>
                    <a:pt x="116586" y="257441"/>
                  </a:lnTo>
                  <a:lnTo>
                    <a:pt x="116459" y="257949"/>
                  </a:lnTo>
                  <a:lnTo>
                    <a:pt x="115100" y="257949"/>
                  </a:lnTo>
                  <a:lnTo>
                    <a:pt x="114376" y="258203"/>
                  </a:lnTo>
                  <a:lnTo>
                    <a:pt x="117856" y="258203"/>
                  </a:lnTo>
                  <a:lnTo>
                    <a:pt x="118719" y="256933"/>
                  </a:lnTo>
                  <a:close/>
                </a:path>
                <a:path w="193040" h="327659">
                  <a:moveTo>
                    <a:pt x="119278" y="251345"/>
                  </a:moveTo>
                  <a:lnTo>
                    <a:pt x="114490" y="249059"/>
                  </a:lnTo>
                  <a:lnTo>
                    <a:pt x="112852" y="248424"/>
                  </a:lnTo>
                  <a:lnTo>
                    <a:pt x="109054" y="248424"/>
                  </a:lnTo>
                  <a:lnTo>
                    <a:pt x="113741" y="250075"/>
                  </a:lnTo>
                  <a:lnTo>
                    <a:pt x="117729" y="251345"/>
                  </a:lnTo>
                  <a:lnTo>
                    <a:pt x="119278" y="251345"/>
                  </a:lnTo>
                  <a:close/>
                </a:path>
                <a:path w="193040" h="327659">
                  <a:moveTo>
                    <a:pt x="119329" y="248170"/>
                  </a:moveTo>
                  <a:lnTo>
                    <a:pt x="112204" y="248170"/>
                  </a:lnTo>
                  <a:lnTo>
                    <a:pt x="112852" y="248424"/>
                  </a:lnTo>
                  <a:lnTo>
                    <a:pt x="119265" y="248424"/>
                  </a:lnTo>
                  <a:lnTo>
                    <a:pt x="119329" y="248170"/>
                  </a:lnTo>
                  <a:close/>
                </a:path>
                <a:path w="193040" h="327659">
                  <a:moveTo>
                    <a:pt x="119392" y="233692"/>
                  </a:moveTo>
                  <a:lnTo>
                    <a:pt x="111417" y="233692"/>
                  </a:lnTo>
                  <a:lnTo>
                    <a:pt x="111252" y="233819"/>
                  </a:lnTo>
                  <a:lnTo>
                    <a:pt x="119392" y="233819"/>
                  </a:lnTo>
                  <a:lnTo>
                    <a:pt x="119392" y="233692"/>
                  </a:lnTo>
                  <a:close/>
                </a:path>
                <a:path w="193040" h="327659">
                  <a:moveTo>
                    <a:pt x="119621" y="234327"/>
                  </a:moveTo>
                  <a:lnTo>
                    <a:pt x="117995" y="234327"/>
                  </a:lnTo>
                  <a:lnTo>
                    <a:pt x="114160" y="235724"/>
                  </a:lnTo>
                  <a:lnTo>
                    <a:pt x="112941" y="236232"/>
                  </a:lnTo>
                  <a:lnTo>
                    <a:pt x="108280" y="238264"/>
                  </a:lnTo>
                  <a:lnTo>
                    <a:pt x="107048" y="238899"/>
                  </a:lnTo>
                  <a:lnTo>
                    <a:pt x="110172" y="238899"/>
                  </a:lnTo>
                  <a:lnTo>
                    <a:pt x="114198" y="237121"/>
                  </a:lnTo>
                  <a:lnTo>
                    <a:pt x="119621" y="234327"/>
                  </a:lnTo>
                  <a:close/>
                </a:path>
                <a:path w="193040" h="327659">
                  <a:moveTo>
                    <a:pt x="120205" y="251345"/>
                  </a:moveTo>
                  <a:lnTo>
                    <a:pt x="119278" y="251345"/>
                  </a:lnTo>
                  <a:lnTo>
                    <a:pt x="119811" y="251599"/>
                  </a:lnTo>
                  <a:lnTo>
                    <a:pt x="120205" y="251345"/>
                  </a:lnTo>
                  <a:close/>
                </a:path>
                <a:path w="193040" h="327659">
                  <a:moveTo>
                    <a:pt x="120434" y="232295"/>
                  </a:moveTo>
                  <a:lnTo>
                    <a:pt x="120345" y="232168"/>
                  </a:lnTo>
                  <a:lnTo>
                    <a:pt x="118275" y="229120"/>
                  </a:lnTo>
                  <a:lnTo>
                    <a:pt x="117843" y="228485"/>
                  </a:lnTo>
                  <a:lnTo>
                    <a:pt x="116039" y="228485"/>
                  </a:lnTo>
                  <a:lnTo>
                    <a:pt x="116255" y="228739"/>
                  </a:lnTo>
                  <a:lnTo>
                    <a:pt x="111277" y="232168"/>
                  </a:lnTo>
                  <a:lnTo>
                    <a:pt x="110794" y="232549"/>
                  </a:lnTo>
                  <a:lnTo>
                    <a:pt x="112776" y="232549"/>
                  </a:lnTo>
                  <a:lnTo>
                    <a:pt x="116547" y="229120"/>
                  </a:lnTo>
                  <a:lnTo>
                    <a:pt x="116979" y="229501"/>
                  </a:lnTo>
                  <a:lnTo>
                    <a:pt x="117170" y="229501"/>
                  </a:lnTo>
                  <a:lnTo>
                    <a:pt x="117094" y="229755"/>
                  </a:lnTo>
                  <a:lnTo>
                    <a:pt x="116979" y="230136"/>
                  </a:lnTo>
                  <a:lnTo>
                    <a:pt x="116255" y="231406"/>
                  </a:lnTo>
                  <a:lnTo>
                    <a:pt x="116814" y="232295"/>
                  </a:lnTo>
                  <a:lnTo>
                    <a:pt x="120434" y="232295"/>
                  </a:lnTo>
                  <a:close/>
                </a:path>
                <a:path w="193040" h="327659">
                  <a:moveTo>
                    <a:pt x="120599" y="232549"/>
                  </a:moveTo>
                  <a:lnTo>
                    <a:pt x="120523" y="232422"/>
                  </a:lnTo>
                  <a:lnTo>
                    <a:pt x="116903" y="232422"/>
                  </a:lnTo>
                  <a:lnTo>
                    <a:pt x="116979" y="232549"/>
                  </a:lnTo>
                  <a:lnTo>
                    <a:pt x="120599" y="232549"/>
                  </a:lnTo>
                  <a:close/>
                </a:path>
                <a:path w="193040" h="327659">
                  <a:moveTo>
                    <a:pt x="121119" y="239153"/>
                  </a:moveTo>
                  <a:lnTo>
                    <a:pt x="120370" y="238899"/>
                  </a:lnTo>
                  <a:lnTo>
                    <a:pt x="110172" y="238899"/>
                  </a:lnTo>
                  <a:lnTo>
                    <a:pt x="109601" y="239153"/>
                  </a:lnTo>
                  <a:lnTo>
                    <a:pt x="121119" y="239153"/>
                  </a:lnTo>
                  <a:close/>
                </a:path>
                <a:path w="193040" h="327659">
                  <a:moveTo>
                    <a:pt x="121323" y="233692"/>
                  </a:moveTo>
                  <a:lnTo>
                    <a:pt x="121208" y="233438"/>
                  </a:lnTo>
                  <a:lnTo>
                    <a:pt x="121119" y="233311"/>
                  </a:lnTo>
                  <a:lnTo>
                    <a:pt x="121031" y="233184"/>
                  </a:lnTo>
                  <a:lnTo>
                    <a:pt x="120942" y="233057"/>
                  </a:lnTo>
                  <a:lnTo>
                    <a:pt x="120777" y="232803"/>
                  </a:lnTo>
                  <a:lnTo>
                    <a:pt x="117132" y="232803"/>
                  </a:lnTo>
                  <a:lnTo>
                    <a:pt x="117297" y="233057"/>
                  </a:lnTo>
                  <a:lnTo>
                    <a:pt x="118643" y="233311"/>
                  </a:lnTo>
                  <a:lnTo>
                    <a:pt x="119392" y="233311"/>
                  </a:lnTo>
                  <a:lnTo>
                    <a:pt x="119392" y="233692"/>
                  </a:lnTo>
                  <a:lnTo>
                    <a:pt x="121323" y="233692"/>
                  </a:lnTo>
                  <a:close/>
                </a:path>
                <a:path w="193040" h="327659">
                  <a:moveTo>
                    <a:pt x="121399" y="246265"/>
                  </a:moveTo>
                  <a:lnTo>
                    <a:pt x="115239" y="246011"/>
                  </a:lnTo>
                  <a:lnTo>
                    <a:pt x="106006" y="246011"/>
                  </a:lnTo>
                  <a:lnTo>
                    <a:pt x="106845" y="246265"/>
                  </a:lnTo>
                  <a:lnTo>
                    <a:pt x="121399" y="246265"/>
                  </a:lnTo>
                  <a:close/>
                </a:path>
                <a:path w="193040" h="327659">
                  <a:moveTo>
                    <a:pt x="121412" y="234200"/>
                  </a:moveTo>
                  <a:lnTo>
                    <a:pt x="121335" y="233819"/>
                  </a:lnTo>
                  <a:lnTo>
                    <a:pt x="119392" y="233819"/>
                  </a:lnTo>
                  <a:lnTo>
                    <a:pt x="118351" y="234200"/>
                  </a:lnTo>
                  <a:lnTo>
                    <a:pt x="121412" y="234200"/>
                  </a:lnTo>
                  <a:close/>
                </a:path>
                <a:path w="193040" h="327659">
                  <a:moveTo>
                    <a:pt x="121437" y="245503"/>
                  </a:moveTo>
                  <a:lnTo>
                    <a:pt x="119862" y="245503"/>
                  </a:lnTo>
                  <a:lnTo>
                    <a:pt x="121399" y="245757"/>
                  </a:lnTo>
                  <a:lnTo>
                    <a:pt x="121437" y="245503"/>
                  </a:lnTo>
                  <a:close/>
                </a:path>
                <a:path w="193040" h="327659">
                  <a:moveTo>
                    <a:pt x="121488" y="245249"/>
                  </a:moveTo>
                  <a:lnTo>
                    <a:pt x="120967" y="245135"/>
                  </a:lnTo>
                  <a:lnTo>
                    <a:pt x="121119" y="245249"/>
                  </a:lnTo>
                  <a:lnTo>
                    <a:pt x="121488" y="245249"/>
                  </a:lnTo>
                  <a:close/>
                </a:path>
                <a:path w="193040" h="327659">
                  <a:moveTo>
                    <a:pt x="121526" y="251599"/>
                  </a:moveTo>
                  <a:lnTo>
                    <a:pt x="119811" y="251599"/>
                  </a:lnTo>
                  <a:lnTo>
                    <a:pt x="118541" y="251599"/>
                  </a:lnTo>
                  <a:lnTo>
                    <a:pt x="119748" y="251980"/>
                  </a:lnTo>
                  <a:lnTo>
                    <a:pt x="119621" y="252742"/>
                  </a:lnTo>
                  <a:lnTo>
                    <a:pt x="117297" y="253377"/>
                  </a:lnTo>
                  <a:lnTo>
                    <a:pt x="117233" y="253504"/>
                  </a:lnTo>
                  <a:lnTo>
                    <a:pt x="116547" y="255028"/>
                  </a:lnTo>
                  <a:lnTo>
                    <a:pt x="117297" y="256679"/>
                  </a:lnTo>
                  <a:lnTo>
                    <a:pt x="118897" y="256679"/>
                  </a:lnTo>
                  <a:lnTo>
                    <a:pt x="118986" y="256552"/>
                  </a:lnTo>
                  <a:lnTo>
                    <a:pt x="121158" y="253377"/>
                  </a:lnTo>
                  <a:lnTo>
                    <a:pt x="121208" y="253123"/>
                  </a:lnTo>
                  <a:lnTo>
                    <a:pt x="121297" y="252742"/>
                  </a:lnTo>
                  <a:lnTo>
                    <a:pt x="121348" y="252488"/>
                  </a:lnTo>
                  <a:lnTo>
                    <a:pt x="121450" y="251980"/>
                  </a:lnTo>
                  <a:lnTo>
                    <a:pt x="121526" y="251599"/>
                  </a:lnTo>
                  <a:close/>
                </a:path>
                <a:path w="193040" h="327659">
                  <a:moveTo>
                    <a:pt x="122021" y="15240"/>
                  </a:moveTo>
                  <a:lnTo>
                    <a:pt x="121856" y="15240"/>
                  </a:lnTo>
                  <a:lnTo>
                    <a:pt x="121119" y="13970"/>
                  </a:lnTo>
                  <a:lnTo>
                    <a:pt x="120764" y="13970"/>
                  </a:lnTo>
                  <a:lnTo>
                    <a:pt x="119761" y="12700"/>
                  </a:lnTo>
                  <a:lnTo>
                    <a:pt x="119570" y="12700"/>
                  </a:lnTo>
                  <a:lnTo>
                    <a:pt x="118973" y="11430"/>
                  </a:lnTo>
                  <a:lnTo>
                    <a:pt x="119392" y="10160"/>
                  </a:lnTo>
                  <a:lnTo>
                    <a:pt x="118948" y="10160"/>
                  </a:lnTo>
                  <a:lnTo>
                    <a:pt x="117297" y="11430"/>
                  </a:lnTo>
                  <a:lnTo>
                    <a:pt x="115595" y="11430"/>
                  </a:lnTo>
                  <a:lnTo>
                    <a:pt x="115189" y="12700"/>
                  </a:lnTo>
                  <a:lnTo>
                    <a:pt x="115938" y="13970"/>
                  </a:lnTo>
                  <a:lnTo>
                    <a:pt x="116382" y="12700"/>
                  </a:lnTo>
                  <a:lnTo>
                    <a:pt x="118351" y="12700"/>
                  </a:lnTo>
                  <a:lnTo>
                    <a:pt x="119570" y="13970"/>
                  </a:lnTo>
                  <a:lnTo>
                    <a:pt x="120548" y="15240"/>
                  </a:lnTo>
                  <a:lnTo>
                    <a:pt x="120764" y="16510"/>
                  </a:lnTo>
                  <a:lnTo>
                    <a:pt x="122021" y="16510"/>
                  </a:lnTo>
                  <a:lnTo>
                    <a:pt x="122021" y="15240"/>
                  </a:lnTo>
                  <a:close/>
                </a:path>
                <a:path w="193040" h="327659">
                  <a:moveTo>
                    <a:pt x="122174" y="248424"/>
                  </a:moveTo>
                  <a:lnTo>
                    <a:pt x="119265" y="248424"/>
                  </a:lnTo>
                  <a:lnTo>
                    <a:pt x="119202" y="248678"/>
                  </a:lnTo>
                  <a:lnTo>
                    <a:pt x="119100" y="249059"/>
                  </a:lnTo>
                  <a:lnTo>
                    <a:pt x="118960" y="249567"/>
                  </a:lnTo>
                  <a:lnTo>
                    <a:pt x="119900" y="250837"/>
                  </a:lnTo>
                  <a:lnTo>
                    <a:pt x="120205" y="251345"/>
                  </a:lnTo>
                  <a:lnTo>
                    <a:pt x="121577" y="251345"/>
                  </a:lnTo>
                  <a:lnTo>
                    <a:pt x="121678" y="250837"/>
                  </a:lnTo>
                  <a:lnTo>
                    <a:pt x="121729" y="250583"/>
                  </a:lnTo>
                  <a:lnTo>
                    <a:pt x="121831" y="250075"/>
                  </a:lnTo>
                  <a:lnTo>
                    <a:pt x="121945" y="249567"/>
                  </a:lnTo>
                  <a:lnTo>
                    <a:pt x="122047" y="249059"/>
                  </a:lnTo>
                  <a:lnTo>
                    <a:pt x="122123" y="248678"/>
                  </a:lnTo>
                  <a:lnTo>
                    <a:pt x="122174" y="248424"/>
                  </a:lnTo>
                  <a:close/>
                </a:path>
                <a:path w="193040" h="327659">
                  <a:moveTo>
                    <a:pt x="122313" y="238899"/>
                  </a:moveTo>
                  <a:lnTo>
                    <a:pt x="122186" y="238264"/>
                  </a:lnTo>
                  <a:lnTo>
                    <a:pt x="122072" y="237629"/>
                  </a:lnTo>
                  <a:lnTo>
                    <a:pt x="122021" y="237375"/>
                  </a:lnTo>
                  <a:lnTo>
                    <a:pt x="121920" y="236867"/>
                  </a:lnTo>
                  <a:lnTo>
                    <a:pt x="121805" y="236232"/>
                  </a:lnTo>
                  <a:lnTo>
                    <a:pt x="121704" y="235724"/>
                  </a:lnTo>
                  <a:lnTo>
                    <a:pt x="121437" y="234327"/>
                  </a:lnTo>
                  <a:lnTo>
                    <a:pt x="119621" y="234327"/>
                  </a:lnTo>
                  <a:lnTo>
                    <a:pt x="119748" y="234454"/>
                  </a:lnTo>
                  <a:lnTo>
                    <a:pt x="119811" y="234581"/>
                  </a:lnTo>
                  <a:lnTo>
                    <a:pt x="120053" y="234962"/>
                  </a:lnTo>
                  <a:lnTo>
                    <a:pt x="119392" y="235724"/>
                  </a:lnTo>
                  <a:lnTo>
                    <a:pt x="119176" y="236232"/>
                  </a:lnTo>
                  <a:lnTo>
                    <a:pt x="119278" y="237121"/>
                  </a:lnTo>
                  <a:lnTo>
                    <a:pt x="119367" y="237375"/>
                  </a:lnTo>
                  <a:lnTo>
                    <a:pt x="119443" y="237629"/>
                  </a:lnTo>
                  <a:lnTo>
                    <a:pt x="119621" y="238137"/>
                  </a:lnTo>
                  <a:lnTo>
                    <a:pt x="119697" y="238264"/>
                  </a:lnTo>
                  <a:lnTo>
                    <a:pt x="119773" y="238391"/>
                  </a:lnTo>
                  <a:lnTo>
                    <a:pt x="119837" y="238518"/>
                  </a:lnTo>
                  <a:lnTo>
                    <a:pt x="119913" y="238645"/>
                  </a:lnTo>
                  <a:lnTo>
                    <a:pt x="119989" y="238772"/>
                  </a:lnTo>
                  <a:lnTo>
                    <a:pt x="120370" y="238899"/>
                  </a:lnTo>
                  <a:lnTo>
                    <a:pt x="122313" y="238899"/>
                  </a:lnTo>
                  <a:close/>
                </a:path>
                <a:path w="193040" h="327659">
                  <a:moveTo>
                    <a:pt x="122555" y="240169"/>
                  </a:moveTo>
                  <a:lnTo>
                    <a:pt x="122478" y="239788"/>
                  </a:lnTo>
                  <a:lnTo>
                    <a:pt x="122364" y="239153"/>
                  </a:lnTo>
                  <a:lnTo>
                    <a:pt x="121119" y="239153"/>
                  </a:lnTo>
                  <a:lnTo>
                    <a:pt x="121119" y="239661"/>
                  </a:lnTo>
                  <a:lnTo>
                    <a:pt x="115100" y="240169"/>
                  </a:lnTo>
                  <a:lnTo>
                    <a:pt x="109156" y="241058"/>
                  </a:lnTo>
                  <a:lnTo>
                    <a:pt x="103200" y="242328"/>
                  </a:lnTo>
                  <a:lnTo>
                    <a:pt x="103085" y="241566"/>
                  </a:lnTo>
                  <a:lnTo>
                    <a:pt x="104495" y="241058"/>
                  </a:lnTo>
                  <a:lnTo>
                    <a:pt x="108737" y="239534"/>
                  </a:lnTo>
                  <a:lnTo>
                    <a:pt x="109601" y="239153"/>
                  </a:lnTo>
                  <a:lnTo>
                    <a:pt x="106565" y="239153"/>
                  </a:lnTo>
                  <a:lnTo>
                    <a:pt x="102882" y="241058"/>
                  </a:lnTo>
                  <a:lnTo>
                    <a:pt x="102730" y="240931"/>
                  </a:lnTo>
                  <a:lnTo>
                    <a:pt x="102514" y="240804"/>
                  </a:lnTo>
                  <a:lnTo>
                    <a:pt x="102450" y="240550"/>
                  </a:lnTo>
                  <a:lnTo>
                    <a:pt x="102387" y="240296"/>
                  </a:lnTo>
                  <a:lnTo>
                    <a:pt x="102743" y="240042"/>
                  </a:lnTo>
                  <a:lnTo>
                    <a:pt x="104025" y="239153"/>
                  </a:lnTo>
                  <a:lnTo>
                    <a:pt x="103035" y="239153"/>
                  </a:lnTo>
                  <a:lnTo>
                    <a:pt x="102069" y="240042"/>
                  </a:lnTo>
                  <a:lnTo>
                    <a:pt x="101854" y="239788"/>
                  </a:lnTo>
                  <a:lnTo>
                    <a:pt x="101854" y="239661"/>
                  </a:lnTo>
                  <a:lnTo>
                    <a:pt x="101663" y="239661"/>
                  </a:lnTo>
                  <a:lnTo>
                    <a:pt x="101600" y="239534"/>
                  </a:lnTo>
                  <a:lnTo>
                    <a:pt x="101536" y="239407"/>
                  </a:lnTo>
                  <a:lnTo>
                    <a:pt x="101739" y="239153"/>
                  </a:lnTo>
                  <a:lnTo>
                    <a:pt x="101244" y="239153"/>
                  </a:lnTo>
                  <a:lnTo>
                    <a:pt x="101028" y="239039"/>
                  </a:lnTo>
                  <a:lnTo>
                    <a:pt x="95504" y="239153"/>
                  </a:lnTo>
                  <a:lnTo>
                    <a:pt x="95554" y="239026"/>
                  </a:lnTo>
                  <a:lnTo>
                    <a:pt x="95338" y="239153"/>
                  </a:lnTo>
                  <a:lnTo>
                    <a:pt x="93446" y="236740"/>
                  </a:lnTo>
                  <a:lnTo>
                    <a:pt x="91770" y="234327"/>
                  </a:lnTo>
                  <a:lnTo>
                    <a:pt x="90182" y="234327"/>
                  </a:lnTo>
                  <a:lnTo>
                    <a:pt x="90284" y="234454"/>
                  </a:lnTo>
                  <a:lnTo>
                    <a:pt x="90385" y="234581"/>
                  </a:lnTo>
                  <a:lnTo>
                    <a:pt x="90703" y="234962"/>
                  </a:lnTo>
                  <a:lnTo>
                    <a:pt x="94665" y="239407"/>
                  </a:lnTo>
                  <a:lnTo>
                    <a:pt x="94551" y="239661"/>
                  </a:lnTo>
                  <a:lnTo>
                    <a:pt x="94526" y="239788"/>
                  </a:lnTo>
                  <a:lnTo>
                    <a:pt x="94272" y="240042"/>
                  </a:lnTo>
                  <a:lnTo>
                    <a:pt x="89573" y="236232"/>
                  </a:lnTo>
                  <a:lnTo>
                    <a:pt x="87083" y="234327"/>
                  </a:lnTo>
                  <a:lnTo>
                    <a:pt x="85039" y="234327"/>
                  </a:lnTo>
                  <a:lnTo>
                    <a:pt x="88912" y="237248"/>
                  </a:lnTo>
                  <a:lnTo>
                    <a:pt x="93802" y="240296"/>
                  </a:lnTo>
                  <a:lnTo>
                    <a:pt x="93713" y="241058"/>
                  </a:lnTo>
                  <a:lnTo>
                    <a:pt x="93446" y="241185"/>
                  </a:lnTo>
                  <a:lnTo>
                    <a:pt x="93141" y="241046"/>
                  </a:lnTo>
                  <a:lnTo>
                    <a:pt x="93141" y="241820"/>
                  </a:lnTo>
                  <a:lnTo>
                    <a:pt x="93091" y="242582"/>
                  </a:lnTo>
                  <a:lnTo>
                    <a:pt x="87287" y="241439"/>
                  </a:lnTo>
                  <a:lnTo>
                    <a:pt x="82448" y="240931"/>
                  </a:lnTo>
                  <a:lnTo>
                    <a:pt x="81241" y="240804"/>
                  </a:lnTo>
                  <a:lnTo>
                    <a:pt x="75107" y="240296"/>
                  </a:lnTo>
                  <a:lnTo>
                    <a:pt x="75107" y="239661"/>
                  </a:lnTo>
                  <a:lnTo>
                    <a:pt x="75476" y="239534"/>
                  </a:lnTo>
                  <a:lnTo>
                    <a:pt x="77012" y="238772"/>
                  </a:lnTo>
                  <a:lnTo>
                    <a:pt x="77089" y="238518"/>
                  </a:lnTo>
                  <a:lnTo>
                    <a:pt x="77203" y="238137"/>
                  </a:lnTo>
                  <a:lnTo>
                    <a:pt x="77343" y="237629"/>
                  </a:lnTo>
                  <a:lnTo>
                    <a:pt x="77241" y="237121"/>
                  </a:lnTo>
                  <a:lnTo>
                    <a:pt x="76619" y="236232"/>
                  </a:lnTo>
                  <a:lnTo>
                    <a:pt x="76365" y="235724"/>
                  </a:lnTo>
                  <a:lnTo>
                    <a:pt x="76365" y="234835"/>
                  </a:lnTo>
                  <a:lnTo>
                    <a:pt x="81927" y="237629"/>
                  </a:lnTo>
                  <a:lnTo>
                    <a:pt x="87566" y="239788"/>
                  </a:lnTo>
                  <a:lnTo>
                    <a:pt x="93141" y="241820"/>
                  </a:lnTo>
                  <a:lnTo>
                    <a:pt x="93141" y="241046"/>
                  </a:lnTo>
                  <a:lnTo>
                    <a:pt x="87922" y="238645"/>
                  </a:lnTo>
                  <a:lnTo>
                    <a:pt x="82308" y="236486"/>
                  </a:lnTo>
                  <a:lnTo>
                    <a:pt x="77749" y="234835"/>
                  </a:lnTo>
                  <a:lnTo>
                    <a:pt x="76695" y="234454"/>
                  </a:lnTo>
                  <a:lnTo>
                    <a:pt x="76695" y="234327"/>
                  </a:lnTo>
                  <a:lnTo>
                    <a:pt x="74980" y="234327"/>
                  </a:lnTo>
                  <a:lnTo>
                    <a:pt x="74866" y="234835"/>
                  </a:lnTo>
                  <a:lnTo>
                    <a:pt x="74841" y="234962"/>
                  </a:lnTo>
                  <a:lnTo>
                    <a:pt x="74688" y="235724"/>
                  </a:lnTo>
                  <a:lnTo>
                    <a:pt x="74815" y="251980"/>
                  </a:lnTo>
                  <a:lnTo>
                    <a:pt x="74917" y="252488"/>
                  </a:lnTo>
                  <a:lnTo>
                    <a:pt x="75044" y="253123"/>
                  </a:lnTo>
                  <a:lnTo>
                    <a:pt x="80365" y="260997"/>
                  </a:lnTo>
                  <a:lnTo>
                    <a:pt x="88061" y="266204"/>
                  </a:lnTo>
                  <a:lnTo>
                    <a:pt x="94526" y="266204"/>
                  </a:lnTo>
                  <a:lnTo>
                    <a:pt x="93992" y="265315"/>
                  </a:lnTo>
                  <a:lnTo>
                    <a:pt x="90563" y="265315"/>
                  </a:lnTo>
                  <a:lnTo>
                    <a:pt x="90360" y="265315"/>
                  </a:lnTo>
                  <a:lnTo>
                    <a:pt x="90131" y="265188"/>
                  </a:lnTo>
                  <a:lnTo>
                    <a:pt x="90411" y="265277"/>
                  </a:lnTo>
                  <a:lnTo>
                    <a:pt x="90716" y="265061"/>
                  </a:lnTo>
                  <a:lnTo>
                    <a:pt x="89903" y="265061"/>
                  </a:lnTo>
                  <a:lnTo>
                    <a:pt x="89700" y="265061"/>
                  </a:lnTo>
                  <a:lnTo>
                    <a:pt x="89827" y="264807"/>
                  </a:lnTo>
                  <a:lnTo>
                    <a:pt x="92189" y="259854"/>
                  </a:lnTo>
                  <a:lnTo>
                    <a:pt x="92760" y="258457"/>
                  </a:lnTo>
                  <a:lnTo>
                    <a:pt x="91427" y="258457"/>
                  </a:lnTo>
                  <a:lnTo>
                    <a:pt x="91325" y="258711"/>
                  </a:lnTo>
                  <a:lnTo>
                    <a:pt x="91109" y="259219"/>
                  </a:lnTo>
                  <a:lnTo>
                    <a:pt x="91033" y="259473"/>
                  </a:lnTo>
                  <a:lnTo>
                    <a:pt x="90906" y="259854"/>
                  </a:lnTo>
                  <a:lnTo>
                    <a:pt x="89306" y="264807"/>
                  </a:lnTo>
                  <a:lnTo>
                    <a:pt x="88607" y="264807"/>
                  </a:lnTo>
                  <a:lnTo>
                    <a:pt x="88582" y="264426"/>
                  </a:lnTo>
                  <a:lnTo>
                    <a:pt x="88480" y="262648"/>
                  </a:lnTo>
                  <a:lnTo>
                    <a:pt x="88265" y="262648"/>
                  </a:lnTo>
                  <a:lnTo>
                    <a:pt x="86741" y="261759"/>
                  </a:lnTo>
                  <a:lnTo>
                    <a:pt x="84785" y="262648"/>
                  </a:lnTo>
                  <a:lnTo>
                    <a:pt x="84632" y="262521"/>
                  </a:lnTo>
                  <a:lnTo>
                    <a:pt x="84289" y="262140"/>
                  </a:lnTo>
                  <a:lnTo>
                    <a:pt x="84505" y="262140"/>
                  </a:lnTo>
                  <a:lnTo>
                    <a:pt x="84620" y="262013"/>
                  </a:lnTo>
                  <a:lnTo>
                    <a:pt x="84924" y="261632"/>
                  </a:lnTo>
                  <a:lnTo>
                    <a:pt x="87579" y="258457"/>
                  </a:lnTo>
                  <a:lnTo>
                    <a:pt x="86309" y="258457"/>
                  </a:lnTo>
                  <a:lnTo>
                    <a:pt x="84124" y="261632"/>
                  </a:lnTo>
                  <a:lnTo>
                    <a:pt x="83350" y="261632"/>
                  </a:lnTo>
                  <a:lnTo>
                    <a:pt x="83350" y="261378"/>
                  </a:lnTo>
                  <a:lnTo>
                    <a:pt x="83616" y="260997"/>
                  </a:lnTo>
                  <a:lnTo>
                    <a:pt x="83616" y="260362"/>
                  </a:lnTo>
                  <a:lnTo>
                    <a:pt x="83451" y="259854"/>
                  </a:lnTo>
                  <a:lnTo>
                    <a:pt x="82905" y="259219"/>
                  </a:lnTo>
                  <a:lnTo>
                    <a:pt x="82283" y="258711"/>
                  </a:lnTo>
                  <a:lnTo>
                    <a:pt x="81864" y="258457"/>
                  </a:lnTo>
                  <a:lnTo>
                    <a:pt x="80810" y="258457"/>
                  </a:lnTo>
                  <a:lnTo>
                    <a:pt x="80124" y="258457"/>
                  </a:lnTo>
                  <a:lnTo>
                    <a:pt x="80810" y="258457"/>
                  </a:lnTo>
                  <a:lnTo>
                    <a:pt x="81648" y="258330"/>
                  </a:lnTo>
                  <a:lnTo>
                    <a:pt x="81864" y="258457"/>
                  </a:lnTo>
                  <a:lnTo>
                    <a:pt x="86309" y="258457"/>
                  </a:lnTo>
                  <a:lnTo>
                    <a:pt x="86487" y="258203"/>
                  </a:lnTo>
                  <a:lnTo>
                    <a:pt x="82486" y="258203"/>
                  </a:lnTo>
                  <a:lnTo>
                    <a:pt x="81445" y="258203"/>
                  </a:lnTo>
                  <a:lnTo>
                    <a:pt x="80124" y="258203"/>
                  </a:lnTo>
                  <a:lnTo>
                    <a:pt x="80124" y="257949"/>
                  </a:lnTo>
                  <a:lnTo>
                    <a:pt x="80302" y="257949"/>
                  </a:lnTo>
                  <a:lnTo>
                    <a:pt x="81000" y="257441"/>
                  </a:lnTo>
                  <a:lnTo>
                    <a:pt x="85090" y="254520"/>
                  </a:lnTo>
                  <a:lnTo>
                    <a:pt x="88798" y="251599"/>
                  </a:lnTo>
                  <a:lnTo>
                    <a:pt x="86741" y="251599"/>
                  </a:lnTo>
                  <a:lnTo>
                    <a:pt x="84340" y="253504"/>
                  </a:lnTo>
                  <a:lnTo>
                    <a:pt x="79971" y="257441"/>
                  </a:lnTo>
                  <a:lnTo>
                    <a:pt x="79451" y="257441"/>
                  </a:lnTo>
                  <a:lnTo>
                    <a:pt x="79197" y="257187"/>
                  </a:lnTo>
                  <a:lnTo>
                    <a:pt x="79552" y="256933"/>
                  </a:lnTo>
                  <a:lnTo>
                    <a:pt x="79679" y="256552"/>
                  </a:lnTo>
                  <a:lnTo>
                    <a:pt x="80035" y="255028"/>
                  </a:lnTo>
                  <a:lnTo>
                    <a:pt x="79095" y="253504"/>
                  </a:lnTo>
                  <a:lnTo>
                    <a:pt x="78295" y="253504"/>
                  </a:lnTo>
                  <a:lnTo>
                    <a:pt x="77419" y="253377"/>
                  </a:lnTo>
                  <a:lnTo>
                    <a:pt x="77012" y="253377"/>
                  </a:lnTo>
                  <a:lnTo>
                    <a:pt x="76923" y="253123"/>
                  </a:lnTo>
                  <a:lnTo>
                    <a:pt x="76784" y="252742"/>
                  </a:lnTo>
                  <a:lnTo>
                    <a:pt x="78346" y="252234"/>
                  </a:lnTo>
                  <a:lnTo>
                    <a:pt x="80302" y="251599"/>
                  </a:lnTo>
                  <a:lnTo>
                    <a:pt x="78028" y="251599"/>
                  </a:lnTo>
                  <a:lnTo>
                    <a:pt x="76695" y="252234"/>
                  </a:lnTo>
                  <a:lnTo>
                    <a:pt x="76365" y="251980"/>
                  </a:lnTo>
                  <a:lnTo>
                    <a:pt x="76365" y="251599"/>
                  </a:lnTo>
                  <a:lnTo>
                    <a:pt x="76530" y="251599"/>
                  </a:lnTo>
                  <a:lnTo>
                    <a:pt x="78028" y="251599"/>
                  </a:lnTo>
                  <a:lnTo>
                    <a:pt x="78562" y="251345"/>
                  </a:lnTo>
                  <a:lnTo>
                    <a:pt x="76873" y="251345"/>
                  </a:lnTo>
                  <a:lnTo>
                    <a:pt x="76695" y="251472"/>
                  </a:lnTo>
                  <a:lnTo>
                    <a:pt x="77470" y="250075"/>
                  </a:lnTo>
                  <a:lnTo>
                    <a:pt x="77355" y="249567"/>
                  </a:lnTo>
                  <a:lnTo>
                    <a:pt x="77228" y="249059"/>
                  </a:lnTo>
                  <a:lnTo>
                    <a:pt x="77139" y="248678"/>
                  </a:lnTo>
                  <a:lnTo>
                    <a:pt x="77076" y="248424"/>
                  </a:lnTo>
                  <a:lnTo>
                    <a:pt x="75590" y="247916"/>
                  </a:lnTo>
                  <a:lnTo>
                    <a:pt x="75374" y="247662"/>
                  </a:lnTo>
                  <a:lnTo>
                    <a:pt x="75107" y="247408"/>
                  </a:lnTo>
                  <a:lnTo>
                    <a:pt x="75107" y="246773"/>
                  </a:lnTo>
                  <a:lnTo>
                    <a:pt x="78168" y="246773"/>
                  </a:lnTo>
                  <a:lnTo>
                    <a:pt x="81241" y="246646"/>
                  </a:lnTo>
                  <a:lnTo>
                    <a:pt x="83769" y="246265"/>
                  </a:lnTo>
                  <a:lnTo>
                    <a:pt x="87134" y="245757"/>
                  </a:lnTo>
                  <a:lnTo>
                    <a:pt x="89522" y="245249"/>
                  </a:lnTo>
                  <a:lnTo>
                    <a:pt x="80899" y="245249"/>
                  </a:lnTo>
                  <a:lnTo>
                    <a:pt x="78066" y="246011"/>
                  </a:lnTo>
                  <a:lnTo>
                    <a:pt x="76098" y="246265"/>
                  </a:lnTo>
                  <a:lnTo>
                    <a:pt x="74968" y="246265"/>
                  </a:lnTo>
                  <a:lnTo>
                    <a:pt x="74879" y="246011"/>
                  </a:lnTo>
                  <a:lnTo>
                    <a:pt x="76123" y="245135"/>
                  </a:lnTo>
                  <a:lnTo>
                    <a:pt x="80899" y="245249"/>
                  </a:lnTo>
                  <a:lnTo>
                    <a:pt x="84035" y="244995"/>
                  </a:lnTo>
                  <a:lnTo>
                    <a:pt x="76314" y="244995"/>
                  </a:lnTo>
                  <a:lnTo>
                    <a:pt x="76174" y="244995"/>
                  </a:lnTo>
                  <a:lnTo>
                    <a:pt x="76073" y="242709"/>
                  </a:lnTo>
                  <a:lnTo>
                    <a:pt x="76009" y="242455"/>
                  </a:lnTo>
                  <a:lnTo>
                    <a:pt x="75907" y="242328"/>
                  </a:lnTo>
                  <a:lnTo>
                    <a:pt x="75806" y="242201"/>
                  </a:lnTo>
                  <a:lnTo>
                    <a:pt x="75590" y="241947"/>
                  </a:lnTo>
                  <a:lnTo>
                    <a:pt x="75260" y="241820"/>
                  </a:lnTo>
                  <a:lnTo>
                    <a:pt x="74815" y="241439"/>
                  </a:lnTo>
                  <a:lnTo>
                    <a:pt x="74879" y="241185"/>
                  </a:lnTo>
                  <a:lnTo>
                    <a:pt x="74968" y="240931"/>
                  </a:lnTo>
                  <a:lnTo>
                    <a:pt x="80899" y="241947"/>
                  </a:lnTo>
                  <a:lnTo>
                    <a:pt x="86880" y="242709"/>
                  </a:lnTo>
                  <a:lnTo>
                    <a:pt x="92964" y="242963"/>
                  </a:lnTo>
                  <a:lnTo>
                    <a:pt x="92964" y="243725"/>
                  </a:lnTo>
                  <a:lnTo>
                    <a:pt x="93967" y="243725"/>
                  </a:lnTo>
                  <a:lnTo>
                    <a:pt x="89954" y="244233"/>
                  </a:lnTo>
                  <a:lnTo>
                    <a:pt x="86880" y="244487"/>
                  </a:lnTo>
                  <a:lnTo>
                    <a:pt x="84035" y="244995"/>
                  </a:lnTo>
                  <a:lnTo>
                    <a:pt x="90703" y="244995"/>
                  </a:lnTo>
                  <a:lnTo>
                    <a:pt x="93091" y="244487"/>
                  </a:lnTo>
                  <a:lnTo>
                    <a:pt x="93141" y="244741"/>
                  </a:lnTo>
                  <a:lnTo>
                    <a:pt x="93332" y="244995"/>
                  </a:lnTo>
                  <a:lnTo>
                    <a:pt x="94526" y="244995"/>
                  </a:lnTo>
                  <a:lnTo>
                    <a:pt x="94526" y="244487"/>
                  </a:lnTo>
                  <a:lnTo>
                    <a:pt x="94538" y="242582"/>
                  </a:lnTo>
                  <a:lnTo>
                    <a:pt x="94551" y="241185"/>
                  </a:lnTo>
                  <a:lnTo>
                    <a:pt x="94551" y="241058"/>
                  </a:lnTo>
                  <a:lnTo>
                    <a:pt x="95783" y="240042"/>
                  </a:lnTo>
                  <a:lnTo>
                    <a:pt x="96405" y="239534"/>
                  </a:lnTo>
                  <a:lnTo>
                    <a:pt x="98247" y="239661"/>
                  </a:lnTo>
                  <a:lnTo>
                    <a:pt x="100342" y="239661"/>
                  </a:lnTo>
                  <a:lnTo>
                    <a:pt x="100457" y="239788"/>
                  </a:lnTo>
                  <a:lnTo>
                    <a:pt x="101854" y="241439"/>
                  </a:lnTo>
                  <a:lnTo>
                    <a:pt x="101854" y="244995"/>
                  </a:lnTo>
                  <a:lnTo>
                    <a:pt x="102666" y="244995"/>
                  </a:lnTo>
                  <a:lnTo>
                    <a:pt x="103098" y="244995"/>
                  </a:lnTo>
                  <a:lnTo>
                    <a:pt x="103200" y="244360"/>
                  </a:lnTo>
                  <a:lnTo>
                    <a:pt x="109308" y="245249"/>
                  </a:lnTo>
                  <a:lnTo>
                    <a:pt x="111277" y="245503"/>
                  </a:lnTo>
                  <a:lnTo>
                    <a:pt x="119862" y="245503"/>
                  </a:lnTo>
                  <a:lnTo>
                    <a:pt x="118338" y="245249"/>
                  </a:lnTo>
                  <a:lnTo>
                    <a:pt x="112496" y="244487"/>
                  </a:lnTo>
                  <a:lnTo>
                    <a:pt x="109410" y="244233"/>
                  </a:lnTo>
                  <a:lnTo>
                    <a:pt x="105359" y="243725"/>
                  </a:lnTo>
                  <a:lnTo>
                    <a:pt x="103390" y="243725"/>
                  </a:lnTo>
                  <a:lnTo>
                    <a:pt x="103390" y="242963"/>
                  </a:lnTo>
                  <a:lnTo>
                    <a:pt x="109359" y="242328"/>
                  </a:lnTo>
                  <a:lnTo>
                    <a:pt x="115239" y="241439"/>
                  </a:lnTo>
                  <a:lnTo>
                    <a:pt x="121119" y="240169"/>
                  </a:lnTo>
                  <a:lnTo>
                    <a:pt x="122555" y="240169"/>
                  </a:lnTo>
                  <a:close/>
                </a:path>
                <a:path w="193040" h="327659">
                  <a:moveTo>
                    <a:pt x="122618" y="246265"/>
                  </a:moveTo>
                  <a:lnTo>
                    <a:pt x="121399" y="246265"/>
                  </a:lnTo>
                  <a:lnTo>
                    <a:pt x="121399" y="247154"/>
                  </a:lnTo>
                  <a:lnTo>
                    <a:pt x="121107" y="247154"/>
                  </a:lnTo>
                  <a:lnTo>
                    <a:pt x="119392" y="247916"/>
                  </a:lnTo>
                  <a:lnTo>
                    <a:pt x="119329" y="248170"/>
                  </a:lnTo>
                  <a:lnTo>
                    <a:pt x="122224" y="248170"/>
                  </a:lnTo>
                  <a:lnTo>
                    <a:pt x="122326" y="247662"/>
                  </a:lnTo>
                  <a:lnTo>
                    <a:pt x="122428" y="247154"/>
                  </a:lnTo>
                  <a:lnTo>
                    <a:pt x="122516" y="246773"/>
                  </a:lnTo>
                  <a:lnTo>
                    <a:pt x="122618" y="246265"/>
                  </a:lnTo>
                  <a:close/>
                </a:path>
                <a:path w="193040" h="327659">
                  <a:moveTo>
                    <a:pt x="122720" y="245757"/>
                  </a:moveTo>
                  <a:lnTo>
                    <a:pt x="121399" y="245757"/>
                  </a:lnTo>
                  <a:lnTo>
                    <a:pt x="113258" y="245757"/>
                  </a:lnTo>
                  <a:lnTo>
                    <a:pt x="115239" y="246011"/>
                  </a:lnTo>
                  <a:lnTo>
                    <a:pt x="122669" y="246011"/>
                  </a:lnTo>
                  <a:lnTo>
                    <a:pt x="122720" y="245757"/>
                  </a:lnTo>
                  <a:close/>
                </a:path>
                <a:path w="193040" h="327659">
                  <a:moveTo>
                    <a:pt x="122821" y="245249"/>
                  </a:moveTo>
                  <a:lnTo>
                    <a:pt x="121488" y="245249"/>
                  </a:lnTo>
                  <a:lnTo>
                    <a:pt x="121437" y="245503"/>
                  </a:lnTo>
                  <a:lnTo>
                    <a:pt x="122770" y="245503"/>
                  </a:lnTo>
                  <a:lnTo>
                    <a:pt x="122821" y="245249"/>
                  </a:lnTo>
                  <a:close/>
                </a:path>
                <a:path w="193040" h="327659">
                  <a:moveTo>
                    <a:pt x="122872" y="244995"/>
                  </a:moveTo>
                  <a:lnTo>
                    <a:pt x="122821" y="241566"/>
                  </a:lnTo>
                  <a:lnTo>
                    <a:pt x="122694" y="240931"/>
                  </a:lnTo>
                  <a:lnTo>
                    <a:pt x="122580" y="240296"/>
                  </a:lnTo>
                  <a:lnTo>
                    <a:pt x="121246" y="240296"/>
                  </a:lnTo>
                  <a:lnTo>
                    <a:pt x="121488" y="240550"/>
                  </a:lnTo>
                  <a:lnTo>
                    <a:pt x="121399" y="240931"/>
                  </a:lnTo>
                  <a:lnTo>
                    <a:pt x="120904" y="241185"/>
                  </a:lnTo>
                  <a:lnTo>
                    <a:pt x="119748" y="242201"/>
                  </a:lnTo>
                  <a:lnTo>
                    <a:pt x="119811" y="244106"/>
                  </a:lnTo>
                  <a:lnTo>
                    <a:pt x="120827" y="244995"/>
                  </a:lnTo>
                  <a:lnTo>
                    <a:pt x="122872" y="244995"/>
                  </a:lnTo>
                  <a:close/>
                </a:path>
                <a:path w="193040" h="327659">
                  <a:moveTo>
                    <a:pt x="136372" y="237490"/>
                  </a:moveTo>
                  <a:lnTo>
                    <a:pt x="133604" y="237490"/>
                  </a:lnTo>
                  <a:lnTo>
                    <a:pt x="131876" y="240030"/>
                  </a:lnTo>
                  <a:lnTo>
                    <a:pt x="132524" y="240030"/>
                  </a:lnTo>
                  <a:lnTo>
                    <a:pt x="133337" y="238760"/>
                  </a:lnTo>
                  <a:lnTo>
                    <a:pt x="134391" y="238760"/>
                  </a:lnTo>
                  <a:lnTo>
                    <a:pt x="135039" y="240030"/>
                  </a:lnTo>
                  <a:lnTo>
                    <a:pt x="135750" y="238760"/>
                  </a:lnTo>
                  <a:lnTo>
                    <a:pt x="136372" y="238760"/>
                  </a:lnTo>
                  <a:lnTo>
                    <a:pt x="136372" y="237490"/>
                  </a:lnTo>
                  <a:close/>
                </a:path>
                <a:path w="193040" h="327659">
                  <a:moveTo>
                    <a:pt x="139306" y="232689"/>
                  </a:moveTo>
                  <a:lnTo>
                    <a:pt x="139065" y="231851"/>
                  </a:lnTo>
                  <a:lnTo>
                    <a:pt x="139014" y="231648"/>
                  </a:lnTo>
                  <a:lnTo>
                    <a:pt x="138620" y="231648"/>
                  </a:lnTo>
                  <a:lnTo>
                    <a:pt x="137744" y="231521"/>
                  </a:lnTo>
                  <a:lnTo>
                    <a:pt x="137452" y="231063"/>
                  </a:lnTo>
                  <a:lnTo>
                    <a:pt x="138049" y="230378"/>
                  </a:lnTo>
                  <a:lnTo>
                    <a:pt x="138353" y="229920"/>
                  </a:lnTo>
                  <a:lnTo>
                    <a:pt x="138620" y="229565"/>
                  </a:lnTo>
                  <a:lnTo>
                    <a:pt x="139014" y="229247"/>
                  </a:lnTo>
                  <a:lnTo>
                    <a:pt x="137744" y="228803"/>
                  </a:lnTo>
                  <a:lnTo>
                    <a:pt x="136017" y="229133"/>
                  </a:lnTo>
                  <a:lnTo>
                    <a:pt x="135013" y="229920"/>
                  </a:lnTo>
                  <a:lnTo>
                    <a:pt x="134010" y="230733"/>
                  </a:lnTo>
                  <a:lnTo>
                    <a:pt x="133604" y="231648"/>
                  </a:lnTo>
                  <a:lnTo>
                    <a:pt x="133604" y="232625"/>
                  </a:lnTo>
                  <a:lnTo>
                    <a:pt x="134010" y="232498"/>
                  </a:lnTo>
                  <a:lnTo>
                    <a:pt x="134581" y="232283"/>
                  </a:lnTo>
                  <a:lnTo>
                    <a:pt x="135013" y="231952"/>
                  </a:lnTo>
                  <a:lnTo>
                    <a:pt x="134797" y="233235"/>
                  </a:lnTo>
                  <a:lnTo>
                    <a:pt x="135013" y="233451"/>
                  </a:lnTo>
                  <a:lnTo>
                    <a:pt x="136017" y="233514"/>
                  </a:lnTo>
                  <a:lnTo>
                    <a:pt x="136017" y="233235"/>
                  </a:lnTo>
                  <a:lnTo>
                    <a:pt x="136144" y="232892"/>
                  </a:lnTo>
                  <a:lnTo>
                    <a:pt x="136385" y="232498"/>
                  </a:lnTo>
                  <a:lnTo>
                    <a:pt x="136385" y="232283"/>
                  </a:lnTo>
                  <a:lnTo>
                    <a:pt x="136740" y="232041"/>
                  </a:lnTo>
                  <a:lnTo>
                    <a:pt x="137045" y="232346"/>
                  </a:lnTo>
                  <a:lnTo>
                    <a:pt x="137337" y="232625"/>
                  </a:lnTo>
                  <a:lnTo>
                    <a:pt x="137337" y="232892"/>
                  </a:lnTo>
                  <a:lnTo>
                    <a:pt x="137045" y="233159"/>
                  </a:lnTo>
                  <a:lnTo>
                    <a:pt x="136893" y="233337"/>
                  </a:lnTo>
                  <a:lnTo>
                    <a:pt x="136740" y="233451"/>
                  </a:lnTo>
                  <a:lnTo>
                    <a:pt x="136461" y="233514"/>
                  </a:lnTo>
                  <a:lnTo>
                    <a:pt x="136385" y="233680"/>
                  </a:lnTo>
                  <a:lnTo>
                    <a:pt x="135839" y="234099"/>
                  </a:lnTo>
                  <a:lnTo>
                    <a:pt x="136740" y="234683"/>
                  </a:lnTo>
                  <a:lnTo>
                    <a:pt x="137452" y="234289"/>
                  </a:lnTo>
                  <a:lnTo>
                    <a:pt x="138049" y="233692"/>
                  </a:lnTo>
                  <a:lnTo>
                    <a:pt x="138734" y="233362"/>
                  </a:lnTo>
                  <a:lnTo>
                    <a:pt x="139306" y="232689"/>
                  </a:lnTo>
                  <a:close/>
                </a:path>
                <a:path w="193040" h="327659">
                  <a:moveTo>
                    <a:pt x="139712" y="241922"/>
                  </a:moveTo>
                  <a:lnTo>
                    <a:pt x="139407" y="242570"/>
                  </a:lnTo>
                  <a:lnTo>
                    <a:pt x="139598" y="242570"/>
                  </a:lnTo>
                  <a:lnTo>
                    <a:pt x="139712" y="241922"/>
                  </a:lnTo>
                  <a:close/>
                </a:path>
                <a:path w="193040" h="327659">
                  <a:moveTo>
                    <a:pt x="139992" y="241300"/>
                  </a:moveTo>
                  <a:lnTo>
                    <a:pt x="139814" y="241300"/>
                  </a:lnTo>
                  <a:lnTo>
                    <a:pt x="139712" y="241922"/>
                  </a:lnTo>
                  <a:lnTo>
                    <a:pt x="139992" y="241300"/>
                  </a:lnTo>
                  <a:close/>
                </a:path>
                <a:path w="193040" h="327659">
                  <a:moveTo>
                    <a:pt x="143217" y="32740"/>
                  </a:moveTo>
                  <a:lnTo>
                    <a:pt x="142430" y="32740"/>
                  </a:lnTo>
                  <a:lnTo>
                    <a:pt x="142354" y="34290"/>
                  </a:lnTo>
                  <a:lnTo>
                    <a:pt x="142290" y="35560"/>
                  </a:lnTo>
                  <a:lnTo>
                    <a:pt x="138557" y="35560"/>
                  </a:lnTo>
                  <a:lnTo>
                    <a:pt x="135940" y="38011"/>
                  </a:lnTo>
                  <a:lnTo>
                    <a:pt x="140385" y="38011"/>
                  </a:lnTo>
                  <a:lnTo>
                    <a:pt x="142417" y="36830"/>
                  </a:lnTo>
                  <a:lnTo>
                    <a:pt x="142913" y="35560"/>
                  </a:lnTo>
                  <a:lnTo>
                    <a:pt x="143217" y="32740"/>
                  </a:lnTo>
                  <a:close/>
                </a:path>
                <a:path w="193040" h="327659">
                  <a:moveTo>
                    <a:pt x="146519" y="238264"/>
                  </a:moveTo>
                  <a:lnTo>
                    <a:pt x="146227" y="238086"/>
                  </a:lnTo>
                  <a:lnTo>
                    <a:pt x="145516" y="238086"/>
                  </a:lnTo>
                  <a:lnTo>
                    <a:pt x="144983" y="238404"/>
                  </a:lnTo>
                  <a:lnTo>
                    <a:pt x="145161" y="238848"/>
                  </a:lnTo>
                  <a:lnTo>
                    <a:pt x="145161" y="239115"/>
                  </a:lnTo>
                  <a:lnTo>
                    <a:pt x="145516" y="239229"/>
                  </a:lnTo>
                  <a:lnTo>
                    <a:pt x="146227" y="239229"/>
                  </a:lnTo>
                  <a:lnTo>
                    <a:pt x="146519" y="238950"/>
                  </a:lnTo>
                  <a:lnTo>
                    <a:pt x="146519" y="238264"/>
                  </a:lnTo>
                  <a:close/>
                </a:path>
                <a:path w="193040" h="327659">
                  <a:moveTo>
                    <a:pt x="166509" y="304800"/>
                  </a:moveTo>
                  <a:lnTo>
                    <a:pt x="166141" y="304330"/>
                  </a:lnTo>
                  <a:lnTo>
                    <a:pt x="164477" y="302475"/>
                  </a:lnTo>
                  <a:lnTo>
                    <a:pt x="163068" y="300583"/>
                  </a:lnTo>
                  <a:lnTo>
                    <a:pt x="161315" y="299059"/>
                  </a:lnTo>
                  <a:lnTo>
                    <a:pt x="160096" y="297535"/>
                  </a:lnTo>
                  <a:lnTo>
                    <a:pt x="158178" y="296849"/>
                  </a:lnTo>
                  <a:lnTo>
                    <a:pt x="156057" y="296773"/>
                  </a:lnTo>
                  <a:lnTo>
                    <a:pt x="155422" y="296773"/>
                  </a:lnTo>
                  <a:lnTo>
                    <a:pt x="154914" y="297332"/>
                  </a:lnTo>
                  <a:lnTo>
                    <a:pt x="155105" y="298183"/>
                  </a:lnTo>
                  <a:lnTo>
                    <a:pt x="155702" y="298881"/>
                  </a:lnTo>
                  <a:lnTo>
                    <a:pt x="156387" y="299542"/>
                  </a:lnTo>
                  <a:lnTo>
                    <a:pt x="157048" y="300482"/>
                  </a:lnTo>
                  <a:lnTo>
                    <a:pt x="157835" y="300659"/>
                  </a:lnTo>
                  <a:lnTo>
                    <a:pt x="159219" y="300482"/>
                  </a:lnTo>
                  <a:lnTo>
                    <a:pt x="159334" y="300316"/>
                  </a:lnTo>
                  <a:lnTo>
                    <a:pt x="160464" y="299986"/>
                  </a:lnTo>
                  <a:lnTo>
                    <a:pt x="161315" y="300482"/>
                  </a:lnTo>
                  <a:lnTo>
                    <a:pt x="162090" y="301231"/>
                  </a:lnTo>
                  <a:lnTo>
                    <a:pt x="162318" y="301485"/>
                  </a:lnTo>
                  <a:lnTo>
                    <a:pt x="162534" y="301840"/>
                  </a:lnTo>
                  <a:lnTo>
                    <a:pt x="162915" y="302171"/>
                  </a:lnTo>
                  <a:lnTo>
                    <a:pt x="164287" y="303999"/>
                  </a:lnTo>
                  <a:lnTo>
                    <a:pt x="165074" y="304800"/>
                  </a:lnTo>
                  <a:lnTo>
                    <a:pt x="165354" y="305142"/>
                  </a:lnTo>
                  <a:lnTo>
                    <a:pt x="165569" y="305600"/>
                  </a:lnTo>
                  <a:lnTo>
                    <a:pt x="166141" y="305219"/>
                  </a:lnTo>
                  <a:lnTo>
                    <a:pt x="166509" y="304800"/>
                  </a:lnTo>
                  <a:close/>
                </a:path>
                <a:path w="193040" h="327659">
                  <a:moveTo>
                    <a:pt x="169913" y="316191"/>
                  </a:moveTo>
                  <a:lnTo>
                    <a:pt x="166865" y="316191"/>
                  </a:lnTo>
                  <a:lnTo>
                    <a:pt x="166865" y="324802"/>
                  </a:lnTo>
                  <a:lnTo>
                    <a:pt x="167195" y="325132"/>
                  </a:lnTo>
                  <a:lnTo>
                    <a:pt x="167779" y="326009"/>
                  </a:lnTo>
                  <a:lnTo>
                    <a:pt x="168694" y="326732"/>
                  </a:lnTo>
                  <a:lnTo>
                    <a:pt x="169291" y="327050"/>
                  </a:lnTo>
                  <a:lnTo>
                    <a:pt x="169913" y="327050"/>
                  </a:lnTo>
                  <a:lnTo>
                    <a:pt x="169913" y="316191"/>
                  </a:lnTo>
                  <a:close/>
                </a:path>
                <a:path w="193040" h="327659">
                  <a:moveTo>
                    <a:pt x="171881" y="306171"/>
                  </a:moveTo>
                  <a:lnTo>
                    <a:pt x="149199" y="306171"/>
                  </a:lnTo>
                  <a:lnTo>
                    <a:pt x="149199" y="308660"/>
                  </a:lnTo>
                  <a:lnTo>
                    <a:pt x="149199" y="315175"/>
                  </a:lnTo>
                  <a:lnTo>
                    <a:pt x="149047" y="315556"/>
                  </a:lnTo>
                  <a:lnTo>
                    <a:pt x="148704" y="316191"/>
                  </a:lnTo>
                  <a:lnTo>
                    <a:pt x="147281" y="318135"/>
                  </a:lnTo>
                  <a:lnTo>
                    <a:pt x="147510" y="318135"/>
                  </a:lnTo>
                  <a:lnTo>
                    <a:pt x="143598" y="319633"/>
                  </a:lnTo>
                  <a:lnTo>
                    <a:pt x="141211" y="318135"/>
                  </a:lnTo>
                  <a:lnTo>
                    <a:pt x="140804" y="317817"/>
                  </a:lnTo>
                  <a:lnTo>
                    <a:pt x="140703" y="317665"/>
                  </a:lnTo>
                  <a:lnTo>
                    <a:pt x="140576" y="317474"/>
                  </a:lnTo>
                  <a:lnTo>
                    <a:pt x="140233" y="316966"/>
                  </a:lnTo>
                  <a:lnTo>
                    <a:pt x="140004" y="316395"/>
                  </a:lnTo>
                  <a:lnTo>
                    <a:pt x="140068" y="316191"/>
                  </a:lnTo>
                  <a:lnTo>
                    <a:pt x="141122" y="316191"/>
                  </a:lnTo>
                  <a:lnTo>
                    <a:pt x="141668" y="315556"/>
                  </a:lnTo>
                  <a:lnTo>
                    <a:pt x="142024" y="315556"/>
                  </a:lnTo>
                  <a:lnTo>
                    <a:pt x="142773" y="315175"/>
                  </a:lnTo>
                  <a:lnTo>
                    <a:pt x="143510" y="314756"/>
                  </a:lnTo>
                  <a:lnTo>
                    <a:pt x="143725" y="314756"/>
                  </a:lnTo>
                  <a:lnTo>
                    <a:pt x="143992" y="314071"/>
                  </a:lnTo>
                  <a:lnTo>
                    <a:pt x="144157" y="314071"/>
                  </a:lnTo>
                  <a:lnTo>
                    <a:pt x="143598" y="311899"/>
                  </a:lnTo>
                  <a:lnTo>
                    <a:pt x="143548" y="311543"/>
                  </a:lnTo>
                  <a:lnTo>
                    <a:pt x="143433" y="310845"/>
                  </a:lnTo>
                  <a:lnTo>
                    <a:pt x="143256" y="310007"/>
                  </a:lnTo>
                  <a:lnTo>
                    <a:pt x="143192" y="308660"/>
                  </a:lnTo>
                  <a:lnTo>
                    <a:pt x="149199" y="308660"/>
                  </a:lnTo>
                  <a:lnTo>
                    <a:pt x="149199" y="306171"/>
                  </a:lnTo>
                  <a:lnTo>
                    <a:pt x="114198" y="306171"/>
                  </a:lnTo>
                  <a:lnTo>
                    <a:pt x="114198" y="308660"/>
                  </a:lnTo>
                  <a:lnTo>
                    <a:pt x="131165" y="308660"/>
                  </a:lnTo>
                  <a:lnTo>
                    <a:pt x="131165" y="313410"/>
                  </a:lnTo>
                  <a:lnTo>
                    <a:pt x="127749" y="313410"/>
                  </a:lnTo>
                  <a:lnTo>
                    <a:pt x="126174" y="313258"/>
                  </a:lnTo>
                  <a:lnTo>
                    <a:pt x="121386" y="313258"/>
                  </a:lnTo>
                  <a:lnTo>
                    <a:pt x="121119" y="313563"/>
                  </a:lnTo>
                  <a:lnTo>
                    <a:pt x="120853" y="313563"/>
                  </a:lnTo>
                  <a:lnTo>
                    <a:pt x="121475" y="314363"/>
                  </a:lnTo>
                  <a:lnTo>
                    <a:pt x="122021" y="314756"/>
                  </a:lnTo>
                  <a:lnTo>
                    <a:pt x="122288" y="315175"/>
                  </a:lnTo>
                  <a:lnTo>
                    <a:pt x="122618" y="315556"/>
                  </a:lnTo>
                  <a:lnTo>
                    <a:pt x="123253" y="316191"/>
                  </a:lnTo>
                  <a:lnTo>
                    <a:pt x="123317" y="316395"/>
                  </a:lnTo>
                  <a:lnTo>
                    <a:pt x="124142" y="317665"/>
                  </a:lnTo>
                  <a:lnTo>
                    <a:pt x="124218" y="317817"/>
                  </a:lnTo>
                  <a:lnTo>
                    <a:pt x="124815" y="319024"/>
                  </a:lnTo>
                  <a:lnTo>
                    <a:pt x="124561" y="319633"/>
                  </a:lnTo>
                  <a:lnTo>
                    <a:pt x="124460" y="319811"/>
                  </a:lnTo>
                  <a:lnTo>
                    <a:pt x="124345" y="320014"/>
                  </a:lnTo>
                  <a:lnTo>
                    <a:pt x="124015" y="320598"/>
                  </a:lnTo>
                  <a:lnTo>
                    <a:pt x="120535" y="320598"/>
                  </a:lnTo>
                  <a:lnTo>
                    <a:pt x="119748" y="320014"/>
                  </a:lnTo>
                  <a:lnTo>
                    <a:pt x="118351" y="319024"/>
                  </a:lnTo>
                  <a:lnTo>
                    <a:pt x="117309" y="317474"/>
                  </a:lnTo>
                  <a:lnTo>
                    <a:pt x="117246" y="317284"/>
                  </a:lnTo>
                  <a:lnTo>
                    <a:pt x="117157" y="316966"/>
                  </a:lnTo>
                  <a:lnTo>
                    <a:pt x="116954" y="316191"/>
                  </a:lnTo>
                  <a:lnTo>
                    <a:pt x="116738" y="315556"/>
                  </a:lnTo>
                  <a:lnTo>
                    <a:pt x="116535" y="315175"/>
                  </a:lnTo>
                  <a:lnTo>
                    <a:pt x="116370" y="314756"/>
                  </a:lnTo>
                  <a:lnTo>
                    <a:pt x="116154" y="314363"/>
                  </a:lnTo>
                  <a:lnTo>
                    <a:pt x="115925" y="314071"/>
                  </a:lnTo>
                  <a:lnTo>
                    <a:pt x="115709" y="313563"/>
                  </a:lnTo>
                  <a:lnTo>
                    <a:pt x="115570" y="313563"/>
                  </a:lnTo>
                  <a:lnTo>
                    <a:pt x="115366" y="313410"/>
                  </a:lnTo>
                  <a:lnTo>
                    <a:pt x="115125" y="313563"/>
                  </a:lnTo>
                  <a:lnTo>
                    <a:pt x="114592" y="313563"/>
                  </a:lnTo>
                  <a:lnTo>
                    <a:pt x="114668" y="314363"/>
                  </a:lnTo>
                  <a:lnTo>
                    <a:pt x="115023" y="315175"/>
                  </a:lnTo>
                  <a:lnTo>
                    <a:pt x="115417" y="316191"/>
                  </a:lnTo>
                  <a:lnTo>
                    <a:pt x="115519" y="316395"/>
                  </a:lnTo>
                  <a:lnTo>
                    <a:pt x="115773" y="316966"/>
                  </a:lnTo>
                  <a:lnTo>
                    <a:pt x="115887" y="317284"/>
                  </a:lnTo>
                  <a:lnTo>
                    <a:pt x="115963" y="317474"/>
                  </a:lnTo>
                  <a:lnTo>
                    <a:pt x="116078" y="317817"/>
                  </a:lnTo>
                  <a:lnTo>
                    <a:pt x="116192" y="318135"/>
                  </a:lnTo>
                  <a:lnTo>
                    <a:pt x="116497" y="319024"/>
                  </a:lnTo>
                  <a:lnTo>
                    <a:pt x="116979" y="319633"/>
                  </a:lnTo>
                  <a:lnTo>
                    <a:pt x="118529" y="321271"/>
                  </a:lnTo>
                  <a:lnTo>
                    <a:pt x="120980" y="323583"/>
                  </a:lnTo>
                  <a:lnTo>
                    <a:pt x="122097" y="323938"/>
                  </a:lnTo>
                  <a:lnTo>
                    <a:pt x="125679" y="323938"/>
                  </a:lnTo>
                  <a:lnTo>
                    <a:pt x="126593" y="322999"/>
                  </a:lnTo>
                  <a:lnTo>
                    <a:pt x="126644" y="322440"/>
                  </a:lnTo>
                  <a:lnTo>
                    <a:pt x="126771" y="321271"/>
                  </a:lnTo>
                  <a:lnTo>
                    <a:pt x="126873" y="320598"/>
                  </a:lnTo>
                  <a:lnTo>
                    <a:pt x="126771" y="319811"/>
                  </a:lnTo>
                  <a:lnTo>
                    <a:pt x="126682" y="319633"/>
                  </a:lnTo>
                  <a:lnTo>
                    <a:pt x="126339" y="319024"/>
                  </a:lnTo>
                  <a:lnTo>
                    <a:pt x="126022" y="317817"/>
                  </a:lnTo>
                  <a:lnTo>
                    <a:pt x="125603" y="317474"/>
                  </a:lnTo>
                  <a:lnTo>
                    <a:pt x="125488" y="317284"/>
                  </a:lnTo>
                  <a:lnTo>
                    <a:pt x="125298" y="316966"/>
                  </a:lnTo>
                  <a:lnTo>
                    <a:pt x="125209" y="316395"/>
                  </a:lnTo>
                  <a:lnTo>
                    <a:pt x="127203" y="315836"/>
                  </a:lnTo>
                  <a:lnTo>
                    <a:pt x="130314" y="316191"/>
                  </a:lnTo>
                  <a:lnTo>
                    <a:pt x="131254" y="316191"/>
                  </a:lnTo>
                  <a:lnTo>
                    <a:pt x="131191" y="324802"/>
                  </a:lnTo>
                  <a:lnTo>
                    <a:pt x="131064" y="324802"/>
                  </a:lnTo>
                  <a:lnTo>
                    <a:pt x="131191" y="324916"/>
                  </a:lnTo>
                  <a:lnTo>
                    <a:pt x="131191" y="325132"/>
                  </a:lnTo>
                  <a:lnTo>
                    <a:pt x="131241" y="324954"/>
                  </a:lnTo>
                  <a:lnTo>
                    <a:pt x="132575" y="326009"/>
                  </a:lnTo>
                  <a:lnTo>
                    <a:pt x="133604" y="326732"/>
                  </a:lnTo>
                  <a:lnTo>
                    <a:pt x="133896" y="327050"/>
                  </a:lnTo>
                  <a:lnTo>
                    <a:pt x="134289" y="327050"/>
                  </a:lnTo>
                  <a:lnTo>
                    <a:pt x="134378" y="324802"/>
                  </a:lnTo>
                  <a:lnTo>
                    <a:pt x="134378" y="315556"/>
                  </a:lnTo>
                  <a:lnTo>
                    <a:pt x="134378" y="313410"/>
                  </a:lnTo>
                  <a:lnTo>
                    <a:pt x="134378" y="308660"/>
                  </a:lnTo>
                  <a:lnTo>
                    <a:pt x="141516" y="308660"/>
                  </a:lnTo>
                  <a:lnTo>
                    <a:pt x="141655" y="309041"/>
                  </a:lnTo>
                  <a:lnTo>
                    <a:pt x="141808" y="309257"/>
                  </a:lnTo>
                  <a:lnTo>
                    <a:pt x="141871" y="309486"/>
                  </a:lnTo>
                  <a:lnTo>
                    <a:pt x="142494" y="311543"/>
                  </a:lnTo>
                  <a:lnTo>
                    <a:pt x="141516" y="312915"/>
                  </a:lnTo>
                  <a:lnTo>
                    <a:pt x="138734" y="313131"/>
                  </a:lnTo>
                  <a:lnTo>
                    <a:pt x="138264" y="313258"/>
                  </a:lnTo>
                  <a:lnTo>
                    <a:pt x="136829" y="313258"/>
                  </a:lnTo>
                  <a:lnTo>
                    <a:pt x="136740" y="313563"/>
                  </a:lnTo>
                  <a:lnTo>
                    <a:pt x="137185" y="314363"/>
                  </a:lnTo>
                  <a:lnTo>
                    <a:pt x="137668" y="315175"/>
                  </a:lnTo>
                  <a:lnTo>
                    <a:pt x="138366" y="316395"/>
                  </a:lnTo>
                  <a:lnTo>
                    <a:pt x="139014" y="317284"/>
                  </a:lnTo>
                  <a:lnTo>
                    <a:pt x="139141" y="317474"/>
                  </a:lnTo>
                  <a:lnTo>
                    <a:pt x="139242" y="317665"/>
                  </a:lnTo>
                  <a:lnTo>
                    <a:pt x="139344" y="317817"/>
                  </a:lnTo>
                  <a:lnTo>
                    <a:pt x="139534" y="318135"/>
                  </a:lnTo>
                  <a:lnTo>
                    <a:pt x="140233" y="319024"/>
                  </a:lnTo>
                  <a:lnTo>
                    <a:pt x="141211" y="319811"/>
                  </a:lnTo>
                  <a:lnTo>
                    <a:pt x="143065" y="321614"/>
                  </a:lnTo>
                  <a:lnTo>
                    <a:pt x="145846" y="322097"/>
                  </a:lnTo>
                  <a:lnTo>
                    <a:pt x="148463" y="320598"/>
                  </a:lnTo>
                  <a:lnTo>
                    <a:pt x="149009" y="320598"/>
                  </a:lnTo>
                  <a:lnTo>
                    <a:pt x="149009" y="323938"/>
                  </a:lnTo>
                  <a:lnTo>
                    <a:pt x="149364" y="324802"/>
                  </a:lnTo>
                  <a:lnTo>
                    <a:pt x="150050" y="325399"/>
                  </a:lnTo>
                  <a:lnTo>
                    <a:pt x="150545" y="326009"/>
                  </a:lnTo>
                  <a:lnTo>
                    <a:pt x="151091" y="326504"/>
                  </a:lnTo>
                  <a:lnTo>
                    <a:pt x="151396" y="326732"/>
                  </a:lnTo>
                  <a:lnTo>
                    <a:pt x="151612" y="327050"/>
                  </a:lnTo>
                  <a:lnTo>
                    <a:pt x="152184" y="327050"/>
                  </a:lnTo>
                  <a:lnTo>
                    <a:pt x="152184" y="320598"/>
                  </a:lnTo>
                  <a:lnTo>
                    <a:pt x="152184" y="319633"/>
                  </a:lnTo>
                  <a:lnTo>
                    <a:pt x="152184" y="308660"/>
                  </a:lnTo>
                  <a:lnTo>
                    <a:pt x="166624" y="308660"/>
                  </a:lnTo>
                  <a:lnTo>
                    <a:pt x="166624" y="313258"/>
                  </a:lnTo>
                  <a:lnTo>
                    <a:pt x="157518" y="313258"/>
                  </a:lnTo>
                  <a:lnTo>
                    <a:pt x="155498" y="315175"/>
                  </a:lnTo>
                  <a:lnTo>
                    <a:pt x="155511" y="319633"/>
                  </a:lnTo>
                  <a:lnTo>
                    <a:pt x="155625" y="320014"/>
                  </a:lnTo>
                  <a:lnTo>
                    <a:pt x="155702" y="320281"/>
                  </a:lnTo>
                  <a:lnTo>
                    <a:pt x="156654" y="321614"/>
                  </a:lnTo>
                  <a:lnTo>
                    <a:pt x="157492" y="322694"/>
                  </a:lnTo>
                  <a:lnTo>
                    <a:pt x="159067" y="324802"/>
                  </a:lnTo>
                  <a:lnTo>
                    <a:pt x="159880" y="325755"/>
                  </a:lnTo>
                  <a:lnTo>
                    <a:pt x="160896" y="326504"/>
                  </a:lnTo>
                  <a:lnTo>
                    <a:pt x="161696" y="327050"/>
                  </a:lnTo>
                  <a:lnTo>
                    <a:pt x="162928" y="327050"/>
                  </a:lnTo>
                  <a:lnTo>
                    <a:pt x="162928" y="326732"/>
                  </a:lnTo>
                  <a:lnTo>
                    <a:pt x="162648" y="326504"/>
                  </a:lnTo>
                  <a:lnTo>
                    <a:pt x="162547" y="325755"/>
                  </a:lnTo>
                  <a:lnTo>
                    <a:pt x="161759" y="325132"/>
                  </a:lnTo>
                  <a:lnTo>
                    <a:pt x="161480" y="324802"/>
                  </a:lnTo>
                  <a:lnTo>
                    <a:pt x="160731" y="324256"/>
                  </a:lnTo>
                  <a:lnTo>
                    <a:pt x="160020" y="323583"/>
                  </a:lnTo>
                  <a:lnTo>
                    <a:pt x="159346" y="322999"/>
                  </a:lnTo>
                  <a:lnTo>
                    <a:pt x="158470" y="322097"/>
                  </a:lnTo>
                  <a:lnTo>
                    <a:pt x="158051" y="321614"/>
                  </a:lnTo>
                  <a:lnTo>
                    <a:pt x="157962" y="319633"/>
                  </a:lnTo>
                  <a:lnTo>
                    <a:pt x="159029" y="316395"/>
                  </a:lnTo>
                  <a:lnTo>
                    <a:pt x="159258" y="316395"/>
                  </a:lnTo>
                  <a:lnTo>
                    <a:pt x="159600" y="316191"/>
                  </a:lnTo>
                  <a:lnTo>
                    <a:pt x="163042" y="315772"/>
                  </a:lnTo>
                  <a:lnTo>
                    <a:pt x="169913" y="316039"/>
                  </a:lnTo>
                  <a:lnTo>
                    <a:pt x="169913" y="315556"/>
                  </a:lnTo>
                  <a:lnTo>
                    <a:pt x="169913" y="308660"/>
                  </a:lnTo>
                  <a:lnTo>
                    <a:pt x="171881" y="308660"/>
                  </a:lnTo>
                  <a:lnTo>
                    <a:pt x="171881" y="306171"/>
                  </a:lnTo>
                  <a:close/>
                </a:path>
                <a:path w="193040" h="327659">
                  <a:moveTo>
                    <a:pt x="193001" y="55880"/>
                  </a:moveTo>
                  <a:lnTo>
                    <a:pt x="191973" y="54610"/>
                  </a:lnTo>
                  <a:lnTo>
                    <a:pt x="190754" y="53340"/>
                  </a:lnTo>
                  <a:lnTo>
                    <a:pt x="190563" y="52984"/>
                  </a:lnTo>
                  <a:lnTo>
                    <a:pt x="190563" y="58420"/>
                  </a:lnTo>
                  <a:lnTo>
                    <a:pt x="189090" y="59690"/>
                  </a:lnTo>
                  <a:lnTo>
                    <a:pt x="188341" y="60960"/>
                  </a:lnTo>
                  <a:lnTo>
                    <a:pt x="187439" y="60960"/>
                  </a:lnTo>
                  <a:lnTo>
                    <a:pt x="186740" y="59690"/>
                  </a:lnTo>
                  <a:lnTo>
                    <a:pt x="186639" y="58420"/>
                  </a:lnTo>
                  <a:lnTo>
                    <a:pt x="186359" y="58420"/>
                  </a:lnTo>
                  <a:lnTo>
                    <a:pt x="186093" y="57150"/>
                  </a:lnTo>
                  <a:lnTo>
                    <a:pt x="184327" y="57150"/>
                  </a:lnTo>
                  <a:lnTo>
                    <a:pt x="183413" y="55880"/>
                  </a:lnTo>
                  <a:lnTo>
                    <a:pt x="179971" y="55880"/>
                  </a:lnTo>
                  <a:lnTo>
                    <a:pt x="180162" y="54610"/>
                  </a:lnTo>
                  <a:lnTo>
                    <a:pt x="179882" y="53340"/>
                  </a:lnTo>
                  <a:lnTo>
                    <a:pt x="178904" y="53340"/>
                  </a:lnTo>
                  <a:lnTo>
                    <a:pt x="178333" y="52070"/>
                  </a:lnTo>
                  <a:lnTo>
                    <a:pt x="178384" y="50800"/>
                  </a:lnTo>
                  <a:lnTo>
                    <a:pt x="178968" y="52070"/>
                  </a:lnTo>
                  <a:lnTo>
                    <a:pt x="179438" y="52070"/>
                  </a:lnTo>
                  <a:lnTo>
                    <a:pt x="180594" y="53340"/>
                  </a:lnTo>
                  <a:lnTo>
                    <a:pt x="182067" y="53340"/>
                  </a:lnTo>
                  <a:lnTo>
                    <a:pt x="182067" y="52070"/>
                  </a:lnTo>
                  <a:lnTo>
                    <a:pt x="181889" y="52070"/>
                  </a:lnTo>
                  <a:lnTo>
                    <a:pt x="180987" y="50800"/>
                  </a:lnTo>
                  <a:lnTo>
                    <a:pt x="181381" y="49530"/>
                  </a:lnTo>
                  <a:lnTo>
                    <a:pt x="182067" y="48260"/>
                  </a:lnTo>
                  <a:lnTo>
                    <a:pt x="182664" y="48260"/>
                  </a:lnTo>
                  <a:lnTo>
                    <a:pt x="182575" y="46990"/>
                  </a:lnTo>
                  <a:lnTo>
                    <a:pt x="182448" y="44450"/>
                  </a:lnTo>
                  <a:lnTo>
                    <a:pt x="182079" y="43129"/>
                  </a:lnTo>
                  <a:lnTo>
                    <a:pt x="181457" y="43129"/>
                  </a:lnTo>
                  <a:lnTo>
                    <a:pt x="180898" y="42532"/>
                  </a:lnTo>
                  <a:lnTo>
                    <a:pt x="180898" y="45720"/>
                  </a:lnTo>
                  <a:lnTo>
                    <a:pt x="180594" y="46990"/>
                  </a:lnTo>
                  <a:lnTo>
                    <a:pt x="180251" y="48260"/>
                  </a:lnTo>
                  <a:lnTo>
                    <a:pt x="179527" y="49530"/>
                  </a:lnTo>
                  <a:lnTo>
                    <a:pt x="178028" y="49530"/>
                  </a:lnTo>
                  <a:lnTo>
                    <a:pt x="177406" y="50800"/>
                  </a:lnTo>
                  <a:lnTo>
                    <a:pt x="175082" y="50800"/>
                  </a:lnTo>
                  <a:lnTo>
                    <a:pt x="174396" y="49530"/>
                  </a:lnTo>
                  <a:lnTo>
                    <a:pt x="174929" y="49530"/>
                  </a:lnTo>
                  <a:lnTo>
                    <a:pt x="175615" y="48260"/>
                  </a:lnTo>
                  <a:lnTo>
                    <a:pt x="178904" y="44450"/>
                  </a:lnTo>
                  <a:lnTo>
                    <a:pt x="179158" y="44450"/>
                  </a:lnTo>
                  <a:lnTo>
                    <a:pt x="179793" y="45720"/>
                  </a:lnTo>
                  <a:lnTo>
                    <a:pt x="180898" y="45720"/>
                  </a:lnTo>
                  <a:lnTo>
                    <a:pt x="180898" y="42532"/>
                  </a:lnTo>
                  <a:lnTo>
                    <a:pt x="180327" y="41910"/>
                  </a:lnTo>
                  <a:lnTo>
                    <a:pt x="179349" y="40640"/>
                  </a:lnTo>
                  <a:lnTo>
                    <a:pt x="178333" y="41910"/>
                  </a:lnTo>
                  <a:lnTo>
                    <a:pt x="177901" y="43129"/>
                  </a:lnTo>
                  <a:lnTo>
                    <a:pt x="175615" y="45720"/>
                  </a:lnTo>
                  <a:lnTo>
                    <a:pt x="174396" y="48260"/>
                  </a:lnTo>
                  <a:lnTo>
                    <a:pt x="173177" y="49530"/>
                  </a:lnTo>
                  <a:lnTo>
                    <a:pt x="172707" y="49530"/>
                  </a:lnTo>
                  <a:lnTo>
                    <a:pt x="172707" y="50800"/>
                  </a:lnTo>
                  <a:lnTo>
                    <a:pt x="174091" y="50800"/>
                  </a:lnTo>
                  <a:lnTo>
                    <a:pt x="174561" y="52070"/>
                  </a:lnTo>
                  <a:lnTo>
                    <a:pt x="176301" y="52070"/>
                  </a:lnTo>
                  <a:lnTo>
                    <a:pt x="177584" y="53340"/>
                  </a:lnTo>
                  <a:lnTo>
                    <a:pt x="177876" y="54610"/>
                  </a:lnTo>
                  <a:lnTo>
                    <a:pt x="177584" y="55880"/>
                  </a:lnTo>
                  <a:lnTo>
                    <a:pt x="177406" y="55880"/>
                  </a:lnTo>
                  <a:lnTo>
                    <a:pt x="177342" y="57150"/>
                  </a:lnTo>
                  <a:lnTo>
                    <a:pt x="182664" y="57150"/>
                  </a:lnTo>
                  <a:lnTo>
                    <a:pt x="184835" y="59690"/>
                  </a:lnTo>
                  <a:lnTo>
                    <a:pt x="186639" y="62230"/>
                  </a:lnTo>
                  <a:lnTo>
                    <a:pt x="186867" y="62230"/>
                  </a:lnTo>
                  <a:lnTo>
                    <a:pt x="186893" y="62382"/>
                  </a:lnTo>
                  <a:lnTo>
                    <a:pt x="187083" y="63500"/>
                  </a:lnTo>
                  <a:lnTo>
                    <a:pt x="185229" y="63500"/>
                  </a:lnTo>
                  <a:lnTo>
                    <a:pt x="184569" y="62230"/>
                  </a:lnTo>
                  <a:lnTo>
                    <a:pt x="184073" y="62230"/>
                  </a:lnTo>
                  <a:lnTo>
                    <a:pt x="183413" y="60960"/>
                  </a:lnTo>
                  <a:lnTo>
                    <a:pt x="183070" y="60960"/>
                  </a:lnTo>
                  <a:lnTo>
                    <a:pt x="182448" y="59690"/>
                  </a:lnTo>
                  <a:lnTo>
                    <a:pt x="179882" y="59690"/>
                  </a:lnTo>
                  <a:lnTo>
                    <a:pt x="180289" y="60960"/>
                  </a:lnTo>
                  <a:lnTo>
                    <a:pt x="181381" y="60960"/>
                  </a:lnTo>
                  <a:lnTo>
                    <a:pt x="182067" y="62230"/>
                  </a:lnTo>
                  <a:lnTo>
                    <a:pt x="183375" y="63500"/>
                  </a:lnTo>
                  <a:lnTo>
                    <a:pt x="183578" y="63500"/>
                  </a:lnTo>
                  <a:lnTo>
                    <a:pt x="183730" y="64770"/>
                  </a:lnTo>
                  <a:lnTo>
                    <a:pt x="183946" y="64770"/>
                  </a:lnTo>
                  <a:lnTo>
                    <a:pt x="183730" y="66040"/>
                  </a:lnTo>
                  <a:lnTo>
                    <a:pt x="183070" y="66040"/>
                  </a:lnTo>
                  <a:lnTo>
                    <a:pt x="182448" y="64770"/>
                  </a:lnTo>
                  <a:lnTo>
                    <a:pt x="182092" y="64770"/>
                  </a:lnTo>
                  <a:lnTo>
                    <a:pt x="181381" y="63500"/>
                  </a:lnTo>
                  <a:lnTo>
                    <a:pt x="180289" y="62230"/>
                  </a:lnTo>
                  <a:lnTo>
                    <a:pt x="179882" y="62230"/>
                  </a:lnTo>
                  <a:lnTo>
                    <a:pt x="179527" y="60960"/>
                  </a:lnTo>
                  <a:lnTo>
                    <a:pt x="179158" y="60960"/>
                  </a:lnTo>
                  <a:lnTo>
                    <a:pt x="179438" y="62230"/>
                  </a:lnTo>
                  <a:lnTo>
                    <a:pt x="179539" y="62382"/>
                  </a:lnTo>
                  <a:lnTo>
                    <a:pt x="180289" y="63500"/>
                  </a:lnTo>
                  <a:lnTo>
                    <a:pt x="180809" y="64770"/>
                  </a:lnTo>
                  <a:lnTo>
                    <a:pt x="181165" y="66040"/>
                  </a:lnTo>
                  <a:lnTo>
                    <a:pt x="181165" y="68580"/>
                  </a:lnTo>
                  <a:lnTo>
                    <a:pt x="179438" y="68580"/>
                  </a:lnTo>
                  <a:lnTo>
                    <a:pt x="178904" y="67310"/>
                  </a:lnTo>
                  <a:lnTo>
                    <a:pt x="177876" y="66040"/>
                  </a:lnTo>
                  <a:lnTo>
                    <a:pt x="176936" y="64770"/>
                  </a:lnTo>
                  <a:lnTo>
                    <a:pt x="176428" y="63500"/>
                  </a:lnTo>
                  <a:lnTo>
                    <a:pt x="175615" y="63500"/>
                  </a:lnTo>
                  <a:lnTo>
                    <a:pt x="175488" y="63271"/>
                  </a:lnTo>
                  <a:lnTo>
                    <a:pt x="175488" y="64770"/>
                  </a:lnTo>
                  <a:lnTo>
                    <a:pt x="175488" y="66040"/>
                  </a:lnTo>
                  <a:lnTo>
                    <a:pt x="174777" y="66040"/>
                  </a:lnTo>
                  <a:lnTo>
                    <a:pt x="174561" y="64770"/>
                  </a:lnTo>
                  <a:lnTo>
                    <a:pt x="174091" y="64770"/>
                  </a:lnTo>
                  <a:lnTo>
                    <a:pt x="173710" y="63500"/>
                  </a:lnTo>
                  <a:lnTo>
                    <a:pt x="174205" y="63500"/>
                  </a:lnTo>
                  <a:lnTo>
                    <a:pt x="175488" y="64770"/>
                  </a:lnTo>
                  <a:lnTo>
                    <a:pt x="175488" y="63271"/>
                  </a:lnTo>
                  <a:lnTo>
                    <a:pt x="174929" y="62230"/>
                  </a:lnTo>
                  <a:lnTo>
                    <a:pt x="174777" y="60960"/>
                  </a:lnTo>
                  <a:lnTo>
                    <a:pt x="175209" y="60960"/>
                  </a:lnTo>
                  <a:lnTo>
                    <a:pt x="176149" y="62230"/>
                  </a:lnTo>
                  <a:lnTo>
                    <a:pt x="176504" y="62230"/>
                  </a:lnTo>
                  <a:lnTo>
                    <a:pt x="176580" y="62382"/>
                  </a:lnTo>
                  <a:lnTo>
                    <a:pt x="177152" y="63500"/>
                  </a:lnTo>
                  <a:lnTo>
                    <a:pt x="177673" y="64770"/>
                  </a:lnTo>
                  <a:lnTo>
                    <a:pt x="178904" y="66040"/>
                  </a:lnTo>
                  <a:lnTo>
                    <a:pt x="179527" y="66040"/>
                  </a:lnTo>
                  <a:lnTo>
                    <a:pt x="179349" y="64770"/>
                  </a:lnTo>
                  <a:lnTo>
                    <a:pt x="178930" y="63500"/>
                  </a:lnTo>
                  <a:lnTo>
                    <a:pt x="178384" y="62230"/>
                  </a:lnTo>
                  <a:lnTo>
                    <a:pt x="177876" y="60960"/>
                  </a:lnTo>
                  <a:lnTo>
                    <a:pt x="177584" y="60960"/>
                  </a:lnTo>
                  <a:lnTo>
                    <a:pt x="176834" y="59690"/>
                  </a:lnTo>
                  <a:lnTo>
                    <a:pt x="175907" y="58420"/>
                  </a:lnTo>
                  <a:lnTo>
                    <a:pt x="175082" y="57150"/>
                  </a:lnTo>
                  <a:lnTo>
                    <a:pt x="174396" y="57150"/>
                  </a:lnTo>
                  <a:lnTo>
                    <a:pt x="173710" y="55880"/>
                  </a:lnTo>
                  <a:lnTo>
                    <a:pt x="170357" y="55880"/>
                  </a:lnTo>
                  <a:lnTo>
                    <a:pt x="169291" y="58420"/>
                  </a:lnTo>
                  <a:lnTo>
                    <a:pt x="168478" y="59690"/>
                  </a:lnTo>
                  <a:lnTo>
                    <a:pt x="167792" y="60960"/>
                  </a:lnTo>
                  <a:lnTo>
                    <a:pt x="167259" y="63500"/>
                  </a:lnTo>
                  <a:lnTo>
                    <a:pt x="166624" y="66040"/>
                  </a:lnTo>
                  <a:lnTo>
                    <a:pt x="167792" y="66040"/>
                  </a:lnTo>
                  <a:lnTo>
                    <a:pt x="168478" y="64770"/>
                  </a:lnTo>
                  <a:lnTo>
                    <a:pt x="169519" y="62230"/>
                  </a:lnTo>
                  <a:lnTo>
                    <a:pt x="170357" y="60960"/>
                  </a:lnTo>
                  <a:lnTo>
                    <a:pt x="171881" y="58420"/>
                  </a:lnTo>
                  <a:lnTo>
                    <a:pt x="172707" y="58420"/>
                  </a:lnTo>
                  <a:lnTo>
                    <a:pt x="172085" y="59690"/>
                  </a:lnTo>
                  <a:lnTo>
                    <a:pt x="171526" y="60960"/>
                  </a:lnTo>
                  <a:lnTo>
                    <a:pt x="170916" y="62230"/>
                  </a:lnTo>
                  <a:lnTo>
                    <a:pt x="170815" y="62382"/>
                  </a:lnTo>
                  <a:lnTo>
                    <a:pt x="170002" y="63500"/>
                  </a:lnTo>
                  <a:lnTo>
                    <a:pt x="169138" y="64770"/>
                  </a:lnTo>
                  <a:lnTo>
                    <a:pt x="168478" y="66040"/>
                  </a:lnTo>
                  <a:lnTo>
                    <a:pt x="168300" y="66040"/>
                  </a:lnTo>
                  <a:lnTo>
                    <a:pt x="168186" y="67310"/>
                  </a:lnTo>
                  <a:lnTo>
                    <a:pt x="167792" y="67310"/>
                  </a:lnTo>
                  <a:lnTo>
                    <a:pt x="167944" y="68580"/>
                  </a:lnTo>
                  <a:lnTo>
                    <a:pt x="170002" y="68580"/>
                  </a:lnTo>
                  <a:lnTo>
                    <a:pt x="170205" y="67310"/>
                  </a:lnTo>
                  <a:lnTo>
                    <a:pt x="170599" y="67310"/>
                  </a:lnTo>
                  <a:lnTo>
                    <a:pt x="170688" y="66040"/>
                  </a:lnTo>
                  <a:lnTo>
                    <a:pt x="171970" y="66040"/>
                  </a:lnTo>
                  <a:lnTo>
                    <a:pt x="171881" y="68580"/>
                  </a:lnTo>
                  <a:lnTo>
                    <a:pt x="173710" y="68580"/>
                  </a:lnTo>
                  <a:lnTo>
                    <a:pt x="173710" y="69850"/>
                  </a:lnTo>
                  <a:lnTo>
                    <a:pt x="174929" y="69850"/>
                  </a:lnTo>
                  <a:lnTo>
                    <a:pt x="175209" y="68580"/>
                  </a:lnTo>
                  <a:lnTo>
                    <a:pt x="175831" y="68580"/>
                  </a:lnTo>
                  <a:lnTo>
                    <a:pt x="176123" y="67310"/>
                  </a:lnTo>
                  <a:lnTo>
                    <a:pt x="177406" y="67310"/>
                  </a:lnTo>
                  <a:lnTo>
                    <a:pt x="177876" y="68580"/>
                  </a:lnTo>
                  <a:lnTo>
                    <a:pt x="177673" y="68580"/>
                  </a:lnTo>
                  <a:lnTo>
                    <a:pt x="176834" y="69850"/>
                  </a:lnTo>
                  <a:lnTo>
                    <a:pt x="176149" y="69850"/>
                  </a:lnTo>
                  <a:lnTo>
                    <a:pt x="175564" y="70980"/>
                  </a:lnTo>
                  <a:lnTo>
                    <a:pt x="174777" y="70980"/>
                  </a:lnTo>
                  <a:lnTo>
                    <a:pt x="174777" y="72288"/>
                  </a:lnTo>
                  <a:lnTo>
                    <a:pt x="176758" y="72288"/>
                  </a:lnTo>
                  <a:lnTo>
                    <a:pt x="176949" y="70980"/>
                  </a:lnTo>
                  <a:lnTo>
                    <a:pt x="177927" y="70980"/>
                  </a:lnTo>
                  <a:lnTo>
                    <a:pt x="178333" y="69850"/>
                  </a:lnTo>
                  <a:lnTo>
                    <a:pt x="179616" y="69850"/>
                  </a:lnTo>
                  <a:lnTo>
                    <a:pt x="179857" y="70980"/>
                  </a:lnTo>
                  <a:lnTo>
                    <a:pt x="179641" y="70980"/>
                  </a:lnTo>
                  <a:lnTo>
                    <a:pt x="178587" y="72288"/>
                  </a:lnTo>
                  <a:lnTo>
                    <a:pt x="177584" y="73660"/>
                  </a:lnTo>
                  <a:lnTo>
                    <a:pt x="176149" y="73660"/>
                  </a:lnTo>
                  <a:lnTo>
                    <a:pt x="176301" y="74930"/>
                  </a:lnTo>
                  <a:lnTo>
                    <a:pt x="174396" y="74930"/>
                  </a:lnTo>
                  <a:lnTo>
                    <a:pt x="173888" y="73660"/>
                  </a:lnTo>
                  <a:lnTo>
                    <a:pt x="173520" y="73660"/>
                  </a:lnTo>
                  <a:lnTo>
                    <a:pt x="173139" y="72288"/>
                  </a:lnTo>
                  <a:lnTo>
                    <a:pt x="172770" y="72288"/>
                  </a:lnTo>
                  <a:lnTo>
                    <a:pt x="172415" y="70980"/>
                  </a:lnTo>
                  <a:lnTo>
                    <a:pt x="168071" y="70980"/>
                  </a:lnTo>
                  <a:lnTo>
                    <a:pt x="167195" y="69850"/>
                  </a:lnTo>
                  <a:lnTo>
                    <a:pt x="166509" y="69850"/>
                  </a:lnTo>
                  <a:lnTo>
                    <a:pt x="166268" y="68580"/>
                  </a:lnTo>
                  <a:lnTo>
                    <a:pt x="165582" y="68580"/>
                  </a:lnTo>
                  <a:lnTo>
                    <a:pt x="165582" y="67310"/>
                  </a:lnTo>
                  <a:lnTo>
                    <a:pt x="166408" y="67310"/>
                  </a:lnTo>
                  <a:lnTo>
                    <a:pt x="166509" y="66040"/>
                  </a:lnTo>
                  <a:lnTo>
                    <a:pt x="163652" y="66040"/>
                  </a:lnTo>
                  <a:lnTo>
                    <a:pt x="162648" y="67310"/>
                  </a:lnTo>
                  <a:lnTo>
                    <a:pt x="163652" y="69850"/>
                  </a:lnTo>
                  <a:lnTo>
                    <a:pt x="164236" y="70980"/>
                  </a:lnTo>
                  <a:lnTo>
                    <a:pt x="165481" y="72288"/>
                  </a:lnTo>
                  <a:lnTo>
                    <a:pt x="171894" y="72288"/>
                  </a:lnTo>
                  <a:lnTo>
                    <a:pt x="171526" y="74930"/>
                  </a:lnTo>
                  <a:lnTo>
                    <a:pt x="171881" y="76200"/>
                  </a:lnTo>
                  <a:lnTo>
                    <a:pt x="172796" y="77470"/>
                  </a:lnTo>
                  <a:lnTo>
                    <a:pt x="173177" y="77470"/>
                  </a:lnTo>
                  <a:lnTo>
                    <a:pt x="173710" y="78740"/>
                  </a:lnTo>
                  <a:lnTo>
                    <a:pt x="172212" y="80010"/>
                  </a:lnTo>
                  <a:lnTo>
                    <a:pt x="167944" y="80010"/>
                  </a:lnTo>
                  <a:lnTo>
                    <a:pt x="167538" y="77470"/>
                  </a:lnTo>
                  <a:lnTo>
                    <a:pt x="167259" y="76200"/>
                  </a:lnTo>
                  <a:lnTo>
                    <a:pt x="167195" y="76047"/>
                  </a:lnTo>
                  <a:lnTo>
                    <a:pt x="166751" y="74930"/>
                  </a:lnTo>
                  <a:lnTo>
                    <a:pt x="165125" y="74930"/>
                  </a:lnTo>
                  <a:lnTo>
                    <a:pt x="164299" y="73660"/>
                  </a:lnTo>
                  <a:lnTo>
                    <a:pt x="163372" y="73660"/>
                  </a:lnTo>
                  <a:lnTo>
                    <a:pt x="161772" y="72288"/>
                  </a:lnTo>
                  <a:lnTo>
                    <a:pt x="161048" y="72288"/>
                  </a:lnTo>
                  <a:lnTo>
                    <a:pt x="161124" y="70980"/>
                  </a:lnTo>
                  <a:lnTo>
                    <a:pt x="161188" y="63500"/>
                  </a:lnTo>
                  <a:lnTo>
                    <a:pt x="160959" y="62382"/>
                  </a:lnTo>
                  <a:lnTo>
                    <a:pt x="160858" y="60960"/>
                  </a:lnTo>
                  <a:lnTo>
                    <a:pt x="165061" y="60960"/>
                  </a:lnTo>
                  <a:lnTo>
                    <a:pt x="165582" y="59690"/>
                  </a:lnTo>
                  <a:lnTo>
                    <a:pt x="166624" y="58420"/>
                  </a:lnTo>
                  <a:lnTo>
                    <a:pt x="167792" y="58420"/>
                  </a:lnTo>
                  <a:lnTo>
                    <a:pt x="168884" y="57150"/>
                  </a:lnTo>
                  <a:lnTo>
                    <a:pt x="169138" y="57150"/>
                  </a:lnTo>
                  <a:lnTo>
                    <a:pt x="169519" y="55880"/>
                  </a:lnTo>
                  <a:lnTo>
                    <a:pt x="167259" y="55880"/>
                  </a:lnTo>
                  <a:lnTo>
                    <a:pt x="165722" y="57150"/>
                  </a:lnTo>
                  <a:lnTo>
                    <a:pt x="161988" y="57150"/>
                  </a:lnTo>
                  <a:lnTo>
                    <a:pt x="162090" y="55880"/>
                  </a:lnTo>
                  <a:lnTo>
                    <a:pt x="162267" y="55880"/>
                  </a:lnTo>
                  <a:lnTo>
                    <a:pt x="162928" y="54610"/>
                  </a:lnTo>
                  <a:lnTo>
                    <a:pt x="162648" y="53340"/>
                  </a:lnTo>
                  <a:lnTo>
                    <a:pt x="162090" y="52070"/>
                  </a:lnTo>
                  <a:lnTo>
                    <a:pt x="161759" y="50800"/>
                  </a:lnTo>
                  <a:lnTo>
                    <a:pt x="161607" y="50800"/>
                  </a:lnTo>
                  <a:lnTo>
                    <a:pt x="161721" y="49809"/>
                  </a:lnTo>
                  <a:lnTo>
                    <a:pt x="161759" y="49530"/>
                  </a:lnTo>
                  <a:lnTo>
                    <a:pt x="161899" y="48260"/>
                  </a:lnTo>
                  <a:lnTo>
                    <a:pt x="170002" y="48260"/>
                  </a:lnTo>
                  <a:lnTo>
                    <a:pt x="171399" y="49530"/>
                  </a:lnTo>
                  <a:lnTo>
                    <a:pt x="172364" y="48260"/>
                  </a:lnTo>
                  <a:lnTo>
                    <a:pt x="171970" y="48260"/>
                  </a:lnTo>
                  <a:lnTo>
                    <a:pt x="171043" y="46990"/>
                  </a:lnTo>
                  <a:lnTo>
                    <a:pt x="170002" y="45720"/>
                  </a:lnTo>
                  <a:lnTo>
                    <a:pt x="169011" y="45720"/>
                  </a:lnTo>
                  <a:lnTo>
                    <a:pt x="167944" y="44450"/>
                  </a:lnTo>
                  <a:lnTo>
                    <a:pt x="166865" y="44450"/>
                  </a:lnTo>
                  <a:lnTo>
                    <a:pt x="165849" y="45720"/>
                  </a:lnTo>
                  <a:lnTo>
                    <a:pt x="163080" y="45720"/>
                  </a:lnTo>
                  <a:lnTo>
                    <a:pt x="162928" y="44450"/>
                  </a:lnTo>
                  <a:lnTo>
                    <a:pt x="162382" y="43129"/>
                  </a:lnTo>
                  <a:lnTo>
                    <a:pt x="162331" y="42926"/>
                  </a:lnTo>
                  <a:lnTo>
                    <a:pt x="162090" y="41910"/>
                  </a:lnTo>
                  <a:lnTo>
                    <a:pt x="162090" y="40640"/>
                  </a:lnTo>
                  <a:lnTo>
                    <a:pt x="162534" y="39370"/>
                  </a:lnTo>
                  <a:lnTo>
                    <a:pt x="165061" y="39370"/>
                  </a:lnTo>
                  <a:lnTo>
                    <a:pt x="165354" y="38011"/>
                  </a:lnTo>
                  <a:lnTo>
                    <a:pt x="165760" y="38011"/>
                  </a:lnTo>
                  <a:lnTo>
                    <a:pt x="166154" y="36830"/>
                  </a:lnTo>
                  <a:lnTo>
                    <a:pt x="167474" y="35560"/>
                  </a:lnTo>
                  <a:lnTo>
                    <a:pt x="171323" y="35560"/>
                  </a:lnTo>
                  <a:lnTo>
                    <a:pt x="171729" y="36830"/>
                  </a:lnTo>
                  <a:lnTo>
                    <a:pt x="174028" y="38011"/>
                  </a:lnTo>
                  <a:lnTo>
                    <a:pt x="176834" y="39370"/>
                  </a:lnTo>
                  <a:lnTo>
                    <a:pt x="181889" y="39370"/>
                  </a:lnTo>
                  <a:lnTo>
                    <a:pt x="182359" y="40640"/>
                  </a:lnTo>
                  <a:lnTo>
                    <a:pt x="183070" y="41910"/>
                  </a:lnTo>
                  <a:lnTo>
                    <a:pt x="183705" y="43129"/>
                  </a:lnTo>
                  <a:lnTo>
                    <a:pt x="183857" y="44450"/>
                  </a:lnTo>
                  <a:lnTo>
                    <a:pt x="183946" y="48260"/>
                  </a:lnTo>
                  <a:lnTo>
                    <a:pt x="184480" y="48260"/>
                  </a:lnTo>
                  <a:lnTo>
                    <a:pt x="184569" y="49530"/>
                  </a:lnTo>
                  <a:lnTo>
                    <a:pt x="184772" y="49530"/>
                  </a:lnTo>
                  <a:lnTo>
                    <a:pt x="184835" y="50800"/>
                  </a:lnTo>
                  <a:lnTo>
                    <a:pt x="185356" y="50800"/>
                  </a:lnTo>
                  <a:lnTo>
                    <a:pt x="186093" y="52070"/>
                  </a:lnTo>
                  <a:lnTo>
                    <a:pt x="186867" y="52070"/>
                  </a:lnTo>
                  <a:lnTo>
                    <a:pt x="187934" y="53340"/>
                  </a:lnTo>
                  <a:lnTo>
                    <a:pt x="188836" y="54610"/>
                  </a:lnTo>
                  <a:lnTo>
                    <a:pt x="190030" y="55880"/>
                  </a:lnTo>
                  <a:lnTo>
                    <a:pt x="190563" y="58420"/>
                  </a:lnTo>
                  <a:lnTo>
                    <a:pt x="190563" y="52984"/>
                  </a:lnTo>
                  <a:lnTo>
                    <a:pt x="189407" y="50800"/>
                  </a:lnTo>
                  <a:lnTo>
                    <a:pt x="187794" y="49530"/>
                  </a:lnTo>
                  <a:lnTo>
                    <a:pt x="187439" y="49530"/>
                  </a:lnTo>
                  <a:lnTo>
                    <a:pt x="186867" y="48260"/>
                  </a:lnTo>
                  <a:lnTo>
                    <a:pt x="186639" y="48260"/>
                  </a:lnTo>
                  <a:lnTo>
                    <a:pt x="185801" y="46990"/>
                  </a:lnTo>
                  <a:lnTo>
                    <a:pt x="185801" y="40640"/>
                  </a:lnTo>
                  <a:lnTo>
                    <a:pt x="185064" y="39370"/>
                  </a:lnTo>
                  <a:lnTo>
                    <a:pt x="184188" y="38011"/>
                  </a:lnTo>
                  <a:lnTo>
                    <a:pt x="180289" y="35560"/>
                  </a:lnTo>
                  <a:lnTo>
                    <a:pt x="177584" y="35560"/>
                  </a:lnTo>
                  <a:lnTo>
                    <a:pt x="176149" y="34290"/>
                  </a:lnTo>
                  <a:lnTo>
                    <a:pt x="172085" y="34290"/>
                  </a:lnTo>
                  <a:lnTo>
                    <a:pt x="171399" y="32740"/>
                  </a:lnTo>
                  <a:lnTo>
                    <a:pt x="171183" y="32740"/>
                  </a:lnTo>
                  <a:lnTo>
                    <a:pt x="170688" y="31750"/>
                  </a:lnTo>
                  <a:lnTo>
                    <a:pt x="169672" y="29210"/>
                  </a:lnTo>
                  <a:lnTo>
                    <a:pt x="169405" y="27940"/>
                  </a:lnTo>
                  <a:lnTo>
                    <a:pt x="169011" y="26517"/>
                  </a:lnTo>
                  <a:lnTo>
                    <a:pt x="168186" y="25400"/>
                  </a:lnTo>
                  <a:lnTo>
                    <a:pt x="167347" y="24726"/>
                  </a:lnTo>
                  <a:lnTo>
                    <a:pt x="167347" y="32740"/>
                  </a:lnTo>
                  <a:lnTo>
                    <a:pt x="166509" y="34290"/>
                  </a:lnTo>
                  <a:lnTo>
                    <a:pt x="165976" y="35560"/>
                  </a:lnTo>
                  <a:lnTo>
                    <a:pt x="165061" y="36830"/>
                  </a:lnTo>
                  <a:lnTo>
                    <a:pt x="162534" y="35560"/>
                  </a:lnTo>
                  <a:lnTo>
                    <a:pt x="160489" y="35560"/>
                  </a:lnTo>
                  <a:lnTo>
                    <a:pt x="160489" y="43129"/>
                  </a:lnTo>
                  <a:lnTo>
                    <a:pt x="160477" y="64770"/>
                  </a:lnTo>
                  <a:lnTo>
                    <a:pt x="158267" y="68580"/>
                  </a:lnTo>
                  <a:lnTo>
                    <a:pt x="154749" y="69850"/>
                  </a:lnTo>
                  <a:lnTo>
                    <a:pt x="153784" y="69850"/>
                  </a:lnTo>
                  <a:lnTo>
                    <a:pt x="152946" y="70980"/>
                  </a:lnTo>
                  <a:lnTo>
                    <a:pt x="151422" y="70980"/>
                  </a:lnTo>
                  <a:lnTo>
                    <a:pt x="150304" y="72288"/>
                  </a:lnTo>
                  <a:lnTo>
                    <a:pt x="150406" y="73660"/>
                  </a:lnTo>
                  <a:lnTo>
                    <a:pt x="151612" y="74930"/>
                  </a:lnTo>
                  <a:lnTo>
                    <a:pt x="152349" y="74930"/>
                  </a:lnTo>
                  <a:lnTo>
                    <a:pt x="150901" y="76200"/>
                  </a:lnTo>
                  <a:lnTo>
                    <a:pt x="149898" y="76200"/>
                  </a:lnTo>
                  <a:lnTo>
                    <a:pt x="149847" y="76047"/>
                  </a:lnTo>
                  <a:lnTo>
                    <a:pt x="149402" y="74930"/>
                  </a:lnTo>
                  <a:lnTo>
                    <a:pt x="148894" y="73660"/>
                  </a:lnTo>
                  <a:lnTo>
                    <a:pt x="148463" y="72288"/>
                  </a:lnTo>
                  <a:lnTo>
                    <a:pt x="148132" y="72288"/>
                  </a:lnTo>
                  <a:lnTo>
                    <a:pt x="148310" y="70980"/>
                  </a:lnTo>
                  <a:lnTo>
                    <a:pt x="149263" y="70980"/>
                  </a:lnTo>
                  <a:lnTo>
                    <a:pt x="149898" y="69850"/>
                  </a:lnTo>
                  <a:lnTo>
                    <a:pt x="151307" y="68580"/>
                  </a:lnTo>
                  <a:lnTo>
                    <a:pt x="152654" y="67310"/>
                  </a:lnTo>
                  <a:lnTo>
                    <a:pt x="154228" y="66040"/>
                  </a:lnTo>
                  <a:lnTo>
                    <a:pt x="154381" y="64770"/>
                  </a:lnTo>
                  <a:lnTo>
                    <a:pt x="155041" y="64770"/>
                  </a:lnTo>
                  <a:lnTo>
                    <a:pt x="155105" y="63500"/>
                  </a:lnTo>
                  <a:lnTo>
                    <a:pt x="154749" y="63500"/>
                  </a:lnTo>
                  <a:lnTo>
                    <a:pt x="155105" y="62230"/>
                  </a:lnTo>
                  <a:lnTo>
                    <a:pt x="156476" y="62230"/>
                  </a:lnTo>
                  <a:lnTo>
                    <a:pt x="157137" y="60960"/>
                  </a:lnTo>
                  <a:lnTo>
                    <a:pt x="158051" y="60960"/>
                  </a:lnTo>
                  <a:lnTo>
                    <a:pt x="159080" y="59690"/>
                  </a:lnTo>
                  <a:lnTo>
                    <a:pt x="159486" y="59690"/>
                  </a:lnTo>
                  <a:lnTo>
                    <a:pt x="159639" y="60960"/>
                  </a:lnTo>
                  <a:lnTo>
                    <a:pt x="160477" y="64770"/>
                  </a:lnTo>
                  <a:lnTo>
                    <a:pt x="160477" y="43218"/>
                  </a:lnTo>
                  <a:lnTo>
                    <a:pt x="160274" y="44450"/>
                  </a:lnTo>
                  <a:lnTo>
                    <a:pt x="159791" y="45720"/>
                  </a:lnTo>
                  <a:lnTo>
                    <a:pt x="157848" y="45720"/>
                  </a:lnTo>
                  <a:lnTo>
                    <a:pt x="157480" y="46990"/>
                  </a:lnTo>
                  <a:lnTo>
                    <a:pt x="156654" y="46990"/>
                  </a:lnTo>
                  <a:lnTo>
                    <a:pt x="155816" y="48260"/>
                  </a:lnTo>
                  <a:lnTo>
                    <a:pt x="155041" y="49530"/>
                  </a:lnTo>
                  <a:lnTo>
                    <a:pt x="154406" y="49530"/>
                  </a:lnTo>
                  <a:lnTo>
                    <a:pt x="154343" y="49809"/>
                  </a:lnTo>
                  <a:lnTo>
                    <a:pt x="154114" y="50800"/>
                  </a:lnTo>
                  <a:lnTo>
                    <a:pt x="154063" y="52070"/>
                  </a:lnTo>
                  <a:lnTo>
                    <a:pt x="154749" y="53340"/>
                  </a:lnTo>
                  <a:lnTo>
                    <a:pt x="155816" y="53340"/>
                  </a:lnTo>
                  <a:lnTo>
                    <a:pt x="155943" y="50800"/>
                  </a:lnTo>
                  <a:lnTo>
                    <a:pt x="156768" y="49530"/>
                  </a:lnTo>
                  <a:lnTo>
                    <a:pt x="158508" y="49530"/>
                  </a:lnTo>
                  <a:lnTo>
                    <a:pt x="159550" y="48260"/>
                  </a:lnTo>
                  <a:lnTo>
                    <a:pt x="160235" y="49530"/>
                  </a:lnTo>
                  <a:lnTo>
                    <a:pt x="160197" y="49809"/>
                  </a:lnTo>
                  <a:lnTo>
                    <a:pt x="160083" y="50800"/>
                  </a:lnTo>
                  <a:lnTo>
                    <a:pt x="159334" y="52070"/>
                  </a:lnTo>
                  <a:lnTo>
                    <a:pt x="159334" y="53340"/>
                  </a:lnTo>
                  <a:lnTo>
                    <a:pt x="159169" y="54610"/>
                  </a:lnTo>
                  <a:lnTo>
                    <a:pt x="159080" y="55880"/>
                  </a:lnTo>
                  <a:lnTo>
                    <a:pt x="158673" y="57150"/>
                  </a:lnTo>
                  <a:lnTo>
                    <a:pt x="157848" y="57150"/>
                  </a:lnTo>
                  <a:lnTo>
                    <a:pt x="156476" y="58420"/>
                  </a:lnTo>
                  <a:lnTo>
                    <a:pt x="154749" y="59690"/>
                  </a:lnTo>
                  <a:lnTo>
                    <a:pt x="151307" y="59690"/>
                  </a:lnTo>
                  <a:lnTo>
                    <a:pt x="150406" y="60960"/>
                  </a:lnTo>
                  <a:lnTo>
                    <a:pt x="149148" y="60960"/>
                  </a:lnTo>
                  <a:lnTo>
                    <a:pt x="149148" y="62230"/>
                  </a:lnTo>
                  <a:lnTo>
                    <a:pt x="151091" y="62230"/>
                  </a:lnTo>
                  <a:lnTo>
                    <a:pt x="151155" y="62382"/>
                  </a:lnTo>
                  <a:lnTo>
                    <a:pt x="151612" y="63500"/>
                  </a:lnTo>
                  <a:lnTo>
                    <a:pt x="152349" y="63500"/>
                  </a:lnTo>
                  <a:lnTo>
                    <a:pt x="150901" y="64770"/>
                  </a:lnTo>
                  <a:lnTo>
                    <a:pt x="149148" y="64770"/>
                  </a:lnTo>
                  <a:lnTo>
                    <a:pt x="147421" y="63500"/>
                  </a:lnTo>
                  <a:lnTo>
                    <a:pt x="146646" y="62382"/>
                  </a:lnTo>
                  <a:lnTo>
                    <a:pt x="146532" y="59690"/>
                  </a:lnTo>
                  <a:lnTo>
                    <a:pt x="146532" y="58420"/>
                  </a:lnTo>
                  <a:lnTo>
                    <a:pt x="147104" y="57150"/>
                  </a:lnTo>
                  <a:lnTo>
                    <a:pt x="148805" y="54610"/>
                  </a:lnTo>
                  <a:lnTo>
                    <a:pt x="149364" y="54610"/>
                  </a:lnTo>
                  <a:lnTo>
                    <a:pt x="150202" y="55880"/>
                  </a:lnTo>
                  <a:lnTo>
                    <a:pt x="151307" y="57150"/>
                  </a:lnTo>
                  <a:lnTo>
                    <a:pt x="152654" y="57150"/>
                  </a:lnTo>
                  <a:lnTo>
                    <a:pt x="154114" y="55880"/>
                  </a:lnTo>
                  <a:lnTo>
                    <a:pt x="156476" y="55880"/>
                  </a:lnTo>
                  <a:lnTo>
                    <a:pt x="156654" y="54610"/>
                  </a:lnTo>
                  <a:lnTo>
                    <a:pt x="153314" y="54610"/>
                  </a:lnTo>
                  <a:lnTo>
                    <a:pt x="152438" y="53340"/>
                  </a:lnTo>
                  <a:lnTo>
                    <a:pt x="151968" y="53340"/>
                  </a:lnTo>
                  <a:lnTo>
                    <a:pt x="151307" y="52070"/>
                  </a:lnTo>
                  <a:lnTo>
                    <a:pt x="150964" y="50800"/>
                  </a:lnTo>
                  <a:lnTo>
                    <a:pt x="150622" y="49530"/>
                  </a:lnTo>
                  <a:lnTo>
                    <a:pt x="150202" y="48260"/>
                  </a:lnTo>
                  <a:lnTo>
                    <a:pt x="150050" y="46990"/>
                  </a:lnTo>
                  <a:lnTo>
                    <a:pt x="152184" y="46990"/>
                  </a:lnTo>
                  <a:lnTo>
                    <a:pt x="152844" y="45720"/>
                  </a:lnTo>
                  <a:lnTo>
                    <a:pt x="155041" y="45720"/>
                  </a:lnTo>
                  <a:lnTo>
                    <a:pt x="156057" y="44450"/>
                  </a:lnTo>
                  <a:lnTo>
                    <a:pt x="157086" y="43129"/>
                  </a:lnTo>
                  <a:lnTo>
                    <a:pt x="157899" y="43129"/>
                  </a:lnTo>
                  <a:lnTo>
                    <a:pt x="159080" y="41910"/>
                  </a:lnTo>
                  <a:lnTo>
                    <a:pt x="159791" y="41910"/>
                  </a:lnTo>
                  <a:lnTo>
                    <a:pt x="160070" y="43129"/>
                  </a:lnTo>
                  <a:lnTo>
                    <a:pt x="160489" y="43129"/>
                  </a:lnTo>
                  <a:lnTo>
                    <a:pt x="160489" y="35560"/>
                  </a:lnTo>
                  <a:lnTo>
                    <a:pt x="159512" y="35560"/>
                  </a:lnTo>
                  <a:lnTo>
                    <a:pt x="159486" y="38011"/>
                  </a:lnTo>
                  <a:lnTo>
                    <a:pt x="159169" y="40640"/>
                  </a:lnTo>
                  <a:lnTo>
                    <a:pt x="157848" y="40640"/>
                  </a:lnTo>
                  <a:lnTo>
                    <a:pt x="158051" y="39370"/>
                  </a:lnTo>
                  <a:lnTo>
                    <a:pt x="157137" y="38011"/>
                  </a:lnTo>
                  <a:lnTo>
                    <a:pt x="157048" y="39370"/>
                  </a:lnTo>
                  <a:lnTo>
                    <a:pt x="156768" y="40640"/>
                  </a:lnTo>
                  <a:lnTo>
                    <a:pt x="156654" y="41910"/>
                  </a:lnTo>
                  <a:lnTo>
                    <a:pt x="153314" y="41910"/>
                  </a:lnTo>
                  <a:lnTo>
                    <a:pt x="152019" y="43129"/>
                  </a:lnTo>
                  <a:lnTo>
                    <a:pt x="150939" y="43129"/>
                  </a:lnTo>
                  <a:lnTo>
                    <a:pt x="149898" y="44450"/>
                  </a:lnTo>
                  <a:lnTo>
                    <a:pt x="149148" y="44450"/>
                  </a:lnTo>
                  <a:lnTo>
                    <a:pt x="149009" y="45720"/>
                  </a:lnTo>
                  <a:lnTo>
                    <a:pt x="148894" y="48260"/>
                  </a:lnTo>
                  <a:lnTo>
                    <a:pt x="148501" y="49530"/>
                  </a:lnTo>
                  <a:lnTo>
                    <a:pt x="147104" y="49530"/>
                  </a:lnTo>
                  <a:lnTo>
                    <a:pt x="147104" y="54610"/>
                  </a:lnTo>
                  <a:lnTo>
                    <a:pt x="146227" y="55880"/>
                  </a:lnTo>
                  <a:lnTo>
                    <a:pt x="144640" y="57150"/>
                  </a:lnTo>
                  <a:lnTo>
                    <a:pt x="144640" y="64770"/>
                  </a:lnTo>
                  <a:lnTo>
                    <a:pt x="143789" y="64770"/>
                  </a:lnTo>
                  <a:lnTo>
                    <a:pt x="142913" y="66040"/>
                  </a:lnTo>
                  <a:lnTo>
                    <a:pt x="140436" y="66040"/>
                  </a:lnTo>
                  <a:lnTo>
                    <a:pt x="139598" y="67310"/>
                  </a:lnTo>
                  <a:lnTo>
                    <a:pt x="139433" y="67310"/>
                  </a:lnTo>
                  <a:lnTo>
                    <a:pt x="139598" y="68580"/>
                  </a:lnTo>
                  <a:lnTo>
                    <a:pt x="139814" y="68580"/>
                  </a:lnTo>
                  <a:lnTo>
                    <a:pt x="139992" y="69850"/>
                  </a:lnTo>
                  <a:lnTo>
                    <a:pt x="137985" y="70980"/>
                  </a:lnTo>
                  <a:lnTo>
                    <a:pt x="137642" y="70980"/>
                  </a:lnTo>
                  <a:lnTo>
                    <a:pt x="136740" y="69850"/>
                  </a:lnTo>
                  <a:lnTo>
                    <a:pt x="136525" y="68580"/>
                  </a:lnTo>
                  <a:lnTo>
                    <a:pt x="136372" y="67310"/>
                  </a:lnTo>
                  <a:lnTo>
                    <a:pt x="136372" y="63500"/>
                  </a:lnTo>
                  <a:lnTo>
                    <a:pt x="137401" y="62230"/>
                  </a:lnTo>
                  <a:lnTo>
                    <a:pt x="138442" y="60960"/>
                  </a:lnTo>
                  <a:lnTo>
                    <a:pt x="141808" y="59690"/>
                  </a:lnTo>
                  <a:lnTo>
                    <a:pt x="143700" y="59690"/>
                  </a:lnTo>
                  <a:lnTo>
                    <a:pt x="144259" y="62230"/>
                  </a:lnTo>
                  <a:lnTo>
                    <a:pt x="144500" y="62230"/>
                  </a:lnTo>
                  <a:lnTo>
                    <a:pt x="144526" y="62382"/>
                  </a:lnTo>
                  <a:lnTo>
                    <a:pt x="144640" y="64770"/>
                  </a:lnTo>
                  <a:lnTo>
                    <a:pt x="144640" y="57150"/>
                  </a:lnTo>
                  <a:lnTo>
                    <a:pt x="138442" y="57150"/>
                  </a:lnTo>
                  <a:lnTo>
                    <a:pt x="137452" y="58420"/>
                  </a:lnTo>
                  <a:lnTo>
                    <a:pt x="136144" y="59690"/>
                  </a:lnTo>
                  <a:lnTo>
                    <a:pt x="136740" y="60960"/>
                  </a:lnTo>
                  <a:lnTo>
                    <a:pt x="137337" y="60960"/>
                  </a:lnTo>
                  <a:lnTo>
                    <a:pt x="135839" y="62230"/>
                  </a:lnTo>
                  <a:lnTo>
                    <a:pt x="135394" y="60960"/>
                  </a:lnTo>
                  <a:lnTo>
                    <a:pt x="135039" y="59690"/>
                  </a:lnTo>
                  <a:lnTo>
                    <a:pt x="134734" y="59690"/>
                  </a:lnTo>
                  <a:lnTo>
                    <a:pt x="134200" y="58420"/>
                  </a:lnTo>
                  <a:lnTo>
                    <a:pt x="133337" y="58420"/>
                  </a:lnTo>
                  <a:lnTo>
                    <a:pt x="133337" y="57150"/>
                  </a:lnTo>
                  <a:lnTo>
                    <a:pt x="134988" y="55880"/>
                  </a:lnTo>
                  <a:lnTo>
                    <a:pt x="135750" y="55880"/>
                  </a:lnTo>
                  <a:lnTo>
                    <a:pt x="136740" y="54610"/>
                  </a:lnTo>
                  <a:lnTo>
                    <a:pt x="137337" y="54610"/>
                  </a:lnTo>
                  <a:lnTo>
                    <a:pt x="137452" y="53340"/>
                  </a:lnTo>
                  <a:lnTo>
                    <a:pt x="138341" y="53340"/>
                  </a:lnTo>
                  <a:lnTo>
                    <a:pt x="139814" y="52070"/>
                  </a:lnTo>
                  <a:lnTo>
                    <a:pt x="142417" y="52070"/>
                  </a:lnTo>
                  <a:lnTo>
                    <a:pt x="143192" y="50800"/>
                  </a:lnTo>
                  <a:lnTo>
                    <a:pt x="143852" y="52070"/>
                  </a:lnTo>
                  <a:lnTo>
                    <a:pt x="145757" y="52070"/>
                  </a:lnTo>
                  <a:lnTo>
                    <a:pt x="146481" y="53340"/>
                  </a:lnTo>
                  <a:lnTo>
                    <a:pt x="147104" y="54610"/>
                  </a:lnTo>
                  <a:lnTo>
                    <a:pt x="147104" y="49530"/>
                  </a:lnTo>
                  <a:lnTo>
                    <a:pt x="146227" y="49530"/>
                  </a:lnTo>
                  <a:lnTo>
                    <a:pt x="145516" y="48260"/>
                  </a:lnTo>
                  <a:lnTo>
                    <a:pt x="144983" y="48260"/>
                  </a:lnTo>
                  <a:lnTo>
                    <a:pt x="144983" y="45720"/>
                  </a:lnTo>
                  <a:lnTo>
                    <a:pt x="145516" y="44450"/>
                  </a:lnTo>
                  <a:lnTo>
                    <a:pt x="146888" y="43129"/>
                  </a:lnTo>
                  <a:lnTo>
                    <a:pt x="146977" y="42926"/>
                  </a:lnTo>
                  <a:lnTo>
                    <a:pt x="147421" y="41910"/>
                  </a:lnTo>
                  <a:lnTo>
                    <a:pt x="147929" y="40640"/>
                  </a:lnTo>
                  <a:lnTo>
                    <a:pt x="148297" y="40640"/>
                  </a:lnTo>
                  <a:lnTo>
                    <a:pt x="148501" y="39370"/>
                  </a:lnTo>
                  <a:lnTo>
                    <a:pt x="148831" y="39370"/>
                  </a:lnTo>
                  <a:lnTo>
                    <a:pt x="149733" y="38011"/>
                  </a:lnTo>
                  <a:lnTo>
                    <a:pt x="149364" y="36830"/>
                  </a:lnTo>
                  <a:lnTo>
                    <a:pt x="147929" y="36830"/>
                  </a:lnTo>
                  <a:lnTo>
                    <a:pt x="148107" y="38011"/>
                  </a:lnTo>
                  <a:lnTo>
                    <a:pt x="145745" y="38011"/>
                  </a:lnTo>
                  <a:lnTo>
                    <a:pt x="145516" y="36830"/>
                  </a:lnTo>
                  <a:lnTo>
                    <a:pt x="145757" y="35560"/>
                  </a:lnTo>
                  <a:lnTo>
                    <a:pt x="146532" y="35560"/>
                  </a:lnTo>
                  <a:lnTo>
                    <a:pt x="146202" y="32740"/>
                  </a:lnTo>
                  <a:lnTo>
                    <a:pt x="144259" y="32740"/>
                  </a:lnTo>
                  <a:lnTo>
                    <a:pt x="144259" y="34290"/>
                  </a:lnTo>
                  <a:lnTo>
                    <a:pt x="144500" y="34290"/>
                  </a:lnTo>
                  <a:lnTo>
                    <a:pt x="144500" y="35560"/>
                  </a:lnTo>
                  <a:lnTo>
                    <a:pt x="144640" y="35560"/>
                  </a:lnTo>
                  <a:lnTo>
                    <a:pt x="144983" y="36830"/>
                  </a:lnTo>
                  <a:lnTo>
                    <a:pt x="144614" y="37820"/>
                  </a:lnTo>
                  <a:lnTo>
                    <a:pt x="144614" y="43129"/>
                  </a:lnTo>
                  <a:lnTo>
                    <a:pt x="144386" y="44450"/>
                  </a:lnTo>
                  <a:lnTo>
                    <a:pt x="144259" y="45720"/>
                  </a:lnTo>
                  <a:lnTo>
                    <a:pt x="143548" y="46990"/>
                  </a:lnTo>
                  <a:lnTo>
                    <a:pt x="142417" y="49530"/>
                  </a:lnTo>
                  <a:lnTo>
                    <a:pt x="136372" y="49530"/>
                  </a:lnTo>
                  <a:lnTo>
                    <a:pt x="136258" y="49809"/>
                  </a:lnTo>
                  <a:lnTo>
                    <a:pt x="135839" y="50800"/>
                  </a:lnTo>
                  <a:lnTo>
                    <a:pt x="135750" y="52070"/>
                  </a:lnTo>
                  <a:lnTo>
                    <a:pt x="135547" y="53340"/>
                  </a:lnTo>
                  <a:lnTo>
                    <a:pt x="134581" y="53340"/>
                  </a:lnTo>
                  <a:lnTo>
                    <a:pt x="133870" y="52070"/>
                  </a:lnTo>
                  <a:lnTo>
                    <a:pt x="133337" y="52070"/>
                  </a:lnTo>
                  <a:lnTo>
                    <a:pt x="132765" y="49530"/>
                  </a:lnTo>
                  <a:lnTo>
                    <a:pt x="133235" y="48260"/>
                  </a:lnTo>
                  <a:lnTo>
                    <a:pt x="134200" y="48260"/>
                  </a:lnTo>
                  <a:lnTo>
                    <a:pt x="134734" y="46990"/>
                  </a:lnTo>
                  <a:lnTo>
                    <a:pt x="136029" y="46990"/>
                  </a:lnTo>
                  <a:lnTo>
                    <a:pt x="136080" y="45720"/>
                  </a:lnTo>
                  <a:lnTo>
                    <a:pt x="136144" y="44450"/>
                  </a:lnTo>
                  <a:lnTo>
                    <a:pt x="142201" y="44450"/>
                  </a:lnTo>
                  <a:lnTo>
                    <a:pt x="142963" y="43129"/>
                  </a:lnTo>
                  <a:lnTo>
                    <a:pt x="144081" y="41910"/>
                  </a:lnTo>
                  <a:lnTo>
                    <a:pt x="144614" y="43129"/>
                  </a:lnTo>
                  <a:lnTo>
                    <a:pt x="144614" y="37820"/>
                  </a:lnTo>
                  <a:lnTo>
                    <a:pt x="144538" y="38011"/>
                  </a:lnTo>
                  <a:lnTo>
                    <a:pt x="143852" y="39370"/>
                  </a:lnTo>
                  <a:lnTo>
                    <a:pt x="143065" y="41910"/>
                  </a:lnTo>
                  <a:lnTo>
                    <a:pt x="137337" y="41910"/>
                  </a:lnTo>
                  <a:lnTo>
                    <a:pt x="136766" y="43129"/>
                  </a:lnTo>
                  <a:lnTo>
                    <a:pt x="135674" y="43129"/>
                  </a:lnTo>
                  <a:lnTo>
                    <a:pt x="135610" y="44450"/>
                  </a:lnTo>
                  <a:lnTo>
                    <a:pt x="135547" y="45720"/>
                  </a:lnTo>
                  <a:lnTo>
                    <a:pt x="132981" y="45720"/>
                  </a:lnTo>
                  <a:lnTo>
                    <a:pt x="131991" y="44450"/>
                  </a:lnTo>
                  <a:lnTo>
                    <a:pt x="131572" y="43129"/>
                  </a:lnTo>
                  <a:lnTo>
                    <a:pt x="131572" y="41910"/>
                  </a:lnTo>
                  <a:lnTo>
                    <a:pt x="133604" y="41910"/>
                  </a:lnTo>
                  <a:lnTo>
                    <a:pt x="134391" y="40640"/>
                  </a:lnTo>
                  <a:lnTo>
                    <a:pt x="134797" y="40640"/>
                  </a:lnTo>
                  <a:lnTo>
                    <a:pt x="135394" y="39370"/>
                  </a:lnTo>
                  <a:lnTo>
                    <a:pt x="135940" y="38011"/>
                  </a:lnTo>
                  <a:lnTo>
                    <a:pt x="134645" y="38011"/>
                  </a:lnTo>
                  <a:lnTo>
                    <a:pt x="133870" y="39370"/>
                  </a:lnTo>
                  <a:lnTo>
                    <a:pt x="131165" y="39370"/>
                  </a:lnTo>
                  <a:lnTo>
                    <a:pt x="131267" y="36830"/>
                  </a:lnTo>
                  <a:lnTo>
                    <a:pt x="131635" y="36830"/>
                  </a:lnTo>
                  <a:lnTo>
                    <a:pt x="132524" y="35560"/>
                  </a:lnTo>
                  <a:lnTo>
                    <a:pt x="134594" y="33426"/>
                  </a:lnTo>
                  <a:lnTo>
                    <a:pt x="135318" y="32740"/>
                  </a:lnTo>
                  <a:lnTo>
                    <a:pt x="136461" y="31750"/>
                  </a:lnTo>
                  <a:lnTo>
                    <a:pt x="138049" y="30480"/>
                  </a:lnTo>
                  <a:lnTo>
                    <a:pt x="145275" y="30480"/>
                  </a:lnTo>
                  <a:lnTo>
                    <a:pt x="146050" y="31750"/>
                  </a:lnTo>
                  <a:lnTo>
                    <a:pt x="146481" y="31750"/>
                  </a:lnTo>
                  <a:lnTo>
                    <a:pt x="146735" y="30480"/>
                  </a:lnTo>
                  <a:lnTo>
                    <a:pt x="147104" y="30480"/>
                  </a:lnTo>
                  <a:lnTo>
                    <a:pt x="147104" y="29210"/>
                  </a:lnTo>
                  <a:lnTo>
                    <a:pt x="147104" y="25400"/>
                  </a:lnTo>
                  <a:lnTo>
                    <a:pt x="151091" y="22860"/>
                  </a:lnTo>
                  <a:lnTo>
                    <a:pt x="158165" y="22860"/>
                  </a:lnTo>
                  <a:lnTo>
                    <a:pt x="159880" y="24130"/>
                  </a:lnTo>
                  <a:lnTo>
                    <a:pt x="161709" y="24130"/>
                  </a:lnTo>
                  <a:lnTo>
                    <a:pt x="162267" y="25400"/>
                  </a:lnTo>
                  <a:lnTo>
                    <a:pt x="162598" y="26517"/>
                  </a:lnTo>
                  <a:lnTo>
                    <a:pt x="162928" y="27940"/>
                  </a:lnTo>
                  <a:lnTo>
                    <a:pt x="162267" y="27940"/>
                  </a:lnTo>
                  <a:lnTo>
                    <a:pt x="161759" y="29210"/>
                  </a:lnTo>
                  <a:lnTo>
                    <a:pt x="161302" y="29210"/>
                  </a:lnTo>
                  <a:lnTo>
                    <a:pt x="160896" y="30480"/>
                  </a:lnTo>
                  <a:lnTo>
                    <a:pt x="161899" y="30480"/>
                  </a:lnTo>
                  <a:lnTo>
                    <a:pt x="163372" y="29210"/>
                  </a:lnTo>
                  <a:lnTo>
                    <a:pt x="163753" y="27940"/>
                  </a:lnTo>
                  <a:lnTo>
                    <a:pt x="165100" y="27940"/>
                  </a:lnTo>
                  <a:lnTo>
                    <a:pt x="165061" y="29210"/>
                  </a:lnTo>
                  <a:lnTo>
                    <a:pt x="163969" y="30480"/>
                  </a:lnTo>
                  <a:lnTo>
                    <a:pt x="165582" y="30480"/>
                  </a:lnTo>
                  <a:lnTo>
                    <a:pt x="165849" y="29210"/>
                  </a:lnTo>
                  <a:lnTo>
                    <a:pt x="167195" y="29210"/>
                  </a:lnTo>
                  <a:lnTo>
                    <a:pt x="167195" y="32740"/>
                  </a:lnTo>
                  <a:lnTo>
                    <a:pt x="167347" y="32740"/>
                  </a:lnTo>
                  <a:lnTo>
                    <a:pt x="167347" y="24726"/>
                  </a:lnTo>
                  <a:lnTo>
                    <a:pt x="165061" y="22860"/>
                  </a:lnTo>
                  <a:lnTo>
                    <a:pt x="163245" y="21590"/>
                  </a:lnTo>
                  <a:lnTo>
                    <a:pt x="161607" y="20320"/>
                  </a:lnTo>
                  <a:lnTo>
                    <a:pt x="159169" y="19050"/>
                  </a:lnTo>
                  <a:lnTo>
                    <a:pt x="153936" y="19050"/>
                  </a:lnTo>
                  <a:lnTo>
                    <a:pt x="151752" y="20320"/>
                  </a:lnTo>
                  <a:lnTo>
                    <a:pt x="149898" y="21590"/>
                  </a:lnTo>
                  <a:lnTo>
                    <a:pt x="147929" y="22860"/>
                  </a:lnTo>
                  <a:lnTo>
                    <a:pt x="146481" y="24130"/>
                  </a:lnTo>
                  <a:lnTo>
                    <a:pt x="145161" y="25400"/>
                  </a:lnTo>
                  <a:lnTo>
                    <a:pt x="144373" y="26517"/>
                  </a:lnTo>
                  <a:lnTo>
                    <a:pt x="143916" y="26517"/>
                  </a:lnTo>
                  <a:lnTo>
                    <a:pt x="143256" y="27940"/>
                  </a:lnTo>
                  <a:lnTo>
                    <a:pt x="138645" y="27940"/>
                  </a:lnTo>
                  <a:lnTo>
                    <a:pt x="136740" y="29210"/>
                  </a:lnTo>
                  <a:lnTo>
                    <a:pt x="132257" y="29210"/>
                  </a:lnTo>
                  <a:lnTo>
                    <a:pt x="131927" y="27940"/>
                  </a:lnTo>
                  <a:lnTo>
                    <a:pt x="131635" y="25400"/>
                  </a:lnTo>
                  <a:lnTo>
                    <a:pt x="130822" y="24130"/>
                  </a:lnTo>
                  <a:lnTo>
                    <a:pt x="129387" y="22860"/>
                  </a:lnTo>
                  <a:lnTo>
                    <a:pt x="129387" y="43129"/>
                  </a:lnTo>
                  <a:lnTo>
                    <a:pt x="129387" y="44450"/>
                  </a:lnTo>
                  <a:lnTo>
                    <a:pt x="128828" y="45720"/>
                  </a:lnTo>
                  <a:lnTo>
                    <a:pt x="128828" y="48260"/>
                  </a:lnTo>
                  <a:lnTo>
                    <a:pt x="126593" y="48260"/>
                  </a:lnTo>
                  <a:lnTo>
                    <a:pt x="126771" y="49530"/>
                  </a:lnTo>
                  <a:lnTo>
                    <a:pt x="127431" y="49530"/>
                  </a:lnTo>
                  <a:lnTo>
                    <a:pt x="128028" y="50800"/>
                  </a:lnTo>
                  <a:lnTo>
                    <a:pt x="128028" y="52070"/>
                  </a:lnTo>
                  <a:lnTo>
                    <a:pt x="126022" y="52070"/>
                  </a:lnTo>
                  <a:lnTo>
                    <a:pt x="126022" y="50800"/>
                  </a:lnTo>
                  <a:lnTo>
                    <a:pt x="125691" y="50800"/>
                  </a:lnTo>
                  <a:lnTo>
                    <a:pt x="125691" y="60960"/>
                  </a:lnTo>
                  <a:lnTo>
                    <a:pt x="125171" y="62382"/>
                  </a:lnTo>
                  <a:lnTo>
                    <a:pt x="124866" y="63500"/>
                  </a:lnTo>
                  <a:lnTo>
                    <a:pt x="124561" y="64770"/>
                  </a:lnTo>
                  <a:lnTo>
                    <a:pt x="124142" y="64770"/>
                  </a:lnTo>
                  <a:lnTo>
                    <a:pt x="123837" y="66040"/>
                  </a:lnTo>
                  <a:lnTo>
                    <a:pt x="123456" y="66040"/>
                  </a:lnTo>
                  <a:lnTo>
                    <a:pt x="122885" y="67310"/>
                  </a:lnTo>
                  <a:lnTo>
                    <a:pt x="120980" y="67310"/>
                  </a:lnTo>
                  <a:lnTo>
                    <a:pt x="120548" y="68580"/>
                  </a:lnTo>
                  <a:lnTo>
                    <a:pt x="120408" y="68580"/>
                  </a:lnTo>
                  <a:lnTo>
                    <a:pt x="120408" y="81280"/>
                  </a:lnTo>
                  <a:lnTo>
                    <a:pt x="118973" y="82550"/>
                  </a:lnTo>
                  <a:lnTo>
                    <a:pt x="116255" y="82550"/>
                  </a:lnTo>
                  <a:lnTo>
                    <a:pt x="116433" y="81280"/>
                  </a:lnTo>
                  <a:lnTo>
                    <a:pt x="116560" y="80010"/>
                  </a:lnTo>
                  <a:lnTo>
                    <a:pt x="116014" y="78740"/>
                  </a:lnTo>
                  <a:lnTo>
                    <a:pt x="116382" y="77470"/>
                  </a:lnTo>
                  <a:lnTo>
                    <a:pt x="119418" y="77470"/>
                  </a:lnTo>
                  <a:lnTo>
                    <a:pt x="120408" y="81280"/>
                  </a:lnTo>
                  <a:lnTo>
                    <a:pt x="120408" y="68580"/>
                  </a:lnTo>
                  <a:lnTo>
                    <a:pt x="120040" y="68580"/>
                  </a:lnTo>
                  <a:lnTo>
                    <a:pt x="119634" y="69850"/>
                  </a:lnTo>
                  <a:lnTo>
                    <a:pt x="119392" y="69850"/>
                  </a:lnTo>
                  <a:lnTo>
                    <a:pt x="119024" y="70980"/>
                  </a:lnTo>
                  <a:lnTo>
                    <a:pt x="118694" y="70980"/>
                  </a:lnTo>
                  <a:lnTo>
                    <a:pt x="117906" y="72288"/>
                  </a:lnTo>
                  <a:lnTo>
                    <a:pt x="116903" y="72288"/>
                  </a:lnTo>
                  <a:lnTo>
                    <a:pt x="116039" y="70980"/>
                  </a:lnTo>
                  <a:lnTo>
                    <a:pt x="116979" y="69850"/>
                  </a:lnTo>
                  <a:lnTo>
                    <a:pt x="116979" y="68580"/>
                  </a:lnTo>
                  <a:lnTo>
                    <a:pt x="116560" y="68580"/>
                  </a:lnTo>
                  <a:lnTo>
                    <a:pt x="115773" y="66040"/>
                  </a:lnTo>
                  <a:lnTo>
                    <a:pt x="115189" y="66040"/>
                  </a:lnTo>
                  <a:lnTo>
                    <a:pt x="114909" y="65379"/>
                  </a:lnTo>
                  <a:lnTo>
                    <a:pt x="114909" y="68580"/>
                  </a:lnTo>
                  <a:lnTo>
                    <a:pt x="114592" y="69850"/>
                  </a:lnTo>
                  <a:lnTo>
                    <a:pt x="113753" y="69850"/>
                  </a:lnTo>
                  <a:lnTo>
                    <a:pt x="113804" y="70980"/>
                  </a:lnTo>
                  <a:lnTo>
                    <a:pt x="114185" y="70980"/>
                  </a:lnTo>
                  <a:lnTo>
                    <a:pt x="114274" y="72288"/>
                  </a:lnTo>
                  <a:lnTo>
                    <a:pt x="114592" y="73660"/>
                  </a:lnTo>
                  <a:lnTo>
                    <a:pt x="114185" y="74930"/>
                  </a:lnTo>
                  <a:lnTo>
                    <a:pt x="112877" y="76200"/>
                  </a:lnTo>
                  <a:lnTo>
                    <a:pt x="111709" y="76200"/>
                  </a:lnTo>
                  <a:lnTo>
                    <a:pt x="110337" y="77470"/>
                  </a:lnTo>
                  <a:lnTo>
                    <a:pt x="107454" y="77470"/>
                  </a:lnTo>
                  <a:lnTo>
                    <a:pt x="108546" y="74930"/>
                  </a:lnTo>
                  <a:lnTo>
                    <a:pt x="108521" y="73660"/>
                  </a:lnTo>
                  <a:lnTo>
                    <a:pt x="108038" y="72288"/>
                  </a:lnTo>
                  <a:lnTo>
                    <a:pt x="107810" y="72288"/>
                  </a:lnTo>
                  <a:lnTo>
                    <a:pt x="107276" y="70980"/>
                  </a:lnTo>
                  <a:lnTo>
                    <a:pt x="107175" y="69850"/>
                  </a:lnTo>
                  <a:lnTo>
                    <a:pt x="108381" y="70980"/>
                  </a:lnTo>
                  <a:lnTo>
                    <a:pt x="108927" y="72288"/>
                  </a:lnTo>
                  <a:lnTo>
                    <a:pt x="110248" y="72288"/>
                  </a:lnTo>
                  <a:lnTo>
                    <a:pt x="110591" y="70980"/>
                  </a:lnTo>
                  <a:lnTo>
                    <a:pt x="110197" y="70980"/>
                  </a:lnTo>
                  <a:lnTo>
                    <a:pt x="109982" y="69850"/>
                  </a:lnTo>
                  <a:lnTo>
                    <a:pt x="109651" y="69850"/>
                  </a:lnTo>
                  <a:lnTo>
                    <a:pt x="110210" y="68580"/>
                  </a:lnTo>
                  <a:lnTo>
                    <a:pt x="111277" y="68580"/>
                  </a:lnTo>
                  <a:lnTo>
                    <a:pt x="111277" y="70980"/>
                  </a:lnTo>
                  <a:lnTo>
                    <a:pt x="112395" y="70980"/>
                  </a:lnTo>
                  <a:lnTo>
                    <a:pt x="112560" y="69850"/>
                  </a:lnTo>
                  <a:lnTo>
                    <a:pt x="112649" y="67310"/>
                  </a:lnTo>
                  <a:lnTo>
                    <a:pt x="112788" y="66040"/>
                  </a:lnTo>
                  <a:lnTo>
                    <a:pt x="114096" y="66040"/>
                  </a:lnTo>
                  <a:lnTo>
                    <a:pt x="114909" y="68580"/>
                  </a:lnTo>
                  <a:lnTo>
                    <a:pt x="114909" y="65379"/>
                  </a:lnTo>
                  <a:lnTo>
                    <a:pt x="114655" y="64770"/>
                  </a:lnTo>
                  <a:lnTo>
                    <a:pt x="114185" y="64770"/>
                  </a:lnTo>
                  <a:lnTo>
                    <a:pt x="113906" y="63500"/>
                  </a:lnTo>
                  <a:lnTo>
                    <a:pt x="114592" y="62230"/>
                  </a:lnTo>
                  <a:lnTo>
                    <a:pt x="115189" y="62230"/>
                  </a:lnTo>
                  <a:lnTo>
                    <a:pt x="115201" y="62382"/>
                  </a:lnTo>
                  <a:lnTo>
                    <a:pt x="115354" y="63500"/>
                  </a:lnTo>
                  <a:lnTo>
                    <a:pt x="116255" y="63500"/>
                  </a:lnTo>
                  <a:lnTo>
                    <a:pt x="116382" y="64770"/>
                  </a:lnTo>
                  <a:lnTo>
                    <a:pt x="117182" y="64770"/>
                  </a:lnTo>
                  <a:lnTo>
                    <a:pt x="117182" y="63500"/>
                  </a:lnTo>
                  <a:lnTo>
                    <a:pt x="116560" y="63500"/>
                  </a:lnTo>
                  <a:lnTo>
                    <a:pt x="116433" y="62230"/>
                  </a:lnTo>
                  <a:lnTo>
                    <a:pt x="116014" y="60960"/>
                  </a:lnTo>
                  <a:lnTo>
                    <a:pt x="116560" y="60960"/>
                  </a:lnTo>
                  <a:lnTo>
                    <a:pt x="117297" y="62230"/>
                  </a:lnTo>
                  <a:lnTo>
                    <a:pt x="117335" y="62382"/>
                  </a:lnTo>
                  <a:lnTo>
                    <a:pt x="117690" y="63500"/>
                  </a:lnTo>
                  <a:lnTo>
                    <a:pt x="118275" y="62382"/>
                  </a:lnTo>
                  <a:lnTo>
                    <a:pt x="118351" y="60960"/>
                  </a:lnTo>
                  <a:lnTo>
                    <a:pt x="118351" y="58420"/>
                  </a:lnTo>
                  <a:lnTo>
                    <a:pt x="118948" y="59690"/>
                  </a:lnTo>
                  <a:lnTo>
                    <a:pt x="119176" y="60960"/>
                  </a:lnTo>
                  <a:lnTo>
                    <a:pt x="119761" y="62230"/>
                  </a:lnTo>
                  <a:lnTo>
                    <a:pt x="119786" y="62382"/>
                  </a:lnTo>
                  <a:lnTo>
                    <a:pt x="120040" y="63500"/>
                  </a:lnTo>
                  <a:lnTo>
                    <a:pt x="119989" y="66040"/>
                  </a:lnTo>
                  <a:lnTo>
                    <a:pt x="120408" y="66040"/>
                  </a:lnTo>
                  <a:lnTo>
                    <a:pt x="121119" y="63500"/>
                  </a:lnTo>
                  <a:lnTo>
                    <a:pt x="121119" y="62230"/>
                  </a:lnTo>
                  <a:lnTo>
                    <a:pt x="120789" y="60960"/>
                  </a:lnTo>
                  <a:lnTo>
                    <a:pt x="120319" y="59690"/>
                  </a:lnTo>
                  <a:lnTo>
                    <a:pt x="119989" y="58420"/>
                  </a:lnTo>
                  <a:lnTo>
                    <a:pt x="120764" y="58420"/>
                  </a:lnTo>
                  <a:lnTo>
                    <a:pt x="121716" y="59690"/>
                  </a:lnTo>
                  <a:lnTo>
                    <a:pt x="122770" y="58420"/>
                  </a:lnTo>
                  <a:lnTo>
                    <a:pt x="122199" y="58420"/>
                  </a:lnTo>
                  <a:lnTo>
                    <a:pt x="121716" y="57150"/>
                  </a:lnTo>
                  <a:lnTo>
                    <a:pt x="120319" y="57150"/>
                  </a:lnTo>
                  <a:lnTo>
                    <a:pt x="120408" y="55880"/>
                  </a:lnTo>
                  <a:lnTo>
                    <a:pt x="123177" y="55880"/>
                  </a:lnTo>
                  <a:lnTo>
                    <a:pt x="124206" y="57150"/>
                  </a:lnTo>
                  <a:lnTo>
                    <a:pt x="124968" y="58420"/>
                  </a:lnTo>
                  <a:lnTo>
                    <a:pt x="125298" y="58420"/>
                  </a:lnTo>
                  <a:lnTo>
                    <a:pt x="125564" y="59690"/>
                  </a:lnTo>
                  <a:lnTo>
                    <a:pt x="125691" y="60960"/>
                  </a:lnTo>
                  <a:lnTo>
                    <a:pt x="125691" y="50800"/>
                  </a:lnTo>
                  <a:lnTo>
                    <a:pt x="125298" y="49530"/>
                  </a:lnTo>
                  <a:lnTo>
                    <a:pt x="124142" y="49530"/>
                  </a:lnTo>
                  <a:lnTo>
                    <a:pt x="124206" y="50800"/>
                  </a:lnTo>
                  <a:lnTo>
                    <a:pt x="125222" y="52070"/>
                  </a:lnTo>
                  <a:lnTo>
                    <a:pt x="125222" y="54610"/>
                  </a:lnTo>
                  <a:lnTo>
                    <a:pt x="124968" y="55880"/>
                  </a:lnTo>
                  <a:lnTo>
                    <a:pt x="123837" y="55880"/>
                  </a:lnTo>
                  <a:lnTo>
                    <a:pt x="122770" y="54610"/>
                  </a:lnTo>
                  <a:lnTo>
                    <a:pt x="121716" y="54610"/>
                  </a:lnTo>
                  <a:lnTo>
                    <a:pt x="121488" y="53340"/>
                  </a:lnTo>
                  <a:lnTo>
                    <a:pt x="121386" y="50800"/>
                  </a:lnTo>
                  <a:lnTo>
                    <a:pt x="120764" y="50800"/>
                  </a:lnTo>
                  <a:lnTo>
                    <a:pt x="120040" y="49530"/>
                  </a:lnTo>
                  <a:lnTo>
                    <a:pt x="119989" y="49326"/>
                  </a:lnTo>
                  <a:lnTo>
                    <a:pt x="119989" y="50800"/>
                  </a:lnTo>
                  <a:lnTo>
                    <a:pt x="118973" y="52070"/>
                  </a:lnTo>
                  <a:lnTo>
                    <a:pt x="117182" y="53340"/>
                  </a:lnTo>
                  <a:lnTo>
                    <a:pt x="114757" y="53340"/>
                  </a:lnTo>
                  <a:lnTo>
                    <a:pt x="113804" y="54610"/>
                  </a:lnTo>
                  <a:lnTo>
                    <a:pt x="113245" y="55880"/>
                  </a:lnTo>
                  <a:lnTo>
                    <a:pt x="112877" y="55880"/>
                  </a:lnTo>
                  <a:lnTo>
                    <a:pt x="112649" y="57150"/>
                  </a:lnTo>
                  <a:lnTo>
                    <a:pt x="111620" y="57150"/>
                  </a:lnTo>
                  <a:lnTo>
                    <a:pt x="111480" y="55880"/>
                  </a:lnTo>
                  <a:lnTo>
                    <a:pt x="111277" y="55880"/>
                  </a:lnTo>
                  <a:lnTo>
                    <a:pt x="111061" y="54610"/>
                  </a:lnTo>
                  <a:lnTo>
                    <a:pt x="110896" y="53340"/>
                  </a:lnTo>
                  <a:lnTo>
                    <a:pt x="111709" y="53340"/>
                  </a:lnTo>
                  <a:lnTo>
                    <a:pt x="112877" y="52070"/>
                  </a:lnTo>
                  <a:lnTo>
                    <a:pt x="113804" y="52070"/>
                  </a:lnTo>
                  <a:lnTo>
                    <a:pt x="115087" y="49809"/>
                  </a:lnTo>
                  <a:lnTo>
                    <a:pt x="115087" y="48260"/>
                  </a:lnTo>
                  <a:lnTo>
                    <a:pt x="116560" y="48260"/>
                  </a:lnTo>
                  <a:lnTo>
                    <a:pt x="116827" y="46990"/>
                  </a:lnTo>
                  <a:lnTo>
                    <a:pt x="116979" y="45720"/>
                  </a:lnTo>
                  <a:lnTo>
                    <a:pt x="117182" y="45720"/>
                  </a:lnTo>
                  <a:lnTo>
                    <a:pt x="117297" y="44450"/>
                  </a:lnTo>
                  <a:lnTo>
                    <a:pt x="118351" y="44450"/>
                  </a:lnTo>
                  <a:lnTo>
                    <a:pt x="118351" y="43129"/>
                  </a:lnTo>
                  <a:lnTo>
                    <a:pt x="116586" y="43129"/>
                  </a:lnTo>
                  <a:lnTo>
                    <a:pt x="114909" y="46990"/>
                  </a:lnTo>
                  <a:lnTo>
                    <a:pt x="111061" y="48260"/>
                  </a:lnTo>
                  <a:lnTo>
                    <a:pt x="109982" y="48260"/>
                  </a:lnTo>
                  <a:lnTo>
                    <a:pt x="109982" y="54610"/>
                  </a:lnTo>
                  <a:lnTo>
                    <a:pt x="109982" y="59690"/>
                  </a:lnTo>
                  <a:lnTo>
                    <a:pt x="109804" y="59690"/>
                  </a:lnTo>
                  <a:lnTo>
                    <a:pt x="108546" y="62230"/>
                  </a:lnTo>
                  <a:lnTo>
                    <a:pt x="106972" y="63500"/>
                  </a:lnTo>
                  <a:lnTo>
                    <a:pt x="106972" y="73660"/>
                  </a:lnTo>
                  <a:lnTo>
                    <a:pt x="106857" y="74930"/>
                  </a:lnTo>
                  <a:lnTo>
                    <a:pt x="106730" y="76200"/>
                  </a:lnTo>
                  <a:lnTo>
                    <a:pt x="106578" y="76200"/>
                  </a:lnTo>
                  <a:lnTo>
                    <a:pt x="106375" y="77470"/>
                  </a:lnTo>
                  <a:lnTo>
                    <a:pt x="104381" y="77470"/>
                  </a:lnTo>
                  <a:lnTo>
                    <a:pt x="102730" y="78740"/>
                  </a:lnTo>
                  <a:lnTo>
                    <a:pt x="101028" y="78740"/>
                  </a:lnTo>
                  <a:lnTo>
                    <a:pt x="100164" y="77470"/>
                  </a:lnTo>
                  <a:lnTo>
                    <a:pt x="98577" y="77470"/>
                  </a:lnTo>
                  <a:lnTo>
                    <a:pt x="99060" y="76200"/>
                  </a:lnTo>
                  <a:lnTo>
                    <a:pt x="99707" y="76200"/>
                  </a:lnTo>
                  <a:lnTo>
                    <a:pt x="99783" y="76047"/>
                  </a:lnTo>
                  <a:lnTo>
                    <a:pt x="100342" y="74930"/>
                  </a:lnTo>
                  <a:lnTo>
                    <a:pt x="100558" y="74930"/>
                  </a:lnTo>
                  <a:lnTo>
                    <a:pt x="101180" y="73660"/>
                  </a:lnTo>
                  <a:lnTo>
                    <a:pt x="100507" y="72288"/>
                  </a:lnTo>
                  <a:lnTo>
                    <a:pt x="100317" y="72288"/>
                  </a:lnTo>
                  <a:lnTo>
                    <a:pt x="99949" y="70980"/>
                  </a:lnTo>
                  <a:lnTo>
                    <a:pt x="99161" y="70980"/>
                  </a:lnTo>
                  <a:lnTo>
                    <a:pt x="98729" y="69850"/>
                  </a:lnTo>
                  <a:lnTo>
                    <a:pt x="98729" y="73660"/>
                  </a:lnTo>
                  <a:lnTo>
                    <a:pt x="98336" y="74930"/>
                  </a:lnTo>
                  <a:lnTo>
                    <a:pt x="97688" y="74930"/>
                  </a:lnTo>
                  <a:lnTo>
                    <a:pt x="97561" y="73660"/>
                  </a:lnTo>
                  <a:lnTo>
                    <a:pt x="98729" y="73660"/>
                  </a:lnTo>
                  <a:lnTo>
                    <a:pt x="98729" y="69850"/>
                  </a:lnTo>
                  <a:lnTo>
                    <a:pt x="101028" y="69850"/>
                  </a:lnTo>
                  <a:lnTo>
                    <a:pt x="102679" y="70980"/>
                  </a:lnTo>
                  <a:lnTo>
                    <a:pt x="102844" y="70980"/>
                  </a:lnTo>
                  <a:lnTo>
                    <a:pt x="103187" y="72288"/>
                  </a:lnTo>
                  <a:lnTo>
                    <a:pt x="104406" y="72288"/>
                  </a:lnTo>
                  <a:lnTo>
                    <a:pt x="104216" y="70980"/>
                  </a:lnTo>
                  <a:lnTo>
                    <a:pt x="104965" y="69850"/>
                  </a:lnTo>
                  <a:lnTo>
                    <a:pt x="105537" y="69850"/>
                  </a:lnTo>
                  <a:lnTo>
                    <a:pt x="105727" y="70980"/>
                  </a:lnTo>
                  <a:lnTo>
                    <a:pt x="106514" y="72288"/>
                  </a:lnTo>
                  <a:lnTo>
                    <a:pt x="106972" y="73660"/>
                  </a:lnTo>
                  <a:lnTo>
                    <a:pt x="106972" y="63500"/>
                  </a:lnTo>
                  <a:lnTo>
                    <a:pt x="102527" y="63500"/>
                  </a:lnTo>
                  <a:lnTo>
                    <a:pt x="103098" y="62230"/>
                  </a:lnTo>
                  <a:lnTo>
                    <a:pt x="104381" y="62230"/>
                  </a:lnTo>
                  <a:lnTo>
                    <a:pt x="104635" y="60960"/>
                  </a:lnTo>
                  <a:lnTo>
                    <a:pt x="101028" y="60960"/>
                  </a:lnTo>
                  <a:lnTo>
                    <a:pt x="101028" y="62230"/>
                  </a:lnTo>
                  <a:lnTo>
                    <a:pt x="101346" y="62230"/>
                  </a:lnTo>
                  <a:lnTo>
                    <a:pt x="101333" y="62382"/>
                  </a:lnTo>
                  <a:lnTo>
                    <a:pt x="101180" y="63500"/>
                  </a:lnTo>
                  <a:lnTo>
                    <a:pt x="97447" y="63500"/>
                  </a:lnTo>
                  <a:lnTo>
                    <a:pt x="97447" y="76200"/>
                  </a:lnTo>
                  <a:lnTo>
                    <a:pt x="97332" y="77470"/>
                  </a:lnTo>
                  <a:lnTo>
                    <a:pt x="96202" y="77470"/>
                  </a:lnTo>
                  <a:lnTo>
                    <a:pt x="96202" y="82550"/>
                  </a:lnTo>
                  <a:lnTo>
                    <a:pt x="96202" y="85090"/>
                  </a:lnTo>
                  <a:lnTo>
                    <a:pt x="95326" y="87630"/>
                  </a:lnTo>
                  <a:lnTo>
                    <a:pt x="92570" y="88900"/>
                  </a:lnTo>
                  <a:lnTo>
                    <a:pt x="91173" y="88900"/>
                  </a:lnTo>
                  <a:lnTo>
                    <a:pt x="90817" y="90170"/>
                  </a:lnTo>
                  <a:lnTo>
                    <a:pt x="88493" y="90170"/>
                  </a:lnTo>
                  <a:lnTo>
                    <a:pt x="88430" y="90424"/>
                  </a:lnTo>
                  <a:lnTo>
                    <a:pt x="87922" y="92710"/>
                  </a:lnTo>
                  <a:lnTo>
                    <a:pt x="88595" y="93980"/>
                  </a:lnTo>
                  <a:lnTo>
                    <a:pt x="88900" y="93980"/>
                  </a:lnTo>
                  <a:lnTo>
                    <a:pt x="89027" y="95250"/>
                  </a:lnTo>
                  <a:lnTo>
                    <a:pt x="87566" y="93980"/>
                  </a:lnTo>
                  <a:lnTo>
                    <a:pt x="86372" y="93980"/>
                  </a:lnTo>
                  <a:lnTo>
                    <a:pt x="85775" y="92710"/>
                  </a:lnTo>
                  <a:lnTo>
                    <a:pt x="85115" y="91440"/>
                  </a:lnTo>
                  <a:lnTo>
                    <a:pt x="85331" y="91440"/>
                  </a:lnTo>
                  <a:lnTo>
                    <a:pt x="86753" y="88900"/>
                  </a:lnTo>
                  <a:lnTo>
                    <a:pt x="87439" y="87630"/>
                  </a:lnTo>
                  <a:lnTo>
                    <a:pt x="87769" y="86360"/>
                  </a:lnTo>
                  <a:lnTo>
                    <a:pt x="88315" y="85090"/>
                  </a:lnTo>
                  <a:lnTo>
                    <a:pt x="89293" y="83820"/>
                  </a:lnTo>
                  <a:lnTo>
                    <a:pt x="92075" y="81280"/>
                  </a:lnTo>
                  <a:lnTo>
                    <a:pt x="95567" y="81280"/>
                  </a:lnTo>
                  <a:lnTo>
                    <a:pt x="95897" y="82550"/>
                  </a:lnTo>
                  <a:lnTo>
                    <a:pt x="96202" y="82550"/>
                  </a:lnTo>
                  <a:lnTo>
                    <a:pt x="96202" y="77470"/>
                  </a:lnTo>
                  <a:lnTo>
                    <a:pt x="95478" y="77470"/>
                  </a:lnTo>
                  <a:lnTo>
                    <a:pt x="94792" y="78740"/>
                  </a:lnTo>
                  <a:lnTo>
                    <a:pt x="94068" y="78740"/>
                  </a:lnTo>
                  <a:lnTo>
                    <a:pt x="92075" y="77470"/>
                  </a:lnTo>
                  <a:lnTo>
                    <a:pt x="91224" y="77470"/>
                  </a:lnTo>
                  <a:lnTo>
                    <a:pt x="90043" y="76200"/>
                  </a:lnTo>
                  <a:lnTo>
                    <a:pt x="89979" y="76047"/>
                  </a:lnTo>
                  <a:lnTo>
                    <a:pt x="89560" y="74930"/>
                  </a:lnTo>
                  <a:lnTo>
                    <a:pt x="89255" y="73660"/>
                  </a:lnTo>
                  <a:lnTo>
                    <a:pt x="89331" y="72288"/>
                  </a:lnTo>
                  <a:lnTo>
                    <a:pt x="89941" y="70980"/>
                  </a:lnTo>
                  <a:lnTo>
                    <a:pt x="90131" y="69850"/>
                  </a:lnTo>
                  <a:lnTo>
                    <a:pt x="90817" y="69850"/>
                  </a:lnTo>
                  <a:lnTo>
                    <a:pt x="91084" y="70980"/>
                  </a:lnTo>
                  <a:lnTo>
                    <a:pt x="91224" y="72288"/>
                  </a:lnTo>
                  <a:lnTo>
                    <a:pt x="91744" y="72288"/>
                  </a:lnTo>
                  <a:lnTo>
                    <a:pt x="92417" y="70980"/>
                  </a:lnTo>
                  <a:lnTo>
                    <a:pt x="93802" y="70980"/>
                  </a:lnTo>
                  <a:lnTo>
                    <a:pt x="93141" y="72288"/>
                  </a:lnTo>
                  <a:lnTo>
                    <a:pt x="94640" y="72288"/>
                  </a:lnTo>
                  <a:lnTo>
                    <a:pt x="95694" y="70980"/>
                  </a:lnTo>
                  <a:lnTo>
                    <a:pt x="95999" y="70980"/>
                  </a:lnTo>
                  <a:lnTo>
                    <a:pt x="96926" y="69850"/>
                  </a:lnTo>
                  <a:lnTo>
                    <a:pt x="96761" y="70980"/>
                  </a:lnTo>
                  <a:lnTo>
                    <a:pt x="96418" y="70980"/>
                  </a:lnTo>
                  <a:lnTo>
                    <a:pt x="96215" y="72288"/>
                  </a:lnTo>
                  <a:lnTo>
                    <a:pt x="95808" y="72288"/>
                  </a:lnTo>
                  <a:lnTo>
                    <a:pt x="95326" y="73660"/>
                  </a:lnTo>
                  <a:lnTo>
                    <a:pt x="95110" y="74930"/>
                  </a:lnTo>
                  <a:lnTo>
                    <a:pt x="95478" y="76200"/>
                  </a:lnTo>
                  <a:lnTo>
                    <a:pt x="97447" y="76200"/>
                  </a:lnTo>
                  <a:lnTo>
                    <a:pt x="97447" y="63500"/>
                  </a:lnTo>
                  <a:lnTo>
                    <a:pt x="95897" y="63500"/>
                  </a:lnTo>
                  <a:lnTo>
                    <a:pt x="95897" y="62230"/>
                  </a:lnTo>
                  <a:lnTo>
                    <a:pt x="96342" y="62230"/>
                  </a:lnTo>
                  <a:lnTo>
                    <a:pt x="96393" y="60960"/>
                  </a:lnTo>
                  <a:lnTo>
                    <a:pt x="94284" y="60960"/>
                  </a:lnTo>
                  <a:lnTo>
                    <a:pt x="93446" y="62230"/>
                  </a:lnTo>
                  <a:lnTo>
                    <a:pt x="93802" y="62230"/>
                  </a:lnTo>
                  <a:lnTo>
                    <a:pt x="93827" y="62382"/>
                  </a:lnTo>
                  <a:lnTo>
                    <a:pt x="94068" y="63500"/>
                  </a:lnTo>
                  <a:lnTo>
                    <a:pt x="89293" y="63500"/>
                  </a:lnTo>
                  <a:lnTo>
                    <a:pt x="89293" y="69850"/>
                  </a:lnTo>
                  <a:lnTo>
                    <a:pt x="89255" y="70980"/>
                  </a:lnTo>
                  <a:lnTo>
                    <a:pt x="88557" y="70980"/>
                  </a:lnTo>
                  <a:lnTo>
                    <a:pt x="87972" y="72288"/>
                  </a:lnTo>
                  <a:lnTo>
                    <a:pt x="87922" y="72428"/>
                  </a:lnTo>
                  <a:lnTo>
                    <a:pt x="87922" y="81280"/>
                  </a:lnTo>
                  <a:lnTo>
                    <a:pt x="87769" y="82550"/>
                  </a:lnTo>
                  <a:lnTo>
                    <a:pt x="87566" y="82550"/>
                  </a:lnTo>
                  <a:lnTo>
                    <a:pt x="87299" y="83820"/>
                  </a:lnTo>
                  <a:lnTo>
                    <a:pt x="86753" y="83820"/>
                  </a:lnTo>
                  <a:lnTo>
                    <a:pt x="85839" y="85090"/>
                  </a:lnTo>
                  <a:lnTo>
                    <a:pt x="84937" y="85090"/>
                  </a:lnTo>
                  <a:lnTo>
                    <a:pt x="84937" y="123190"/>
                  </a:lnTo>
                  <a:lnTo>
                    <a:pt x="84429" y="124460"/>
                  </a:lnTo>
                  <a:lnTo>
                    <a:pt x="84328" y="127000"/>
                  </a:lnTo>
                  <a:lnTo>
                    <a:pt x="82638" y="127000"/>
                  </a:lnTo>
                  <a:lnTo>
                    <a:pt x="81915" y="128270"/>
                  </a:lnTo>
                  <a:lnTo>
                    <a:pt x="80911" y="128270"/>
                  </a:lnTo>
                  <a:lnTo>
                    <a:pt x="80137" y="129540"/>
                  </a:lnTo>
                  <a:lnTo>
                    <a:pt x="80137" y="130810"/>
                  </a:lnTo>
                  <a:lnTo>
                    <a:pt x="80632" y="132080"/>
                  </a:lnTo>
                  <a:lnTo>
                    <a:pt x="80632" y="133350"/>
                  </a:lnTo>
                  <a:lnTo>
                    <a:pt x="79857" y="133350"/>
                  </a:lnTo>
                  <a:lnTo>
                    <a:pt x="79679" y="132080"/>
                  </a:lnTo>
                  <a:lnTo>
                    <a:pt x="79019" y="132080"/>
                  </a:lnTo>
                  <a:lnTo>
                    <a:pt x="78574" y="130810"/>
                  </a:lnTo>
                  <a:lnTo>
                    <a:pt x="78066" y="129540"/>
                  </a:lnTo>
                  <a:lnTo>
                    <a:pt x="78155" y="128270"/>
                  </a:lnTo>
                  <a:lnTo>
                    <a:pt x="79819" y="127000"/>
                  </a:lnTo>
                  <a:lnTo>
                    <a:pt x="80632" y="127000"/>
                  </a:lnTo>
                  <a:lnTo>
                    <a:pt x="81508" y="125730"/>
                  </a:lnTo>
                  <a:lnTo>
                    <a:pt x="82016" y="124460"/>
                  </a:lnTo>
                  <a:lnTo>
                    <a:pt x="81915" y="123190"/>
                  </a:lnTo>
                  <a:lnTo>
                    <a:pt x="81648" y="123190"/>
                  </a:lnTo>
                  <a:lnTo>
                    <a:pt x="82664" y="121920"/>
                  </a:lnTo>
                  <a:lnTo>
                    <a:pt x="84747" y="121920"/>
                  </a:lnTo>
                  <a:lnTo>
                    <a:pt x="84747" y="123190"/>
                  </a:lnTo>
                  <a:lnTo>
                    <a:pt x="84937" y="123190"/>
                  </a:lnTo>
                  <a:lnTo>
                    <a:pt x="84937" y="85090"/>
                  </a:lnTo>
                  <a:lnTo>
                    <a:pt x="84645" y="85509"/>
                  </a:lnTo>
                  <a:lnTo>
                    <a:pt x="84645" y="106680"/>
                  </a:lnTo>
                  <a:lnTo>
                    <a:pt x="84645" y="115570"/>
                  </a:lnTo>
                  <a:lnTo>
                    <a:pt x="84645" y="119303"/>
                  </a:lnTo>
                  <a:lnTo>
                    <a:pt x="84074" y="119303"/>
                  </a:lnTo>
                  <a:lnTo>
                    <a:pt x="83616" y="120650"/>
                  </a:lnTo>
                  <a:lnTo>
                    <a:pt x="82638" y="120650"/>
                  </a:lnTo>
                  <a:lnTo>
                    <a:pt x="81318" y="121920"/>
                  </a:lnTo>
                  <a:lnTo>
                    <a:pt x="80137" y="121920"/>
                  </a:lnTo>
                  <a:lnTo>
                    <a:pt x="79019" y="123190"/>
                  </a:lnTo>
                  <a:lnTo>
                    <a:pt x="77851" y="120650"/>
                  </a:lnTo>
                  <a:lnTo>
                    <a:pt x="78193" y="119303"/>
                  </a:lnTo>
                  <a:lnTo>
                    <a:pt x="80289" y="118110"/>
                  </a:lnTo>
                  <a:lnTo>
                    <a:pt x="81318" y="116840"/>
                  </a:lnTo>
                  <a:lnTo>
                    <a:pt x="82016" y="114300"/>
                  </a:lnTo>
                  <a:lnTo>
                    <a:pt x="82638" y="114300"/>
                  </a:lnTo>
                  <a:lnTo>
                    <a:pt x="82892" y="113030"/>
                  </a:lnTo>
                  <a:lnTo>
                    <a:pt x="83350" y="114300"/>
                  </a:lnTo>
                  <a:lnTo>
                    <a:pt x="84048" y="114300"/>
                  </a:lnTo>
                  <a:lnTo>
                    <a:pt x="84645" y="115570"/>
                  </a:lnTo>
                  <a:lnTo>
                    <a:pt x="84645" y="106680"/>
                  </a:lnTo>
                  <a:lnTo>
                    <a:pt x="84328" y="107950"/>
                  </a:lnTo>
                  <a:lnTo>
                    <a:pt x="83616" y="107950"/>
                  </a:lnTo>
                  <a:lnTo>
                    <a:pt x="82638" y="109220"/>
                  </a:lnTo>
                  <a:lnTo>
                    <a:pt x="81508" y="110490"/>
                  </a:lnTo>
                  <a:lnTo>
                    <a:pt x="79857" y="110490"/>
                  </a:lnTo>
                  <a:lnTo>
                    <a:pt x="79819" y="111760"/>
                  </a:lnTo>
                  <a:lnTo>
                    <a:pt x="80137" y="113030"/>
                  </a:lnTo>
                  <a:lnTo>
                    <a:pt x="80479" y="113030"/>
                  </a:lnTo>
                  <a:lnTo>
                    <a:pt x="80822" y="114300"/>
                  </a:lnTo>
                  <a:lnTo>
                    <a:pt x="78574" y="114300"/>
                  </a:lnTo>
                  <a:lnTo>
                    <a:pt x="77762" y="113030"/>
                  </a:lnTo>
                  <a:lnTo>
                    <a:pt x="77101" y="113030"/>
                  </a:lnTo>
                  <a:lnTo>
                    <a:pt x="77025" y="111760"/>
                  </a:lnTo>
                  <a:lnTo>
                    <a:pt x="76695" y="110490"/>
                  </a:lnTo>
                  <a:lnTo>
                    <a:pt x="76784" y="109220"/>
                  </a:lnTo>
                  <a:lnTo>
                    <a:pt x="77851" y="109220"/>
                  </a:lnTo>
                  <a:lnTo>
                    <a:pt x="78066" y="107950"/>
                  </a:lnTo>
                  <a:lnTo>
                    <a:pt x="78066" y="106680"/>
                  </a:lnTo>
                  <a:lnTo>
                    <a:pt x="78574" y="105410"/>
                  </a:lnTo>
                  <a:lnTo>
                    <a:pt x="80479" y="105410"/>
                  </a:lnTo>
                  <a:lnTo>
                    <a:pt x="80911" y="104140"/>
                  </a:lnTo>
                  <a:lnTo>
                    <a:pt x="81508" y="104140"/>
                  </a:lnTo>
                  <a:lnTo>
                    <a:pt x="81915" y="102870"/>
                  </a:lnTo>
                  <a:lnTo>
                    <a:pt x="83350" y="102870"/>
                  </a:lnTo>
                  <a:lnTo>
                    <a:pt x="83705" y="104140"/>
                  </a:lnTo>
                  <a:lnTo>
                    <a:pt x="84112" y="105410"/>
                  </a:lnTo>
                  <a:lnTo>
                    <a:pt x="84645" y="106680"/>
                  </a:lnTo>
                  <a:lnTo>
                    <a:pt x="84645" y="85509"/>
                  </a:lnTo>
                  <a:lnTo>
                    <a:pt x="84048" y="86360"/>
                  </a:lnTo>
                  <a:lnTo>
                    <a:pt x="83616" y="86360"/>
                  </a:lnTo>
                  <a:lnTo>
                    <a:pt x="83616" y="93980"/>
                  </a:lnTo>
                  <a:lnTo>
                    <a:pt x="83083" y="95250"/>
                  </a:lnTo>
                  <a:lnTo>
                    <a:pt x="82638" y="95250"/>
                  </a:lnTo>
                  <a:lnTo>
                    <a:pt x="82308" y="96520"/>
                  </a:lnTo>
                  <a:lnTo>
                    <a:pt x="81648" y="96520"/>
                  </a:lnTo>
                  <a:lnTo>
                    <a:pt x="79857" y="97790"/>
                  </a:lnTo>
                  <a:lnTo>
                    <a:pt x="79819" y="100330"/>
                  </a:lnTo>
                  <a:lnTo>
                    <a:pt x="80911" y="101600"/>
                  </a:lnTo>
                  <a:lnTo>
                    <a:pt x="78473" y="101600"/>
                  </a:lnTo>
                  <a:lnTo>
                    <a:pt x="77851" y="100330"/>
                  </a:lnTo>
                  <a:lnTo>
                    <a:pt x="76123" y="97790"/>
                  </a:lnTo>
                  <a:lnTo>
                    <a:pt x="77470" y="93980"/>
                  </a:lnTo>
                  <a:lnTo>
                    <a:pt x="80137" y="92710"/>
                  </a:lnTo>
                  <a:lnTo>
                    <a:pt x="82308" y="92710"/>
                  </a:lnTo>
                  <a:lnTo>
                    <a:pt x="82892" y="93980"/>
                  </a:lnTo>
                  <a:lnTo>
                    <a:pt x="83616" y="93980"/>
                  </a:lnTo>
                  <a:lnTo>
                    <a:pt x="83616" y="86360"/>
                  </a:lnTo>
                  <a:lnTo>
                    <a:pt x="83083" y="87630"/>
                  </a:lnTo>
                  <a:lnTo>
                    <a:pt x="82016" y="87630"/>
                  </a:lnTo>
                  <a:lnTo>
                    <a:pt x="81648" y="88900"/>
                  </a:lnTo>
                  <a:lnTo>
                    <a:pt x="81508" y="90170"/>
                  </a:lnTo>
                  <a:lnTo>
                    <a:pt x="79197" y="90170"/>
                  </a:lnTo>
                  <a:lnTo>
                    <a:pt x="79019" y="88900"/>
                  </a:lnTo>
                  <a:lnTo>
                    <a:pt x="78752" y="88900"/>
                  </a:lnTo>
                  <a:lnTo>
                    <a:pt x="79565" y="85090"/>
                  </a:lnTo>
                  <a:lnTo>
                    <a:pt x="80822" y="83820"/>
                  </a:lnTo>
                  <a:lnTo>
                    <a:pt x="82638" y="81280"/>
                  </a:lnTo>
                  <a:lnTo>
                    <a:pt x="83324" y="81280"/>
                  </a:lnTo>
                  <a:lnTo>
                    <a:pt x="84328" y="80010"/>
                  </a:lnTo>
                  <a:lnTo>
                    <a:pt x="86753" y="80010"/>
                  </a:lnTo>
                  <a:lnTo>
                    <a:pt x="87769" y="81280"/>
                  </a:lnTo>
                  <a:lnTo>
                    <a:pt x="87922" y="81280"/>
                  </a:lnTo>
                  <a:lnTo>
                    <a:pt x="87922" y="72428"/>
                  </a:lnTo>
                  <a:lnTo>
                    <a:pt x="87439" y="73660"/>
                  </a:lnTo>
                  <a:lnTo>
                    <a:pt x="87147" y="73660"/>
                  </a:lnTo>
                  <a:lnTo>
                    <a:pt x="87566" y="74930"/>
                  </a:lnTo>
                  <a:lnTo>
                    <a:pt x="87566" y="76200"/>
                  </a:lnTo>
                  <a:lnTo>
                    <a:pt x="87769" y="77470"/>
                  </a:lnTo>
                  <a:lnTo>
                    <a:pt x="86156" y="78740"/>
                  </a:lnTo>
                  <a:lnTo>
                    <a:pt x="84836" y="77470"/>
                  </a:lnTo>
                  <a:lnTo>
                    <a:pt x="83324" y="77470"/>
                  </a:lnTo>
                  <a:lnTo>
                    <a:pt x="82207" y="76200"/>
                  </a:lnTo>
                  <a:lnTo>
                    <a:pt x="82194" y="76047"/>
                  </a:lnTo>
                  <a:lnTo>
                    <a:pt x="81915" y="73660"/>
                  </a:lnTo>
                  <a:lnTo>
                    <a:pt x="81280" y="72288"/>
                  </a:lnTo>
                  <a:lnTo>
                    <a:pt x="80759" y="70980"/>
                  </a:lnTo>
                  <a:lnTo>
                    <a:pt x="79133" y="70980"/>
                  </a:lnTo>
                  <a:lnTo>
                    <a:pt x="79171" y="67310"/>
                  </a:lnTo>
                  <a:lnTo>
                    <a:pt x="81318" y="67310"/>
                  </a:lnTo>
                  <a:lnTo>
                    <a:pt x="81508" y="68580"/>
                  </a:lnTo>
                  <a:lnTo>
                    <a:pt x="81915" y="68580"/>
                  </a:lnTo>
                  <a:lnTo>
                    <a:pt x="82016" y="69850"/>
                  </a:lnTo>
                  <a:lnTo>
                    <a:pt x="82892" y="69850"/>
                  </a:lnTo>
                  <a:lnTo>
                    <a:pt x="82892" y="68580"/>
                  </a:lnTo>
                  <a:lnTo>
                    <a:pt x="84213" y="68580"/>
                  </a:lnTo>
                  <a:lnTo>
                    <a:pt x="83705" y="69850"/>
                  </a:lnTo>
                  <a:lnTo>
                    <a:pt x="84328" y="70980"/>
                  </a:lnTo>
                  <a:lnTo>
                    <a:pt x="85344" y="70980"/>
                  </a:lnTo>
                  <a:lnTo>
                    <a:pt x="85496" y="69850"/>
                  </a:lnTo>
                  <a:lnTo>
                    <a:pt x="86753" y="69850"/>
                  </a:lnTo>
                  <a:lnTo>
                    <a:pt x="87109" y="70980"/>
                  </a:lnTo>
                  <a:lnTo>
                    <a:pt x="86448" y="70980"/>
                  </a:lnTo>
                  <a:lnTo>
                    <a:pt x="86842" y="72288"/>
                  </a:lnTo>
                  <a:lnTo>
                    <a:pt x="87325" y="72288"/>
                  </a:lnTo>
                  <a:lnTo>
                    <a:pt x="87591" y="70980"/>
                  </a:lnTo>
                  <a:lnTo>
                    <a:pt x="87972" y="70980"/>
                  </a:lnTo>
                  <a:lnTo>
                    <a:pt x="88315" y="69850"/>
                  </a:lnTo>
                  <a:lnTo>
                    <a:pt x="89293" y="69850"/>
                  </a:lnTo>
                  <a:lnTo>
                    <a:pt x="89293" y="63500"/>
                  </a:lnTo>
                  <a:lnTo>
                    <a:pt x="88900" y="63500"/>
                  </a:lnTo>
                  <a:lnTo>
                    <a:pt x="88315" y="62230"/>
                  </a:lnTo>
                  <a:lnTo>
                    <a:pt x="87769" y="62230"/>
                  </a:lnTo>
                  <a:lnTo>
                    <a:pt x="86614" y="60960"/>
                  </a:lnTo>
                  <a:lnTo>
                    <a:pt x="86017" y="59690"/>
                  </a:lnTo>
                  <a:lnTo>
                    <a:pt x="86372" y="57150"/>
                  </a:lnTo>
                  <a:lnTo>
                    <a:pt x="86753" y="55880"/>
                  </a:lnTo>
                  <a:lnTo>
                    <a:pt x="86868" y="54610"/>
                  </a:lnTo>
                  <a:lnTo>
                    <a:pt x="87299" y="52070"/>
                  </a:lnTo>
                  <a:lnTo>
                    <a:pt x="87299" y="50800"/>
                  </a:lnTo>
                  <a:lnTo>
                    <a:pt x="88315" y="50800"/>
                  </a:lnTo>
                  <a:lnTo>
                    <a:pt x="89217" y="52070"/>
                  </a:lnTo>
                  <a:lnTo>
                    <a:pt x="89560" y="52070"/>
                  </a:lnTo>
                  <a:lnTo>
                    <a:pt x="90043" y="53340"/>
                  </a:lnTo>
                  <a:lnTo>
                    <a:pt x="90436" y="53340"/>
                  </a:lnTo>
                  <a:lnTo>
                    <a:pt x="90817" y="54610"/>
                  </a:lnTo>
                  <a:lnTo>
                    <a:pt x="91414" y="54610"/>
                  </a:lnTo>
                  <a:lnTo>
                    <a:pt x="92760" y="57150"/>
                  </a:lnTo>
                  <a:lnTo>
                    <a:pt x="94551" y="58420"/>
                  </a:lnTo>
                  <a:lnTo>
                    <a:pt x="102730" y="58420"/>
                  </a:lnTo>
                  <a:lnTo>
                    <a:pt x="103378" y="57150"/>
                  </a:lnTo>
                  <a:lnTo>
                    <a:pt x="103924" y="57150"/>
                  </a:lnTo>
                  <a:lnTo>
                    <a:pt x="104876" y="55880"/>
                  </a:lnTo>
                  <a:lnTo>
                    <a:pt x="105537" y="54610"/>
                  </a:lnTo>
                  <a:lnTo>
                    <a:pt x="106375" y="53340"/>
                  </a:lnTo>
                  <a:lnTo>
                    <a:pt x="106730" y="52070"/>
                  </a:lnTo>
                  <a:lnTo>
                    <a:pt x="107607" y="52070"/>
                  </a:lnTo>
                  <a:lnTo>
                    <a:pt x="107657" y="50800"/>
                  </a:lnTo>
                  <a:lnTo>
                    <a:pt x="109296" y="50800"/>
                  </a:lnTo>
                  <a:lnTo>
                    <a:pt x="109423" y="52070"/>
                  </a:lnTo>
                  <a:lnTo>
                    <a:pt x="109626" y="52070"/>
                  </a:lnTo>
                  <a:lnTo>
                    <a:pt x="109982" y="54610"/>
                  </a:lnTo>
                  <a:lnTo>
                    <a:pt x="109982" y="48260"/>
                  </a:lnTo>
                  <a:lnTo>
                    <a:pt x="104965" y="48260"/>
                  </a:lnTo>
                  <a:lnTo>
                    <a:pt x="104965" y="52070"/>
                  </a:lnTo>
                  <a:lnTo>
                    <a:pt x="104876" y="53340"/>
                  </a:lnTo>
                  <a:lnTo>
                    <a:pt x="104635" y="53340"/>
                  </a:lnTo>
                  <a:lnTo>
                    <a:pt x="104381" y="54610"/>
                  </a:lnTo>
                  <a:lnTo>
                    <a:pt x="103657" y="54610"/>
                  </a:lnTo>
                  <a:lnTo>
                    <a:pt x="102882" y="55880"/>
                  </a:lnTo>
                  <a:lnTo>
                    <a:pt x="102222" y="55880"/>
                  </a:lnTo>
                  <a:lnTo>
                    <a:pt x="101346" y="57150"/>
                  </a:lnTo>
                  <a:lnTo>
                    <a:pt x="96202" y="57150"/>
                  </a:lnTo>
                  <a:lnTo>
                    <a:pt x="94284" y="55880"/>
                  </a:lnTo>
                  <a:lnTo>
                    <a:pt x="92976" y="54610"/>
                  </a:lnTo>
                  <a:lnTo>
                    <a:pt x="92316" y="52070"/>
                  </a:lnTo>
                  <a:lnTo>
                    <a:pt x="92075" y="52070"/>
                  </a:lnTo>
                  <a:lnTo>
                    <a:pt x="92316" y="50800"/>
                  </a:lnTo>
                  <a:lnTo>
                    <a:pt x="92976" y="50800"/>
                  </a:lnTo>
                  <a:lnTo>
                    <a:pt x="93738" y="49530"/>
                  </a:lnTo>
                  <a:lnTo>
                    <a:pt x="96926" y="49530"/>
                  </a:lnTo>
                  <a:lnTo>
                    <a:pt x="97332" y="48260"/>
                  </a:lnTo>
                  <a:lnTo>
                    <a:pt x="97891" y="48260"/>
                  </a:lnTo>
                  <a:lnTo>
                    <a:pt x="99060" y="49530"/>
                  </a:lnTo>
                  <a:lnTo>
                    <a:pt x="100342" y="50800"/>
                  </a:lnTo>
                  <a:lnTo>
                    <a:pt x="103098" y="50800"/>
                  </a:lnTo>
                  <a:lnTo>
                    <a:pt x="102730" y="52070"/>
                  </a:lnTo>
                  <a:lnTo>
                    <a:pt x="102069" y="53340"/>
                  </a:lnTo>
                  <a:lnTo>
                    <a:pt x="103098" y="53340"/>
                  </a:lnTo>
                  <a:lnTo>
                    <a:pt x="103657" y="52070"/>
                  </a:lnTo>
                  <a:lnTo>
                    <a:pt x="104965" y="52070"/>
                  </a:lnTo>
                  <a:lnTo>
                    <a:pt x="104965" y="48260"/>
                  </a:lnTo>
                  <a:lnTo>
                    <a:pt x="104444" y="48260"/>
                  </a:lnTo>
                  <a:lnTo>
                    <a:pt x="103098" y="46990"/>
                  </a:lnTo>
                  <a:lnTo>
                    <a:pt x="101028" y="46990"/>
                  </a:lnTo>
                  <a:lnTo>
                    <a:pt x="99364" y="45720"/>
                  </a:lnTo>
                  <a:lnTo>
                    <a:pt x="98564" y="43129"/>
                  </a:lnTo>
                  <a:lnTo>
                    <a:pt x="98323" y="43129"/>
                  </a:lnTo>
                  <a:lnTo>
                    <a:pt x="98272" y="42926"/>
                  </a:lnTo>
                  <a:lnTo>
                    <a:pt x="97980" y="41910"/>
                  </a:lnTo>
                  <a:lnTo>
                    <a:pt x="97116" y="41910"/>
                  </a:lnTo>
                  <a:lnTo>
                    <a:pt x="96989" y="42926"/>
                  </a:lnTo>
                  <a:lnTo>
                    <a:pt x="96964" y="43129"/>
                  </a:lnTo>
                  <a:lnTo>
                    <a:pt x="96761" y="43129"/>
                  </a:lnTo>
                  <a:lnTo>
                    <a:pt x="96202" y="44450"/>
                  </a:lnTo>
                  <a:lnTo>
                    <a:pt x="94284" y="45720"/>
                  </a:lnTo>
                  <a:lnTo>
                    <a:pt x="93357" y="46990"/>
                  </a:lnTo>
                  <a:lnTo>
                    <a:pt x="92316" y="46990"/>
                  </a:lnTo>
                  <a:lnTo>
                    <a:pt x="91770" y="48260"/>
                  </a:lnTo>
                  <a:lnTo>
                    <a:pt x="88315" y="48260"/>
                  </a:lnTo>
                  <a:lnTo>
                    <a:pt x="87299" y="49530"/>
                  </a:lnTo>
                  <a:lnTo>
                    <a:pt x="83616" y="49530"/>
                  </a:lnTo>
                  <a:lnTo>
                    <a:pt x="83616" y="48260"/>
                  </a:lnTo>
                  <a:lnTo>
                    <a:pt x="86156" y="48260"/>
                  </a:lnTo>
                  <a:lnTo>
                    <a:pt x="86868" y="46990"/>
                  </a:lnTo>
                  <a:lnTo>
                    <a:pt x="84328" y="46990"/>
                  </a:lnTo>
                  <a:lnTo>
                    <a:pt x="83324" y="45720"/>
                  </a:lnTo>
                  <a:lnTo>
                    <a:pt x="81915" y="45720"/>
                  </a:lnTo>
                  <a:lnTo>
                    <a:pt x="81648" y="44450"/>
                  </a:lnTo>
                  <a:lnTo>
                    <a:pt x="85674" y="44450"/>
                  </a:lnTo>
                  <a:lnTo>
                    <a:pt x="87566" y="45720"/>
                  </a:lnTo>
                  <a:lnTo>
                    <a:pt x="90373" y="44450"/>
                  </a:lnTo>
                  <a:lnTo>
                    <a:pt x="92341" y="44450"/>
                  </a:lnTo>
                  <a:lnTo>
                    <a:pt x="94145" y="43129"/>
                  </a:lnTo>
                  <a:lnTo>
                    <a:pt x="90792" y="43129"/>
                  </a:lnTo>
                  <a:lnTo>
                    <a:pt x="93078" y="41910"/>
                  </a:lnTo>
                  <a:lnTo>
                    <a:pt x="93510" y="41910"/>
                  </a:lnTo>
                  <a:lnTo>
                    <a:pt x="94068" y="40640"/>
                  </a:lnTo>
                  <a:lnTo>
                    <a:pt x="95237" y="40640"/>
                  </a:lnTo>
                  <a:lnTo>
                    <a:pt x="95110" y="39370"/>
                  </a:lnTo>
                  <a:lnTo>
                    <a:pt x="94284" y="39370"/>
                  </a:lnTo>
                  <a:lnTo>
                    <a:pt x="93281" y="38011"/>
                  </a:lnTo>
                  <a:lnTo>
                    <a:pt x="91770" y="38011"/>
                  </a:lnTo>
                  <a:lnTo>
                    <a:pt x="91770" y="40640"/>
                  </a:lnTo>
                  <a:lnTo>
                    <a:pt x="88049" y="40640"/>
                  </a:lnTo>
                  <a:lnTo>
                    <a:pt x="88049" y="43129"/>
                  </a:lnTo>
                  <a:lnTo>
                    <a:pt x="84391" y="43129"/>
                  </a:lnTo>
                  <a:lnTo>
                    <a:pt x="83616" y="41910"/>
                  </a:lnTo>
                  <a:lnTo>
                    <a:pt x="82892" y="41910"/>
                  </a:lnTo>
                  <a:lnTo>
                    <a:pt x="82638" y="40640"/>
                  </a:lnTo>
                  <a:lnTo>
                    <a:pt x="81915" y="40640"/>
                  </a:lnTo>
                  <a:lnTo>
                    <a:pt x="81648" y="39370"/>
                  </a:lnTo>
                  <a:lnTo>
                    <a:pt x="81318" y="39370"/>
                  </a:lnTo>
                  <a:lnTo>
                    <a:pt x="81318" y="38011"/>
                  </a:lnTo>
                  <a:lnTo>
                    <a:pt x="82613" y="38011"/>
                  </a:lnTo>
                  <a:lnTo>
                    <a:pt x="82892" y="39370"/>
                  </a:lnTo>
                  <a:lnTo>
                    <a:pt x="83616" y="39370"/>
                  </a:lnTo>
                  <a:lnTo>
                    <a:pt x="84048" y="40640"/>
                  </a:lnTo>
                  <a:lnTo>
                    <a:pt x="84391" y="40640"/>
                  </a:lnTo>
                  <a:lnTo>
                    <a:pt x="85051" y="41910"/>
                  </a:lnTo>
                  <a:lnTo>
                    <a:pt x="85674" y="41910"/>
                  </a:lnTo>
                  <a:lnTo>
                    <a:pt x="88049" y="43129"/>
                  </a:lnTo>
                  <a:lnTo>
                    <a:pt x="88049" y="40640"/>
                  </a:lnTo>
                  <a:lnTo>
                    <a:pt x="87922" y="40640"/>
                  </a:lnTo>
                  <a:lnTo>
                    <a:pt x="86017" y="39370"/>
                  </a:lnTo>
                  <a:lnTo>
                    <a:pt x="85090" y="39370"/>
                  </a:lnTo>
                  <a:lnTo>
                    <a:pt x="84277" y="38011"/>
                  </a:lnTo>
                  <a:lnTo>
                    <a:pt x="83616" y="36830"/>
                  </a:lnTo>
                  <a:lnTo>
                    <a:pt x="83324" y="36830"/>
                  </a:lnTo>
                  <a:lnTo>
                    <a:pt x="83350" y="35560"/>
                  </a:lnTo>
                  <a:lnTo>
                    <a:pt x="84937" y="34290"/>
                  </a:lnTo>
                  <a:lnTo>
                    <a:pt x="86156" y="34290"/>
                  </a:lnTo>
                  <a:lnTo>
                    <a:pt x="86372" y="35560"/>
                  </a:lnTo>
                  <a:lnTo>
                    <a:pt x="86855" y="38011"/>
                  </a:lnTo>
                  <a:lnTo>
                    <a:pt x="88595" y="39370"/>
                  </a:lnTo>
                  <a:lnTo>
                    <a:pt x="91351" y="39370"/>
                  </a:lnTo>
                  <a:lnTo>
                    <a:pt x="91770" y="40640"/>
                  </a:lnTo>
                  <a:lnTo>
                    <a:pt x="91770" y="38011"/>
                  </a:lnTo>
                  <a:lnTo>
                    <a:pt x="89903" y="38011"/>
                  </a:lnTo>
                  <a:lnTo>
                    <a:pt x="89293" y="36830"/>
                  </a:lnTo>
                  <a:lnTo>
                    <a:pt x="88900" y="36830"/>
                  </a:lnTo>
                  <a:lnTo>
                    <a:pt x="88900" y="35560"/>
                  </a:lnTo>
                  <a:lnTo>
                    <a:pt x="88493" y="34290"/>
                  </a:lnTo>
                  <a:lnTo>
                    <a:pt x="87998" y="33426"/>
                  </a:lnTo>
                  <a:lnTo>
                    <a:pt x="87731" y="32740"/>
                  </a:lnTo>
                  <a:lnTo>
                    <a:pt x="87566" y="31750"/>
                  </a:lnTo>
                  <a:lnTo>
                    <a:pt x="87922" y="30480"/>
                  </a:lnTo>
                  <a:lnTo>
                    <a:pt x="89941" y="30480"/>
                  </a:lnTo>
                  <a:lnTo>
                    <a:pt x="90043" y="35560"/>
                  </a:lnTo>
                  <a:lnTo>
                    <a:pt x="90373" y="35560"/>
                  </a:lnTo>
                  <a:lnTo>
                    <a:pt x="90690" y="36830"/>
                  </a:lnTo>
                  <a:lnTo>
                    <a:pt x="93078" y="36830"/>
                  </a:lnTo>
                  <a:lnTo>
                    <a:pt x="94005" y="38011"/>
                  </a:lnTo>
                  <a:lnTo>
                    <a:pt x="96888" y="38011"/>
                  </a:lnTo>
                  <a:lnTo>
                    <a:pt x="97980" y="39370"/>
                  </a:lnTo>
                  <a:lnTo>
                    <a:pt x="99364" y="39370"/>
                  </a:lnTo>
                  <a:lnTo>
                    <a:pt x="100215" y="38011"/>
                  </a:lnTo>
                  <a:lnTo>
                    <a:pt x="102997" y="38011"/>
                  </a:lnTo>
                  <a:lnTo>
                    <a:pt x="104381" y="39370"/>
                  </a:lnTo>
                  <a:lnTo>
                    <a:pt x="106375" y="39370"/>
                  </a:lnTo>
                  <a:lnTo>
                    <a:pt x="108102" y="38011"/>
                  </a:lnTo>
                  <a:lnTo>
                    <a:pt x="108597" y="38011"/>
                  </a:lnTo>
                  <a:lnTo>
                    <a:pt x="109296" y="36830"/>
                  </a:lnTo>
                  <a:lnTo>
                    <a:pt x="110553" y="36830"/>
                  </a:lnTo>
                  <a:lnTo>
                    <a:pt x="110794" y="35560"/>
                  </a:lnTo>
                  <a:lnTo>
                    <a:pt x="110553" y="34290"/>
                  </a:lnTo>
                  <a:lnTo>
                    <a:pt x="110553" y="32740"/>
                  </a:lnTo>
                  <a:lnTo>
                    <a:pt x="112331" y="32740"/>
                  </a:lnTo>
                  <a:lnTo>
                    <a:pt x="112433" y="33426"/>
                  </a:lnTo>
                  <a:lnTo>
                    <a:pt x="112560" y="34290"/>
                  </a:lnTo>
                  <a:lnTo>
                    <a:pt x="112991" y="34290"/>
                  </a:lnTo>
                  <a:lnTo>
                    <a:pt x="112877" y="35560"/>
                  </a:lnTo>
                  <a:lnTo>
                    <a:pt x="112649" y="36830"/>
                  </a:lnTo>
                  <a:lnTo>
                    <a:pt x="111988" y="39370"/>
                  </a:lnTo>
                  <a:lnTo>
                    <a:pt x="108826" y="41910"/>
                  </a:lnTo>
                  <a:lnTo>
                    <a:pt x="109982" y="41910"/>
                  </a:lnTo>
                  <a:lnTo>
                    <a:pt x="111061" y="40640"/>
                  </a:lnTo>
                  <a:lnTo>
                    <a:pt x="112496" y="39370"/>
                  </a:lnTo>
                  <a:lnTo>
                    <a:pt x="112877" y="39370"/>
                  </a:lnTo>
                  <a:lnTo>
                    <a:pt x="113880" y="38011"/>
                  </a:lnTo>
                  <a:lnTo>
                    <a:pt x="115252" y="38011"/>
                  </a:lnTo>
                  <a:lnTo>
                    <a:pt x="115087" y="39370"/>
                  </a:lnTo>
                  <a:lnTo>
                    <a:pt x="114909" y="39370"/>
                  </a:lnTo>
                  <a:lnTo>
                    <a:pt x="114185" y="41910"/>
                  </a:lnTo>
                  <a:lnTo>
                    <a:pt x="112712" y="43129"/>
                  </a:lnTo>
                  <a:lnTo>
                    <a:pt x="110210" y="44450"/>
                  </a:lnTo>
                  <a:lnTo>
                    <a:pt x="106730" y="44450"/>
                  </a:lnTo>
                  <a:lnTo>
                    <a:pt x="107607" y="45720"/>
                  </a:lnTo>
                  <a:lnTo>
                    <a:pt x="111620" y="45720"/>
                  </a:lnTo>
                  <a:lnTo>
                    <a:pt x="113157" y="44450"/>
                  </a:lnTo>
                  <a:lnTo>
                    <a:pt x="114185" y="44450"/>
                  </a:lnTo>
                  <a:lnTo>
                    <a:pt x="114998" y="43129"/>
                  </a:lnTo>
                  <a:lnTo>
                    <a:pt x="115100" y="42926"/>
                  </a:lnTo>
                  <a:lnTo>
                    <a:pt x="115595" y="41910"/>
                  </a:lnTo>
                  <a:lnTo>
                    <a:pt x="115938" y="41910"/>
                  </a:lnTo>
                  <a:lnTo>
                    <a:pt x="116382" y="40640"/>
                  </a:lnTo>
                  <a:lnTo>
                    <a:pt x="116979" y="40640"/>
                  </a:lnTo>
                  <a:lnTo>
                    <a:pt x="117690" y="39370"/>
                  </a:lnTo>
                  <a:lnTo>
                    <a:pt x="118071" y="39370"/>
                  </a:lnTo>
                  <a:lnTo>
                    <a:pt x="118643" y="40640"/>
                  </a:lnTo>
                  <a:lnTo>
                    <a:pt x="119329" y="41910"/>
                  </a:lnTo>
                  <a:lnTo>
                    <a:pt x="119634" y="41910"/>
                  </a:lnTo>
                  <a:lnTo>
                    <a:pt x="119570" y="43129"/>
                  </a:lnTo>
                  <a:lnTo>
                    <a:pt x="119418" y="43129"/>
                  </a:lnTo>
                  <a:lnTo>
                    <a:pt x="119392" y="44450"/>
                  </a:lnTo>
                  <a:lnTo>
                    <a:pt x="118541" y="44450"/>
                  </a:lnTo>
                  <a:lnTo>
                    <a:pt x="118643" y="46990"/>
                  </a:lnTo>
                  <a:lnTo>
                    <a:pt x="118795" y="48260"/>
                  </a:lnTo>
                  <a:lnTo>
                    <a:pt x="119062" y="48260"/>
                  </a:lnTo>
                  <a:lnTo>
                    <a:pt x="119989" y="50800"/>
                  </a:lnTo>
                  <a:lnTo>
                    <a:pt x="119989" y="49326"/>
                  </a:lnTo>
                  <a:lnTo>
                    <a:pt x="119722" y="48260"/>
                  </a:lnTo>
                  <a:lnTo>
                    <a:pt x="119761" y="46990"/>
                  </a:lnTo>
                  <a:lnTo>
                    <a:pt x="120040" y="45720"/>
                  </a:lnTo>
                  <a:lnTo>
                    <a:pt x="120523" y="45720"/>
                  </a:lnTo>
                  <a:lnTo>
                    <a:pt x="120980" y="44450"/>
                  </a:lnTo>
                  <a:lnTo>
                    <a:pt x="121386" y="44450"/>
                  </a:lnTo>
                  <a:lnTo>
                    <a:pt x="121716" y="45720"/>
                  </a:lnTo>
                  <a:lnTo>
                    <a:pt x="122021" y="45720"/>
                  </a:lnTo>
                  <a:lnTo>
                    <a:pt x="122199" y="46990"/>
                  </a:lnTo>
                  <a:lnTo>
                    <a:pt x="122770" y="46990"/>
                  </a:lnTo>
                  <a:lnTo>
                    <a:pt x="123024" y="45720"/>
                  </a:lnTo>
                  <a:lnTo>
                    <a:pt x="122377" y="44450"/>
                  </a:lnTo>
                  <a:lnTo>
                    <a:pt x="121488" y="44450"/>
                  </a:lnTo>
                  <a:lnTo>
                    <a:pt x="121602" y="41910"/>
                  </a:lnTo>
                  <a:lnTo>
                    <a:pt x="121716" y="40640"/>
                  </a:lnTo>
                  <a:lnTo>
                    <a:pt x="122199" y="39370"/>
                  </a:lnTo>
                  <a:lnTo>
                    <a:pt x="123494" y="38011"/>
                  </a:lnTo>
                  <a:lnTo>
                    <a:pt x="124612" y="35560"/>
                  </a:lnTo>
                  <a:lnTo>
                    <a:pt x="124968" y="34290"/>
                  </a:lnTo>
                  <a:lnTo>
                    <a:pt x="124968" y="31750"/>
                  </a:lnTo>
                  <a:lnTo>
                    <a:pt x="124612" y="30480"/>
                  </a:lnTo>
                  <a:lnTo>
                    <a:pt x="123456" y="29210"/>
                  </a:lnTo>
                  <a:lnTo>
                    <a:pt x="122910" y="27940"/>
                  </a:lnTo>
                  <a:lnTo>
                    <a:pt x="122770" y="27647"/>
                  </a:lnTo>
                  <a:lnTo>
                    <a:pt x="122770" y="31750"/>
                  </a:lnTo>
                  <a:lnTo>
                    <a:pt x="122377" y="31750"/>
                  </a:lnTo>
                  <a:lnTo>
                    <a:pt x="121970" y="32740"/>
                  </a:lnTo>
                  <a:lnTo>
                    <a:pt x="120865" y="32740"/>
                  </a:lnTo>
                  <a:lnTo>
                    <a:pt x="120319" y="34290"/>
                  </a:lnTo>
                  <a:lnTo>
                    <a:pt x="118224" y="35560"/>
                  </a:lnTo>
                  <a:lnTo>
                    <a:pt x="117690" y="36830"/>
                  </a:lnTo>
                  <a:lnTo>
                    <a:pt x="117297" y="36830"/>
                  </a:lnTo>
                  <a:lnTo>
                    <a:pt x="116852" y="38011"/>
                  </a:lnTo>
                  <a:lnTo>
                    <a:pt x="116255" y="36830"/>
                  </a:lnTo>
                  <a:lnTo>
                    <a:pt x="115354" y="36830"/>
                  </a:lnTo>
                  <a:lnTo>
                    <a:pt x="114503" y="35560"/>
                  </a:lnTo>
                  <a:lnTo>
                    <a:pt x="114185" y="34290"/>
                  </a:lnTo>
                  <a:lnTo>
                    <a:pt x="113461" y="32740"/>
                  </a:lnTo>
                  <a:lnTo>
                    <a:pt x="112966" y="32740"/>
                  </a:lnTo>
                  <a:lnTo>
                    <a:pt x="112560" y="31750"/>
                  </a:lnTo>
                  <a:lnTo>
                    <a:pt x="111480" y="30480"/>
                  </a:lnTo>
                  <a:lnTo>
                    <a:pt x="113804" y="29210"/>
                  </a:lnTo>
                  <a:lnTo>
                    <a:pt x="114909" y="29210"/>
                  </a:lnTo>
                  <a:lnTo>
                    <a:pt x="116014" y="27940"/>
                  </a:lnTo>
                  <a:lnTo>
                    <a:pt x="116979" y="27940"/>
                  </a:lnTo>
                  <a:lnTo>
                    <a:pt x="117602" y="26517"/>
                  </a:lnTo>
                  <a:lnTo>
                    <a:pt x="117462" y="26517"/>
                  </a:lnTo>
                  <a:lnTo>
                    <a:pt x="114973" y="27940"/>
                  </a:lnTo>
                  <a:lnTo>
                    <a:pt x="112877" y="27940"/>
                  </a:lnTo>
                  <a:lnTo>
                    <a:pt x="110794" y="29210"/>
                  </a:lnTo>
                  <a:lnTo>
                    <a:pt x="108826" y="29210"/>
                  </a:lnTo>
                  <a:lnTo>
                    <a:pt x="108826" y="34290"/>
                  </a:lnTo>
                  <a:lnTo>
                    <a:pt x="108546" y="36830"/>
                  </a:lnTo>
                  <a:lnTo>
                    <a:pt x="105956" y="38011"/>
                  </a:lnTo>
                  <a:lnTo>
                    <a:pt x="103619" y="38011"/>
                  </a:lnTo>
                  <a:lnTo>
                    <a:pt x="103098" y="36830"/>
                  </a:lnTo>
                  <a:lnTo>
                    <a:pt x="103784" y="36830"/>
                  </a:lnTo>
                  <a:lnTo>
                    <a:pt x="104444" y="35560"/>
                  </a:lnTo>
                  <a:lnTo>
                    <a:pt x="106197" y="35560"/>
                  </a:lnTo>
                  <a:lnTo>
                    <a:pt x="106375" y="34290"/>
                  </a:lnTo>
                  <a:lnTo>
                    <a:pt x="106248" y="33426"/>
                  </a:lnTo>
                  <a:lnTo>
                    <a:pt x="106159" y="32740"/>
                  </a:lnTo>
                  <a:lnTo>
                    <a:pt x="106006" y="32740"/>
                  </a:lnTo>
                  <a:lnTo>
                    <a:pt x="105892" y="31750"/>
                  </a:lnTo>
                  <a:lnTo>
                    <a:pt x="106197" y="31750"/>
                  </a:lnTo>
                  <a:lnTo>
                    <a:pt x="106730" y="30480"/>
                  </a:lnTo>
                  <a:lnTo>
                    <a:pt x="107289" y="30480"/>
                  </a:lnTo>
                  <a:lnTo>
                    <a:pt x="108077" y="31750"/>
                  </a:lnTo>
                  <a:lnTo>
                    <a:pt x="108292" y="31750"/>
                  </a:lnTo>
                  <a:lnTo>
                    <a:pt x="108826" y="34290"/>
                  </a:lnTo>
                  <a:lnTo>
                    <a:pt x="108826" y="29210"/>
                  </a:lnTo>
                  <a:lnTo>
                    <a:pt x="105752" y="29210"/>
                  </a:lnTo>
                  <a:lnTo>
                    <a:pt x="104127" y="27940"/>
                  </a:lnTo>
                  <a:lnTo>
                    <a:pt x="103289" y="26517"/>
                  </a:lnTo>
                  <a:lnTo>
                    <a:pt x="103428" y="26517"/>
                  </a:lnTo>
                  <a:lnTo>
                    <a:pt x="104444" y="22860"/>
                  </a:lnTo>
                  <a:lnTo>
                    <a:pt x="105892" y="20320"/>
                  </a:lnTo>
                  <a:lnTo>
                    <a:pt x="108292" y="19050"/>
                  </a:lnTo>
                  <a:lnTo>
                    <a:pt x="111061" y="19050"/>
                  </a:lnTo>
                  <a:lnTo>
                    <a:pt x="112369" y="20320"/>
                  </a:lnTo>
                  <a:lnTo>
                    <a:pt x="113804" y="20320"/>
                  </a:lnTo>
                  <a:lnTo>
                    <a:pt x="114376" y="21590"/>
                  </a:lnTo>
                  <a:lnTo>
                    <a:pt x="115087" y="21590"/>
                  </a:lnTo>
                  <a:lnTo>
                    <a:pt x="115938" y="22860"/>
                  </a:lnTo>
                  <a:lnTo>
                    <a:pt x="116560" y="24130"/>
                  </a:lnTo>
                  <a:lnTo>
                    <a:pt x="117297" y="24130"/>
                  </a:lnTo>
                  <a:lnTo>
                    <a:pt x="108610" y="16510"/>
                  </a:lnTo>
                  <a:lnTo>
                    <a:pt x="106375" y="17780"/>
                  </a:lnTo>
                  <a:lnTo>
                    <a:pt x="105752" y="19050"/>
                  </a:lnTo>
                  <a:lnTo>
                    <a:pt x="104444" y="19050"/>
                  </a:lnTo>
                  <a:lnTo>
                    <a:pt x="103378" y="20320"/>
                  </a:lnTo>
                  <a:lnTo>
                    <a:pt x="102438" y="21590"/>
                  </a:lnTo>
                  <a:lnTo>
                    <a:pt x="101536" y="22860"/>
                  </a:lnTo>
                  <a:lnTo>
                    <a:pt x="100558" y="24130"/>
                  </a:lnTo>
                  <a:lnTo>
                    <a:pt x="100558" y="25400"/>
                  </a:lnTo>
                  <a:lnTo>
                    <a:pt x="101866" y="27940"/>
                  </a:lnTo>
                  <a:lnTo>
                    <a:pt x="102527" y="27940"/>
                  </a:lnTo>
                  <a:lnTo>
                    <a:pt x="103098" y="29210"/>
                  </a:lnTo>
                  <a:lnTo>
                    <a:pt x="103378" y="30480"/>
                  </a:lnTo>
                  <a:lnTo>
                    <a:pt x="103378" y="31750"/>
                  </a:lnTo>
                  <a:lnTo>
                    <a:pt x="103098" y="31750"/>
                  </a:lnTo>
                  <a:lnTo>
                    <a:pt x="102552" y="32740"/>
                  </a:lnTo>
                  <a:lnTo>
                    <a:pt x="95338" y="32740"/>
                  </a:lnTo>
                  <a:lnTo>
                    <a:pt x="94513" y="31750"/>
                  </a:lnTo>
                  <a:lnTo>
                    <a:pt x="94068" y="31750"/>
                  </a:lnTo>
                  <a:lnTo>
                    <a:pt x="94132" y="30480"/>
                  </a:lnTo>
                  <a:lnTo>
                    <a:pt x="94513" y="29210"/>
                  </a:lnTo>
                  <a:lnTo>
                    <a:pt x="94792" y="27940"/>
                  </a:lnTo>
                  <a:lnTo>
                    <a:pt x="95110" y="27940"/>
                  </a:lnTo>
                  <a:lnTo>
                    <a:pt x="95351" y="26517"/>
                  </a:lnTo>
                  <a:lnTo>
                    <a:pt x="95783" y="26517"/>
                  </a:lnTo>
                  <a:lnTo>
                    <a:pt x="95897" y="25400"/>
                  </a:lnTo>
                  <a:lnTo>
                    <a:pt x="95592" y="24130"/>
                  </a:lnTo>
                  <a:lnTo>
                    <a:pt x="95326" y="22860"/>
                  </a:lnTo>
                  <a:lnTo>
                    <a:pt x="94703" y="21590"/>
                  </a:lnTo>
                  <a:lnTo>
                    <a:pt x="92938" y="19050"/>
                  </a:lnTo>
                  <a:lnTo>
                    <a:pt x="91173" y="16510"/>
                  </a:lnTo>
                  <a:lnTo>
                    <a:pt x="87299" y="16510"/>
                  </a:lnTo>
                  <a:lnTo>
                    <a:pt x="83705" y="17780"/>
                  </a:lnTo>
                  <a:lnTo>
                    <a:pt x="81648" y="19050"/>
                  </a:lnTo>
                  <a:lnTo>
                    <a:pt x="79857" y="21590"/>
                  </a:lnTo>
                  <a:lnTo>
                    <a:pt x="78155" y="22860"/>
                  </a:lnTo>
                  <a:lnTo>
                    <a:pt x="78066" y="24130"/>
                  </a:lnTo>
                  <a:lnTo>
                    <a:pt x="78752" y="24130"/>
                  </a:lnTo>
                  <a:lnTo>
                    <a:pt x="79133" y="22860"/>
                  </a:lnTo>
                  <a:lnTo>
                    <a:pt x="80137" y="22860"/>
                  </a:lnTo>
                  <a:lnTo>
                    <a:pt x="81229" y="21590"/>
                  </a:lnTo>
                  <a:lnTo>
                    <a:pt x="82638" y="21590"/>
                  </a:lnTo>
                  <a:lnTo>
                    <a:pt x="82664" y="20320"/>
                  </a:lnTo>
                  <a:lnTo>
                    <a:pt x="85051" y="19050"/>
                  </a:lnTo>
                  <a:lnTo>
                    <a:pt x="87147" y="19050"/>
                  </a:lnTo>
                  <a:lnTo>
                    <a:pt x="90373" y="20320"/>
                  </a:lnTo>
                  <a:lnTo>
                    <a:pt x="91033" y="21590"/>
                  </a:lnTo>
                  <a:lnTo>
                    <a:pt x="91351" y="22860"/>
                  </a:lnTo>
                  <a:lnTo>
                    <a:pt x="92075" y="25400"/>
                  </a:lnTo>
                  <a:lnTo>
                    <a:pt x="90131" y="27940"/>
                  </a:lnTo>
                  <a:lnTo>
                    <a:pt x="82664" y="27940"/>
                  </a:lnTo>
                  <a:lnTo>
                    <a:pt x="80733" y="26555"/>
                  </a:lnTo>
                  <a:lnTo>
                    <a:pt x="81508" y="25857"/>
                  </a:lnTo>
                  <a:lnTo>
                    <a:pt x="82219" y="25260"/>
                  </a:lnTo>
                  <a:lnTo>
                    <a:pt x="82918" y="24612"/>
                  </a:lnTo>
                  <a:lnTo>
                    <a:pt x="83616" y="24091"/>
                  </a:lnTo>
                  <a:lnTo>
                    <a:pt x="85077" y="22961"/>
                  </a:lnTo>
                  <a:lnTo>
                    <a:pt x="86334" y="23114"/>
                  </a:lnTo>
                  <a:lnTo>
                    <a:pt x="87566" y="24269"/>
                  </a:lnTo>
                  <a:lnTo>
                    <a:pt x="88493" y="25260"/>
                  </a:lnTo>
                  <a:lnTo>
                    <a:pt x="88900" y="25666"/>
                  </a:lnTo>
                  <a:lnTo>
                    <a:pt x="89027" y="26022"/>
                  </a:lnTo>
                  <a:lnTo>
                    <a:pt x="89382" y="26098"/>
                  </a:lnTo>
                  <a:lnTo>
                    <a:pt x="89776" y="26365"/>
                  </a:lnTo>
                  <a:lnTo>
                    <a:pt x="90817" y="26365"/>
                  </a:lnTo>
                  <a:lnTo>
                    <a:pt x="91033" y="25908"/>
                  </a:lnTo>
                  <a:lnTo>
                    <a:pt x="90817" y="25666"/>
                  </a:lnTo>
                  <a:lnTo>
                    <a:pt x="90030" y="25031"/>
                  </a:lnTo>
                  <a:lnTo>
                    <a:pt x="89928" y="24155"/>
                  </a:lnTo>
                  <a:lnTo>
                    <a:pt x="86017" y="21221"/>
                  </a:lnTo>
                  <a:lnTo>
                    <a:pt x="84836" y="21386"/>
                  </a:lnTo>
                  <a:lnTo>
                    <a:pt x="83616" y="21793"/>
                  </a:lnTo>
                  <a:lnTo>
                    <a:pt x="81661" y="22961"/>
                  </a:lnTo>
                  <a:lnTo>
                    <a:pt x="80124" y="24612"/>
                  </a:lnTo>
                  <a:lnTo>
                    <a:pt x="78155" y="26022"/>
                  </a:lnTo>
                  <a:lnTo>
                    <a:pt x="79121" y="26517"/>
                  </a:lnTo>
                  <a:lnTo>
                    <a:pt x="77279" y="26517"/>
                  </a:lnTo>
                  <a:lnTo>
                    <a:pt x="78473" y="27940"/>
                  </a:lnTo>
                  <a:lnTo>
                    <a:pt x="80289" y="27940"/>
                  </a:lnTo>
                  <a:lnTo>
                    <a:pt x="81648" y="29210"/>
                  </a:lnTo>
                  <a:lnTo>
                    <a:pt x="83324" y="30480"/>
                  </a:lnTo>
                  <a:lnTo>
                    <a:pt x="85674" y="30480"/>
                  </a:lnTo>
                  <a:lnTo>
                    <a:pt x="85331" y="31750"/>
                  </a:lnTo>
                  <a:lnTo>
                    <a:pt x="84112" y="31750"/>
                  </a:lnTo>
                  <a:lnTo>
                    <a:pt x="83502" y="32740"/>
                  </a:lnTo>
                  <a:lnTo>
                    <a:pt x="82677" y="32740"/>
                  </a:lnTo>
                  <a:lnTo>
                    <a:pt x="82638" y="34290"/>
                  </a:lnTo>
                  <a:lnTo>
                    <a:pt x="82207" y="34290"/>
                  </a:lnTo>
                  <a:lnTo>
                    <a:pt x="82016" y="35560"/>
                  </a:lnTo>
                  <a:lnTo>
                    <a:pt x="81508" y="36830"/>
                  </a:lnTo>
                  <a:lnTo>
                    <a:pt x="80289" y="36830"/>
                  </a:lnTo>
                  <a:lnTo>
                    <a:pt x="79883" y="38011"/>
                  </a:lnTo>
                  <a:lnTo>
                    <a:pt x="79679" y="39370"/>
                  </a:lnTo>
                  <a:lnTo>
                    <a:pt x="79133" y="39370"/>
                  </a:lnTo>
                  <a:lnTo>
                    <a:pt x="79171" y="40640"/>
                  </a:lnTo>
                  <a:lnTo>
                    <a:pt x="79857" y="40640"/>
                  </a:lnTo>
                  <a:lnTo>
                    <a:pt x="80289" y="41910"/>
                  </a:lnTo>
                  <a:lnTo>
                    <a:pt x="80479" y="41910"/>
                  </a:lnTo>
                  <a:lnTo>
                    <a:pt x="80606" y="42926"/>
                  </a:lnTo>
                  <a:lnTo>
                    <a:pt x="80632" y="44450"/>
                  </a:lnTo>
                  <a:lnTo>
                    <a:pt x="78752" y="44450"/>
                  </a:lnTo>
                  <a:lnTo>
                    <a:pt x="79133" y="45720"/>
                  </a:lnTo>
                  <a:lnTo>
                    <a:pt x="79019" y="48260"/>
                  </a:lnTo>
                  <a:lnTo>
                    <a:pt x="78752" y="49530"/>
                  </a:lnTo>
                  <a:lnTo>
                    <a:pt x="78689" y="52070"/>
                  </a:lnTo>
                  <a:lnTo>
                    <a:pt x="79171" y="52070"/>
                  </a:lnTo>
                  <a:lnTo>
                    <a:pt x="80822" y="53340"/>
                  </a:lnTo>
                  <a:lnTo>
                    <a:pt x="82638" y="53340"/>
                  </a:lnTo>
                  <a:lnTo>
                    <a:pt x="84048" y="54610"/>
                  </a:lnTo>
                  <a:lnTo>
                    <a:pt x="85432" y="54610"/>
                  </a:lnTo>
                  <a:lnTo>
                    <a:pt x="85674" y="55880"/>
                  </a:lnTo>
                  <a:lnTo>
                    <a:pt x="85331" y="57150"/>
                  </a:lnTo>
                  <a:lnTo>
                    <a:pt x="84836" y="58420"/>
                  </a:lnTo>
                  <a:lnTo>
                    <a:pt x="83324" y="58420"/>
                  </a:lnTo>
                  <a:lnTo>
                    <a:pt x="82638" y="57150"/>
                  </a:lnTo>
                  <a:lnTo>
                    <a:pt x="82308" y="57150"/>
                  </a:lnTo>
                  <a:lnTo>
                    <a:pt x="82207" y="55880"/>
                  </a:lnTo>
                  <a:lnTo>
                    <a:pt x="82016" y="55880"/>
                  </a:lnTo>
                  <a:lnTo>
                    <a:pt x="82016" y="63500"/>
                  </a:lnTo>
                  <a:lnTo>
                    <a:pt x="81508" y="64770"/>
                  </a:lnTo>
                  <a:lnTo>
                    <a:pt x="80289" y="66040"/>
                  </a:lnTo>
                  <a:lnTo>
                    <a:pt x="79019" y="66040"/>
                  </a:lnTo>
                  <a:lnTo>
                    <a:pt x="78574" y="66535"/>
                  </a:lnTo>
                  <a:lnTo>
                    <a:pt x="78574" y="80010"/>
                  </a:lnTo>
                  <a:lnTo>
                    <a:pt x="77851" y="82550"/>
                  </a:lnTo>
                  <a:lnTo>
                    <a:pt x="77025" y="83121"/>
                  </a:lnTo>
                  <a:lnTo>
                    <a:pt x="77025" y="91440"/>
                  </a:lnTo>
                  <a:lnTo>
                    <a:pt x="76365" y="91440"/>
                  </a:lnTo>
                  <a:lnTo>
                    <a:pt x="75996" y="92278"/>
                  </a:lnTo>
                  <a:lnTo>
                    <a:pt x="75996" y="128270"/>
                  </a:lnTo>
                  <a:lnTo>
                    <a:pt x="75590" y="128270"/>
                  </a:lnTo>
                  <a:lnTo>
                    <a:pt x="75260" y="129540"/>
                  </a:lnTo>
                  <a:lnTo>
                    <a:pt x="74333" y="130810"/>
                  </a:lnTo>
                  <a:lnTo>
                    <a:pt x="73710" y="132080"/>
                  </a:lnTo>
                  <a:lnTo>
                    <a:pt x="73494" y="133350"/>
                  </a:lnTo>
                  <a:lnTo>
                    <a:pt x="74028" y="134620"/>
                  </a:lnTo>
                  <a:lnTo>
                    <a:pt x="74333" y="134620"/>
                  </a:lnTo>
                  <a:lnTo>
                    <a:pt x="73647" y="135890"/>
                  </a:lnTo>
                  <a:lnTo>
                    <a:pt x="73152" y="134620"/>
                  </a:lnTo>
                  <a:lnTo>
                    <a:pt x="72656" y="134620"/>
                  </a:lnTo>
                  <a:lnTo>
                    <a:pt x="71894" y="133350"/>
                  </a:lnTo>
                  <a:lnTo>
                    <a:pt x="71589" y="132080"/>
                  </a:lnTo>
                  <a:lnTo>
                    <a:pt x="72656" y="129540"/>
                  </a:lnTo>
                  <a:lnTo>
                    <a:pt x="74180" y="129540"/>
                  </a:lnTo>
                  <a:lnTo>
                    <a:pt x="74180" y="128270"/>
                  </a:lnTo>
                  <a:lnTo>
                    <a:pt x="74333" y="128270"/>
                  </a:lnTo>
                  <a:lnTo>
                    <a:pt x="74396" y="127000"/>
                  </a:lnTo>
                  <a:lnTo>
                    <a:pt x="75463" y="127000"/>
                  </a:lnTo>
                  <a:lnTo>
                    <a:pt x="75996" y="128270"/>
                  </a:lnTo>
                  <a:lnTo>
                    <a:pt x="75996" y="92278"/>
                  </a:lnTo>
                  <a:lnTo>
                    <a:pt x="75806" y="92710"/>
                  </a:lnTo>
                  <a:lnTo>
                    <a:pt x="75806" y="101600"/>
                  </a:lnTo>
                  <a:lnTo>
                    <a:pt x="75082" y="102870"/>
                  </a:lnTo>
                  <a:lnTo>
                    <a:pt x="75082" y="119303"/>
                  </a:lnTo>
                  <a:lnTo>
                    <a:pt x="74968" y="123190"/>
                  </a:lnTo>
                  <a:lnTo>
                    <a:pt x="74752" y="124460"/>
                  </a:lnTo>
                  <a:lnTo>
                    <a:pt x="73367" y="125730"/>
                  </a:lnTo>
                  <a:lnTo>
                    <a:pt x="72872" y="125730"/>
                  </a:lnTo>
                  <a:lnTo>
                    <a:pt x="71958" y="127000"/>
                  </a:lnTo>
                  <a:lnTo>
                    <a:pt x="71589" y="127000"/>
                  </a:lnTo>
                  <a:lnTo>
                    <a:pt x="71437" y="125730"/>
                  </a:lnTo>
                  <a:lnTo>
                    <a:pt x="71208" y="124460"/>
                  </a:lnTo>
                  <a:lnTo>
                    <a:pt x="70929" y="124460"/>
                  </a:lnTo>
                  <a:lnTo>
                    <a:pt x="70726" y="123190"/>
                  </a:lnTo>
                  <a:lnTo>
                    <a:pt x="71589" y="123190"/>
                  </a:lnTo>
                  <a:lnTo>
                    <a:pt x="72034" y="121920"/>
                  </a:lnTo>
                  <a:lnTo>
                    <a:pt x="73367" y="121920"/>
                  </a:lnTo>
                  <a:lnTo>
                    <a:pt x="73710" y="120650"/>
                  </a:lnTo>
                  <a:lnTo>
                    <a:pt x="73482" y="119303"/>
                  </a:lnTo>
                  <a:lnTo>
                    <a:pt x="75082" y="119303"/>
                  </a:lnTo>
                  <a:lnTo>
                    <a:pt x="75082" y="102870"/>
                  </a:lnTo>
                  <a:lnTo>
                    <a:pt x="74815" y="103479"/>
                  </a:lnTo>
                  <a:lnTo>
                    <a:pt x="74815" y="113030"/>
                  </a:lnTo>
                  <a:lnTo>
                    <a:pt x="74396" y="114300"/>
                  </a:lnTo>
                  <a:lnTo>
                    <a:pt x="74028" y="115570"/>
                  </a:lnTo>
                  <a:lnTo>
                    <a:pt x="73647" y="115570"/>
                  </a:lnTo>
                  <a:lnTo>
                    <a:pt x="73317" y="116840"/>
                  </a:lnTo>
                  <a:lnTo>
                    <a:pt x="72428" y="116840"/>
                  </a:lnTo>
                  <a:lnTo>
                    <a:pt x="71894" y="118110"/>
                  </a:lnTo>
                  <a:lnTo>
                    <a:pt x="72339" y="119303"/>
                  </a:lnTo>
                  <a:lnTo>
                    <a:pt x="70726" y="119303"/>
                  </a:lnTo>
                  <a:lnTo>
                    <a:pt x="70612" y="114300"/>
                  </a:lnTo>
                  <a:lnTo>
                    <a:pt x="71589" y="113030"/>
                  </a:lnTo>
                  <a:lnTo>
                    <a:pt x="71894" y="113030"/>
                  </a:lnTo>
                  <a:lnTo>
                    <a:pt x="72034" y="111760"/>
                  </a:lnTo>
                  <a:lnTo>
                    <a:pt x="72428" y="111760"/>
                  </a:lnTo>
                  <a:lnTo>
                    <a:pt x="73152" y="110490"/>
                  </a:lnTo>
                  <a:lnTo>
                    <a:pt x="74180" y="111760"/>
                  </a:lnTo>
                  <a:lnTo>
                    <a:pt x="74396" y="111760"/>
                  </a:lnTo>
                  <a:lnTo>
                    <a:pt x="74815" y="113030"/>
                  </a:lnTo>
                  <a:lnTo>
                    <a:pt x="74815" y="103479"/>
                  </a:lnTo>
                  <a:lnTo>
                    <a:pt x="74523" y="104140"/>
                  </a:lnTo>
                  <a:lnTo>
                    <a:pt x="74028" y="105410"/>
                  </a:lnTo>
                  <a:lnTo>
                    <a:pt x="72936" y="105410"/>
                  </a:lnTo>
                  <a:lnTo>
                    <a:pt x="71742" y="106680"/>
                  </a:lnTo>
                  <a:lnTo>
                    <a:pt x="71843" y="107950"/>
                  </a:lnTo>
                  <a:lnTo>
                    <a:pt x="72034" y="109220"/>
                  </a:lnTo>
                  <a:lnTo>
                    <a:pt x="70180" y="109220"/>
                  </a:lnTo>
                  <a:lnTo>
                    <a:pt x="69583" y="108470"/>
                  </a:lnTo>
                  <a:lnTo>
                    <a:pt x="69583" y="121920"/>
                  </a:lnTo>
                  <a:lnTo>
                    <a:pt x="69519" y="122123"/>
                  </a:lnTo>
                  <a:lnTo>
                    <a:pt x="69494" y="128270"/>
                  </a:lnTo>
                  <a:lnTo>
                    <a:pt x="69494" y="129540"/>
                  </a:lnTo>
                  <a:lnTo>
                    <a:pt x="68922" y="130810"/>
                  </a:lnTo>
                  <a:lnTo>
                    <a:pt x="68516" y="130810"/>
                  </a:lnTo>
                  <a:lnTo>
                    <a:pt x="68478" y="133350"/>
                  </a:lnTo>
                  <a:lnTo>
                    <a:pt x="68097" y="134620"/>
                  </a:lnTo>
                  <a:lnTo>
                    <a:pt x="67856" y="134620"/>
                  </a:lnTo>
                  <a:lnTo>
                    <a:pt x="67856" y="146050"/>
                  </a:lnTo>
                  <a:lnTo>
                    <a:pt x="67322" y="148590"/>
                  </a:lnTo>
                  <a:lnTo>
                    <a:pt x="66929" y="149860"/>
                  </a:lnTo>
                  <a:lnTo>
                    <a:pt x="67043" y="158750"/>
                  </a:lnTo>
                  <a:lnTo>
                    <a:pt x="66281" y="158750"/>
                  </a:lnTo>
                  <a:lnTo>
                    <a:pt x="66001" y="157480"/>
                  </a:lnTo>
                  <a:lnTo>
                    <a:pt x="66001" y="166370"/>
                  </a:lnTo>
                  <a:lnTo>
                    <a:pt x="66001" y="167640"/>
                  </a:lnTo>
                  <a:lnTo>
                    <a:pt x="65468" y="168910"/>
                  </a:lnTo>
                  <a:lnTo>
                    <a:pt x="65100" y="170180"/>
                  </a:lnTo>
                  <a:lnTo>
                    <a:pt x="64935" y="171450"/>
                  </a:lnTo>
                  <a:lnTo>
                    <a:pt x="65100" y="172720"/>
                  </a:lnTo>
                  <a:lnTo>
                    <a:pt x="65468" y="173990"/>
                  </a:lnTo>
                  <a:lnTo>
                    <a:pt x="65100" y="175260"/>
                  </a:lnTo>
                  <a:lnTo>
                    <a:pt x="63944" y="176530"/>
                  </a:lnTo>
                  <a:lnTo>
                    <a:pt x="63652" y="176530"/>
                  </a:lnTo>
                  <a:lnTo>
                    <a:pt x="63258" y="177800"/>
                  </a:lnTo>
                  <a:lnTo>
                    <a:pt x="63093" y="177800"/>
                  </a:lnTo>
                  <a:lnTo>
                    <a:pt x="62623" y="178308"/>
                  </a:lnTo>
                  <a:lnTo>
                    <a:pt x="62623" y="184150"/>
                  </a:lnTo>
                  <a:lnTo>
                    <a:pt x="62509" y="185420"/>
                  </a:lnTo>
                  <a:lnTo>
                    <a:pt x="61493" y="187960"/>
                  </a:lnTo>
                  <a:lnTo>
                    <a:pt x="60807" y="193040"/>
                  </a:lnTo>
                  <a:lnTo>
                    <a:pt x="60655" y="193040"/>
                  </a:lnTo>
                  <a:lnTo>
                    <a:pt x="60452" y="194310"/>
                  </a:lnTo>
                  <a:lnTo>
                    <a:pt x="60452" y="199390"/>
                  </a:lnTo>
                  <a:lnTo>
                    <a:pt x="59969" y="200660"/>
                  </a:lnTo>
                  <a:lnTo>
                    <a:pt x="59651" y="201930"/>
                  </a:lnTo>
                  <a:lnTo>
                    <a:pt x="58420" y="200660"/>
                  </a:lnTo>
                  <a:lnTo>
                    <a:pt x="58483" y="198120"/>
                  </a:lnTo>
                  <a:lnTo>
                    <a:pt x="59740" y="198120"/>
                  </a:lnTo>
                  <a:lnTo>
                    <a:pt x="60452" y="199390"/>
                  </a:lnTo>
                  <a:lnTo>
                    <a:pt x="60452" y="194310"/>
                  </a:lnTo>
                  <a:lnTo>
                    <a:pt x="59740" y="194310"/>
                  </a:lnTo>
                  <a:lnTo>
                    <a:pt x="59740" y="193040"/>
                  </a:lnTo>
                  <a:lnTo>
                    <a:pt x="59969" y="191770"/>
                  </a:lnTo>
                  <a:lnTo>
                    <a:pt x="59969" y="190500"/>
                  </a:lnTo>
                  <a:lnTo>
                    <a:pt x="60299" y="187960"/>
                  </a:lnTo>
                  <a:lnTo>
                    <a:pt x="60452" y="186690"/>
                  </a:lnTo>
                  <a:lnTo>
                    <a:pt x="61493" y="185420"/>
                  </a:lnTo>
                  <a:lnTo>
                    <a:pt x="62623" y="184150"/>
                  </a:lnTo>
                  <a:lnTo>
                    <a:pt x="62623" y="178308"/>
                  </a:lnTo>
                  <a:lnTo>
                    <a:pt x="61912" y="179070"/>
                  </a:lnTo>
                  <a:lnTo>
                    <a:pt x="61493" y="180340"/>
                  </a:lnTo>
                  <a:lnTo>
                    <a:pt x="61379" y="181610"/>
                  </a:lnTo>
                  <a:lnTo>
                    <a:pt x="61302" y="182880"/>
                  </a:lnTo>
                  <a:lnTo>
                    <a:pt x="61226" y="184150"/>
                  </a:lnTo>
                  <a:lnTo>
                    <a:pt x="60807" y="185420"/>
                  </a:lnTo>
                  <a:lnTo>
                    <a:pt x="60185" y="186690"/>
                  </a:lnTo>
                  <a:lnTo>
                    <a:pt x="59740" y="187960"/>
                  </a:lnTo>
                  <a:lnTo>
                    <a:pt x="59080" y="187960"/>
                  </a:lnTo>
                  <a:lnTo>
                    <a:pt x="58902" y="186690"/>
                  </a:lnTo>
                  <a:lnTo>
                    <a:pt x="59372" y="185420"/>
                  </a:lnTo>
                  <a:lnTo>
                    <a:pt x="59080" y="182880"/>
                  </a:lnTo>
                  <a:lnTo>
                    <a:pt x="58483" y="182880"/>
                  </a:lnTo>
                  <a:lnTo>
                    <a:pt x="58483" y="184150"/>
                  </a:lnTo>
                  <a:lnTo>
                    <a:pt x="58178" y="184150"/>
                  </a:lnTo>
                  <a:lnTo>
                    <a:pt x="58089" y="186690"/>
                  </a:lnTo>
                  <a:lnTo>
                    <a:pt x="57670" y="187960"/>
                  </a:lnTo>
                  <a:lnTo>
                    <a:pt x="57404" y="189230"/>
                  </a:lnTo>
                  <a:lnTo>
                    <a:pt x="56426" y="190500"/>
                  </a:lnTo>
                  <a:lnTo>
                    <a:pt x="55918" y="191770"/>
                  </a:lnTo>
                  <a:lnTo>
                    <a:pt x="55765" y="193040"/>
                  </a:lnTo>
                  <a:lnTo>
                    <a:pt x="55880" y="194310"/>
                  </a:lnTo>
                  <a:lnTo>
                    <a:pt x="55918" y="195580"/>
                  </a:lnTo>
                  <a:lnTo>
                    <a:pt x="56070" y="195580"/>
                  </a:lnTo>
                  <a:lnTo>
                    <a:pt x="56070" y="196850"/>
                  </a:lnTo>
                  <a:lnTo>
                    <a:pt x="55765" y="196850"/>
                  </a:lnTo>
                  <a:lnTo>
                    <a:pt x="55346" y="198120"/>
                  </a:lnTo>
                  <a:lnTo>
                    <a:pt x="54635" y="198120"/>
                  </a:lnTo>
                  <a:lnTo>
                    <a:pt x="54444" y="199390"/>
                  </a:lnTo>
                  <a:lnTo>
                    <a:pt x="53733" y="199390"/>
                  </a:lnTo>
                  <a:lnTo>
                    <a:pt x="53606" y="201930"/>
                  </a:lnTo>
                  <a:lnTo>
                    <a:pt x="53200" y="203200"/>
                  </a:lnTo>
                  <a:lnTo>
                    <a:pt x="52260" y="204470"/>
                  </a:lnTo>
                  <a:lnTo>
                    <a:pt x="51460" y="205740"/>
                  </a:lnTo>
                  <a:lnTo>
                    <a:pt x="50088" y="207010"/>
                  </a:lnTo>
                  <a:lnTo>
                    <a:pt x="49530" y="207010"/>
                  </a:lnTo>
                  <a:lnTo>
                    <a:pt x="49022" y="208280"/>
                  </a:lnTo>
                  <a:lnTo>
                    <a:pt x="48437" y="208280"/>
                  </a:lnTo>
                  <a:lnTo>
                    <a:pt x="48742" y="209550"/>
                  </a:lnTo>
                  <a:lnTo>
                    <a:pt x="49593" y="209550"/>
                  </a:lnTo>
                  <a:lnTo>
                    <a:pt x="50088" y="208280"/>
                  </a:lnTo>
                  <a:lnTo>
                    <a:pt x="51790" y="208280"/>
                  </a:lnTo>
                  <a:lnTo>
                    <a:pt x="52844" y="207010"/>
                  </a:lnTo>
                  <a:lnTo>
                    <a:pt x="52984" y="207010"/>
                  </a:lnTo>
                  <a:lnTo>
                    <a:pt x="52844" y="208280"/>
                  </a:lnTo>
                  <a:lnTo>
                    <a:pt x="51816" y="209550"/>
                  </a:lnTo>
                  <a:lnTo>
                    <a:pt x="51168" y="210197"/>
                  </a:lnTo>
                  <a:lnTo>
                    <a:pt x="51168" y="214630"/>
                  </a:lnTo>
                  <a:lnTo>
                    <a:pt x="51130" y="215900"/>
                  </a:lnTo>
                  <a:lnTo>
                    <a:pt x="50838" y="215900"/>
                  </a:lnTo>
                  <a:lnTo>
                    <a:pt x="49644" y="217170"/>
                  </a:lnTo>
                  <a:lnTo>
                    <a:pt x="48933" y="218440"/>
                  </a:lnTo>
                  <a:lnTo>
                    <a:pt x="49022" y="219710"/>
                  </a:lnTo>
                  <a:lnTo>
                    <a:pt x="46266" y="219710"/>
                  </a:lnTo>
                  <a:lnTo>
                    <a:pt x="46177" y="218440"/>
                  </a:lnTo>
                  <a:lnTo>
                    <a:pt x="46482" y="217170"/>
                  </a:lnTo>
                  <a:lnTo>
                    <a:pt x="47307" y="215900"/>
                  </a:lnTo>
                  <a:lnTo>
                    <a:pt x="48742" y="214630"/>
                  </a:lnTo>
                  <a:lnTo>
                    <a:pt x="51168" y="214630"/>
                  </a:lnTo>
                  <a:lnTo>
                    <a:pt x="51168" y="210197"/>
                  </a:lnTo>
                  <a:lnTo>
                    <a:pt x="50533" y="210820"/>
                  </a:lnTo>
                  <a:lnTo>
                    <a:pt x="46621" y="210820"/>
                  </a:lnTo>
                  <a:lnTo>
                    <a:pt x="46482" y="211074"/>
                  </a:lnTo>
                  <a:lnTo>
                    <a:pt x="46482" y="214630"/>
                  </a:lnTo>
                  <a:lnTo>
                    <a:pt x="46482" y="215900"/>
                  </a:lnTo>
                  <a:lnTo>
                    <a:pt x="45859" y="215900"/>
                  </a:lnTo>
                  <a:lnTo>
                    <a:pt x="44272" y="217170"/>
                  </a:lnTo>
                  <a:lnTo>
                    <a:pt x="43853" y="217170"/>
                  </a:lnTo>
                  <a:lnTo>
                    <a:pt x="44018" y="218440"/>
                  </a:lnTo>
                  <a:lnTo>
                    <a:pt x="44208" y="218440"/>
                  </a:lnTo>
                  <a:lnTo>
                    <a:pt x="44208" y="219710"/>
                  </a:lnTo>
                  <a:lnTo>
                    <a:pt x="41313" y="219710"/>
                  </a:lnTo>
                  <a:lnTo>
                    <a:pt x="41071" y="218440"/>
                  </a:lnTo>
                  <a:lnTo>
                    <a:pt x="41313" y="217170"/>
                  </a:lnTo>
                  <a:lnTo>
                    <a:pt x="41795" y="217170"/>
                  </a:lnTo>
                  <a:lnTo>
                    <a:pt x="42545" y="215900"/>
                  </a:lnTo>
                  <a:lnTo>
                    <a:pt x="44894" y="214630"/>
                  </a:lnTo>
                  <a:lnTo>
                    <a:pt x="46482" y="214630"/>
                  </a:lnTo>
                  <a:lnTo>
                    <a:pt x="46482" y="211074"/>
                  </a:lnTo>
                  <a:lnTo>
                    <a:pt x="45897" y="212090"/>
                  </a:lnTo>
                  <a:lnTo>
                    <a:pt x="44615" y="212090"/>
                  </a:lnTo>
                  <a:lnTo>
                    <a:pt x="44018" y="213360"/>
                  </a:lnTo>
                  <a:lnTo>
                    <a:pt x="41008" y="213360"/>
                  </a:lnTo>
                  <a:lnTo>
                    <a:pt x="40220" y="214630"/>
                  </a:lnTo>
                  <a:lnTo>
                    <a:pt x="40093" y="214630"/>
                  </a:lnTo>
                  <a:lnTo>
                    <a:pt x="41071" y="215900"/>
                  </a:lnTo>
                  <a:lnTo>
                    <a:pt x="40449" y="217170"/>
                  </a:lnTo>
                  <a:lnTo>
                    <a:pt x="39966" y="217170"/>
                  </a:lnTo>
                  <a:lnTo>
                    <a:pt x="39852" y="218440"/>
                  </a:lnTo>
                  <a:lnTo>
                    <a:pt x="39725" y="219710"/>
                  </a:lnTo>
                  <a:lnTo>
                    <a:pt x="37592" y="219710"/>
                  </a:lnTo>
                  <a:lnTo>
                    <a:pt x="37160" y="218440"/>
                  </a:lnTo>
                  <a:lnTo>
                    <a:pt x="37630" y="217170"/>
                  </a:lnTo>
                  <a:lnTo>
                    <a:pt x="38684" y="215900"/>
                  </a:lnTo>
                  <a:lnTo>
                    <a:pt x="39039" y="214630"/>
                  </a:lnTo>
                  <a:lnTo>
                    <a:pt x="39547" y="214630"/>
                  </a:lnTo>
                  <a:lnTo>
                    <a:pt x="39573" y="214426"/>
                  </a:lnTo>
                  <a:lnTo>
                    <a:pt x="39725" y="213360"/>
                  </a:lnTo>
                  <a:lnTo>
                    <a:pt x="39966" y="212090"/>
                  </a:lnTo>
                  <a:lnTo>
                    <a:pt x="40297" y="210820"/>
                  </a:lnTo>
                  <a:lnTo>
                    <a:pt x="39039" y="210820"/>
                  </a:lnTo>
                  <a:lnTo>
                    <a:pt x="38836" y="212090"/>
                  </a:lnTo>
                  <a:lnTo>
                    <a:pt x="38684" y="212090"/>
                  </a:lnTo>
                  <a:lnTo>
                    <a:pt x="38442" y="213360"/>
                  </a:lnTo>
                  <a:lnTo>
                    <a:pt x="37592" y="213360"/>
                  </a:lnTo>
                  <a:lnTo>
                    <a:pt x="37160" y="212090"/>
                  </a:lnTo>
                  <a:lnTo>
                    <a:pt x="37007" y="212090"/>
                  </a:lnTo>
                  <a:lnTo>
                    <a:pt x="36868" y="210820"/>
                  </a:lnTo>
                  <a:lnTo>
                    <a:pt x="36868" y="215900"/>
                  </a:lnTo>
                  <a:lnTo>
                    <a:pt x="36626" y="217170"/>
                  </a:lnTo>
                  <a:lnTo>
                    <a:pt x="36334" y="218440"/>
                  </a:lnTo>
                  <a:lnTo>
                    <a:pt x="36182" y="218440"/>
                  </a:lnTo>
                  <a:lnTo>
                    <a:pt x="36182" y="219710"/>
                  </a:lnTo>
                  <a:lnTo>
                    <a:pt x="33248" y="219710"/>
                  </a:lnTo>
                  <a:lnTo>
                    <a:pt x="33451" y="218440"/>
                  </a:lnTo>
                  <a:lnTo>
                    <a:pt x="33642" y="218440"/>
                  </a:lnTo>
                  <a:lnTo>
                    <a:pt x="34213" y="217170"/>
                  </a:lnTo>
                  <a:lnTo>
                    <a:pt x="34747" y="217170"/>
                  </a:lnTo>
                  <a:lnTo>
                    <a:pt x="35090" y="215900"/>
                  </a:lnTo>
                  <a:lnTo>
                    <a:pt x="36868" y="215900"/>
                  </a:lnTo>
                  <a:lnTo>
                    <a:pt x="36868" y="210820"/>
                  </a:lnTo>
                  <a:lnTo>
                    <a:pt x="37007" y="210820"/>
                  </a:lnTo>
                  <a:lnTo>
                    <a:pt x="37160" y="209550"/>
                  </a:lnTo>
                  <a:lnTo>
                    <a:pt x="40449" y="209550"/>
                  </a:lnTo>
                  <a:lnTo>
                    <a:pt x="40754" y="208280"/>
                  </a:lnTo>
                  <a:lnTo>
                    <a:pt x="40297" y="207010"/>
                  </a:lnTo>
                  <a:lnTo>
                    <a:pt x="39281" y="207010"/>
                  </a:lnTo>
                  <a:lnTo>
                    <a:pt x="39039" y="205740"/>
                  </a:lnTo>
                  <a:lnTo>
                    <a:pt x="39636" y="203200"/>
                  </a:lnTo>
                  <a:lnTo>
                    <a:pt x="42062" y="203200"/>
                  </a:lnTo>
                  <a:lnTo>
                    <a:pt x="42735" y="204470"/>
                  </a:lnTo>
                  <a:lnTo>
                    <a:pt x="45999" y="204470"/>
                  </a:lnTo>
                  <a:lnTo>
                    <a:pt x="49047" y="203200"/>
                  </a:lnTo>
                  <a:lnTo>
                    <a:pt x="49961" y="199390"/>
                  </a:lnTo>
                  <a:lnTo>
                    <a:pt x="50330" y="198120"/>
                  </a:lnTo>
                  <a:lnTo>
                    <a:pt x="50774" y="195580"/>
                  </a:lnTo>
                  <a:lnTo>
                    <a:pt x="50901" y="193040"/>
                  </a:lnTo>
                  <a:lnTo>
                    <a:pt x="50330" y="193040"/>
                  </a:lnTo>
                  <a:lnTo>
                    <a:pt x="50215" y="194310"/>
                  </a:lnTo>
                  <a:lnTo>
                    <a:pt x="49961" y="195580"/>
                  </a:lnTo>
                  <a:lnTo>
                    <a:pt x="49847" y="196850"/>
                  </a:lnTo>
                  <a:lnTo>
                    <a:pt x="49644" y="198120"/>
                  </a:lnTo>
                  <a:lnTo>
                    <a:pt x="48120" y="199390"/>
                  </a:lnTo>
                  <a:lnTo>
                    <a:pt x="47739" y="200660"/>
                  </a:lnTo>
                  <a:lnTo>
                    <a:pt x="47371" y="200660"/>
                  </a:lnTo>
                  <a:lnTo>
                    <a:pt x="47015" y="199390"/>
                  </a:lnTo>
                  <a:lnTo>
                    <a:pt x="46710" y="199390"/>
                  </a:lnTo>
                  <a:lnTo>
                    <a:pt x="46812" y="198120"/>
                  </a:lnTo>
                  <a:lnTo>
                    <a:pt x="47015" y="198120"/>
                  </a:lnTo>
                  <a:lnTo>
                    <a:pt x="47739" y="195580"/>
                  </a:lnTo>
                  <a:lnTo>
                    <a:pt x="48209" y="194310"/>
                  </a:lnTo>
                  <a:lnTo>
                    <a:pt x="48425" y="194310"/>
                  </a:lnTo>
                  <a:lnTo>
                    <a:pt x="48425" y="193040"/>
                  </a:lnTo>
                  <a:lnTo>
                    <a:pt x="48209" y="191770"/>
                  </a:lnTo>
                  <a:lnTo>
                    <a:pt x="47650" y="191770"/>
                  </a:lnTo>
                  <a:lnTo>
                    <a:pt x="47371" y="190500"/>
                  </a:lnTo>
                  <a:lnTo>
                    <a:pt x="47307" y="191770"/>
                  </a:lnTo>
                  <a:lnTo>
                    <a:pt x="46710" y="191770"/>
                  </a:lnTo>
                  <a:lnTo>
                    <a:pt x="46621" y="193040"/>
                  </a:lnTo>
                  <a:lnTo>
                    <a:pt x="46482" y="193040"/>
                  </a:lnTo>
                  <a:lnTo>
                    <a:pt x="46266" y="194310"/>
                  </a:lnTo>
                  <a:lnTo>
                    <a:pt x="46177" y="196850"/>
                  </a:lnTo>
                  <a:lnTo>
                    <a:pt x="45999" y="198120"/>
                  </a:lnTo>
                  <a:lnTo>
                    <a:pt x="45669" y="198120"/>
                  </a:lnTo>
                  <a:lnTo>
                    <a:pt x="45554" y="199390"/>
                  </a:lnTo>
                  <a:lnTo>
                    <a:pt x="45021" y="199390"/>
                  </a:lnTo>
                  <a:lnTo>
                    <a:pt x="44272" y="200660"/>
                  </a:lnTo>
                  <a:lnTo>
                    <a:pt x="43345" y="199390"/>
                  </a:lnTo>
                  <a:lnTo>
                    <a:pt x="43459" y="198120"/>
                  </a:lnTo>
                  <a:lnTo>
                    <a:pt x="44450" y="195580"/>
                  </a:lnTo>
                  <a:lnTo>
                    <a:pt x="45021" y="193040"/>
                  </a:lnTo>
                  <a:lnTo>
                    <a:pt x="45669" y="190500"/>
                  </a:lnTo>
                  <a:lnTo>
                    <a:pt x="45669" y="187960"/>
                  </a:lnTo>
                  <a:lnTo>
                    <a:pt x="44615" y="187960"/>
                  </a:lnTo>
                  <a:lnTo>
                    <a:pt x="44450" y="189230"/>
                  </a:lnTo>
                  <a:lnTo>
                    <a:pt x="44272" y="189230"/>
                  </a:lnTo>
                  <a:lnTo>
                    <a:pt x="44272" y="190500"/>
                  </a:lnTo>
                  <a:lnTo>
                    <a:pt x="44018" y="191770"/>
                  </a:lnTo>
                  <a:lnTo>
                    <a:pt x="43853" y="193040"/>
                  </a:lnTo>
                  <a:lnTo>
                    <a:pt x="43573" y="194310"/>
                  </a:lnTo>
                  <a:lnTo>
                    <a:pt x="43548" y="195580"/>
                  </a:lnTo>
                  <a:lnTo>
                    <a:pt x="43078" y="195580"/>
                  </a:lnTo>
                  <a:lnTo>
                    <a:pt x="42735" y="194310"/>
                  </a:lnTo>
                  <a:lnTo>
                    <a:pt x="42811" y="193040"/>
                  </a:lnTo>
                  <a:lnTo>
                    <a:pt x="42887" y="191770"/>
                  </a:lnTo>
                  <a:lnTo>
                    <a:pt x="43345" y="189230"/>
                  </a:lnTo>
                  <a:lnTo>
                    <a:pt x="44272" y="185420"/>
                  </a:lnTo>
                  <a:lnTo>
                    <a:pt x="44742" y="182880"/>
                  </a:lnTo>
                  <a:lnTo>
                    <a:pt x="44615" y="180340"/>
                  </a:lnTo>
                  <a:lnTo>
                    <a:pt x="44894" y="180340"/>
                  </a:lnTo>
                  <a:lnTo>
                    <a:pt x="45173" y="179070"/>
                  </a:lnTo>
                  <a:lnTo>
                    <a:pt x="45859" y="177800"/>
                  </a:lnTo>
                  <a:lnTo>
                    <a:pt x="46482" y="175260"/>
                  </a:lnTo>
                  <a:lnTo>
                    <a:pt x="46621" y="175260"/>
                  </a:lnTo>
                  <a:lnTo>
                    <a:pt x="46710" y="173990"/>
                  </a:lnTo>
                  <a:lnTo>
                    <a:pt x="48437" y="170180"/>
                  </a:lnTo>
                  <a:lnTo>
                    <a:pt x="49047" y="166370"/>
                  </a:lnTo>
                  <a:lnTo>
                    <a:pt x="48958" y="165100"/>
                  </a:lnTo>
                  <a:lnTo>
                    <a:pt x="48869" y="163830"/>
                  </a:lnTo>
                  <a:lnTo>
                    <a:pt x="48742" y="161290"/>
                  </a:lnTo>
                  <a:lnTo>
                    <a:pt x="48425" y="158750"/>
                  </a:lnTo>
                  <a:lnTo>
                    <a:pt x="48209" y="157480"/>
                  </a:lnTo>
                  <a:lnTo>
                    <a:pt x="47650" y="152400"/>
                  </a:lnTo>
                  <a:lnTo>
                    <a:pt x="47307" y="149860"/>
                  </a:lnTo>
                  <a:lnTo>
                    <a:pt x="47307" y="146050"/>
                  </a:lnTo>
                  <a:lnTo>
                    <a:pt x="47015" y="144780"/>
                  </a:lnTo>
                  <a:lnTo>
                    <a:pt x="47015" y="143510"/>
                  </a:lnTo>
                  <a:lnTo>
                    <a:pt x="47498" y="140970"/>
                  </a:lnTo>
                  <a:lnTo>
                    <a:pt x="50901" y="140970"/>
                  </a:lnTo>
                  <a:lnTo>
                    <a:pt x="51523" y="139700"/>
                  </a:lnTo>
                  <a:lnTo>
                    <a:pt x="51701" y="139700"/>
                  </a:lnTo>
                  <a:lnTo>
                    <a:pt x="51955" y="138430"/>
                  </a:lnTo>
                  <a:lnTo>
                    <a:pt x="52222" y="137160"/>
                  </a:lnTo>
                  <a:lnTo>
                    <a:pt x="53200" y="137160"/>
                  </a:lnTo>
                  <a:lnTo>
                    <a:pt x="54635" y="135890"/>
                  </a:lnTo>
                  <a:lnTo>
                    <a:pt x="55346" y="135890"/>
                  </a:lnTo>
                  <a:lnTo>
                    <a:pt x="55880" y="134620"/>
                  </a:lnTo>
                  <a:lnTo>
                    <a:pt x="57048" y="134620"/>
                  </a:lnTo>
                  <a:lnTo>
                    <a:pt x="57404" y="133350"/>
                  </a:lnTo>
                  <a:lnTo>
                    <a:pt x="57492" y="132080"/>
                  </a:lnTo>
                  <a:lnTo>
                    <a:pt x="57861" y="130810"/>
                  </a:lnTo>
                  <a:lnTo>
                    <a:pt x="58420" y="129540"/>
                  </a:lnTo>
                  <a:lnTo>
                    <a:pt x="59270" y="129540"/>
                  </a:lnTo>
                  <a:lnTo>
                    <a:pt x="59740" y="130810"/>
                  </a:lnTo>
                  <a:lnTo>
                    <a:pt x="60452" y="130810"/>
                  </a:lnTo>
                  <a:lnTo>
                    <a:pt x="60655" y="132080"/>
                  </a:lnTo>
                  <a:lnTo>
                    <a:pt x="60452" y="133350"/>
                  </a:lnTo>
                  <a:lnTo>
                    <a:pt x="60185" y="134620"/>
                  </a:lnTo>
                  <a:lnTo>
                    <a:pt x="60807" y="134620"/>
                  </a:lnTo>
                  <a:lnTo>
                    <a:pt x="61468" y="135890"/>
                  </a:lnTo>
                  <a:lnTo>
                    <a:pt x="61912" y="135890"/>
                  </a:lnTo>
                  <a:lnTo>
                    <a:pt x="62534" y="137160"/>
                  </a:lnTo>
                  <a:lnTo>
                    <a:pt x="63258" y="138430"/>
                  </a:lnTo>
                  <a:lnTo>
                    <a:pt x="63093" y="139700"/>
                  </a:lnTo>
                  <a:lnTo>
                    <a:pt x="62623" y="140970"/>
                  </a:lnTo>
                  <a:lnTo>
                    <a:pt x="62750" y="143510"/>
                  </a:lnTo>
                  <a:lnTo>
                    <a:pt x="62865" y="144780"/>
                  </a:lnTo>
                  <a:lnTo>
                    <a:pt x="62979" y="146050"/>
                  </a:lnTo>
                  <a:lnTo>
                    <a:pt x="63093" y="147320"/>
                  </a:lnTo>
                  <a:lnTo>
                    <a:pt x="63207" y="149860"/>
                  </a:lnTo>
                  <a:lnTo>
                    <a:pt x="63258" y="151130"/>
                  </a:lnTo>
                  <a:lnTo>
                    <a:pt x="63792" y="154940"/>
                  </a:lnTo>
                  <a:lnTo>
                    <a:pt x="63893" y="156210"/>
                  </a:lnTo>
                  <a:lnTo>
                    <a:pt x="63995" y="157480"/>
                  </a:lnTo>
                  <a:lnTo>
                    <a:pt x="64096" y="158750"/>
                  </a:lnTo>
                  <a:lnTo>
                    <a:pt x="64630" y="161290"/>
                  </a:lnTo>
                  <a:lnTo>
                    <a:pt x="65468" y="163830"/>
                  </a:lnTo>
                  <a:lnTo>
                    <a:pt x="66001" y="166370"/>
                  </a:lnTo>
                  <a:lnTo>
                    <a:pt x="66001" y="157480"/>
                  </a:lnTo>
                  <a:lnTo>
                    <a:pt x="65646" y="156210"/>
                  </a:lnTo>
                  <a:lnTo>
                    <a:pt x="65405" y="154940"/>
                  </a:lnTo>
                  <a:lnTo>
                    <a:pt x="64935" y="153670"/>
                  </a:lnTo>
                  <a:lnTo>
                    <a:pt x="64630" y="151130"/>
                  </a:lnTo>
                  <a:lnTo>
                    <a:pt x="64528" y="149860"/>
                  </a:lnTo>
                  <a:lnTo>
                    <a:pt x="64414" y="148590"/>
                  </a:lnTo>
                  <a:lnTo>
                    <a:pt x="64312" y="146050"/>
                  </a:lnTo>
                  <a:lnTo>
                    <a:pt x="64096" y="146050"/>
                  </a:lnTo>
                  <a:lnTo>
                    <a:pt x="64096" y="144780"/>
                  </a:lnTo>
                  <a:lnTo>
                    <a:pt x="63944" y="144780"/>
                  </a:lnTo>
                  <a:lnTo>
                    <a:pt x="64312" y="143510"/>
                  </a:lnTo>
                  <a:lnTo>
                    <a:pt x="64935" y="142240"/>
                  </a:lnTo>
                  <a:lnTo>
                    <a:pt x="65100" y="140970"/>
                  </a:lnTo>
                  <a:lnTo>
                    <a:pt x="65468" y="140970"/>
                  </a:lnTo>
                  <a:lnTo>
                    <a:pt x="65468" y="139700"/>
                  </a:lnTo>
                  <a:lnTo>
                    <a:pt x="65913" y="139700"/>
                  </a:lnTo>
                  <a:lnTo>
                    <a:pt x="66065" y="138430"/>
                  </a:lnTo>
                  <a:lnTo>
                    <a:pt x="67284" y="138430"/>
                  </a:lnTo>
                  <a:lnTo>
                    <a:pt x="67411" y="139700"/>
                  </a:lnTo>
                  <a:lnTo>
                    <a:pt x="67640" y="140970"/>
                  </a:lnTo>
                  <a:lnTo>
                    <a:pt x="67754" y="143510"/>
                  </a:lnTo>
                  <a:lnTo>
                    <a:pt x="67856" y="146050"/>
                  </a:lnTo>
                  <a:lnTo>
                    <a:pt x="67856" y="134620"/>
                  </a:lnTo>
                  <a:lnTo>
                    <a:pt x="67411" y="133350"/>
                  </a:lnTo>
                  <a:lnTo>
                    <a:pt x="66751" y="133350"/>
                  </a:lnTo>
                  <a:lnTo>
                    <a:pt x="66357" y="132080"/>
                  </a:lnTo>
                  <a:lnTo>
                    <a:pt x="66357" y="130810"/>
                  </a:lnTo>
                  <a:lnTo>
                    <a:pt x="66751" y="129540"/>
                  </a:lnTo>
                  <a:lnTo>
                    <a:pt x="67081" y="129540"/>
                  </a:lnTo>
                  <a:lnTo>
                    <a:pt x="67284" y="128270"/>
                  </a:lnTo>
                  <a:lnTo>
                    <a:pt x="67640" y="127000"/>
                  </a:lnTo>
                  <a:lnTo>
                    <a:pt x="68186" y="127000"/>
                  </a:lnTo>
                  <a:lnTo>
                    <a:pt x="68821" y="128270"/>
                  </a:lnTo>
                  <a:lnTo>
                    <a:pt x="69494" y="128270"/>
                  </a:lnTo>
                  <a:lnTo>
                    <a:pt x="69494" y="122212"/>
                  </a:lnTo>
                  <a:lnTo>
                    <a:pt x="69176" y="123190"/>
                  </a:lnTo>
                  <a:lnTo>
                    <a:pt x="68922" y="123190"/>
                  </a:lnTo>
                  <a:lnTo>
                    <a:pt x="69176" y="124460"/>
                  </a:lnTo>
                  <a:lnTo>
                    <a:pt x="68478" y="124460"/>
                  </a:lnTo>
                  <a:lnTo>
                    <a:pt x="67945" y="125730"/>
                  </a:lnTo>
                  <a:lnTo>
                    <a:pt x="65468" y="125730"/>
                  </a:lnTo>
                  <a:lnTo>
                    <a:pt x="65100" y="124460"/>
                  </a:lnTo>
                  <a:lnTo>
                    <a:pt x="65405" y="123190"/>
                  </a:lnTo>
                  <a:lnTo>
                    <a:pt x="66001" y="121920"/>
                  </a:lnTo>
                  <a:lnTo>
                    <a:pt x="66751" y="120650"/>
                  </a:lnTo>
                  <a:lnTo>
                    <a:pt x="67792" y="119303"/>
                  </a:lnTo>
                  <a:lnTo>
                    <a:pt x="68033" y="119303"/>
                  </a:lnTo>
                  <a:lnTo>
                    <a:pt x="69265" y="120650"/>
                  </a:lnTo>
                  <a:lnTo>
                    <a:pt x="69583" y="121920"/>
                  </a:lnTo>
                  <a:lnTo>
                    <a:pt x="69583" y="108470"/>
                  </a:lnTo>
                  <a:lnTo>
                    <a:pt x="69176" y="107950"/>
                  </a:lnTo>
                  <a:lnTo>
                    <a:pt x="69011" y="106680"/>
                  </a:lnTo>
                  <a:lnTo>
                    <a:pt x="69494" y="105410"/>
                  </a:lnTo>
                  <a:lnTo>
                    <a:pt x="69494" y="104140"/>
                  </a:lnTo>
                  <a:lnTo>
                    <a:pt x="70307" y="102870"/>
                  </a:lnTo>
                  <a:lnTo>
                    <a:pt x="71208" y="102870"/>
                  </a:lnTo>
                  <a:lnTo>
                    <a:pt x="72123" y="101600"/>
                  </a:lnTo>
                  <a:lnTo>
                    <a:pt x="72872" y="101600"/>
                  </a:lnTo>
                  <a:lnTo>
                    <a:pt x="73367" y="100330"/>
                  </a:lnTo>
                  <a:lnTo>
                    <a:pt x="73647" y="100330"/>
                  </a:lnTo>
                  <a:lnTo>
                    <a:pt x="74129" y="99060"/>
                  </a:lnTo>
                  <a:lnTo>
                    <a:pt x="74752" y="100330"/>
                  </a:lnTo>
                  <a:lnTo>
                    <a:pt x="75590" y="100330"/>
                  </a:lnTo>
                  <a:lnTo>
                    <a:pt x="75806" y="101600"/>
                  </a:lnTo>
                  <a:lnTo>
                    <a:pt x="75806" y="92710"/>
                  </a:lnTo>
                  <a:lnTo>
                    <a:pt x="74752" y="92710"/>
                  </a:lnTo>
                  <a:lnTo>
                    <a:pt x="73710" y="93980"/>
                  </a:lnTo>
                  <a:lnTo>
                    <a:pt x="72034" y="93980"/>
                  </a:lnTo>
                  <a:lnTo>
                    <a:pt x="71297" y="95250"/>
                  </a:lnTo>
                  <a:lnTo>
                    <a:pt x="70929" y="95250"/>
                  </a:lnTo>
                  <a:lnTo>
                    <a:pt x="70929" y="97790"/>
                  </a:lnTo>
                  <a:lnTo>
                    <a:pt x="69913" y="97790"/>
                  </a:lnTo>
                  <a:lnTo>
                    <a:pt x="69176" y="96520"/>
                  </a:lnTo>
                  <a:lnTo>
                    <a:pt x="69265" y="93980"/>
                  </a:lnTo>
                  <a:lnTo>
                    <a:pt x="70180" y="91440"/>
                  </a:lnTo>
                  <a:lnTo>
                    <a:pt x="71589" y="88900"/>
                  </a:lnTo>
                  <a:lnTo>
                    <a:pt x="73710" y="88900"/>
                  </a:lnTo>
                  <a:lnTo>
                    <a:pt x="74815" y="87630"/>
                  </a:lnTo>
                  <a:lnTo>
                    <a:pt x="75476" y="87630"/>
                  </a:lnTo>
                  <a:lnTo>
                    <a:pt x="76365" y="88900"/>
                  </a:lnTo>
                  <a:lnTo>
                    <a:pt x="76466" y="90170"/>
                  </a:lnTo>
                  <a:lnTo>
                    <a:pt x="76784" y="90170"/>
                  </a:lnTo>
                  <a:lnTo>
                    <a:pt x="76835" y="90424"/>
                  </a:lnTo>
                  <a:lnTo>
                    <a:pt x="77025" y="91440"/>
                  </a:lnTo>
                  <a:lnTo>
                    <a:pt x="77025" y="83121"/>
                  </a:lnTo>
                  <a:lnTo>
                    <a:pt x="75996" y="83820"/>
                  </a:lnTo>
                  <a:lnTo>
                    <a:pt x="72936" y="83820"/>
                  </a:lnTo>
                  <a:lnTo>
                    <a:pt x="72237" y="85090"/>
                  </a:lnTo>
                  <a:lnTo>
                    <a:pt x="70866" y="85090"/>
                  </a:lnTo>
                  <a:lnTo>
                    <a:pt x="70929" y="82550"/>
                  </a:lnTo>
                  <a:lnTo>
                    <a:pt x="71589" y="81280"/>
                  </a:lnTo>
                  <a:lnTo>
                    <a:pt x="72936" y="80010"/>
                  </a:lnTo>
                  <a:lnTo>
                    <a:pt x="75260" y="80010"/>
                  </a:lnTo>
                  <a:lnTo>
                    <a:pt x="75806" y="78740"/>
                  </a:lnTo>
                  <a:lnTo>
                    <a:pt x="76365" y="78740"/>
                  </a:lnTo>
                  <a:lnTo>
                    <a:pt x="76466" y="77470"/>
                  </a:lnTo>
                  <a:lnTo>
                    <a:pt x="77762" y="77470"/>
                  </a:lnTo>
                  <a:lnTo>
                    <a:pt x="78574" y="80010"/>
                  </a:lnTo>
                  <a:lnTo>
                    <a:pt x="78574" y="66535"/>
                  </a:lnTo>
                  <a:lnTo>
                    <a:pt x="77851" y="67310"/>
                  </a:lnTo>
                  <a:lnTo>
                    <a:pt x="77406" y="67310"/>
                  </a:lnTo>
                  <a:lnTo>
                    <a:pt x="77101" y="68580"/>
                  </a:lnTo>
                  <a:lnTo>
                    <a:pt x="77025" y="69850"/>
                  </a:lnTo>
                  <a:lnTo>
                    <a:pt x="76809" y="70980"/>
                  </a:lnTo>
                  <a:lnTo>
                    <a:pt x="73990" y="70980"/>
                  </a:lnTo>
                  <a:lnTo>
                    <a:pt x="73710" y="69850"/>
                  </a:lnTo>
                  <a:lnTo>
                    <a:pt x="73431" y="69850"/>
                  </a:lnTo>
                  <a:lnTo>
                    <a:pt x="73317" y="68580"/>
                  </a:lnTo>
                  <a:lnTo>
                    <a:pt x="72986" y="68580"/>
                  </a:lnTo>
                  <a:lnTo>
                    <a:pt x="72872" y="67310"/>
                  </a:lnTo>
                  <a:lnTo>
                    <a:pt x="72656" y="67310"/>
                  </a:lnTo>
                  <a:lnTo>
                    <a:pt x="72656" y="66040"/>
                  </a:lnTo>
                  <a:lnTo>
                    <a:pt x="72428" y="66040"/>
                  </a:lnTo>
                  <a:lnTo>
                    <a:pt x="72364" y="65900"/>
                  </a:lnTo>
                  <a:lnTo>
                    <a:pt x="72364" y="74930"/>
                  </a:lnTo>
                  <a:lnTo>
                    <a:pt x="72364" y="76200"/>
                  </a:lnTo>
                  <a:lnTo>
                    <a:pt x="71297" y="77470"/>
                  </a:lnTo>
                  <a:lnTo>
                    <a:pt x="70396" y="77470"/>
                  </a:lnTo>
                  <a:lnTo>
                    <a:pt x="69494" y="78740"/>
                  </a:lnTo>
                  <a:lnTo>
                    <a:pt x="69176" y="80010"/>
                  </a:lnTo>
                  <a:lnTo>
                    <a:pt x="68859" y="80010"/>
                  </a:lnTo>
                  <a:lnTo>
                    <a:pt x="68859" y="86360"/>
                  </a:lnTo>
                  <a:lnTo>
                    <a:pt x="68859" y="87630"/>
                  </a:lnTo>
                  <a:lnTo>
                    <a:pt x="68859" y="113030"/>
                  </a:lnTo>
                  <a:lnTo>
                    <a:pt x="68186" y="113030"/>
                  </a:lnTo>
                  <a:lnTo>
                    <a:pt x="67322" y="115570"/>
                  </a:lnTo>
                  <a:lnTo>
                    <a:pt x="66281" y="116840"/>
                  </a:lnTo>
                  <a:lnTo>
                    <a:pt x="65405" y="118110"/>
                  </a:lnTo>
                  <a:lnTo>
                    <a:pt x="64935" y="118110"/>
                  </a:lnTo>
                  <a:lnTo>
                    <a:pt x="64935" y="133350"/>
                  </a:lnTo>
                  <a:lnTo>
                    <a:pt x="64820" y="134620"/>
                  </a:lnTo>
                  <a:lnTo>
                    <a:pt x="63944" y="134620"/>
                  </a:lnTo>
                  <a:lnTo>
                    <a:pt x="63652" y="133350"/>
                  </a:lnTo>
                  <a:lnTo>
                    <a:pt x="62839" y="133350"/>
                  </a:lnTo>
                  <a:lnTo>
                    <a:pt x="62534" y="132080"/>
                  </a:lnTo>
                  <a:lnTo>
                    <a:pt x="63093" y="130810"/>
                  </a:lnTo>
                  <a:lnTo>
                    <a:pt x="63373" y="129540"/>
                  </a:lnTo>
                  <a:lnTo>
                    <a:pt x="63944" y="129540"/>
                  </a:lnTo>
                  <a:lnTo>
                    <a:pt x="64477" y="130810"/>
                  </a:lnTo>
                  <a:lnTo>
                    <a:pt x="64630" y="130810"/>
                  </a:lnTo>
                  <a:lnTo>
                    <a:pt x="64630" y="132080"/>
                  </a:lnTo>
                  <a:lnTo>
                    <a:pt x="64477" y="132080"/>
                  </a:lnTo>
                  <a:lnTo>
                    <a:pt x="64630" y="133350"/>
                  </a:lnTo>
                  <a:lnTo>
                    <a:pt x="64935" y="133350"/>
                  </a:lnTo>
                  <a:lnTo>
                    <a:pt x="64935" y="118110"/>
                  </a:lnTo>
                  <a:lnTo>
                    <a:pt x="63715" y="118110"/>
                  </a:lnTo>
                  <a:lnTo>
                    <a:pt x="63715" y="125945"/>
                  </a:lnTo>
                  <a:lnTo>
                    <a:pt x="63373" y="127000"/>
                  </a:lnTo>
                  <a:lnTo>
                    <a:pt x="61379" y="127000"/>
                  </a:lnTo>
                  <a:lnTo>
                    <a:pt x="60553" y="125730"/>
                  </a:lnTo>
                  <a:lnTo>
                    <a:pt x="59740" y="124460"/>
                  </a:lnTo>
                  <a:lnTo>
                    <a:pt x="60299" y="123190"/>
                  </a:lnTo>
                  <a:lnTo>
                    <a:pt x="60655" y="121920"/>
                  </a:lnTo>
                  <a:lnTo>
                    <a:pt x="61912" y="121920"/>
                  </a:lnTo>
                  <a:lnTo>
                    <a:pt x="61988" y="122123"/>
                  </a:lnTo>
                  <a:lnTo>
                    <a:pt x="62395" y="123190"/>
                  </a:lnTo>
                  <a:lnTo>
                    <a:pt x="62839" y="123190"/>
                  </a:lnTo>
                  <a:lnTo>
                    <a:pt x="63715" y="125945"/>
                  </a:lnTo>
                  <a:lnTo>
                    <a:pt x="63715" y="118110"/>
                  </a:lnTo>
                  <a:lnTo>
                    <a:pt x="63652" y="114300"/>
                  </a:lnTo>
                  <a:lnTo>
                    <a:pt x="64630" y="113030"/>
                  </a:lnTo>
                  <a:lnTo>
                    <a:pt x="66357" y="111760"/>
                  </a:lnTo>
                  <a:lnTo>
                    <a:pt x="68478" y="111760"/>
                  </a:lnTo>
                  <a:lnTo>
                    <a:pt x="68859" y="113030"/>
                  </a:lnTo>
                  <a:lnTo>
                    <a:pt x="68859" y="87630"/>
                  </a:lnTo>
                  <a:lnTo>
                    <a:pt x="67411" y="87630"/>
                  </a:lnTo>
                  <a:lnTo>
                    <a:pt x="67081" y="88900"/>
                  </a:lnTo>
                  <a:lnTo>
                    <a:pt x="67081" y="104140"/>
                  </a:lnTo>
                  <a:lnTo>
                    <a:pt x="67081" y="105410"/>
                  </a:lnTo>
                  <a:lnTo>
                    <a:pt x="66255" y="106680"/>
                  </a:lnTo>
                  <a:lnTo>
                    <a:pt x="66001" y="106680"/>
                  </a:lnTo>
                  <a:lnTo>
                    <a:pt x="65913" y="107950"/>
                  </a:lnTo>
                  <a:lnTo>
                    <a:pt x="64935" y="109220"/>
                  </a:lnTo>
                  <a:lnTo>
                    <a:pt x="64096" y="109220"/>
                  </a:lnTo>
                  <a:lnTo>
                    <a:pt x="63258" y="110490"/>
                  </a:lnTo>
                  <a:lnTo>
                    <a:pt x="62623" y="110490"/>
                  </a:lnTo>
                  <a:lnTo>
                    <a:pt x="62509" y="109220"/>
                  </a:lnTo>
                  <a:lnTo>
                    <a:pt x="62395" y="107950"/>
                  </a:lnTo>
                  <a:lnTo>
                    <a:pt x="63093" y="106680"/>
                  </a:lnTo>
                  <a:lnTo>
                    <a:pt x="63373" y="106680"/>
                  </a:lnTo>
                  <a:lnTo>
                    <a:pt x="63792" y="105410"/>
                  </a:lnTo>
                  <a:lnTo>
                    <a:pt x="64312" y="104140"/>
                  </a:lnTo>
                  <a:lnTo>
                    <a:pt x="64820" y="104140"/>
                  </a:lnTo>
                  <a:lnTo>
                    <a:pt x="65100" y="102870"/>
                  </a:lnTo>
                  <a:lnTo>
                    <a:pt x="66255" y="102870"/>
                  </a:lnTo>
                  <a:lnTo>
                    <a:pt x="66598" y="104140"/>
                  </a:lnTo>
                  <a:lnTo>
                    <a:pt x="67081" y="104140"/>
                  </a:lnTo>
                  <a:lnTo>
                    <a:pt x="67081" y="88900"/>
                  </a:lnTo>
                  <a:lnTo>
                    <a:pt x="66687" y="88900"/>
                  </a:lnTo>
                  <a:lnTo>
                    <a:pt x="66687" y="97790"/>
                  </a:lnTo>
                  <a:lnTo>
                    <a:pt x="65405" y="99060"/>
                  </a:lnTo>
                  <a:lnTo>
                    <a:pt x="64935" y="99060"/>
                  </a:lnTo>
                  <a:lnTo>
                    <a:pt x="64630" y="100330"/>
                  </a:lnTo>
                  <a:lnTo>
                    <a:pt x="64312" y="100330"/>
                  </a:lnTo>
                  <a:lnTo>
                    <a:pt x="63792" y="101600"/>
                  </a:lnTo>
                  <a:lnTo>
                    <a:pt x="63652" y="101600"/>
                  </a:lnTo>
                  <a:lnTo>
                    <a:pt x="63373" y="100330"/>
                  </a:lnTo>
                  <a:lnTo>
                    <a:pt x="62839" y="99060"/>
                  </a:lnTo>
                  <a:lnTo>
                    <a:pt x="63258" y="96520"/>
                  </a:lnTo>
                  <a:lnTo>
                    <a:pt x="64312" y="95250"/>
                  </a:lnTo>
                  <a:lnTo>
                    <a:pt x="64630" y="93980"/>
                  </a:lnTo>
                  <a:lnTo>
                    <a:pt x="66255" y="93980"/>
                  </a:lnTo>
                  <a:lnTo>
                    <a:pt x="66357" y="96520"/>
                  </a:lnTo>
                  <a:lnTo>
                    <a:pt x="66687" y="97790"/>
                  </a:lnTo>
                  <a:lnTo>
                    <a:pt x="66687" y="88900"/>
                  </a:lnTo>
                  <a:lnTo>
                    <a:pt x="66001" y="88900"/>
                  </a:lnTo>
                  <a:lnTo>
                    <a:pt x="65468" y="90170"/>
                  </a:lnTo>
                  <a:lnTo>
                    <a:pt x="63373" y="90170"/>
                  </a:lnTo>
                  <a:lnTo>
                    <a:pt x="63093" y="88900"/>
                  </a:lnTo>
                  <a:lnTo>
                    <a:pt x="63652" y="88900"/>
                  </a:lnTo>
                  <a:lnTo>
                    <a:pt x="64935" y="86360"/>
                  </a:lnTo>
                  <a:lnTo>
                    <a:pt x="66751" y="85090"/>
                  </a:lnTo>
                  <a:lnTo>
                    <a:pt x="67767" y="85090"/>
                  </a:lnTo>
                  <a:lnTo>
                    <a:pt x="68478" y="86360"/>
                  </a:lnTo>
                  <a:lnTo>
                    <a:pt x="68859" y="86360"/>
                  </a:lnTo>
                  <a:lnTo>
                    <a:pt x="68859" y="80010"/>
                  </a:lnTo>
                  <a:lnTo>
                    <a:pt x="67411" y="80010"/>
                  </a:lnTo>
                  <a:lnTo>
                    <a:pt x="67043" y="78740"/>
                  </a:lnTo>
                  <a:lnTo>
                    <a:pt x="66751" y="77470"/>
                  </a:lnTo>
                  <a:lnTo>
                    <a:pt x="67043" y="76200"/>
                  </a:lnTo>
                  <a:lnTo>
                    <a:pt x="67132" y="76047"/>
                  </a:lnTo>
                  <a:lnTo>
                    <a:pt x="67767" y="74930"/>
                  </a:lnTo>
                  <a:lnTo>
                    <a:pt x="69265" y="73660"/>
                  </a:lnTo>
                  <a:lnTo>
                    <a:pt x="69494" y="73660"/>
                  </a:lnTo>
                  <a:lnTo>
                    <a:pt x="70091" y="72288"/>
                  </a:lnTo>
                  <a:lnTo>
                    <a:pt x="70650" y="72288"/>
                  </a:lnTo>
                  <a:lnTo>
                    <a:pt x="71589" y="73660"/>
                  </a:lnTo>
                  <a:lnTo>
                    <a:pt x="72364" y="74930"/>
                  </a:lnTo>
                  <a:lnTo>
                    <a:pt x="72364" y="65900"/>
                  </a:lnTo>
                  <a:lnTo>
                    <a:pt x="71894" y="64770"/>
                  </a:lnTo>
                  <a:lnTo>
                    <a:pt x="70929" y="63500"/>
                  </a:lnTo>
                  <a:lnTo>
                    <a:pt x="69494" y="62230"/>
                  </a:lnTo>
                  <a:lnTo>
                    <a:pt x="68186" y="60960"/>
                  </a:lnTo>
                  <a:lnTo>
                    <a:pt x="67081" y="58420"/>
                  </a:lnTo>
                  <a:lnTo>
                    <a:pt x="68859" y="58420"/>
                  </a:lnTo>
                  <a:lnTo>
                    <a:pt x="70180" y="59690"/>
                  </a:lnTo>
                  <a:lnTo>
                    <a:pt x="71742" y="60960"/>
                  </a:lnTo>
                  <a:lnTo>
                    <a:pt x="72364" y="60960"/>
                  </a:lnTo>
                  <a:lnTo>
                    <a:pt x="72936" y="59690"/>
                  </a:lnTo>
                  <a:lnTo>
                    <a:pt x="73152" y="58420"/>
                  </a:lnTo>
                  <a:lnTo>
                    <a:pt x="73431" y="58420"/>
                  </a:lnTo>
                  <a:lnTo>
                    <a:pt x="74028" y="57150"/>
                  </a:lnTo>
                  <a:lnTo>
                    <a:pt x="72034" y="58420"/>
                  </a:lnTo>
                  <a:lnTo>
                    <a:pt x="70180" y="57150"/>
                  </a:lnTo>
                  <a:lnTo>
                    <a:pt x="69494" y="57150"/>
                  </a:lnTo>
                  <a:lnTo>
                    <a:pt x="69265" y="55880"/>
                  </a:lnTo>
                  <a:lnTo>
                    <a:pt x="68668" y="55880"/>
                  </a:lnTo>
                  <a:lnTo>
                    <a:pt x="67945" y="54610"/>
                  </a:lnTo>
                  <a:lnTo>
                    <a:pt x="66751" y="54610"/>
                  </a:lnTo>
                  <a:lnTo>
                    <a:pt x="65913" y="53340"/>
                  </a:lnTo>
                  <a:lnTo>
                    <a:pt x="65468" y="52070"/>
                  </a:lnTo>
                  <a:lnTo>
                    <a:pt x="65468" y="80010"/>
                  </a:lnTo>
                  <a:lnTo>
                    <a:pt x="64935" y="81280"/>
                  </a:lnTo>
                  <a:lnTo>
                    <a:pt x="64820" y="82550"/>
                  </a:lnTo>
                  <a:lnTo>
                    <a:pt x="64312" y="82550"/>
                  </a:lnTo>
                  <a:lnTo>
                    <a:pt x="63944" y="83820"/>
                  </a:lnTo>
                  <a:lnTo>
                    <a:pt x="63373" y="83820"/>
                  </a:lnTo>
                  <a:lnTo>
                    <a:pt x="62623" y="81280"/>
                  </a:lnTo>
                  <a:lnTo>
                    <a:pt x="62623" y="80010"/>
                  </a:lnTo>
                  <a:lnTo>
                    <a:pt x="63792" y="78740"/>
                  </a:lnTo>
                  <a:lnTo>
                    <a:pt x="63944" y="78740"/>
                  </a:lnTo>
                  <a:lnTo>
                    <a:pt x="65100" y="80010"/>
                  </a:lnTo>
                  <a:lnTo>
                    <a:pt x="65468" y="80010"/>
                  </a:lnTo>
                  <a:lnTo>
                    <a:pt x="65468" y="52070"/>
                  </a:lnTo>
                  <a:lnTo>
                    <a:pt x="65468" y="48260"/>
                  </a:lnTo>
                  <a:lnTo>
                    <a:pt x="70180" y="48260"/>
                  </a:lnTo>
                  <a:lnTo>
                    <a:pt x="70726" y="46990"/>
                  </a:lnTo>
                  <a:lnTo>
                    <a:pt x="70929" y="46990"/>
                  </a:lnTo>
                  <a:lnTo>
                    <a:pt x="71297" y="45720"/>
                  </a:lnTo>
                  <a:lnTo>
                    <a:pt x="71589" y="45720"/>
                  </a:lnTo>
                  <a:lnTo>
                    <a:pt x="72123" y="46990"/>
                  </a:lnTo>
                  <a:lnTo>
                    <a:pt x="72542" y="46990"/>
                  </a:lnTo>
                  <a:lnTo>
                    <a:pt x="72936" y="48260"/>
                  </a:lnTo>
                  <a:lnTo>
                    <a:pt x="72986" y="52070"/>
                  </a:lnTo>
                  <a:lnTo>
                    <a:pt x="73647" y="52070"/>
                  </a:lnTo>
                  <a:lnTo>
                    <a:pt x="74028" y="50800"/>
                  </a:lnTo>
                  <a:lnTo>
                    <a:pt x="74028" y="49530"/>
                  </a:lnTo>
                  <a:lnTo>
                    <a:pt x="73710" y="49530"/>
                  </a:lnTo>
                  <a:lnTo>
                    <a:pt x="73710" y="48260"/>
                  </a:lnTo>
                  <a:lnTo>
                    <a:pt x="75463" y="48260"/>
                  </a:lnTo>
                  <a:lnTo>
                    <a:pt x="75463" y="50800"/>
                  </a:lnTo>
                  <a:lnTo>
                    <a:pt x="75260" y="50800"/>
                  </a:lnTo>
                  <a:lnTo>
                    <a:pt x="74879" y="52070"/>
                  </a:lnTo>
                  <a:lnTo>
                    <a:pt x="74752" y="54610"/>
                  </a:lnTo>
                  <a:lnTo>
                    <a:pt x="74028" y="57150"/>
                  </a:lnTo>
                  <a:lnTo>
                    <a:pt x="74396" y="57150"/>
                  </a:lnTo>
                  <a:lnTo>
                    <a:pt x="75260" y="58420"/>
                  </a:lnTo>
                  <a:lnTo>
                    <a:pt x="75590" y="58420"/>
                  </a:lnTo>
                  <a:lnTo>
                    <a:pt x="75806" y="59690"/>
                  </a:lnTo>
                  <a:lnTo>
                    <a:pt x="75806" y="60960"/>
                  </a:lnTo>
                  <a:lnTo>
                    <a:pt x="76123" y="63500"/>
                  </a:lnTo>
                  <a:lnTo>
                    <a:pt x="77025" y="63500"/>
                  </a:lnTo>
                  <a:lnTo>
                    <a:pt x="77101" y="62230"/>
                  </a:lnTo>
                  <a:lnTo>
                    <a:pt x="77406" y="62230"/>
                  </a:lnTo>
                  <a:lnTo>
                    <a:pt x="77762" y="60960"/>
                  </a:lnTo>
                  <a:lnTo>
                    <a:pt x="79019" y="60960"/>
                  </a:lnTo>
                  <a:lnTo>
                    <a:pt x="79019" y="64770"/>
                  </a:lnTo>
                  <a:lnTo>
                    <a:pt x="79857" y="63500"/>
                  </a:lnTo>
                  <a:lnTo>
                    <a:pt x="80479" y="62230"/>
                  </a:lnTo>
                  <a:lnTo>
                    <a:pt x="81318" y="62230"/>
                  </a:lnTo>
                  <a:lnTo>
                    <a:pt x="81407" y="62382"/>
                  </a:lnTo>
                  <a:lnTo>
                    <a:pt x="82016" y="63500"/>
                  </a:lnTo>
                  <a:lnTo>
                    <a:pt x="82016" y="55880"/>
                  </a:lnTo>
                  <a:lnTo>
                    <a:pt x="81648" y="55880"/>
                  </a:lnTo>
                  <a:lnTo>
                    <a:pt x="80911" y="54610"/>
                  </a:lnTo>
                  <a:lnTo>
                    <a:pt x="76695" y="54610"/>
                  </a:lnTo>
                  <a:lnTo>
                    <a:pt x="76365" y="53340"/>
                  </a:lnTo>
                  <a:lnTo>
                    <a:pt x="76123" y="52070"/>
                  </a:lnTo>
                  <a:lnTo>
                    <a:pt x="76123" y="49530"/>
                  </a:lnTo>
                  <a:lnTo>
                    <a:pt x="76365" y="49530"/>
                  </a:lnTo>
                  <a:lnTo>
                    <a:pt x="77406" y="48260"/>
                  </a:lnTo>
                  <a:lnTo>
                    <a:pt x="77406" y="46990"/>
                  </a:lnTo>
                  <a:lnTo>
                    <a:pt x="76466" y="45720"/>
                  </a:lnTo>
                  <a:lnTo>
                    <a:pt x="75996" y="45720"/>
                  </a:lnTo>
                  <a:lnTo>
                    <a:pt x="75590" y="44450"/>
                  </a:lnTo>
                  <a:lnTo>
                    <a:pt x="75590" y="43129"/>
                  </a:lnTo>
                  <a:lnTo>
                    <a:pt x="75831" y="43129"/>
                  </a:lnTo>
                  <a:lnTo>
                    <a:pt x="75920" y="42926"/>
                  </a:lnTo>
                  <a:lnTo>
                    <a:pt x="76365" y="41910"/>
                  </a:lnTo>
                  <a:lnTo>
                    <a:pt x="77025" y="41910"/>
                  </a:lnTo>
                  <a:lnTo>
                    <a:pt x="78066" y="40640"/>
                  </a:lnTo>
                  <a:lnTo>
                    <a:pt x="78066" y="36830"/>
                  </a:lnTo>
                  <a:lnTo>
                    <a:pt x="77762" y="36830"/>
                  </a:lnTo>
                  <a:lnTo>
                    <a:pt x="77025" y="35560"/>
                  </a:lnTo>
                  <a:lnTo>
                    <a:pt x="76365" y="35560"/>
                  </a:lnTo>
                  <a:lnTo>
                    <a:pt x="75082" y="34290"/>
                  </a:lnTo>
                  <a:lnTo>
                    <a:pt x="74244" y="32740"/>
                  </a:lnTo>
                  <a:lnTo>
                    <a:pt x="73418" y="32740"/>
                  </a:lnTo>
                  <a:lnTo>
                    <a:pt x="73152" y="31750"/>
                  </a:lnTo>
                  <a:lnTo>
                    <a:pt x="72936" y="31750"/>
                  </a:lnTo>
                  <a:lnTo>
                    <a:pt x="72364" y="30480"/>
                  </a:lnTo>
                  <a:lnTo>
                    <a:pt x="72428" y="29210"/>
                  </a:lnTo>
                  <a:lnTo>
                    <a:pt x="73431" y="27940"/>
                  </a:lnTo>
                  <a:lnTo>
                    <a:pt x="74104" y="26517"/>
                  </a:lnTo>
                  <a:lnTo>
                    <a:pt x="74472" y="26517"/>
                  </a:lnTo>
                  <a:lnTo>
                    <a:pt x="75463" y="25400"/>
                  </a:lnTo>
                  <a:lnTo>
                    <a:pt x="75590" y="19050"/>
                  </a:lnTo>
                  <a:lnTo>
                    <a:pt x="76123" y="17780"/>
                  </a:lnTo>
                  <a:lnTo>
                    <a:pt x="77470" y="17780"/>
                  </a:lnTo>
                  <a:lnTo>
                    <a:pt x="79286" y="16510"/>
                  </a:lnTo>
                  <a:lnTo>
                    <a:pt x="83350" y="13970"/>
                  </a:lnTo>
                  <a:lnTo>
                    <a:pt x="85674" y="13970"/>
                  </a:lnTo>
                  <a:lnTo>
                    <a:pt x="88150" y="12700"/>
                  </a:lnTo>
                  <a:lnTo>
                    <a:pt x="91351" y="12700"/>
                  </a:lnTo>
                  <a:lnTo>
                    <a:pt x="91694" y="11430"/>
                  </a:lnTo>
                  <a:lnTo>
                    <a:pt x="92075" y="11430"/>
                  </a:lnTo>
                  <a:lnTo>
                    <a:pt x="91770" y="10160"/>
                  </a:lnTo>
                  <a:lnTo>
                    <a:pt x="91224" y="8890"/>
                  </a:lnTo>
                  <a:lnTo>
                    <a:pt x="90436" y="8890"/>
                  </a:lnTo>
                  <a:lnTo>
                    <a:pt x="90131" y="7620"/>
                  </a:lnTo>
                  <a:lnTo>
                    <a:pt x="89293" y="7620"/>
                  </a:lnTo>
                  <a:lnTo>
                    <a:pt x="89293" y="5080"/>
                  </a:lnTo>
                  <a:lnTo>
                    <a:pt x="89560" y="3810"/>
                  </a:lnTo>
                  <a:lnTo>
                    <a:pt x="90817" y="2540"/>
                  </a:lnTo>
                  <a:lnTo>
                    <a:pt x="92252" y="3810"/>
                  </a:lnTo>
                  <a:lnTo>
                    <a:pt x="93446" y="3810"/>
                  </a:lnTo>
                  <a:lnTo>
                    <a:pt x="94284" y="5080"/>
                  </a:lnTo>
                  <a:lnTo>
                    <a:pt x="94513" y="6350"/>
                  </a:lnTo>
                  <a:lnTo>
                    <a:pt x="94513" y="7620"/>
                  </a:lnTo>
                  <a:lnTo>
                    <a:pt x="94068" y="8890"/>
                  </a:lnTo>
                  <a:lnTo>
                    <a:pt x="93446" y="10160"/>
                  </a:lnTo>
                  <a:lnTo>
                    <a:pt x="92976" y="11430"/>
                  </a:lnTo>
                  <a:lnTo>
                    <a:pt x="96735" y="11430"/>
                  </a:lnTo>
                  <a:lnTo>
                    <a:pt x="96634" y="10160"/>
                  </a:lnTo>
                  <a:lnTo>
                    <a:pt x="96520" y="8890"/>
                  </a:lnTo>
                  <a:lnTo>
                    <a:pt x="96202" y="8890"/>
                  </a:lnTo>
                  <a:lnTo>
                    <a:pt x="95478" y="7620"/>
                  </a:lnTo>
                  <a:lnTo>
                    <a:pt x="95326" y="6350"/>
                  </a:lnTo>
                  <a:lnTo>
                    <a:pt x="95897" y="3810"/>
                  </a:lnTo>
                  <a:lnTo>
                    <a:pt x="96393" y="3810"/>
                  </a:lnTo>
                  <a:lnTo>
                    <a:pt x="97561" y="2540"/>
                  </a:lnTo>
                  <a:lnTo>
                    <a:pt x="98729" y="2540"/>
                  </a:lnTo>
                  <a:lnTo>
                    <a:pt x="99212" y="6350"/>
                  </a:lnTo>
                  <a:lnTo>
                    <a:pt x="99212" y="7620"/>
                  </a:lnTo>
                  <a:lnTo>
                    <a:pt x="99364" y="8890"/>
                  </a:lnTo>
                  <a:lnTo>
                    <a:pt x="99212" y="10160"/>
                  </a:lnTo>
                  <a:lnTo>
                    <a:pt x="98577" y="10160"/>
                  </a:lnTo>
                  <a:lnTo>
                    <a:pt x="98336" y="11430"/>
                  </a:lnTo>
                  <a:lnTo>
                    <a:pt x="101346" y="11430"/>
                  </a:lnTo>
                  <a:lnTo>
                    <a:pt x="101346" y="10160"/>
                  </a:lnTo>
                  <a:lnTo>
                    <a:pt x="101180" y="10160"/>
                  </a:lnTo>
                  <a:lnTo>
                    <a:pt x="100812" y="8890"/>
                  </a:lnTo>
                  <a:lnTo>
                    <a:pt x="100342" y="8890"/>
                  </a:lnTo>
                  <a:lnTo>
                    <a:pt x="100164" y="7620"/>
                  </a:lnTo>
                  <a:lnTo>
                    <a:pt x="100164" y="5080"/>
                  </a:lnTo>
                  <a:lnTo>
                    <a:pt x="100406" y="3810"/>
                  </a:lnTo>
                  <a:lnTo>
                    <a:pt x="101028" y="3810"/>
                  </a:lnTo>
                  <a:lnTo>
                    <a:pt x="101663" y="2540"/>
                  </a:lnTo>
                  <a:lnTo>
                    <a:pt x="103378" y="2540"/>
                  </a:lnTo>
                  <a:lnTo>
                    <a:pt x="103924" y="3810"/>
                  </a:lnTo>
                  <a:lnTo>
                    <a:pt x="104635" y="5080"/>
                  </a:lnTo>
                  <a:lnTo>
                    <a:pt x="104635" y="6350"/>
                  </a:lnTo>
                  <a:lnTo>
                    <a:pt x="103784" y="8890"/>
                  </a:lnTo>
                  <a:lnTo>
                    <a:pt x="103098" y="10160"/>
                  </a:lnTo>
                  <a:lnTo>
                    <a:pt x="102882" y="10160"/>
                  </a:lnTo>
                  <a:lnTo>
                    <a:pt x="103098" y="11430"/>
                  </a:lnTo>
                  <a:lnTo>
                    <a:pt x="103378" y="11430"/>
                  </a:lnTo>
                  <a:lnTo>
                    <a:pt x="103784" y="12700"/>
                  </a:lnTo>
                  <a:lnTo>
                    <a:pt x="107175" y="12700"/>
                  </a:lnTo>
                  <a:lnTo>
                    <a:pt x="112153" y="15240"/>
                  </a:lnTo>
                  <a:lnTo>
                    <a:pt x="113474" y="15240"/>
                  </a:lnTo>
                  <a:lnTo>
                    <a:pt x="114655" y="16510"/>
                  </a:lnTo>
                  <a:lnTo>
                    <a:pt x="115938" y="16510"/>
                  </a:lnTo>
                  <a:lnTo>
                    <a:pt x="118071" y="17780"/>
                  </a:lnTo>
                  <a:lnTo>
                    <a:pt x="119176" y="20320"/>
                  </a:lnTo>
                  <a:lnTo>
                    <a:pt x="119634" y="22860"/>
                  </a:lnTo>
                  <a:lnTo>
                    <a:pt x="119761" y="25400"/>
                  </a:lnTo>
                  <a:lnTo>
                    <a:pt x="119989" y="25400"/>
                  </a:lnTo>
                  <a:lnTo>
                    <a:pt x="120281" y="26517"/>
                  </a:lnTo>
                  <a:lnTo>
                    <a:pt x="120916" y="27940"/>
                  </a:lnTo>
                  <a:lnTo>
                    <a:pt x="121716" y="27940"/>
                  </a:lnTo>
                  <a:lnTo>
                    <a:pt x="122021" y="29210"/>
                  </a:lnTo>
                  <a:lnTo>
                    <a:pt x="122377" y="30480"/>
                  </a:lnTo>
                  <a:lnTo>
                    <a:pt x="122770" y="31750"/>
                  </a:lnTo>
                  <a:lnTo>
                    <a:pt x="122770" y="27647"/>
                  </a:lnTo>
                  <a:lnTo>
                    <a:pt x="122250" y="26517"/>
                  </a:lnTo>
                  <a:lnTo>
                    <a:pt x="121386" y="25400"/>
                  </a:lnTo>
                  <a:lnTo>
                    <a:pt x="120764" y="25400"/>
                  </a:lnTo>
                  <a:lnTo>
                    <a:pt x="120408" y="24130"/>
                  </a:lnTo>
                  <a:lnTo>
                    <a:pt x="120523" y="22860"/>
                  </a:lnTo>
                  <a:lnTo>
                    <a:pt x="120764" y="21590"/>
                  </a:lnTo>
                  <a:lnTo>
                    <a:pt x="120980" y="20320"/>
                  </a:lnTo>
                  <a:lnTo>
                    <a:pt x="121386" y="19050"/>
                  </a:lnTo>
                  <a:lnTo>
                    <a:pt x="121386" y="17780"/>
                  </a:lnTo>
                  <a:lnTo>
                    <a:pt x="120040" y="16510"/>
                  </a:lnTo>
                  <a:lnTo>
                    <a:pt x="119634" y="16510"/>
                  </a:lnTo>
                  <a:lnTo>
                    <a:pt x="118643" y="15240"/>
                  </a:lnTo>
                  <a:lnTo>
                    <a:pt x="115773" y="15240"/>
                  </a:lnTo>
                  <a:lnTo>
                    <a:pt x="114185" y="13970"/>
                  </a:lnTo>
                  <a:lnTo>
                    <a:pt x="112877" y="13970"/>
                  </a:lnTo>
                  <a:lnTo>
                    <a:pt x="111620" y="12700"/>
                  </a:lnTo>
                  <a:lnTo>
                    <a:pt x="111620" y="11430"/>
                  </a:lnTo>
                  <a:lnTo>
                    <a:pt x="112649" y="10160"/>
                  </a:lnTo>
                  <a:lnTo>
                    <a:pt x="113804" y="8890"/>
                  </a:lnTo>
                  <a:lnTo>
                    <a:pt x="116827" y="8890"/>
                  </a:lnTo>
                  <a:lnTo>
                    <a:pt x="117297" y="7620"/>
                  </a:lnTo>
                  <a:lnTo>
                    <a:pt x="112649" y="7620"/>
                  </a:lnTo>
                  <a:lnTo>
                    <a:pt x="112496" y="8890"/>
                  </a:lnTo>
                  <a:lnTo>
                    <a:pt x="111988" y="8890"/>
                  </a:lnTo>
                  <a:lnTo>
                    <a:pt x="111709" y="10160"/>
                  </a:lnTo>
                  <a:lnTo>
                    <a:pt x="111277" y="10160"/>
                  </a:lnTo>
                  <a:lnTo>
                    <a:pt x="111061" y="11430"/>
                  </a:lnTo>
                  <a:lnTo>
                    <a:pt x="109982" y="11430"/>
                  </a:lnTo>
                  <a:lnTo>
                    <a:pt x="109651" y="10160"/>
                  </a:lnTo>
                  <a:lnTo>
                    <a:pt x="109423" y="10160"/>
                  </a:lnTo>
                  <a:lnTo>
                    <a:pt x="109804" y="8890"/>
                  </a:lnTo>
                  <a:lnTo>
                    <a:pt x="110896" y="6350"/>
                  </a:lnTo>
                  <a:lnTo>
                    <a:pt x="112496" y="5080"/>
                  </a:lnTo>
                  <a:lnTo>
                    <a:pt x="114757" y="5080"/>
                  </a:lnTo>
                  <a:lnTo>
                    <a:pt x="115938" y="3810"/>
                  </a:lnTo>
                  <a:lnTo>
                    <a:pt x="117182" y="3810"/>
                  </a:lnTo>
                  <a:lnTo>
                    <a:pt x="118351" y="5080"/>
                  </a:lnTo>
                  <a:lnTo>
                    <a:pt x="121386" y="5080"/>
                  </a:lnTo>
                  <a:lnTo>
                    <a:pt x="121716" y="7620"/>
                  </a:lnTo>
                  <a:lnTo>
                    <a:pt x="119722" y="10160"/>
                  </a:lnTo>
                  <a:lnTo>
                    <a:pt x="122770" y="10160"/>
                  </a:lnTo>
                  <a:lnTo>
                    <a:pt x="122770" y="12700"/>
                  </a:lnTo>
                  <a:lnTo>
                    <a:pt x="123024" y="13970"/>
                  </a:lnTo>
                  <a:lnTo>
                    <a:pt x="123837" y="15240"/>
                  </a:lnTo>
                  <a:lnTo>
                    <a:pt x="125298" y="16510"/>
                  </a:lnTo>
                  <a:lnTo>
                    <a:pt x="125196" y="17780"/>
                  </a:lnTo>
                  <a:lnTo>
                    <a:pt x="125082" y="19050"/>
                  </a:lnTo>
                  <a:lnTo>
                    <a:pt x="124968" y="20320"/>
                  </a:lnTo>
                  <a:lnTo>
                    <a:pt x="122770" y="21590"/>
                  </a:lnTo>
                  <a:lnTo>
                    <a:pt x="122199" y="21590"/>
                  </a:lnTo>
                  <a:lnTo>
                    <a:pt x="122021" y="22860"/>
                  </a:lnTo>
                  <a:lnTo>
                    <a:pt x="124206" y="22860"/>
                  </a:lnTo>
                  <a:lnTo>
                    <a:pt x="126936" y="25400"/>
                  </a:lnTo>
                  <a:lnTo>
                    <a:pt x="128028" y="27940"/>
                  </a:lnTo>
                  <a:lnTo>
                    <a:pt x="128828" y="29210"/>
                  </a:lnTo>
                  <a:lnTo>
                    <a:pt x="128625" y="30480"/>
                  </a:lnTo>
                  <a:lnTo>
                    <a:pt x="127850" y="32740"/>
                  </a:lnTo>
                  <a:lnTo>
                    <a:pt x="127381" y="32740"/>
                  </a:lnTo>
                  <a:lnTo>
                    <a:pt x="127279" y="33426"/>
                  </a:lnTo>
                  <a:lnTo>
                    <a:pt x="127152" y="34290"/>
                  </a:lnTo>
                  <a:lnTo>
                    <a:pt x="126593" y="34290"/>
                  </a:lnTo>
                  <a:lnTo>
                    <a:pt x="126593" y="35560"/>
                  </a:lnTo>
                  <a:lnTo>
                    <a:pt x="128828" y="35560"/>
                  </a:lnTo>
                  <a:lnTo>
                    <a:pt x="129159" y="36830"/>
                  </a:lnTo>
                  <a:lnTo>
                    <a:pt x="129070" y="38011"/>
                  </a:lnTo>
                  <a:lnTo>
                    <a:pt x="128625" y="39370"/>
                  </a:lnTo>
                  <a:lnTo>
                    <a:pt x="128346" y="40640"/>
                  </a:lnTo>
                  <a:lnTo>
                    <a:pt x="128346" y="41910"/>
                  </a:lnTo>
                  <a:lnTo>
                    <a:pt x="129032" y="43129"/>
                  </a:lnTo>
                  <a:lnTo>
                    <a:pt x="129387" y="43129"/>
                  </a:lnTo>
                  <a:lnTo>
                    <a:pt x="129387" y="22860"/>
                  </a:lnTo>
                  <a:lnTo>
                    <a:pt x="129159" y="22860"/>
                  </a:lnTo>
                  <a:lnTo>
                    <a:pt x="128828" y="21590"/>
                  </a:lnTo>
                  <a:lnTo>
                    <a:pt x="128028" y="21590"/>
                  </a:lnTo>
                  <a:lnTo>
                    <a:pt x="127635" y="20320"/>
                  </a:lnTo>
                  <a:lnTo>
                    <a:pt x="127749" y="19050"/>
                  </a:lnTo>
                  <a:lnTo>
                    <a:pt x="128028" y="19050"/>
                  </a:lnTo>
                  <a:lnTo>
                    <a:pt x="128028" y="17780"/>
                  </a:lnTo>
                  <a:lnTo>
                    <a:pt x="128168" y="17780"/>
                  </a:lnTo>
                  <a:lnTo>
                    <a:pt x="128168" y="13970"/>
                  </a:lnTo>
                  <a:lnTo>
                    <a:pt x="127749" y="12700"/>
                  </a:lnTo>
                  <a:lnTo>
                    <a:pt x="127431" y="12700"/>
                  </a:lnTo>
                  <a:lnTo>
                    <a:pt x="127152" y="11430"/>
                  </a:lnTo>
                  <a:lnTo>
                    <a:pt x="126339" y="10160"/>
                  </a:lnTo>
                  <a:lnTo>
                    <a:pt x="125590" y="10160"/>
                  </a:lnTo>
                  <a:lnTo>
                    <a:pt x="125564" y="7620"/>
                  </a:lnTo>
                  <a:lnTo>
                    <a:pt x="125222" y="6350"/>
                  </a:lnTo>
                  <a:lnTo>
                    <a:pt x="123837" y="3810"/>
                  </a:lnTo>
                  <a:lnTo>
                    <a:pt x="122770" y="2540"/>
                  </a:lnTo>
                  <a:lnTo>
                    <a:pt x="120523" y="2540"/>
                  </a:lnTo>
                  <a:lnTo>
                    <a:pt x="119634" y="1270"/>
                  </a:lnTo>
                  <a:lnTo>
                    <a:pt x="117538" y="1270"/>
                  </a:lnTo>
                  <a:lnTo>
                    <a:pt x="116255" y="2540"/>
                  </a:lnTo>
                  <a:lnTo>
                    <a:pt x="113474" y="2540"/>
                  </a:lnTo>
                  <a:lnTo>
                    <a:pt x="112877" y="1270"/>
                  </a:lnTo>
                  <a:lnTo>
                    <a:pt x="112649" y="1270"/>
                  </a:lnTo>
                  <a:lnTo>
                    <a:pt x="112077" y="0"/>
                  </a:lnTo>
                  <a:lnTo>
                    <a:pt x="110794" y="0"/>
                  </a:lnTo>
                  <a:lnTo>
                    <a:pt x="110794" y="2540"/>
                  </a:lnTo>
                  <a:lnTo>
                    <a:pt x="110553" y="3810"/>
                  </a:lnTo>
                  <a:lnTo>
                    <a:pt x="110553" y="5080"/>
                  </a:lnTo>
                  <a:lnTo>
                    <a:pt x="110337" y="5080"/>
                  </a:lnTo>
                  <a:lnTo>
                    <a:pt x="109626" y="6350"/>
                  </a:lnTo>
                  <a:lnTo>
                    <a:pt x="108331" y="10160"/>
                  </a:lnTo>
                  <a:lnTo>
                    <a:pt x="108140" y="10160"/>
                  </a:lnTo>
                  <a:lnTo>
                    <a:pt x="107657" y="11430"/>
                  </a:lnTo>
                  <a:lnTo>
                    <a:pt x="105537" y="11430"/>
                  </a:lnTo>
                  <a:lnTo>
                    <a:pt x="105206" y="10160"/>
                  </a:lnTo>
                  <a:lnTo>
                    <a:pt x="104965" y="10160"/>
                  </a:lnTo>
                  <a:lnTo>
                    <a:pt x="104965" y="8890"/>
                  </a:lnTo>
                  <a:lnTo>
                    <a:pt x="105206" y="7620"/>
                  </a:lnTo>
                  <a:lnTo>
                    <a:pt x="105537" y="6350"/>
                  </a:lnTo>
                  <a:lnTo>
                    <a:pt x="106045" y="5080"/>
                  </a:lnTo>
                  <a:lnTo>
                    <a:pt x="107086" y="3810"/>
                  </a:lnTo>
                  <a:lnTo>
                    <a:pt x="108331" y="2540"/>
                  </a:lnTo>
                  <a:lnTo>
                    <a:pt x="110794" y="2540"/>
                  </a:lnTo>
                  <a:lnTo>
                    <a:pt x="110794" y="0"/>
                  </a:lnTo>
                  <a:lnTo>
                    <a:pt x="107289" y="0"/>
                  </a:lnTo>
                  <a:lnTo>
                    <a:pt x="105892" y="1270"/>
                  </a:lnTo>
                  <a:lnTo>
                    <a:pt x="105537" y="1270"/>
                  </a:lnTo>
                  <a:lnTo>
                    <a:pt x="104381" y="0"/>
                  </a:lnTo>
                  <a:lnTo>
                    <a:pt x="101180" y="0"/>
                  </a:lnTo>
                  <a:lnTo>
                    <a:pt x="100812" y="1270"/>
                  </a:lnTo>
                  <a:lnTo>
                    <a:pt x="99364" y="1270"/>
                  </a:lnTo>
                  <a:lnTo>
                    <a:pt x="99060" y="0"/>
                  </a:lnTo>
                  <a:lnTo>
                    <a:pt x="96202" y="0"/>
                  </a:lnTo>
                  <a:lnTo>
                    <a:pt x="95770" y="1270"/>
                  </a:lnTo>
                  <a:lnTo>
                    <a:pt x="95567" y="1270"/>
                  </a:lnTo>
                  <a:lnTo>
                    <a:pt x="94513" y="0"/>
                  </a:lnTo>
                  <a:lnTo>
                    <a:pt x="88595" y="0"/>
                  </a:lnTo>
                  <a:lnTo>
                    <a:pt x="88595" y="6350"/>
                  </a:lnTo>
                  <a:lnTo>
                    <a:pt x="88493" y="10160"/>
                  </a:lnTo>
                  <a:lnTo>
                    <a:pt x="88150" y="10160"/>
                  </a:lnTo>
                  <a:lnTo>
                    <a:pt x="87922" y="11430"/>
                  </a:lnTo>
                  <a:lnTo>
                    <a:pt x="86868" y="11430"/>
                  </a:lnTo>
                  <a:lnTo>
                    <a:pt x="86753" y="10160"/>
                  </a:lnTo>
                  <a:lnTo>
                    <a:pt x="85839" y="10160"/>
                  </a:lnTo>
                  <a:lnTo>
                    <a:pt x="85115" y="8890"/>
                  </a:lnTo>
                  <a:lnTo>
                    <a:pt x="84747" y="8890"/>
                  </a:lnTo>
                  <a:lnTo>
                    <a:pt x="84747" y="12700"/>
                  </a:lnTo>
                  <a:lnTo>
                    <a:pt x="83324" y="12700"/>
                  </a:lnTo>
                  <a:lnTo>
                    <a:pt x="82638" y="11430"/>
                  </a:lnTo>
                  <a:lnTo>
                    <a:pt x="81648" y="10160"/>
                  </a:lnTo>
                  <a:lnTo>
                    <a:pt x="80911" y="8890"/>
                  </a:lnTo>
                  <a:lnTo>
                    <a:pt x="80479" y="8890"/>
                  </a:lnTo>
                  <a:lnTo>
                    <a:pt x="79565" y="7620"/>
                  </a:lnTo>
                  <a:lnTo>
                    <a:pt x="78447" y="7620"/>
                  </a:lnTo>
                  <a:lnTo>
                    <a:pt x="79565" y="8890"/>
                  </a:lnTo>
                  <a:lnTo>
                    <a:pt x="80822" y="10160"/>
                  </a:lnTo>
                  <a:lnTo>
                    <a:pt x="81508" y="11430"/>
                  </a:lnTo>
                  <a:lnTo>
                    <a:pt x="81648" y="12700"/>
                  </a:lnTo>
                  <a:lnTo>
                    <a:pt x="80479" y="12700"/>
                  </a:lnTo>
                  <a:lnTo>
                    <a:pt x="79857" y="11430"/>
                  </a:lnTo>
                  <a:lnTo>
                    <a:pt x="79019" y="11430"/>
                  </a:lnTo>
                  <a:lnTo>
                    <a:pt x="78574" y="10160"/>
                  </a:lnTo>
                  <a:lnTo>
                    <a:pt x="78066" y="10160"/>
                  </a:lnTo>
                  <a:lnTo>
                    <a:pt x="77101" y="8890"/>
                  </a:lnTo>
                  <a:lnTo>
                    <a:pt x="76466" y="8890"/>
                  </a:lnTo>
                  <a:lnTo>
                    <a:pt x="75590" y="10160"/>
                  </a:lnTo>
                  <a:lnTo>
                    <a:pt x="74815" y="10160"/>
                  </a:lnTo>
                  <a:lnTo>
                    <a:pt x="74028" y="11430"/>
                  </a:lnTo>
                  <a:lnTo>
                    <a:pt x="74180" y="12700"/>
                  </a:lnTo>
                  <a:lnTo>
                    <a:pt x="74028" y="13970"/>
                  </a:lnTo>
                  <a:lnTo>
                    <a:pt x="72986" y="13970"/>
                  </a:lnTo>
                  <a:lnTo>
                    <a:pt x="74028" y="15240"/>
                  </a:lnTo>
                  <a:lnTo>
                    <a:pt x="75082" y="15240"/>
                  </a:lnTo>
                  <a:lnTo>
                    <a:pt x="75806" y="13970"/>
                  </a:lnTo>
                  <a:lnTo>
                    <a:pt x="76365" y="13970"/>
                  </a:lnTo>
                  <a:lnTo>
                    <a:pt x="76695" y="12700"/>
                  </a:lnTo>
                  <a:lnTo>
                    <a:pt x="76466" y="11430"/>
                  </a:lnTo>
                  <a:lnTo>
                    <a:pt x="76365" y="10160"/>
                  </a:lnTo>
                  <a:lnTo>
                    <a:pt x="77101" y="11430"/>
                  </a:lnTo>
                  <a:lnTo>
                    <a:pt x="77851" y="11430"/>
                  </a:lnTo>
                  <a:lnTo>
                    <a:pt x="78155" y="12700"/>
                  </a:lnTo>
                  <a:lnTo>
                    <a:pt x="78155" y="13970"/>
                  </a:lnTo>
                  <a:lnTo>
                    <a:pt x="78447" y="13970"/>
                  </a:lnTo>
                  <a:lnTo>
                    <a:pt x="78447" y="15240"/>
                  </a:lnTo>
                  <a:lnTo>
                    <a:pt x="77851" y="15240"/>
                  </a:lnTo>
                  <a:lnTo>
                    <a:pt x="74396" y="19050"/>
                  </a:lnTo>
                  <a:lnTo>
                    <a:pt x="73710" y="20320"/>
                  </a:lnTo>
                  <a:lnTo>
                    <a:pt x="73152" y="21590"/>
                  </a:lnTo>
                  <a:lnTo>
                    <a:pt x="72936" y="22860"/>
                  </a:lnTo>
                  <a:lnTo>
                    <a:pt x="72656" y="22860"/>
                  </a:lnTo>
                  <a:lnTo>
                    <a:pt x="73291" y="26517"/>
                  </a:lnTo>
                  <a:lnTo>
                    <a:pt x="72605" y="27940"/>
                  </a:lnTo>
                  <a:lnTo>
                    <a:pt x="72364" y="27940"/>
                  </a:lnTo>
                  <a:lnTo>
                    <a:pt x="71894" y="29210"/>
                  </a:lnTo>
                  <a:lnTo>
                    <a:pt x="70396" y="30480"/>
                  </a:lnTo>
                  <a:lnTo>
                    <a:pt x="70497" y="32740"/>
                  </a:lnTo>
                  <a:lnTo>
                    <a:pt x="70688" y="33426"/>
                  </a:lnTo>
                  <a:lnTo>
                    <a:pt x="71589" y="35560"/>
                  </a:lnTo>
                  <a:lnTo>
                    <a:pt x="71958" y="36830"/>
                  </a:lnTo>
                  <a:lnTo>
                    <a:pt x="72605" y="38011"/>
                  </a:lnTo>
                  <a:lnTo>
                    <a:pt x="73710" y="40640"/>
                  </a:lnTo>
                  <a:lnTo>
                    <a:pt x="73710" y="41910"/>
                  </a:lnTo>
                  <a:lnTo>
                    <a:pt x="73050" y="41910"/>
                  </a:lnTo>
                  <a:lnTo>
                    <a:pt x="72567" y="43129"/>
                  </a:lnTo>
                  <a:lnTo>
                    <a:pt x="70954" y="43129"/>
                  </a:lnTo>
                  <a:lnTo>
                    <a:pt x="70180" y="44450"/>
                  </a:lnTo>
                  <a:lnTo>
                    <a:pt x="69176" y="45720"/>
                  </a:lnTo>
                  <a:lnTo>
                    <a:pt x="64630" y="45720"/>
                  </a:lnTo>
                  <a:lnTo>
                    <a:pt x="64630" y="66040"/>
                  </a:lnTo>
                  <a:lnTo>
                    <a:pt x="64630" y="68580"/>
                  </a:lnTo>
                  <a:lnTo>
                    <a:pt x="64477" y="69850"/>
                  </a:lnTo>
                  <a:lnTo>
                    <a:pt x="64477" y="70980"/>
                  </a:lnTo>
                  <a:lnTo>
                    <a:pt x="64338" y="70980"/>
                  </a:lnTo>
                  <a:lnTo>
                    <a:pt x="64109" y="72288"/>
                  </a:lnTo>
                  <a:lnTo>
                    <a:pt x="63398" y="72288"/>
                  </a:lnTo>
                  <a:lnTo>
                    <a:pt x="62839" y="74930"/>
                  </a:lnTo>
                  <a:lnTo>
                    <a:pt x="63093" y="76200"/>
                  </a:lnTo>
                  <a:lnTo>
                    <a:pt x="62839" y="77470"/>
                  </a:lnTo>
                  <a:lnTo>
                    <a:pt x="62534" y="77470"/>
                  </a:lnTo>
                  <a:lnTo>
                    <a:pt x="62534" y="86360"/>
                  </a:lnTo>
                  <a:lnTo>
                    <a:pt x="62509" y="87630"/>
                  </a:lnTo>
                  <a:lnTo>
                    <a:pt x="62280" y="88900"/>
                  </a:lnTo>
                  <a:lnTo>
                    <a:pt x="61912" y="90170"/>
                  </a:lnTo>
                  <a:lnTo>
                    <a:pt x="61493" y="90170"/>
                  </a:lnTo>
                  <a:lnTo>
                    <a:pt x="61493" y="93980"/>
                  </a:lnTo>
                  <a:lnTo>
                    <a:pt x="61379" y="94157"/>
                  </a:lnTo>
                  <a:lnTo>
                    <a:pt x="61379" y="101600"/>
                  </a:lnTo>
                  <a:lnTo>
                    <a:pt x="61023" y="102870"/>
                  </a:lnTo>
                  <a:lnTo>
                    <a:pt x="60655" y="103695"/>
                  </a:lnTo>
                  <a:lnTo>
                    <a:pt x="60655" y="107950"/>
                  </a:lnTo>
                  <a:lnTo>
                    <a:pt x="60452" y="109220"/>
                  </a:lnTo>
                  <a:lnTo>
                    <a:pt x="60452" y="114300"/>
                  </a:lnTo>
                  <a:lnTo>
                    <a:pt x="60452" y="116840"/>
                  </a:lnTo>
                  <a:lnTo>
                    <a:pt x="59740" y="118110"/>
                  </a:lnTo>
                  <a:lnTo>
                    <a:pt x="59270" y="118110"/>
                  </a:lnTo>
                  <a:lnTo>
                    <a:pt x="58089" y="116840"/>
                  </a:lnTo>
                  <a:lnTo>
                    <a:pt x="57670" y="115570"/>
                  </a:lnTo>
                  <a:lnTo>
                    <a:pt x="58420" y="114300"/>
                  </a:lnTo>
                  <a:lnTo>
                    <a:pt x="58775" y="113030"/>
                  </a:lnTo>
                  <a:lnTo>
                    <a:pt x="60299" y="113030"/>
                  </a:lnTo>
                  <a:lnTo>
                    <a:pt x="60452" y="114300"/>
                  </a:lnTo>
                  <a:lnTo>
                    <a:pt x="60452" y="109220"/>
                  </a:lnTo>
                  <a:lnTo>
                    <a:pt x="59080" y="109220"/>
                  </a:lnTo>
                  <a:lnTo>
                    <a:pt x="58420" y="107950"/>
                  </a:lnTo>
                  <a:lnTo>
                    <a:pt x="58089" y="107950"/>
                  </a:lnTo>
                  <a:lnTo>
                    <a:pt x="57861" y="106680"/>
                  </a:lnTo>
                  <a:lnTo>
                    <a:pt x="58420" y="106680"/>
                  </a:lnTo>
                  <a:lnTo>
                    <a:pt x="59372" y="105410"/>
                  </a:lnTo>
                  <a:lnTo>
                    <a:pt x="59740" y="105410"/>
                  </a:lnTo>
                  <a:lnTo>
                    <a:pt x="60452" y="106680"/>
                  </a:lnTo>
                  <a:lnTo>
                    <a:pt x="60452" y="107950"/>
                  </a:lnTo>
                  <a:lnTo>
                    <a:pt x="60655" y="107950"/>
                  </a:lnTo>
                  <a:lnTo>
                    <a:pt x="60655" y="103695"/>
                  </a:lnTo>
                  <a:lnTo>
                    <a:pt x="60452" y="104140"/>
                  </a:lnTo>
                  <a:lnTo>
                    <a:pt x="59740" y="104140"/>
                  </a:lnTo>
                  <a:lnTo>
                    <a:pt x="59651" y="101600"/>
                  </a:lnTo>
                  <a:lnTo>
                    <a:pt x="59372" y="100330"/>
                  </a:lnTo>
                  <a:lnTo>
                    <a:pt x="59372" y="99060"/>
                  </a:lnTo>
                  <a:lnTo>
                    <a:pt x="61023" y="99060"/>
                  </a:lnTo>
                  <a:lnTo>
                    <a:pt x="61137" y="100330"/>
                  </a:lnTo>
                  <a:lnTo>
                    <a:pt x="61379" y="101600"/>
                  </a:lnTo>
                  <a:lnTo>
                    <a:pt x="61379" y="94157"/>
                  </a:lnTo>
                  <a:lnTo>
                    <a:pt x="60655" y="95250"/>
                  </a:lnTo>
                  <a:lnTo>
                    <a:pt x="59651" y="96520"/>
                  </a:lnTo>
                  <a:lnTo>
                    <a:pt x="59372" y="95250"/>
                  </a:lnTo>
                  <a:lnTo>
                    <a:pt x="59372" y="93980"/>
                  </a:lnTo>
                  <a:lnTo>
                    <a:pt x="59740" y="93980"/>
                  </a:lnTo>
                  <a:lnTo>
                    <a:pt x="60299" y="92710"/>
                  </a:lnTo>
                  <a:lnTo>
                    <a:pt x="61023" y="92710"/>
                  </a:lnTo>
                  <a:lnTo>
                    <a:pt x="61493" y="93980"/>
                  </a:lnTo>
                  <a:lnTo>
                    <a:pt x="61493" y="90170"/>
                  </a:lnTo>
                  <a:lnTo>
                    <a:pt x="61023" y="90170"/>
                  </a:lnTo>
                  <a:lnTo>
                    <a:pt x="60909" y="90424"/>
                  </a:lnTo>
                  <a:lnTo>
                    <a:pt x="60452" y="91440"/>
                  </a:lnTo>
                  <a:lnTo>
                    <a:pt x="60185" y="91440"/>
                  </a:lnTo>
                  <a:lnTo>
                    <a:pt x="60007" y="90424"/>
                  </a:lnTo>
                  <a:lnTo>
                    <a:pt x="59969" y="88900"/>
                  </a:lnTo>
                  <a:lnTo>
                    <a:pt x="59740" y="88900"/>
                  </a:lnTo>
                  <a:lnTo>
                    <a:pt x="59969" y="87630"/>
                  </a:lnTo>
                  <a:lnTo>
                    <a:pt x="60185" y="87630"/>
                  </a:lnTo>
                  <a:lnTo>
                    <a:pt x="60299" y="86360"/>
                  </a:lnTo>
                  <a:lnTo>
                    <a:pt x="62534" y="86360"/>
                  </a:lnTo>
                  <a:lnTo>
                    <a:pt x="62534" y="77470"/>
                  </a:lnTo>
                  <a:lnTo>
                    <a:pt x="61468" y="77470"/>
                  </a:lnTo>
                  <a:lnTo>
                    <a:pt x="60807" y="78740"/>
                  </a:lnTo>
                  <a:lnTo>
                    <a:pt x="60452" y="80010"/>
                  </a:lnTo>
                  <a:lnTo>
                    <a:pt x="60299" y="80746"/>
                  </a:lnTo>
                  <a:lnTo>
                    <a:pt x="60299" y="83820"/>
                  </a:lnTo>
                  <a:lnTo>
                    <a:pt x="60185" y="85090"/>
                  </a:lnTo>
                  <a:lnTo>
                    <a:pt x="59372" y="85090"/>
                  </a:lnTo>
                  <a:lnTo>
                    <a:pt x="58902" y="86360"/>
                  </a:lnTo>
                  <a:lnTo>
                    <a:pt x="58483" y="86360"/>
                  </a:lnTo>
                  <a:lnTo>
                    <a:pt x="58420" y="87630"/>
                  </a:lnTo>
                  <a:lnTo>
                    <a:pt x="57404" y="87630"/>
                  </a:lnTo>
                  <a:lnTo>
                    <a:pt x="57492" y="88900"/>
                  </a:lnTo>
                  <a:lnTo>
                    <a:pt x="57670" y="90170"/>
                  </a:lnTo>
                  <a:lnTo>
                    <a:pt x="57861" y="90170"/>
                  </a:lnTo>
                  <a:lnTo>
                    <a:pt x="57861" y="91440"/>
                  </a:lnTo>
                  <a:lnTo>
                    <a:pt x="57670" y="92710"/>
                  </a:lnTo>
                  <a:lnTo>
                    <a:pt x="57404" y="92710"/>
                  </a:lnTo>
                  <a:lnTo>
                    <a:pt x="56769" y="93395"/>
                  </a:lnTo>
                  <a:lnTo>
                    <a:pt x="56769" y="123190"/>
                  </a:lnTo>
                  <a:lnTo>
                    <a:pt x="56667" y="124460"/>
                  </a:lnTo>
                  <a:lnTo>
                    <a:pt x="56426" y="125730"/>
                  </a:lnTo>
                  <a:lnTo>
                    <a:pt x="56121" y="125730"/>
                  </a:lnTo>
                  <a:lnTo>
                    <a:pt x="56121" y="128270"/>
                  </a:lnTo>
                  <a:lnTo>
                    <a:pt x="56121" y="129540"/>
                  </a:lnTo>
                  <a:lnTo>
                    <a:pt x="55918" y="129540"/>
                  </a:lnTo>
                  <a:lnTo>
                    <a:pt x="55765" y="130810"/>
                  </a:lnTo>
                  <a:lnTo>
                    <a:pt x="55041" y="130810"/>
                  </a:lnTo>
                  <a:lnTo>
                    <a:pt x="54952" y="132080"/>
                  </a:lnTo>
                  <a:lnTo>
                    <a:pt x="54749" y="133350"/>
                  </a:lnTo>
                  <a:lnTo>
                    <a:pt x="53949" y="133350"/>
                  </a:lnTo>
                  <a:lnTo>
                    <a:pt x="52844" y="134620"/>
                  </a:lnTo>
                  <a:lnTo>
                    <a:pt x="50838" y="134620"/>
                  </a:lnTo>
                  <a:lnTo>
                    <a:pt x="51460" y="133350"/>
                  </a:lnTo>
                  <a:lnTo>
                    <a:pt x="51701" y="132080"/>
                  </a:lnTo>
                  <a:lnTo>
                    <a:pt x="52628" y="132080"/>
                  </a:lnTo>
                  <a:lnTo>
                    <a:pt x="52844" y="130810"/>
                  </a:lnTo>
                  <a:lnTo>
                    <a:pt x="52628" y="129540"/>
                  </a:lnTo>
                  <a:lnTo>
                    <a:pt x="52514" y="128270"/>
                  </a:lnTo>
                  <a:lnTo>
                    <a:pt x="52260" y="128270"/>
                  </a:lnTo>
                  <a:lnTo>
                    <a:pt x="52260" y="127000"/>
                  </a:lnTo>
                  <a:lnTo>
                    <a:pt x="55041" y="127000"/>
                  </a:lnTo>
                  <a:lnTo>
                    <a:pt x="55575" y="128270"/>
                  </a:lnTo>
                  <a:lnTo>
                    <a:pt x="56121" y="128270"/>
                  </a:lnTo>
                  <a:lnTo>
                    <a:pt x="56121" y="125730"/>
                  </a:lnTo>
                  <a:lnTo>
                    <a:pt x="54952" y="125730"/>
                  </a:lnTo>
                  <a:lnTo>
                    <a:pt x="54635" y="124460"/>
                  </a:lnTo>
                  <a:lnTo>
                    <a:pt x="54749" y="123190"/>
                  </a:lnTo>
                  <a:lnTo>
                    <a:pt x="54952" y="123190"/>
                  </a:lnTo>
                  <a:lnTo>
                    <a:pt x="54952" y="121920"/>
                  </a:lnTo>
                  <a:lnTo>
                    <a:pt x="54444" y="120650"/>
                  </a:lnTo>
                  <a:lnTo>
                    <a:pt x="54038" y="120650"/>
                  </a:lnTo>
                  <a:lnTo>
                    <a:pt x="53670" y="119303"/>
                  </a:lnTo>
                  <a:lnTo>
                    <a:pt x="52514" y="120650"/>
                  </a:lnTo>
                  <a:lnTo>
                    <a:pt x="51460" y="121920"/>
                  </a:lnTo>
                  <a:lnTo>
                    <a:pt x="51168" y="121920"/>
                  </a:lnTo>
                  <a:lnTo>
                    <a:pt x="51130" y="120650"/>
                  </a:lnTo>
                  <a:lnTo>
                    <a:pt x="50990" y="120650"/>
                  </a:lnTo>
                  <a:lnTo>
                    <a:pt x="50990" y="119303"/>
                  </a:lnTo>
                  <a:lnTo>
                    <a:pt x="51130" y="118110"/>
                  </a:lnTo>
                  <a:lnTo>
                    <a:pt x="50533" y="118110"/>
                  </a:lnTo>
                  <a:lnTo>
                    <a:pt x="50355" y="117894"/>
                  </a:lnTo>
                  <a:lnTo>
                    <a:pt x="50355" y="127000"/>
                  </a:lnTo>
                  <a:lnTo>
                    <a:pt x="49961" y="128968"/>
                  </a:lnTo>
                  <a:lnTo>
                    <a:pt x="49961" y="135890"/>
                  </a:lnTo>
                  <a:lnTo>
                    <a:pt x="49847" y="137160"/>
                  </a:lnTo>
                  <a:lnTo>
                    <a:pt x="49644" y="137160"/>
                  </a:lnTo>
                  <a:lnTo>
                    <a:pt x="49022" y="138430"/>
                  </a:lnTo>
                  <a:lnTo>
                    <a:pt x="45999" y="138430"/>
                  </a:lnTo>
                  <a:lnTo>
                    <a:pt x="45999" y="147320"/>
                  </a:lnTo>
                  <a:lnTo>
                    <a:pt x="45999" y="151130"/>
                  </a:lnTo>
                  <a:lnTo>
                    <a:pt x="45554" y="153670"/>
                  </a:lnTo>
                  <a:lnTo>
                    <a:pt x="45897" y="154940"/>
                  </a:lnTo>
                  <a:lnTo>
                    <a:pt x="45859" y="162560"/>
                  </a:lnTo>
                  <a:lnTo>
                    <a:pt x="45554" y="163830"/>
                  </a:lnTo>
                  <a:lnTo>
                    <a:pt x="45300" y="165100"/>
                  </a:lnTo>
                  <a:lnTo>
                    <a:pt x="44018" y="165100"/>
                  </a:lnTo>
                  <a:lnTo>
                    <a:pt x="43853" y="163830"/>
                  </a:lnTo>
                  <a:lnTo>
                    <a:pt x="43573" y="162560"/>
                  </a:lnTo>
                  <a:lnTo>
                    <a:pt x="43459" y="161290"/>
                  </a:lnTo>
                  <a:lnTo>
                    <a:pt x="43078" y="158750"/>
                  </a:lnTo>
                  <a:lnTo>
                    <a:pt x="42735" y="157480"/>
                  </a:lnTo>
                  <a:lnTo>
                    <a:pt x="42062" y="152400"/>
                  </a:lnTo>
                  <a:lnTo>
                    <a:pt x="42087" y="144780"/>
                  </a:lnTo>
                  <a:lnTo>
                    <a:pt x="42202" y="143510"/>
                  </a:lnTo>
                  <a:lnTo>
                    <a:pt x="42418" y="143510"/>
                  </a:lnTo>
                  <a:lnTo>
                    <a:pt x="42418" y="142240"/>
                  </a:lnTo>
                  <a:lnTo>
                    <a:pt x="43078" y="140970"/>
                  </a:lnTo>
                  <a:lnTo>
                    <a:pt x="43345" y="142240"/>
                  </a:lnTo>
                  <a:lnTo>
                    <a:pt x="43573" y="142240"/>
                  </a:lnTo>
                  <a:lnTo>
                    <a:pt x="45110" y="144780"/>
                  </a:lnTo>
                  <a:lnTo>
                    <a:pt x="45999" y="147320"/>
                  </a:lnTo>
                  <a:lnTo>
                    <a:pt x="45999" y="138430"/>
                  </a:lnTo>
                  <a:lnTo>
                    <a:pt x="47307" y="137160"/>
                  </a:lnTo>
                  <a:lnTo>
                    <a:pt x="47498" y="135890"/>
                  </a:lnTo>
                  <a:lnTo>
                    <a:pt x="47942" y="135890"/>
                  </a:lnTo>
                  <a:lnTo>
                    <a:pt x="48120" y="134620"/>
                  </a:lnTo>
                  <a:lnTo>
                    <a:pt x="49530" y="134620"/>
                  </a:lnTo>
                  <a:lnTo>
                    <a:pt x="49961" y="135890"/>
                  </a:lnTo>
                  <a:lnTo>
                    <a:pt x="49961" y="128968"/>
                  </a:lnTo>
                  <a:lnTo>
                    <a:pt x="49847" y="129540"/>
                  </a:lnTo>
                  <a:lnTo>
                    <a:pt x="49250" y="130810"/>
                  </a:lnTo>
                  <a:lnTo>
                    <a:pt x="48209" y="130810"/>
                  </a:lnTo>
                  <a:lnTo>
                    <a:pt x="47739" y="132080"/>
                  </a:lnTo>
                  <a:lnTo>
                    <a:pt x="46482" y="132080"/>
                  </a:lnTo>
                  <a:lnTo>
                    <a:pt x="46177" y="133350"/>
                  </a:lnTo>
                  <a:lnTo>
                    <a:pt x="46812" y="134620"/>
                  </a:lnTo>
                  <a:lnTo>
                    <a:pt x="45935" y="134620"/>
                  </a:lnTo>
                  <a:lnTo>
                    <a:pt x="45669" y="135890"/>
                  </a:lnTo>
                  <a:lnTo>
                    <a:pt x="43548" y="135890"/>
                  </a:lnTo>
                  <a:lnTo>
                    <a:pt x="44615" y="134620"/>
                  </a:lnTo>
                  <a:lnTo>
                    <a:pt x="44526" y="133350"/>
                  </a:lnTo>
                  <a:lnTo>
                    <a:pt x="44424" y="132080"/>
                  </a:lnTo>
                  <a:lnTo>
                    <a:pt x="43230" y="130810"/>
                  </a:lnTo>
                  <a:lnTo>
                    <a:pt x="42202" y="130810"/>
                  </a:lnTo>
                  <a:lnTo>
                    <a:pt x="42202" y="129540"/>
                  </a:lnTo>
                  <a:lnTo>
                    <a:pt x="42062" y="129540"/>
                  </a:lnTo>
                  <a:lnTo>
                    <a:pt x="42202" y="128270"/>
                  </a:lnTo>
                  <a:lnTo>
                    <a:pt x="44208" y="128270"/>
                  </a:lnTo>
                  <a:lnTo>
                    <a:pt x="44272" y="129540"/>
                  </a:lnTo>
                  <a:lnTo>
                    <a:pt x="44894" y="129540"/>
                  </a:lnTo>
                  <a:lnTo>
                    <a:pt x="45669" y="130810"/>
                  </a:lnTo>
                  <a:lnTo>
                    <a:pt x="46482" y="130810"/>
                  </a:lnTo>
                  <a:lnTo>
                    <a:pt x="47307" y="129540"/>
                  </a:lnTo>
                  <a:lnTo>
                    <a:pt x="48425" y="129540"/>
                  </a:lnTo>
                  <a:lnTo>
                    <a:pt x="48425" y="128270"/>
                  </a:lnTo>
                  <a:lnTo>
                    <a:pt x="48425" y="127000"/>
                  </a:lnTo>
                  <a:lnTo>
                    <a:pt x="47307" y="125730"/>
                  </a:lnTo>
                  <a:lnTo>
                    <a:pt x="46482" y="125730"/>
                  </a:lnTo>
                  <a:lnTo>
                    <a:pt x="45897" y="124460"/>
                  </a:lnTo>
                  <a:lnTo>
                    <a:pt x="45554" y="124460"/>
                  </a:lnTo>
                  <a:lnTo>
                    <a:pt x="45300" y="123190"/>
                  </a:lnTo>
                  <a:lnTo>
                    <a:pt x="44272" y="123190"/>
                  </a:lnTo>
                  <a:lnTo>
                    <a:pt x="43916" y="122123"/>
                  </a:lnTo>
                  <a:lnTo>
                    <a:pt x="44018" y="120650"/>
                  </a:lnTo>
                  <a:lnTo>
                    <a:pt x="45300" y="120650"/>
                  </a:lnTo>
                  <a:lnTo>
                    <a:pt x="45897" y="121920"/>
                  </a:lnTo>
                  <a:lnTo>
                    <a:pt x="46621" y="121920"/>
                  </a:lnTo>
                  <a:lnTo>
                    <a:pt x="46736" y="122123"/>
                  </a:lnTo>
                  <a:lnTo>
                    <a:pt x="47371" y="123190"/>
                  </a:lnTo>
                  <a:lnTo>
                    <a:pt x="47993" y="123190"/>
                  </a:lnTo>
                  <a:lnTo>
                    <a:pt x="48501" y="124460"/>
                  </a:lnTo>
                  <a:lnTo>
                    <a:pt x="49047" y="124460"/>
                  </a:lnTo>
                  <a:lnTo>
                    <a:pt x="50088" y="125730"/>
                  </a:lnTo>
                  <a:lnTo>
                    <a:pt x="50139" y="125945"/>
                  </a:lnTo>
                  <a:lnTo>
                    <a:pt x="50355" y="127000"/>
                  </a:lnTo>
                  <a:lnTo>
                    <a:pt x="50355" y="117894"/>
                  </a:lnTo>
                  <a:lnTo>
                    <a:pt x="49530" y="116840"/>
                  </a:lnTo>
                  <a:lnTo>
                    <a:pt x="47498" y="116840"/>
                  </a:lnTo>
                  <a:lnTo>
                    <a:pt x="46926" y="115570"/>
                  </a:lnTo>
                  <a:lnTo>
                    <a:pt x="47739" y="115570"/>
                  </a:lnTo>
                  <a:lnTo>
                    <a:pt x="48209" y="114300"/>
                  </a:lnTo>
                  <a:lnTo>
                    <a:pt x="49847" y="114300"/>
                  </a:lnTo>
                  <a:lnTo>
                    <a:pt x="50215" y="115570"/>
                  </a:lnTo>
                  <a:lnTo>
                    <a:pt x="52222" y="115570"/>
                  </a:lnTo>
                  <a:lnTo>
                    <a:pt x="52844" y="114300"/>
                  </a:lnTo>
                  <a:lnTo>
                    <a:pt x="53352" y="114300"/>
                  </a:lnTo>
                  <a:lnTo>
                    <a:pt x="54444" y="113030"/>
                  </a:lnTo>
                  <a:lnTo>
                    <a:pt x="55575" y="113030"/>
                  </a:lnTo>
                  <a:lnTo>
                    <a:pt x="56121" y="114300"/>
                  </a:lnTo>
                  <a:lnTo>
                    <a:pt x="56426" y="114300"/>
                  </a:lnTo>
                  <a:lnTo>
                    <a:pt x="56273" y="115570"/>
                  </a:lnTo>
                  <a:lnTo>
                    <a:pt x="56273" y="116840"/>
                  </a:lnTo>
                  <a:lnTo>
                    <a:pt x="52984" y="116840"/>
                  </a:lnTo>
                  <a:lnTo>
                    <a:pt x="52984" y="118110"/>
                  </a:lnTo>
                  <a:lnTo>
                    <a:pt x="53200" y="118110"/>
                  </a:lnTo>
                  <a:lnTo>
                    <a:pt x="53670" y="119303"/>
                  </a:lnTo>
                  <a:lnTo>
                    <a:pt x="55511" y="119303"/>
                  </a:lnTo>
                  <a:lnTo>
                    <a:pt x="56121" y="120650"/>
                  </a:lnTo>
                  <a:lnTo>
                    <a:pt x="56273" y="120650"/>
                  </a:lnTo>
                  <a:lnTo>
                    <a:pt x="56603" y="121920"/>
                  </a:lnTo>
                  <a:lnTo>
                    <a:pt x="56629" y="122123"/>
                  </a:lnTo>
                  <a:lnTo>
                    <a:pt x="56769" y="123190"/>
                  </a:lnTo>
                  <a:lnTo>
                    <a:pt x="56769" y="93395"/>
                  </a:lnTo>
                  <a:lnTo>
                    <a:pt x="56210" y="93980"/>
                  </a:lnTo>
                  <a:lnTo>
                    <a:pt x="55880" y="95250"/>
                  </a:lnTo>
                  <a:lnTo>
                    <a:pt x="55918" y="96520"/>
                  </a:lnTo>
                  <a:lnTo>
                    <a:pt x="56070" y="97790"/>
                  </a:lnTo>
                  <a:lnTo>
                    <a:pt x="56070" y="99060"/>
                  </a:lnTo>
                  <a:lnTo>
                    <a:pt x="55918" y="99060"/>
                  </a:lnTo>
                  <a:lnTo>
                    <a:pt x="55918" y="100330"/>
                  </a:lnTo>
                  <a:lnTo>
                    <a:pt x="55765" y="100330"/>
                  </a:lnTo>
                  <a:lnTo>
                    <a:pt x="55041" y="101600"/>
                  </a:lnTo>
                  <a:lnTo>
                    <a:pt x="54800" y="102654"/>
                  </a:lnTo>
                  <a:lnTo>
                    <a:pt x="54749" y="104140"/>
                  </a:lnTo>
                  <a:lnTo>
                    <a:pt x="54444" y="105410"/>
                  </a:lnTo>
                  <a:lnTo>
                    <a:pt x="55346" y="105410"/>
                  </a:lnTo>
                  <a:lnTo>
                    <a:pt x="55346" y="107950"/>
                  </a:lnTo>
                  <a:lnTo>
                    <a:pt x="53733" y="107950"/>
                  </a:lnTo>
                  <a:lnTo>
                    <a:pt x="53200" y="106680"/>
                  </a:lnTo>
                  <a:lnTo>
                    <a:pt x="53949" y="105410"/>
                  </a:lnTo>
                  <a:lnTo>
                    <a:pt x="52984" y="105410"/>
                  </a:lnTo>
                  <a:lnTo>
                    <a:pt x="52984" y="109220"/>
                  </a:lnTo>
                  <a:lnTo>
                    <a:pt x="52984" y="110490"/>
                  </a:lnTo>
                  <a:lnTo>
                    <a:pt x="52844" y="111760"/>
                  </a:lnTo>
                  <a:lnTo>
                    <a:pt x="51523" y="113030"/>
                  </a:lnTo>
                  <a:lnTo>
                    <a:pt x="46177" y="113030"/>
                  </a:lnTo>
                  <a:lnTo>
                    <a:pt x="45897" y="111760"/>
                  </a:lnTo>
                  <a:lnTo>
                    <a:pt x="45669" y="111760"/>
                  </a:lnTo>
                  <a:lnTo>
                    <a:pt x="45427" y="110490"/>
                  </a:lnTo>
                  <a:lnTo>
                    <a:pt x="47307" y="110490"/>
                  </a:lnTo>
                  <a:lnTo>
                    <a:pt x="47739" y="111760"/>
                  </a:lnTo>
                  <a:lnTo>
                    <a:pt x="49530" y="111760"/>
                  </a:lnTo>
                  <a:lnTo>
                    <a:pt x="50215" y="110490"/>
                  </a:lnTo>
                  <a:lnTo>
                    <a:pt x="51130" y="110490"/>
                  </a:lnTo>
                  <a:lnTo>
                    <a:pt x="51130" y="109220"/>
                  </a:lnTo>
                  <a:lnTo>
                    <a:pt x="50330" y="107950"/>
                  </a:lnTo>
                  <a:lnTo>
                    <a:pt x="49466" y="107950"/>
                  </a:lnTo>
                  <a:lnTo>
                    <a:pt x="49022" y="106680"/>
                  </a:lnTo>
                  <a:lnTo>
                    <a:pt x="48437" y="106680"/>
                  </a:lnTo>
                  <a:lnTo>
                    <a:pt x="48425" y="105410"/>
                  </a:lnTo>
                  <a:lnTo>
                    <a:pt x="48742" y="105410"/>
                  </a:lnTo>
                  <a:lnTo>
                    <a:pt x="48780" y="104140"/>
                  </a:lnTo>
                  <a:lnTo>
                    <a:pt x="50330" y="104140"/>
                  </a:lnTo>
                  <a:lnTo>
                    <a:pt x="50838" y="105410"/>
                  </a:lnTo>
                  <a:lnTo>
                    <a:pt x="50990" y="105410"/>
                  </a:lnTo>
                  <a:lnTo>
                    <a:pt x="51168" y="106680"/>
                  </a:lnTo>
                  <a:lnTo>
                    <a:pt x="51701" y="107950"/>
                  </a:lnTo>
                  <a:lnTo>
                    <a:pt x="52514" y="107950"/>
                  </a:lnTo>
                  <a:lnTo>
                    <a:pt x="52844" y="109220"/>
                  </a:lnTo>
                  <a:lnTo>
                    <a:pt x="52984" y="109220"/>
                  </a:lnTo>
                  <a:lnTo>
                    <a:pt x="52984" y="105410"/>
                  </a:lnTo>
                  <a:lnTo>
                    <a:pt x="52844" y="105410"/>
                  </a:lnTo>
                  <a:lnTo>
                    <a:pt x="52628" y="104140"/>
                  </a:lnTo>
                  <a:lnTo>
                    <a:pt x="51663" y="104140"/>
                  </a:lnTo>
                  <a:lnTo>
                    <a:pt x="52222" y="102870"/>
                  </a:lnTo>
                  <a:lnTo>
                    <a:pt x="52844" y="102870"/>
                  </a:lnTo>
                  <a:lnTo>
                    <a:pt x="52870" y="102654"/>
                  </a:lnTo>
                  <a:lnTo>
                    <a:pt x="52984" y="101600"/>
                  </a:lnTo>
                  <a:lnTo>
                    <a:pt x="53606" y="101600"/>
                  </a:lnTo>
                  <a:lnTo>
                    <a:pt x="53606" y="100330"/>
                  </a:lnTo>
                  <a:lnTo>
                    <a:pt x="53200" y="100330"/>
                  </a:lnTo>
                  <a:lnTo>
                    <a:pt x="52844" y="99060"/>
                  </a:lnTo>
                  <a:lnTo>
                    <a:pt x="52514" y="99060"/>
                  </a:lnTo>
                  <a:lnTo>
                    <a:pt x="51409" y="97790"/>
                  </a:lnTo>
                  <a:lnTo>
                    <a:pt x="50533" y="96520"/>
                  </a:lnTo>
                  <a:lnTo>
                    <a:pt x="50660" y="95250"/>
                  </a:lnTo>
                  <a:lnTo>
                    <a:pt x="55448" y="95250"/>
                  </a:lnTo>
                  <a:lnTo>
                    <a:pt x="55765" y="93980"/>
                  </a:lnTo>
                  <a:lnTo>
                    <a:pt x="55448" y="93980"/>
                  </a:lnTo>
                  <a:lnTo>
                    <a:pt x="54952" y="92710"/>
                  </a:lnTo>
                  <a:lnTo>
                    <a:pt x="54749" y="92710"/>
                  </a:lnTo>
                  <a:lnTo>
                    <a:pt x="54178" y="91440"/>
                  </a:lnTo>
                  <a:lnTo>
                    <a:pt x="53733" y="91440"/>
                  </a:lnTo>
                  <a:lnTo>
                    <a:pt x="53200" y="90170"/>
                  </a:lnTo>
                  <a:lnTo>
                    <a:pt x="52095" y="88900"/>
                  </a:lnTo>
                  <a:lnTo>
                    <a:pt x="51816" y="87630"/>
                  </a:lnTo>
                  <a:lnTo>
                    <a:pt x="51663" y="86360"/>
                  </a:lnTo>
                  <a:lnTo>
                    <a:pt x="54444" y="86360"/>
                  </a:lnTo>
                  <a:lnTo>
                    <a:pt x="54444" y="87630"/>
                  </a:lnTo>
                  <a:lnTo>
                    <a:pt x="54749" y="87630"/>
                  </a:lnTo>
                  <a:lnTo>
                    <a:pt x="55041" y="88900"/>
                  </a:lnTo>
                  <a:lnTo>
                    <a:pt x="56070" y="88900"/>
                  </a:lnTo>
                  <a:lnTo>
                    <a:pt x="56426" y="87630"/>
                  </a:lnTo>
                  <a:lnTo>
                    <a:pt x="57048" y="87630"/>
                  </a:lnTo>
                  <a:lnTo>
                    <a:pt x="55575" y="86360"/>
                  </a:lnTo>
                  <a:lnTo>
                    <a:pt x="55041" y="86360"/>
                  </a:lnTo>
                  <a:lnTo>
                    <a:pt x="55346" y="85090"/>
                  </a:lnTo>
                  <a:lnTo>
                    <a:pt x="55549" y="83820"/>
                  </a:lnTo>
                  <a:lnTo>
                    <a:pt x="55448" y="82550"/>
                  </a:lnTo>
                  <a:lnTo>
                    <a:pt x="55346" y="81280"/>
                  </a:lnTo>
                  <a:lnTo>
                    <a:pt x="55041" y="80010"/>
                  </a:lnTo>
                  <a:lnTo>
                    <a:pt x="55041" y="78740"/>
                  </a:lnTo>
                  <a:lnTo>
                    <a:pt x="56667" y="76200"/>
                  </a:lnTo>
                  <a:lnTo>
                    <a:pt x="57404" y="76200"/>
                  </a:lnTo>
                  <a:lnTo>
                    <a:pt x="57404" y="80010"/>
                  </a:lnTo>
                  <a:lnTo>
                    <a:pt x="57048" y="80010"/>
                  </a:lnTo>
                  <a:lnTo>
                    <a:pt x="59080" y="82550"/>
                  </a:lnTo>
                  <a:lnTo>
                    <a:pt x="59740" y="82550"/>
                  </a:lnTo>
                  <a:lnTo>
                    <a:pt x="59969" y="83820"/>
                  </a:lnTo>
                  <a:lnTo>
                    <a:pt x="60299" y="83820"/>
                  </a:lnTo>
                  <a:lnTo>
                    <a:pt x="60299" y="80746"/>
                  </a:lnTo>
                  <a:lnTo>
                    <a:pt x="60185" y="81280"/>
                  </a:lnTo>
                  <a:lnTo>
                    <a:pt x="59080" y="81280"/>
                  </a:lnTo>
                  <a:lnTo>
                    <a:pt x="59080" y="80010"/>
                  </a:lnTo>
                  <a:lnTo>
                    <a:pt x="59372" y="77470"/>
                  </a:lnTo>
                  <a:lnTo>
                    <a:pt x="58839" y="76047"/>
                  </a:lnTo>
                  <a:lnTo>
                    <a:pt x="57861" y="73660"/>
                  </a:lnTo>
                  <a:lnTo>
                    <a:pt x="57492" y="73660"/>
                  </a:lnTo>
                  <a:lnTo>
                    <a:pt x="57086" y="72288"/>
                  </a:lnTo>
                  <a:lnTo>
                    <a:pt x="57543" y="70980"/>
                  </a:lnTo>
                  <a:lnTo>
                    <a:pt x="58813" y="70980"/>
                  </a:lnTo>
                  <a:lnTo>
                    <a:pt x="59664" y="72288"/>
                  </a:lnTo>
                  <a:lnTo>
                    <a:pt x="59944" y="72288"/>
                  </a:lnTo>
                  <a:lnTo>
                    <a:pt x="60299" y="73660"/>
                  </a:lnTo>
                  <a:lnTo>
                    <a:pt x="60807" y="73660"/>
                  </a:lnTo>
                  <a:lnTo>
                    <a:pt x="61137" y="74930"/>
                  </a:lnTo>
                  <a:lnTo>
                    <a:pt x="61379" y="74930"/>
                  </a:lnTo>
                  <a:lnTo>
                    <a:pt x="61582" y="73660"/>
                  </a:lnTo>
                  <a:lnTo>
                    <a:pt x="61493" y="70980"/>
                  </a:lnTo>
                  <a:lnTo>
                    <a:pt x="61137" y="69850"/>
                  </a:lnTo>
                  <a:lnTo>
                    <a:pt x="59372" y="68580"/>
                  </a:lnTo>
                  <a:lnTo>
                    <a:pt x="59270" y="67310"/>
                  </a:lnTo>
                  <a:lnTo>
                    <a:pt x="59651" y="66040"/>
                  </a:lnTo>
                  <a:lnTo>
                    <a:pt x="59651" y="64770"/>
                  </a:lnTo>
                  <a:lnTo>
                    <a:pt x="59080" y="63500"/>
                  </a:lnTo>
                  <a:lnTo>
                    <a:pt x="58775" y="63500"/>
                  </a:lnTo>
                  <a:lnTo>
                    <a:pt x="58483" y="62230"/>
                  </a:lnTo>
                  <a:lnTo>
                    <a:pt x="58178" y="62230"/>
                  </a:lnTo>
                  <a:lnTo>
                    <a:pt x="58178" y="64770"/>
                  </a:lnTo>
                  <a:lnTo>
                    <a:pt x="58089" y="67310"/>
                  </a:lnTo>
                  <a:lnTo>
                    <a:pt x="57861" y="68580"/>
                  </a:lnTo>
                  <a:lnTo>
                    <a:pt x="56667" y="68580"/>
                  </a:lnTo>
                  <a:lnTo>
                    <a:pt x="55041" y="69850"/>
                  </a:lnTo>
                  <a:lnTo>
                    <a:pt x="55829" y="70980"/>
                  </a:lnTo>
                  <a:lnTo>
                    <a:pt x="56184" y="72288"/>
                  </a:lnTo>
                  <a:lnTo>
                    <a:pt x="56603" y="73660"/>
                  </a:lnTo>
                  <a:lnTo>
                    <a:pt x="56210" y="74930"/>
                  </a:lnTo>
                  <a:lnTo>
                    <a:pt x="55041" y="74930"/>
                  </a:lnTo>
                  <a:lnTo>
                    <a:pt x="54178" y="76200"/>
                  </a:lnTo>
                  <a:lnTo>
                    <a:pt x="53606" y="76200"/>
                  </a:lnTo>
                  <a:lnTo>
                    <a:pt x="53606" y="80010"/>
                  </a:lnTo>
                  <a:lnTo>
                    <a:pt x="53352" y="81280"/>
                  </a:lnTo>
                  <a:lnTo>
                    <a:pt x="51816" y="82550"/>
                  </a:lnTo>
                  <a:lnTo>
                    <a:pt x="51168" y="83820"/>
                  </a:lnTo>
                  <a:lnTo>
                    <a:pt x="46812" y="83820"/>
                  </a:lnTo>
                  <a:lnTo>
                    <a:pt x="46482" y="82550"/>
                  </a:lnTo>
                  <a:lnTo>
                    <a:pt x="46266" y="83820"/>
                  </a:lnTo>
                  <a:lnTo>
                    <a:pt x="46926" y="85090"/>
                  </a:lnTo>
                  <a:lnTo>
                    <a:pt x="47739" y="85090"/>
                  </a:lnTo>
                  <a:lnTo>
                    <a:pt x="49961" y="86360"/>
                  </a:lnTo>
                  <a:lnTo>
                    <a:pt x="50838" y="87630"/>
                  </a:lnTo>
                  <a:lnTo>
                    <a:pt x="50914" y="88900"/>
                  </a:lnTo>
                  <a:lnTo>
                    <a:pt x="51015" y="90424"/>
                  </a:lnTo>
                  <a:lnTo>
                    <a:pt x="50533" y="91440"/>
                  </a:lnTo>
                  <a:lnTo>
                    <a:pt x="49644" y="91440"/>
                  </a:lnTo>
                  <a:lnTo>
                    <a:pt x="48437" y="92710"/>
                  </a:lnTo>
                  <a:lnTo>
                    <a:pt x="45021" y="92710"/>
                  </a:lnTo>
                  <a:lnTo>
                    <a:pt x="45110" y="93980"/>
                  </a:lnTo>
                  <a:lnTo>
                    <a:pt x="46482" y="93980"/>
                  </a:lnTo>
                  <a:lnTo>
                    <a:pt x="46926" y="95250"/>
                  </a:lnTo>
                  <a:lnTo>
                    <a:pt x="47650" y="95250"/>
                  </a:lnTo>
                  <a:lnTo>
                    <a:pt x="47993" y="96520"/>
                  </a:lnTo>
                  <a:lnTo>
                    <a:pt x="48780" y="96520"/>
                  </a:lnTo>
                  <a:lnTo>
                    <a:pt x="49022" y="97790"/>
                  </a:lnTo>
                  <a:lnTo>
                    <a:pt x="48742" y="97790"/>
                  </a:lnTo>
                  <a:lnTo>
                    <a:pt x="48437" y="99060"/>
                  </a:lnTo>
                  <a:lnTo>
                    <a:pt x="47498" y="100330"/>
                  </a:lnTo>
                  <a:lnTo>
                    <a:pt x="46177" y="101600"/>
                  </a:lnTo>
                  <a:lnTo>
                    <a:pt x="44615" y="101600"/>
                  </a:lnTo>
                  <a:lnTo>
                    <a:pt x="43675" y="102870"/>
                  </a:lnTo>
                  <a:lnTo>
                    <a:pt x="43916" y="102870"/>
                  </a:lnTo>
                  <a:lnTo>
                    <a:pt x="44742" y="104140"/>
                  </a:lnTo>
                  <a:lnTo>
                    <a:pt x="45669" y="104140"/>
                  </a:lnTo>
                  <a:lnTo>
                    <a:pt x="46177" y="105410"/>
                  </a:lnTo>
                  <a:lnTo>
                    <a:pt x="46177" y="106680"/>
                  </a:lnTo>
                  <a:lnTo>
                    <a:pt x="45669" y="107950"/>
                  </a:lnTo>
                  <a:lnTo>
                    <a:pt x="44424" y="110490"/>
                  </a:lnTo>
                  <a:lnTo>
                    <a:pt x="41313" y="110490"/>
                  </a:lnTo>
                  <a:lnTo>
                    <a:pt x="41541" y="111760"/>
                  </a:lnTo>
                  <a:lnTo>
                    <a:pt x="43573" y="111760"/>
                  </a:lnTo>
                  <a:lnTo>
                    <a:pt x="44208" y="113030"/>
                  </a:lnTo>
                  <a:lnTo>
                    <a:pt x="45173" y="113030"/>
                  </a:lnTo>
                  <a:lnTo>
                    <a:pt x="45554" y="114300"/>
                  </a:lnTo>
                  <a:lnTo>
                    <a:pt x="44894" y="116840"/>
                  </a:lnTo>
                  <a:lnTo>
                    <a:pt x="44424" y="116840"/>
                  </a:lnTo>
                  <a:lnTo>
                    <a:pt x="43078" y="118110"/>
                  </a:lnTo>
                  <a:lnTo>
                    <a:pt x="42570" y="119303"/>
                  </a:lnTo>
                  <a:lnTo>
                    <a:pt x="41846" y="118110"/>
                  </a:lnTo>
                  <a:lnTo>
                    <a:pt x="42062" y="118110"/>
                  </a:lnTo>
                  <a:lnTo>
                    <a:pt x="42202" y="116840"/>
                  </a:lnTo>
                  <a:lnTo>
                    <a:pt x="42418" y="116840"/>
                  </a:lnTo>
                  <a:lnTo>
                    <a:pt x="42545" y="114300"/>
                  </a:lnTo>
                  <a:lnTo>
                    <a:pt x="42202" y="114300"/>
                  </a:lnTo>
                  <a:lnTo>
                    <a:pt x="41541" y="113030"/>
                  </a:lnTo>
                  <a:lnTo>
                    <a:pt x="41313" y="113030"/>
                  </a:lnTo>
                  <a:lnTo>
                    <a:pt x="41313" y="123190"/>
                  </a:lnTo>
                  <a:lnTo>
                    <a:pt x="41313" y="137160"/>
                  </a:lnTo>
                  <a:lnTo>
                    <a:pt x="41313" y="138430"/>
                  </a:lnTo>
                  <a:lnTo>
                    <a:pt x="41071" y="139700"/>
                  </a:lnTo>
                  <a:lnTo>
                    <a:pt x="40754" y="140970"/>
                  </a:lnTo>
                  <a:lnTo>
                    <a:pt x="37630" y="140970"/>
                  </a:lnTo>
                  <a:lnTo>
                    <a:pt x="37630" y="139700"/>
                  </a:lnTo>
                  <a:lnTo>
                    <a:pt x="38265" y="139700"/>
                  </a:lnTo>
                  <a:lnTo>
                    <a:pt x="38379" y="138430"/>
                  </a:lnTo>
                  <a:lnTo>
                    <a:pt x="39636" y="138430"/>
                  </a:lnTo>
                  <a:lnTo>
                    <a:pt x="39725" y="137160"/>
                  </a:lnTo>
                  <a:lnTo>
                    <a:pt x="39281" y="137160"/>
                  </a:lnTo>
                  <a:lnTo>
                    <a:pt x="39039" y="135890"/>
                  </a:lnTo>
                  <a:lnTo>
                    <a:pt x="38684" y="135890"/>
                  </a:lnTo>
                  <a:lnTo>
                    <a:pt x="38442" y="134620"/>
                  </a:lnTo>
                  <a:lnTo>
                    <a:pt x="38912" y="134620"/>
                  </a:lnTo>
                  <a:lnTo>
                    <a:pt x="39370" y="133350"/>
                  </a:lnTo>
                  <a:lnTo>
                    <a:pt x="40297" y="134620"/>
                  </a:lnTo>
                  <a:lnTo>
                    <a:pt x="40754" y="134620"/>
                  </a:lnTo>
                  <a:lnTo>
                    <a:pt x="41008" y="135890"/>
                  </a:lnTo>
                  <a:lnTo>
                    <a:pt x="41313" y="137160"/>
                  </a:lnTo>
                  <a:lnTo>
                    <a:pt x="41313" y="123190"/>
                  </a:lnTo>
                  <a:lnTo>
                    <a:pt x="41071" y="123190"/>
                  </a:lnTo>
                  <a:lnTo>
                    <a:pt x="40754" y="124460"/>
                  </a:lnTo>
                  <a:lnTo>
                    <a:pt x="40093" y="125730"/>
                  </a:lnTo>
                  <a:lnTo>
                    <a:pt x="36626" y="125730"/>
                  </a:lnTo>
                  <a:lnTo>
                    <a:pt x="36664" y="125945"/>
                  </a:lnTo>
                  <a:lnTo>
                    <a:pt x="36868" y="127000"/>
                  </a:lnTo>
                  <a:lnTo>
                    <a:pt x="37007" y="128270"/>
                  </a:lnTo>
                  <a:lnTo>
                    <a:pt x="36626" y="130810"/>
                  </a:lnTo>
                  <a:lnTo>
                    <a:pt x="35242" y="132080"/>
                  </a:lnTo>
                  <a:lnTo>
                    <a:pt x="33451" y="130810"/>
                  </a:lnTo>
                  <a:lnTo>
                    <a:pt x="34213" y="130810"/>
                  </a:lnTo>
                  <a:lnTo>
                    <a:pt x="34391" y="129540"/>
                  </a:lnTo>
                  <a:lnTo>
                    <a:pt x="35788" y="128270"/>
                  </a:lnTo>
                  <a:lnTo>
                    <a:pt x="35788" y="127000"/>
                  </a:lnTo>
                  <a:lnTo>
                    <a:pt x="34213" y="125730"/>
                  </a:lnTo>
                  <a:lnTo>
                    <a:pt x="32448" y="125730"/>
                  </a:lnTo>
                  <a:lnTo>
                    <a:pt x="31737" y="124460"/>
                  </a:lnTo>
                  <a:lnTo>
                    <a:pt x="31305" y="123190"/>
                  </a:lnTo>
                  <a:lnTo>
                    <a:pt x="31038" y="123190"/>
                  </a:lnTo>
                  <a:lnTo>
                    <a:pt x="31305" y="121920"/>
                  </a:lnTo>
                  <a:lnTo>
                    <a:pt x="32448" y="121920"/>
                  </a:lnTo>
                  <a:lnTo>
                    <a:pt x="32499" y="122123"/>
                  </a:lnTo>
                  <a:lnTo>
                    <a:pt x="32804" y="123190"/>
                  </a:lnTo>
                  <a:lnTo>
                    <a:pt x="33705" y="123190"/>
                  </a:lnTo>
                  <a:lnTo>
                    <a:pt x="34747" y="124460"/>
                  </a:lnTo>
                  <a:lnTo>
                    <a:pt x="37160" y="124460"/>
                  </a:lnTo>
                  <a:lnTo>
                    <a:pt x="38836" y="123190"/>
                  </a:lnTo>
                  <a:lnTo>
                    <a:pt x="39039" y="121920"/>
                  </a:lnTo>
                  <a:lnTo>
                    <a:pt x="38265" y="121920"/>
                  </a:lnTo>
                  <a:lnTo>
                    <a:pt x="37820" y="120650"/>
                  </a:lnTo>
                  <a:lnTo>
                    <a:pt x="37007" y="120650"/>
                  </a:lnTo>
                  <a:lnTo>
                    <a:pt x="35623" y="119303"/>
                  </a:lnTo>
                  <a:lnTo>
                    <a:pt x="34747" y="118110"/>
                  </a:lnTo>
                  <a:lnTo>
                    <a:pt x="34391" y="116840"/>
                  </a:lnTo>
                  <a:lnTo>
                    <a:pt x="34213" y="116840"/>
                  </a:lnTo>
                  <a:lnTo>
                    <a:pt x="34213" y="115570"/>
                  </a:lnTo>
                  <a:lnTo>
                    <a:pt x="34023" y="115570"/>
                  </a:lnTo>
                  <a:lnTo>
                    <a:pt x="34023" y="114300"/>
                  </a:lnTo>
                  <a:lnTo>
                    <a:pt x="35902" y="114300"/>
                  </a:lnTo>
                  <a:lnTo>
                    <a:pt x="36499" y="115570"/>
                  </a:lnTo>
                  <a:lnTo>
                    <a:pt x="36499" y="116840"/>
                  </a:lnTo>
                  <a:lnTo>
                    <a:pt x="37160" y="118110"/>
                  </a:lnTo>
                  <a:lnTo>
                    <a:pt x="38836" y="118110"/>
                  </a:lnTo>
                  <a:lnTo>
                    <a:pt x="39966" y="120650"/>
                  </a:lnTo>
                  <a:lnTo>
                    <a:pt x="40754" y="121920"/>
                  </a:lnTo>
                  <a:lnTo>
                    <a:pt x="40843" y="122123"/>
                  </a:lnTo>
                  <a:lnTo>
                    <a:pt x="41313" y="123190"/>
                  </a:lnTo>
                  <a:lnTo>
                    <a:pt x="41313" y="113030"/>
                  </a:lnTo>
                  <a:lnTo>
                    <a:pt x="40449" y="113030"/>
                  </a:lnTo>
                  <a:lnTo>
                    <a:pt x="39370" y="111760"/>
                  </a:lnTo>
                  <a:lnTo>
                    <a:pt x="36182" y="111760"/>
                  </a:lnTo>
                  <a:lnTo>
                    <a:pt x="35242" y="107950"/>
                  </a:lnTo>
                  <a:lnTo>
                    <a:pt x="36182" y="106680"/>
                  </a:lnTo>
                  <a:lnTo>
                    <a:pt x="37007" y="105410"/>
                  </a:lnTo>
                  <a:lnTo>
                    <a:pt x="37820" y="105410"/>
                  </a:lnTo>
                  <a:lnTo>
                    <a:pt x="38684" y="106680"/>
                  </a:lnTo>
                  <a:lnTo>
                    <a:pt x="39039" y="107950"/>
                  </a:lnTo>
                  <a:lnTo>
                    <a:pt x="39281" y="107950"/>
                  </a:lnTo>
                  <a:lnTo>
                    <a:pt x="39636" y="109220"/>
                  </a:lnTo>
                  <a:lnTo>
                    <a:pt x="41846" y="109220"/>
                  </a:lnTo>
                  <a:lnTo>
                    <a:pt x="42545" y="106680"/>
                  </a:lnTo>
                  <a:lnTo>
                    <a:pt x="42418" y="105410"/>
                  </a:lnTo>
                  <a:lnTo>
                    <a:pt x="41313" y="104140"/>
                  </a:lnTo>
                  <a:lnTo>
                    <a:pt x="40754" y="104140"/>
                  </a:lnTo>
                  <a:lnTo>
                    <a:pt x="39966" y="102870"/>
                  </a:lnTo>
                  <a:lnTo>
                    <a:pt x="39154" y="102870"/>
                  </a:lnTo>
                  <a:lnTo>
                    <a:pt x="38265" y="101600"/>
                  </a:lnTo>
                  <a:lnTo>
                    <a:pt x="37630" y="100330"/>
                  </a:lnTo>
                  <a:lnTo>
                    <a:pt x="38265" y="99060"/>
                  </a:lnTo>
                  <a:lnTo>
                    <a:pt x="39370" y="99060"/>
                  </a:lnTo>
                  <a:lnTo>
                    <a:pt x="40093" y="97790"/>
                  </a:lnTo>
                  <a:lnTo>
                    <a:pt x="40754" y="99060"/>
                  </a:lnTo>
                  <a:lnTo>
                    <a:pt x="41846" y="99060"/>
                  </a:lnTo>
                  <a:lnTo>
                    <a:pt x="42418" y="100330"/>
                  </a:lnTo>
                  <a:lnTo>
                    <a:pt x="44018" y="100330"/>
                  </a:lnTo>
                  <a:lnTo>
                    <a:pt x="44894" y="97790"/>
                  </a:lnTo>
                  <a:lnTo>
                    <a:pt x="44894" y="96520"/>
                  </a:lnTo>
                  <a:lnTo>
                    <a:pt x="43853" y="96520"/>
                  </a:lnTo>
                  <a:lnTo>
                    <a:pt x="42951" y="95250"/>
                  </a:lnTo>
                  <a:lnTo>
                    <a:pt x="42202" y="93980"/>
                  </a:lnTo>
                  <a:lnTo>
                    <a:pt x="40449" y="93980"/>
                  </a:lnTo>
                  <a:lnTo>
                    <a:pt x="40093" y="92710"/>
                  </a:lnTo>
                  <a:lnTo>
                    <a:pt x="39039" y="92710"/>
                  </a:lnTo>
                  <a:lnTo>
                    <a:pt x="39039" y="91440"/>
                  </a:lnTo>
                  <a:lnTo>
                    <a:pt x="39725" y="91440"/>
                  </a:lnTo>
                  <a:lnTo>
                    <a:pt x="40093" y="90170"/>
                  </a:lnTo>
                  <a:lnTo>
                    <a:pt x="40754" y="90170"/>
                  </a:lnTo>
                  <a:lnTo>
                    <a:pt x="41795" y="88900"/>
                  </a:lnTo>
                  <a:lnTo>
                    <a:pt x="42735" y="88900"/>
                  </a:lnTo>
                  <a:lnTo>
                    <a:pt x="42951" y="90170"/>
                  </a:lnTo>
                  <a:lnTo>
                    <a:pt x="44018" y="90170"/>
                  </a:lnTo>
                  <a:lnTo>
                    <a:pt x="44107" y="90424"/>
                  </a:lnTo>
                  <a:lnTo>
                    <a:pt x="44450" y="91440"/>
                  </a:lnTo>
                  <a:lnTo>
                    <a:pt x="46482" y="91440"/>
                  </a:lnTo>
                  <a:lnTo>
                    <a:pt x="46812" y="90170"/>
                  </a:lnTo>
                  <a:lnTo>
                    <a:pt x="46177" y="88900"/>
                  </a:lnTo>
                  <a:lnTo>
                    <a:pt x="45300" y="87630"/>
                  </a:lnTo>
                  <a:lnTo>
                    <a:pt x="43916" y="87630"/>
                  </a:lnTo>
                  <a:lnTo>
                    <a:pt x="43459" y="86360"/>
                  </a:lnTo>
                  <a:lnTo>
                    <a:pt x="42735" y="86360"/>
                  </a:lnTo>
                  <a:lnTo>
                    <a:pt x="42202" y="85090"/>
                  </a:lnTo>
                  <a:lnTo>
                    <a:pt x="41846" y="85090"/>
                  </a:lnTo>
                  <a:lnTo>
                    <a:pt x="41541" y="83820"/>
                  </a:lnTo>
                  <a:lnTo>
                    <a:pt x="41846" y="82550"/>
                  </a:lnTo>
                  <a:lnTo>
                    <a:pt x="42545" y="81280"/>
                  </a:lnTo>
                  <a:lnTo>
                    <a:pt x="43573" y="81280"/>
                  </a:lnTo>
                  <a:lnTo>
                    <a:pt x="44894" y="80010"/>
                  </a:lnTo>
                  <a:lnTo>
                    <a:pt x="45669" y="81280"/>
                  </a:lnTo>
                  <a:lnTo>
                    <a:pt x="47015" y="81280"/>
                  </a:lnTo>
                  <a:lnTo>
                    <a:pt x="47739" y="82550"/>
                  </a:lnTo>
                  <a:lnTo>
                    <a:pt x="48742" y="82550"/>
                  </a:lnTo>
                  <a:lnTo>
                    <a:pt x="49085" y="81280"/>
                  </a:lnTo>
                  <a:lnTo>
                    <a:pt x="49085" y="80010"/>
                  </a:lnTo>
                  <a:lnTo>
                    <a:pt x="47993" y="80010"/>
                  </a:lnTo>
                  <a:lnTo>
                    <a:pt x="47371" y="78740"/>
                  </a:lnTo>
                  <a:lnTo>
                    <a:pt x="45173" y="78740"/>
                  </a:lnTo>
                  <a:lnTo>
                    <a:pt x="44450" y="77470"/>
                  </a:lnTo>
                  <a:lnTo>
                    <a:pt x="44170" y="76047"/>
                  </a:lnTo>
                  <a:lnTo>
                    <a:pt x="43675" y="73660"/>
                  </a:lnTo>
                  <a:lnTo>
                    <a:pt x="43675" y="72288"/>
                  </a:lnTo>
                  <a:lnTo>
                    <a:pt x="43942" y="72288"/>
                  </a:lnTo>
                  <a:lnTo>
                    <a:pt x="44234" y="70980"/>
                  </a:lnTo>
                  <a:lnTo>
                    <a:pt x="44780" y="70980"/>
                  </a:lnTo>
                  <a:lnTo>
                    <a:pt x="45821" y="72288"/>
                  </a:lnTo>
                  <a:lnTo>
                    <a:pt x="46545" y="72288"/>
                  </a:lnTo>
                  <a:lnTo>
                    <a:pt x="48501" y="74930"/>
                  </a:lnTo>
                  <a:lnTo>
                    <a:pt x="51130" y="74930"/>
                  </a:lnTo>
                  <a:lnTo>
                    <a:pt x="51130" y="76200"/>
                  </a:lnTo>
                  <a:lnTo>
                    <a:pt x="51701" y="77470"/>
                  </a:lnTo>
                  <a:lnTo>
                    <a:pt x="52260" y="77470"/>
                  </a:lnTo>
                  <a:lnTo>
                    <a:pt x="53606" y="80010"/>
                  </a:lnTo>
                  <a:lnTo>
                    <a:pt x="53606" y="76200"/>
                  </a:lnTo>
                  <a:lnTo>
                    <a:pt x="51523" y="76200"/>
                  </a:lnTo>
                  <a:lnTo>
                    <a:pt x="51549" y="76047"/>
                  </a:lnTo>
                  <a:lnTo>
                    <a:pt x="51701" y="74930"/>
                  </a:lnTo>
                  <a:lnTo>
                    <a:pt x="52222" y="74930"/>
                  </a:lnTo>
                  <a:lnTo>
                    <a:pt x="52844" y="73660"/>
                  </a:lnTo>
                  <a:lnTo>
                    <a:pt x="52628" y="73660"/>
                  </a:lnTo>
                  <a:lnTo>
                    <a:pt x="50622" y="72288"/>
                  </a:lnTo>
                  <a:lnTo>
                    <a:pt x="49034" y="72288"/>
                  </a:lnTo>
                  <a:lnTo>
                    <a:pt x="48348" y="70980"/>
                  </a:lnTo>
                  <a:lnTo>
                    <a:pt x="46329" y="70980"/>
                  </a:lnTo>
                  <a:lnTo>
                    <a:pt x="45021" y="69850"/>
                  </a:lnTo>
                  <a:lnTo>
                    <a:pt x="44208" y="68580"/>
                  </a:lnTo>
                  <a:lnTo>
                    <a:pt x="44323" y="67310"/>
                  </a:lnTo>
                  <a:lnTo>
                    <a:pt x="44450" y="66040"/>
                  </a:lnTo>
                  <a:lnTo>
                    <a:pt x="44894" y="64770"/>
                  </a:lnTo>
                  <a:lnTo>
                    <a:pt x="44450" y="63500"/>
                  </a:lnTo>
                  <a:lnTo>
                    <a:pt x="43548" y="62839"/>
                  </a:lnTo>
                  <a:lnTo>
                    <a:pt x="43548" y="77470"/>
                  </a:lnTo>
                  <a:lnTo>
                    <a:pt x="43078" y="78740"/>
                  </a:lnTo>
                  <a:lnTo>
                    <a:pt x="42202" y="80010"/>
                  </a:lnTo>
                  <a:lnTo>
                    <a:pt x="40093" y="81102"/>
                  </a:lnTo>
                  <a:lnTo>
                    <a:pt x="40093" y="85090"/>
                  </a:lnTo>
                  <a:lnTo>
                    <a:pt x="39966" y="87630"/>
                  </a:lnTo>
                  <a:lnTo>
                    <a:pt x="39281" y="87630"/>
                  </a:lnTo>
                  <a:lnTo>
                    <a:pt x="39039" y="88900"/>
                  </a:lnTo>
                  <a:lnTo>
                    <a:pt x="38836" y="88900"/>
                  </a:lnTo>
                  <a:lnTo>
                    <a:pt x="38379" y="90170"/>
                  </a:lnTo>
                  <a:lnTo>
                    <a:pt x="34023" y="90170"/>
                  </a:lnTo>
                  <a:lnTo>
                    <a:pt x="34747" y="91440"/>
                  </a:lnTo>
                  <a:lnTo>
                    <a:pt x="36499" y="91440"/>
                  </a:lnTo>
                  <a:lnTo>
                    <a:pt x="37630" y="92710"/>
                  </a:lnTo>
                  <a:lnTo>
                    <a:pt x="38684" y="93980"/>
                  </a:lnTo>
                  <a:lnTo>
                    <a:pt x="38379" y="96520"/>
                  </a:lnTo>
                  <a:lnTo>
                    <a:pt x="37160" y="96520"/>
                  </a:lnTo>
                  <a:lnTo>
                    <a:pt x="37236" y="97790"/>
                  </a:lnTo>
                  <a:lnTo>
                    <a:pt x="37312" y="99060"/>
                  </a:lnTo>
                  <a:lnTo>
                    <a:pt x="34963" y="99060"/>
                  </a:lnTo>
                  <a:lnTo>
                    <a:pt x="34213" y="97790"/>
                  </a:lnTo>
                  <a:lnTo>
                    <a:pt x="31457" y="97790"/>
                  </a:lnTo>
                  <a:lnTo>
                    <a:pt x="31737" y="99060"/>
                  </a:lnTo>
                  <a:lnTo>
                    <a:pt x="32448" y="99060"/>
                  </a:lnTo>
                  <a:lnTo>
                    <a:pt x="32918" y="100330"/>
                  </a:lnTo>
                  <a:lnTo>
                    <a:pt x="34213" y="100330"/>
                  </a:lnTo>
                  <a:lnTo>
                    <a:pt x="34963" y="101600"/>
                  </a:lnTo>
                  <a:lnTo>
                    <a:pt x="35788" y="101600"/>
                  </a:lnTo>
                  <a:lnTo>
                    <a:pt x="35674" y="102870"/>
                  </a:lnTo>
                  <a:lnTo>
                    <a:pt x="35242" y="104140"/>
                  </a:lnTo>
                  <a:lnTo>
                    <a:pt x="34505" y="105410"/>
                  </a:lnTo>
                  <a:lnTo>
                    <a:pt x="33159" y="106680"/>
                  </a:lnTo>
                  <a:lnTo>
                    <a:pt x="31038" y="106680"/>
                  </a:lnTo>
                  <a:lnTo>
                    <a:pt x="30670" y="107950"/>
                  </a:lnTo>
                  <a:lnTo>
                    <a:pt x="31737" y="109220"/>
                  </a:lnTo>
                  <a:lnTo>
                    <a:pt x="32613" y="110490"/>
                  </a:lnTo>
                  <a:lnTo>
                    <a:pt x="31788" y="110490"/>
                  </a:lnTo>
                  <a:lnTo>
                    <a:pt x="31788" y="116840"/>
                  </a:lnTo>
                  <a:lnTo>
                    <a:pt x="31038" y="118110"/>
                  </a:lnTo>
                  <a:lnTo>
                    <a:pt x="29603" y="119303"/>
                  </a:lnTo>
                  <a:lnTo>
                    <a:pt x="27571" y="119303"/>
                  </a:lnTo>
                  <a:lnTo>
                    <a:pt x="27609" y="118110"/>
                  </a:lnTo>
                  <a:lnTo>
                    <a:pt x="28803" y="118110"/>
                  </a:lnTo>
                  <a:lnTo>
                    <a:pt x="28981" y="116840"/>
                  </a:lnTo>
                  <a:lnTo>
                    <a:pt x="27787" y="115570"/>
                  </a:lnTo>
                  <a:lnTo>
                    <a:pt x="27419" y="114300"/>
                  </a:lnTo>
                  <a:lnTo>
                    <a:pt x="27012" y="114300"/>
                  </a:lnTo>
                  <a:lnTo>
                    <a:pt x="25819" y="113030"/>
                  </a:lnTo>
                  <a:lnTo>
                    <a:pt x="25539" y="111760"/>
                  </a:lnTo>
                  <a:lnTo>
                    <a:pt x="25463" y="109220"/>
                  </a:lnTo>
                  <a:lnTo>
                    <a:pt x="26035" y="109220"/>
                  </a:lnTo>
                  <a:lnTo>
                    <a:pt x="26441" y="110490"/>
                  </a:lnTo>
                  <a:lnTo>
                    <a:pt x="27190" y="110490"/>
                  </a:lnTo>
                  <a:lnTo>
                    <a:pt x="27419" y="111760"/>
                  </a:lnTo>
                  <a:lnTo>
                    <a:pt x="27787" y="111760"/>
                  </a:lnTo>
                  <a:lnTo>
                    <a:pt x="28321" y="113030"/>
                  </a:lnTo>
                  <a:lnTo>
                    <a:pt x="29159" y="113030"/>
                  </a:lnTo>
                  <a:lnTo>
                    <a:pt x="29857" y="114300"/>
                  </a:lnTo>
                  <a:lnTo>
                    <a:pt x="30543" y="114300"/>
                  </a:lnTo>
                  <a:lnTo>
                    <a:pt x="30886" y="115570"/>
                  </a:lnTo>
                  <a:lnTo>
                    <a:pt x="31788" y="116840"/>
                  </a:lnTo>
                  <a:lnTo>
                    <a:pt x="31788" y="110490"/>
                  </a:lnTo>
                  <a:lnTo>
                    <a:pt x="30543" y="111760"/>
                  </a:lnTo>
                  <a:lnTo>
                    <a:pt x="29794" y="113030"/>
                  </a:lnTo>
                  <a:lnTo>
                    <a:pt x="29286" y="113030"/>
                  </a:lnTo>
                  <a:lnTo>
                    <a:pt x="29286" y="111760"/>
                  </a:lnTo>
                  <a:lnTo>
                    <a:pt x="29514" y="111760"/>
                  </a:lnTo>
                  <a:lnTo>
                    <a:pt x="29794" y="110490"/>
                  </a:lnTo>
                  <a:lnTo>
                    <a:pt x="30670" y="110490"/>
                  </a:lnTo>
                  <a:lnTo>
                    <a:pt x="30670" y="109220"/>
                  </a:lnTo>
                  <a:lnTo>
                    <a:pt x="29984" y="109220"/>
                  </a:lnTo>
                  <a:lnTo>
                    <a:pt x="29286" y="107950"/>
                  </a:lnTo>
                  <a:lnTo>
                    <a:pt x="28321" y="106680"/>
                  </a:lnTo>
                  <a:lnTo>
                    <a:pt x="27190" y="106680"/>
                  </a:lnTo>
                  <a:lnTo>
                    <a:pt x="25463" y="105410"/>
                  </a:lnTo>
                  <a:lnTo>
                    <a:pt x="25095" y="104140"/>
                  </a:lnTo>
                  <a:lnTo>
                    <a:pt x="26174" y="101600"/>
                  </a:lnTo>
                  <a:lnTo>
                    <a:pt x="28003" y="101600"/>
                  </a:lnTo>
                  <a:lnTo>
                    <a:pt x="28321" y="102870"/>
                  </a:lnTo>
                  <a:lnTo>
                    <a:pt x="28473" y="102870"/>
                  </a:lnTo>
                  <a:lnTo>
                    <a:pt x="28473" y="104140"/>
                  </a:lnTo>
                  <a:lnTo>
                    <a:pt x="28689" y="104140"/>
                  </a:lnTo>
                  <a:lnTo>
                    <a:pt x="29044" y="105410"/>
                  </a:lnTo>
                  <a:lnTo>
                    <a:pt x="31305" y="105410"/>
                  </a:lnTo>
                  <a:lnTo>
                    <a:pt x="31953" y="104140"/>
                  </a:lnTo>
                  <a:lnTo>
                    <a:pt x="31978" y="102654"/>
                  </a:lnTo>
                  <a:lnTo>
                    <a:pt x="31457" y="101600"/>
                  </a:lnTo>
                  <a:lnTo>
                    <a:pt x="30886" y="101600"/>
                  </a:lnTo>
                  <a:lnTo>
                    <a:pt x="30670" y="100330"/>
                  </a:lnTo>
                  <a:lnTo>
                    <a:pt x="30543" y="100330"/>
                  </a:lnTo>
                  <a:lnTo>
                    <a:pt x="30391" y="99060"/>
                  </a:lnTo>
                  <a:lnTo>
                    <a:pt x="29857" y="99060"/>
                  </a:lnTo>
                  <a:lnTo>
                    <a:pt x="29514" y="97790"/>
                  </a:lnTo>
                  <a:lnTo>
                    <a:pt x="28600" y="97790"/>
                  </a:lnTo>
                  <a:lnTo>
                    <a:pt x="27317" y="96520"/>
                  </a:lnTo>
                  <a:lnTo>
                    <a:pt x="27012" y="95250"/>
                  </a:lnTo>
                  <a:lnTo>
                    <a:pt x="27063" y="92710"/>
                  </a:lnTo>
                  <a:lnTo>
                    <a:pt x="27190" y="91440"/>
                  </a:lnTo>
                  <a:lnTo>
                    <a:pt x="28232" y="91440"/>
                  </a:lnTo>
                  <a:lnTo>
                    <a:pt x="29286" y="92710"/>
                  </a:lnTo>
                  <a:lnTo>
                    <a:pt x="30264" y="92710"/>
                  </a:lnTo>
                  <a:lnTo>
                    <a:pt x="30543" y="93980"/>
                  </a:lnTo>
                  <a:lnTo>
                    <a:pt x="31038" y="93980"/>
                  </a:lnTo>
                  <a:lnTo>
                    <a:pt x="32448" y="96520"/>
                  </a:lnTo>
                  <a:lnTo>
                    <a:pt x="34213" y="96520"/>
                  </a:lnTo>
                  <a:lnTo>
                    <a:pt x="34391" y="95250"/>
                  </a:lnTo>
                  <a:lnTo>
                    <a:pt x="34747" y="93980"/>
                  </a:lnTo>
                  <a:lnTo>
                    <a:pt x="34213" y="93980"/>
                  </a:lnTo>
                  <a:lnTo>
                    <a:pt x="33705" y="92710"/>
                  </a:lnTo>
                  <a:lnTo>
                    <a:pt x="32804" y="91440"/>
                  </a:lnTo>
                  <a:lnTo>
                    <a:pt x="31953" y="91440"/>
                  </a:lnTo>
                  <a:lnTo>
                    <a:pt x="31038" y="90170"/>
                  </a:lnTo>
                  <a:lnTo>
                    <a:pt x="30670" y="88900"/>
                  </a:lnTo>
                  <a:lnTo>
                    <a:pt x="30391" y="88900"/>
                  </a:lnTo>
                  <a:lnTo>
                    <a:pt x="29984" y="87630"/>
                  </a:lnTo>
                  <a:lnTo>
                    <a:pt x="29857" y="87630"/>
                  </a:lnTo>
                  <a:lnTo>
                    <a:pt x="29857" y="86360"/>
                  </a:lnTo>
                  <a:lnTo>
                    <a:pt x="29984" y="85090"/>
                  </a:lnTo>
                  <a:lnTo>
                    <a:pt x="30670" y="85090"/>
                  </a:lnTo>
                  <a:lnTo>
                    <a:pt x="31953" y="86360"/>
                  </a:lnTo>
                  <a:lnTo>
                    <a:pt x="32829" y="86360"/>
                  </a:lnTo>
                  <a:lnTo>
                    <a:pt x="33337" y="87630"/>
                  </a:lnTo>
                  <a:lnTo>
                    <a:pt x="34391" y="87630"/>
                  </a:lnTo>
                  <a:lnTo>
                    <a:pt x="35788" y="88900"/>
                  </a:lnTo>
                  <a:lnTo>
                    <a:pt x="36499" y="88900"/>
                  </a:lnTo>
                  <a:lnTo>
                    <a:pt x="36626" y="87630"/>
                  </a:lnTo>
                  <a:lnTo>
                    <a:pt x="37007" y="86360"/>
                  </a:lnTo>
                  <a:lnTo>
                    <a:pt x="36626" y="86360"/>
                  </a:lnTo>
                  <a:lnTo>
                    <a:pt x="36182" y="85090"/>
                  </a:lnTo>
                  <a:lnTo>
                    <a:pt x="35242" y="85090"/>
                  </a:lnTo>
                  <a:lnTo>
                    <a:pt x="34391" y="83820"/>
                  </a:lnTo>
                  <a:lnTo>
                    <a:pt x="33553" y="83820"/>
                  </a:lnTo>
                  <a:lnTo>
                    <a:pt x="32524" y="82550"/>
                  </a:lnTo>
                  <a:lnTo>
                    <a:pt x="31788" y="81280"/>
                  </a:lnTo>
                  <a:lnTo>
                    <a:pt x="31737" y="80010"/>
                  </a:lnTo>
                  <a:lnTo>
                    <a:pt x="31305" y="78740"/>
                  </a:lnTo>
                  <a:lnTo>
                    <a:pt x="32080" y="76200"/>
                  </a:lnTo>
                  <a:lnTo>
                    <a:pt x="33248" y="74930"/>
                  </a:lnTo>
                  <a:lnTo>
                    <a:pt x="35242" y="74930"/>
                  </a:lnTo>
                  <a:lnTo>
                    <a:pt x="35458" y="76200"/>
                  </a:lnTo>
                  <a:lnTo>
                    <a:pt x="35902" y="76200"/>
                  </a:lnTo>
                  <a:lnTo>
                    <a:pt x="36334" y="77470"/>
                  </a:lnTo>
                  <a:lnTo>
                    <a:pt x="37160" y="77470"/>
                  </a:lnTo>
                  <a:lnTo>
                    <a:pt x="37007" y="78740"/>
                  </a:lnTo>
                  <a:lnTo>
                    <a:pt x="34963" y="78740"/>
                  </a:lnTo>
                  <a:lnTo>
                    <a:pt x="35090" y="80010"/>
                  </a:lnTo>
                  <a:lnTo>
                    <a:pt x="35458" y="80010"/>
                  </a:lnTo>
                  <a:lnTo>
                    <a:pt x="35902" y="81280"/>
                  </a:lnTo>
                  <a:lnTo>
                    <a:pt x="36626" y="81280"/>
                  </a:lnTo>
                  <a:lnTo>
                    <a:pt x="37592" y="82550"/>
                  </a:lnTo>
                  <a:lnTo>
                    <a:pt x="38379" y="82550"/>
                  </a:lnTo>
                  <a:lnTo>
                    <a:pt x="39154" y="83820"/>
                  </a:lnTo>
                  <a:lnTo>
                    <a:pt x="39725" y="83820"/>
                  </a:lnTo>
                  <a:lnTo>
                    <a:pt x="40093" y="85090"/>
                  </a:lnTo>
                  <a:lnTo>
                    <a:pt x="40093" y="81102"/>
                  </a:lnTo>
                  <a:lnTo>
                    <a:pt x="39725" y="81280"/>
                  </a:lnTo>
                  <a:lnTo>
                    <a:pt x="37592" y="80010"/>
                  </a:lnTo>
                  <a:lnTo>
                    <a:pt x="38569" y="78740"/>
                  </a:lnTo>
                  <a:lnTo>
                    <a:pt x="39039" y="77470"/>
                  </a:lnTo>
                  <a:lnTo>
                    <a:pt x="39408" y="76047"/>
                  </a:lnTo>
                  <a:lnTo>
                    <a:pt x="39636" y="74930"/>
                  </a:lnTo>
                  <a:lnTo>
                    <a:pt x="39370" y="74930"/>
                  </a:lnTo>
                  <a:lnTo>
                    <a:pt x="38684" y="73660"/>
                  </a:lnTo>
                  <a:lnTo>
                    <a:pt x="37820" y="73660"/>
                  </a:lnTo>
                  <a:lnTo>
                    <a:pt x="37109" y="72288"/>
                  </a:lnTo>
                  <a:lnTo>
                    <a:pt x="36563" y="72288"/>
                  </a:lnTo>
                  <a:lnTo>
                    <a:pt x="35826" y="70980"/>
                  </a:lnTo>
                  <a:lnTo>
                    <a:pt x="35166" y="70980"/>
                  </a:lnTo>
                  <a:lnTo>
                    <a:pt x="34505" y="69850"/>
                  </a:lnTo>
                  <a:lnTo>
                    <a:pt x="33807" y="68580"/>
                  </a:lnTo>
                  <a:lnTo>
                    <a:pt x="33337" y="67310"/>
                  </a:lnTo>
                  <a:lnTo>
                    <a:pt x="33451" y="66040"/>
                  </a:lnTo>
                  <a:lnTo>
                    <a:pt x="34213" y="64770"/>
                  </a:lnTo>
                  <a:lnTo>
                    <a:pt x="36182" y="64770"/>
                  </a:lnTo>
                  <a:lnTo>
                    <a:pt x="36626" y="66040"/>
                  </a:lnTo>
                  <a:lnTo>
                    <a:pt x="37630" y="66040"/>
                  </a:lnTo>
                  <a:lnTo>
                    <a:pt x="37998" y="67310"/>
                  </a:lnTo>
                  <a:lnTo>
                    <a:pt x="38569" y="67310"/>
                  </a:lnTo>
                  <a:lnTo>
                    <a:pt x="39154" y="68580"/>
                  </a:lnTo>
                  <a:lnTo>
                    <a:pt x="39039" y="69850"/>
                  </a:lnTo>
                  <a:lnTo>
                    <a:pt x="40297" y="69850"/>
                  </a:lnTo>
                  <a:lnTo>
                    <a:pt x="40297" y="68580"/>
                  </a:lnTo>
                  <a:lnTo>
                    <a:pt x="40449" y="68580"/>
                  </a:lnTo>
                  <a:lnTo>
                    <a:pt x="41008" y="67310"/>
                  </a:lnTo>
                  <a:lnTo>
                    <a:pt x="41008" y="66040"/>
                  </a:lnTo>
                  <a:lnTo>
                    <a:pt x="40449" y="66040"/>
                  </a:lnTo>
                  <a:lnTo>
                    <a:pt x="39370" y="64770"/>
                  </a:lnTo>
                  <a:lnTo>
                    <a:pt x="38442" y="63500"/>
                  </a:lnTo>
                  <a:lnTo>
                    <a:pt x="37630" y="62230"/>
                  </a:lnTo>
                  <a:lnTo>
                    <a:pt x="37160" y="62230"/>
                  </a:lnTo>
                  <a:lnTo>
                    <a:pt x="36182" y="60960"/>
                  </a:lnTo>
                  <a:lnTo>
                    <a:pt x="35090" y="60960"/>
                  </a:lnTo>
                  <a:lnTo>
                    <a:pt x="34391" y="59690"/>
                  </a:lnTo>
                  <a:lnTo>
                    <a:pt x="34213" y="58420"/>
                  </a:lnTo>
                  <a:lnTo>
                    <a:pt x="34023" y="58420"/>
                  </a:lnTo>
                  <a:lnTo>
                    <a:pt x="33705" y="57150"/>
                  </a:lnTo>
                  <a:lnTo>
                    <a:pt x="33108" y="57150"/>
                  </a:lnTo>
                  <a:lnTo>
                    <a:pt x="33108" y="62230"/>
                  </a:lnTo>
                  <a:lnTo>
                    <a:pt x="33108" y="63500"/>
                  </a:lnTo>
                  <a:lnTo>
                    <a:pt x="31038" y="66040"/>
                  </a:lnTo>
                  <a:lnTo>
                    <a:pt x="30670" y="67310"/>
                  </a:lnTo>
                  <a:lnTo>
                    <a:pt x="31038" y="68580"/>
                  </a:lnTo>
                  <a:lnTo>
                    <a:pt x="31305" y="69850"/>
                  </a:lnTo>
                  <a:lnTo>
                    <a:pt x="31305" y="70980"/>
                  </a:lnTo>
                  <a:lnTo>
                    <a:pt x="31457" y="70980"/>
                  </a:lnTo>
                  <a:lnTo>
                    <a:pt x="29972" y="72288"/>
                  </a:lnTo>
                  <a:lnTo>
                    <a:pt x="27647" y="72288"/>
                  </a:lnTo>
                  <a:lnTo>
                    <a:pt x="26720" y="73660"/>
                  </a:lnTo>
                  <a:lnTo>
                    <a:pt x="26263" y="74930"/>
                  </a:lnTo>
                  <a:lnTo>
                    <a:pt x="25908" y="76200"/>
                  </a:lnTo>
                  <a:lnTo>
                    <a:pt x="25539" y="76200"/>
                  </a:lnTo>
                  <a:lnTo>
                    <a:pt x="25400" y="77470"/>
                  </a:lnTo>
                  <a:lnTo>
                    <a:pt x="25095" y="77470"/>
                  </a:lnTo>
                  <a:lnTo>
                    <a:pt x="25006" y="74930"/>
                  </a:lnTo>
                  <a:lnTo>
                    <a:pt x="24409" y="74930"/>
                  </a:lnTo>
                  <a:lnTo>
                    <a:pt x="24117" y="76200"/>
                  </a:lnTo>
                  <a:lnTo>
                    <a:pt x="23787" y="76200"/>
                  </a:lnTo>
                  <a:lnTo>
                    <a:pt x="23342" y="77470"/>
                  </a:lnTo>
                  <a:lnTo>
                    <a:pt x="22707" y="78740"/>
                  </a:lnTo>
                  <a:lnTo>
                    <a:pt x="19037" y="78740"/>
                  </a:lnTo>
                  <a:lnTo>
                    <a:pt x="19088" y="76047"/>
                  </a:lnTo>
                  <a:lnTo>
                    <a:pt x="19392" y="74930"/>
                  </a:lnTo>
                  <a:lnTo>
                    <a:pt x="20180" y="73660"/>
                  </a:lnTo>
                  <a:lnTo>
                    <a:pt x="20358" y="73660"/>
                  </a:lnTo>
                  <a:lnTo>
                    <a:pt x="20574" y="72288"/>
                  </a:lnTo>
                  <a:lnTo>
                    <a:pt x="19697" y="72288"/>
                  </a:lnTo>
                  <a:lnTo>
                    <a:pt x="18986" y="73660"/>
                  </a:lnTo>
                  <a:lnTo>
                    <a:pt x="18021" y="73660"/>
                  </a:lnTo>
                  <a:lnTo>
                    <a:pt x="17894" y="74930"/>
                  </a:lnTo>
                  <a:lnTo>
                    <a:pt x="16560" y="74930"/>
                  </a:lnTo>
                  <a:lnTo>
                    <a:pt x="16827" y="73660"/>
                  </a:lnTo>
                  <a:lnTo>
                    <a:pt x="17221" y="73660"/>
                  </a:lnTo>
                  <a:lnTo>
                    <a:pt x="18516" y="72288"/>
                  </a:lnTo>
                  <a:lnTo>
                    <a:pt x="20116" y="70980"/>
                  </a:lnTo>
                  <a:lnTo>
                    <a:pt x="21640" y="69850"/>
                  </a:lnTo>
                  <a:lnTo>
                    <a:pt x="22999" y="69850"/>
                  </a:lnTo>
                  <a:lnTo>
                    <a:pt x="20574" y="72288"/>
                  </a:lnTo>
                  <a:lnTo>
                    <a:pt x="25717" y="72288"/>
                  </a:lnTo>
                  <a:lnTo>
                    <a:pt x="25933" y="70980"/>
                  </a:lnTo>
                  <a:lnTo>
                    <a:pt x="26784" y="70980"/>
                  </a:lnTo>
                  <a:lnTo>
                    <a:pt x="27317" y="69850"/>
                  </a:lnTo>
                  <a:lnTo>
                    <a:pt x="26720" y="68580"/>
                  </a:lnTo>
                  <a:lnTo>
                    <a:pt x="27571" y="68580"/>
                  </a:lnTo>
                  <a:lnTo>
                    <a:pt x="28321" y="64770"/>
                  </a:lnTo>
                  <a:lnTo>
                    <a:pt x="27876" y="63500"/>
                  </a:lnTo>
                  <a:lnTo>
                    <a:pt x="26949" y="62357"/>
                  </a:lnTo>
                  <a:lnTo>
                    <a:pt x="26949" y="66040"/>
                  </a:lnTo>
                  <a:lnTo>
                    <a:pt x="26593" y="67310"/>
                  </a:lnTo>
                  <a:lnTo>
                    <a:pt x="24117" y="67310"/>
                  </a:lnTo>
                  <a:lnTo>
                    <a:pt x="22377" y="68580"/>
                  </a:lnTo>
                  <a:lnTo>
                    <a:pt x="20675" y="68580"/>
                  </a:lnTo>
                  <a:lnTo>
                    <a:pt x="20675" y="69850"/>
                  </a:lnTo>
                  <a:lnTo>
                    <a:pt x="19037" y="69850"/>
                  </a:lnTo>
                  <a:lnTo>
                    <a:pt x="18630" y="70980"/>
                  </a:lnTo>
                  <a:lnTo>
                    <a:pt x="18389" y="70980"/>
                  </a:lnTo>
                  <a:lnTo>
                    <a:pt x="17437" y="72288"/>
                  </a:lnTo>
                  <a:lnTo>
                    <a:pt x="13868" y="72288"/>
                  </a:lnTo>
                  <a:lnTo>
                    <a:pt x="14071" y="70980"/>
                  </a:lnTo>
                  <a:lnTo>
                    <a:pt x="13322" y="70980"/>
                  </a:lnTo>
                  <a:lnTo>
                    <a:pt x="13093" y="69850"/>
                  </a:lnTo>
                  <a:lnTo>
                    <a:pt x="12649" y="69850"/>
                  </a:lnTo>
                  <a:lnTo>
                    <a:pt x="12052" y="68580"/>
                  </a:lnTo>
                  <a:lnTo>
                    <a:pt x="11785" y="68580"/>
                  </a:lnTo>
                  <a:lnTo>
                    <a:pt x="11366" y="67310"/>
                  </a:lnTo>
                  <a:lnTo>
                    <a:pt x="12344" y="67310"/>
                  </a:lnTo>
                  <a:lnTo>
                    <a:pt x="12649" y="68580"/>
                  </a:lnTo>
                  <a:lnTo>
                    <a:pt x="13195" y="68580"/>
                  </a:lnTo>
                  <a:lnTo>
                    <a:pt x="13779" y="69850"/>
                  </a:lnTo>
                  <a:lnTo>
                    <a:pt x="14414" y="69850"/>
                  </a:lnTo>
                  <a:lnTo>
                    <a:pt x="14732" y="68580"/>
                  </a:lnTo>
                  <a:lnTo>
                    <a:pt x="14160" y="68580"/>
                  </a:lnTo>
                  <a:lnTo>
                    <a:pt x="14046" y="67310"/>
                  </a:lnTo>
                  <a:lnTo>
                    <a:pt x="13347" y="67310"/>
                  </a:lnTo>
                  <a:lnTo>
                    <a:pt x="13195" y="66040"/>
                  </a:lnTo>
                  <a:lnTo>
                    <a:pt x="12763" y="66040"/>
                  </a:lnTo>
                  <a:lnTo>
                    <a:pt x="12763" y="64770"/>
                  </a:lnTo>
                  <a:lnTo>
                    <a:pt x="14592" y="64770"/>
                  </a:lnTo>
                  <a:lnTo>
                    <a:pt x="15481" y="66040"/>
                  </a:lnTo>
                  <a:lnTo>
                    <a:pt x="15938" y="67310"/>
                  </a:lnTo>
                  <a:lnTo>
                    <a:pt x="15938" y="69850"/>
                  </a:lnTo>
                  <a:lnTo>
                    <a:pt x="16611" y="69850"/>
                  </a:lnTo>
                  <a:lnTo>
                    <a:pt x="16611" y="66040"/>
                  </a:lnTo>
                  <a:lnTo>
                    <a:pt x="17360" y="67310"/>
                  </a:lnTo>
                  <a:lnTo>
                    <a:pt x="17602" y="68580"/>
                  </a:lnTo>
                  <a:lnTo>
                    <a:pt x="17665" y="69850"/>
                  </a:lnTo>
                  <a:lnTo>
                    <a:pt x="18021" y="69850"/>
                  </a:lnTo>
                  <a:lnTo>
                    <a:pt x="18415" y="68580"/>
                  </a:lnTo>
                  <a:lnTo>
                    <a:pt x="19278" y="68580"/>
                  </a:lnTo>
                  <a:lnTo>
                    <a:pt x="19964" y="67310"/>
                  </a:lnTo>
                  <a:lnTo>
                    <a:pt x="22377" y="67310"/>
                  </a:lnTo>
                  <a:lnTo>
                    <a:pt x="23126" y="66040"/>
                  </a:lnTo>
                  <a:lnTo>
                    <a:pt x="23558" y="66040"/>
                  </a:lnTo>
                  <a:lnTo>
                    <a:pt x="23787" y="64770"/>
                  </a:lnTo>
                  <a:lnTo>
                    <a:pt x="24345" y="64770"/>
                  </a:lnTo>
                  <a:lnTo>
                    <a:pt x="24117" y="63500"/>
                  </a:lnTo>
                  <a:lnTo>
                    <a:pt x="22999" y="62230"/>
                  </a:lnTo>
                  <a:lnTo>
                    <a:pt x="22555" y="62230"/>
                  </a:lnTo>
                  <a:lnTo>
                    <a:pt x="22555" y="64770"/>
                  </a:lnTo>
                  <a:lnTo>
                    <a:pt x="22377" y="66040"/>
                  </a:lnTo>
                  <a:lnTo>
                    <a:pt x="22085" y="66040"/>
                  </a:lnTo>
                  <a:lnTo>
                    <a:pt x="21361" y="64770"/>
                  </a:lnTo>
                  <a:lnTo>
                    <a:pt x="20802" y="64770"/>
                  </a:lnTo>
                  <a:lnTo>
                    <a:pt x="20358" y="63500"/>
                  </a:lnTo>
                  <a:lnTo>
                    <a:pt x="21755" y="63500"/>
                  </a:lnTo>
                  <a:lnTo>
                    <a:pt x="22555" y="64770"/>
                  </a:lnTo>
                  <a:lnTo>
                    <a:pt x="22555" y="62230"/>
                  </a:lnTo>
                  <a:lnTo>
                    <a:pt x="21755" y="62230"/>
                  </a:lnTo>
                  <a:lnTo>
                    <a:pt x="21247" y="60960"/>
                  </a:lnTo>
                  <a:lnTo>
                    <a:pt x="20231" y="60960"/>
                  </a:lnTo>
                  <a:lnTo>
                    <a:pt x="20231" y="59690"/>
                  </a:lnTo>
                  <a:lnTo>
                    <a:pt x="20231" y="58420"/>
                  </a:lnTo>
                  <a:lnTo>
                    <a:pt x="19646" y="58420"/>
                  </a:lnTo>
                  <a:lnTo>
                    <a:pt x="19646" y="66040"/>
                  </a:lnTo>
                  <a:lnTo>
                    <a:pt x="17665" y="66040"/>
                  </a:lnTo>
                  <a:lnTo>
                    <a:pt x="17894" y="64770"/>
                  </a:lnTo>
                  <a:lnTo>
                    <a:pt x="19278" y="64770"/>
                  </a:lnTo>
                  <a:lnTo>
                    <a:pt x="19646" y="66040"/>
                  </a:lnTo>
                  <a:lnTo>
                    <a:pt x="19646" y="58420"/>
                  </a:lnTo>
                  <a:lnTo>
                    <a:pt x="19392" y="58420"/>
                  </a:lnTo>
                  <a:lnTo>
                    <a:pt x="19646" y="57150"/>
                  </a:lnTo>
                  <a:lnTo>
                    <a:pt x="20231" y="57150"/>
                  </a:lnTo>
                  <a:lnTo>
                    <a:pt x="20675" y="58420"/>
                  </a:lnTo>
                  <a:lnTo>
                    <a:pt x="21958" y="58420"/>
                  </a:lnTo>
                  <a:lnTo>
                    <a:pt x="22377" y="59690"/>
                  </a:lnTo>
                  <a:lnTo>
                    <a:pt x="23698" y="60960"/>
                  </a:lnTo>
                  <a:lnTo>
                    <a:pt x="26035" y="64770"/>
                  </a:lnTo>
                  <a:lnTo>
                    <a:pt x="26949" y="66040"/>
                  </a:lnTo>
                  <a:lnTo>
                    <a:pt x="26949" y="62357"/>
                  </a:lnTo>
                  <a:lnTo>
                    <a:pt x="25819" y="60960"/>
                  </a:lnTo>
                  <a:lnTo>
                    <a:pt x="25006" y="60960"/>
                  </a:lnTo>
                  <a:lnTo>
                    <a:pt x="24117" y="59690"/>
                  </a:lnTo>
                  <a:lnTo>
                    <a:pt x="23558" y="59690"/>
                  </a:lnTo>
                  <a:lnTo>
                    <a:pt x="23190" y="58420"/>
                  </a:lnTo>
                  <a:lnTo>
                    <a:pt x="22999" y="58420"/>
                  </a:lnTo>
                  <a:lnTo>
                    <a:pt x="22707" y="57150"/>
                  </a:lnTo>
                  <a:lnTo>
                    <a:pt x="22174" y="57150"/>
                  </a:lnTo>
                  <a:lnTo>
                    <a:pt x="21958" y="55880"/>
                  </a:lnTo>
                  <a:lnTo>
                    <a:pt x="21310" y="55880"/>
                  </a:lnTo>
                  <a:lnTo>
                    <a:pt x="21247" y="54610"/>
                  </a:lnTo>
                  <a:lnTo>
                    <a:pt x="21640" y="54610"/>
                  </a:lnTo>
                  <a:lnTo>
                    <a:pt x="22059" y="55880"/>
                  </a:lnTo>
                  <a:lnTo>
                    <a:pt x="23596" y="55880"/>
                  </a:lnTo>
                  <a:lnTo>
                    <a:pt x="24803" y="57150"/>
                  </a:lnTo>
                  <a:lnTo>
                    <a:pt x="27571" y="55880"/>
                  </a:lnTo>
                  <a:lnTo>
                    <a:pt x="28600" y="54610"/>
                  </a:lnTo>
                  <a:lnTo>
                    <a:pt x="29514" y="53340"/>
                  </a:lnTo>
                  <a:lnTo>
                    <a:pt x="29794" y="53340"/>
                  </a:lnTo>
                  <a:lnTo>
                    <a:pt x="29794" y="52070"/>
                  </a:lnTo>
                  <a:lnTo>
                    <a:pt x="28003" y="52070"/>
                  </a:lnTo>
                  <a:lnTo>
                    <a:pt x="27571" y="53340"/>
                  </a:lnTo>
                  <a:lnTo>
                    <a:pt x="24345" y="53340"/>
                  </a:lnTo>
                  <a:lnTo>
                    <a:pt x="24714" y="52070"/>
                  </a:lnTo>
                  <a:lnTo>
                    <a:pt x="23558" y="52070"/>
                  </a:lnTo>
                  <a:lnTo>
                    <a:pt x="19646" y="50800"/>
                  </a:lnTo>
                  <a:lnTo>
                    <a:pt x="19278" y="51041"/>
                  </a:lnTo>
                  <a:lnTo>
                    <a:pt x="19278" y="62230"/>
                  </a:lnTo>
                  <a:lnTo>
                    <a:pt x="19037" y="62230"/>
                  </a:lnTo>
                  <a:lnTo>
                    <a:pt x="18923" y="62382"/>
                  </a:lnTo>
                  <a:lnTo>
                    <a:pt x="18021" y="63500"/>
                  </a:lnTo>
                  <a:lnTo>
                    <a:pt x="17221" y="63500"/>
                  </a:lnTo>
                  <a:lnTo>
                    <a:pt x="16205" y="64770"/>
                  </a:lnTo>
                  <a:lnTo>
                    <a:pt x="15506" y="64770"/>
                  </a:lnTo>
                  <a:lnTo>
                    <a:pt x="15125" y="63500"/>
                  </a:lnTo>
                  <a:lnTo>
                    <a:pt x="15481" y="63500"/>
                  </a:lnTo>
                  <a:lnTo>
                    <a:pt x="16230" y="62230"/>
                  </a:lnTo>
                  <a:lnTo>
                    <a:pt x="18580" y="60960"/>
                  </a:lnTo>
                  <a:lnTo>
                    <a:pt x="18986" y="60960"/>
                  </a:lnTo>
                  <a:lnTo>
                    <a:pt x="19278" y="62230"/>
                  </a:lnTo>
                  <a:lnTo>
                    <a:pt x="19278" y="51041"/>
                  </a:lnTo>
                  <a:lnTo>
                    <a:pt x="18986" y="51231"/>
                  </a:lnTo>
                  <a:lnTo>
                    <a:pt x="18986" y="53340"/>
                  </a:lnTo>
                  <a:lnTo>
                    <a:pt x="18796" y="54610"/>
                  </a:lnTo>
                  <a:lnTo>
                    <a:pt x="18580" y="54610"/>
                  </a:lnTo>
                  <a:lnTo>
                    <a:pt x="17894" y="55613"/>
                  </a:lnTo>
                  <a:lnTo>
                    <a:pt x="17894" y="59690"/>
                  </a:lnTo>
                  <a:lnTo>
                    <a:pt x="17665" y="60960"/>
                  </a:lnTo>
                  <a:lnTo>
                    <a:pt x="16560" y="60960"/>
                  </a:lnTo>
                  <a:lnTo>
                    <a:pt x="15506" y="62230"/>
                  </a:lnTo>
                  <a:lnTo>
                    <a:pt x="14732" y="62230"/>
                  </a:lnTo>
                  <a:lnTo>
                    <a:pt x="14693" y="62382"/>
                  </a:lnTo>
                  <a:lnTo>
                    <a:pt x="14414" y="63500"/>
                  </a:lnTo>
                  <a:lnTo>
                    <a:pt x="14084" y="62382"/>
                  </a:lnTo>
                  <a:lnTo>
                    <a:pt x="14046" y="62230"/>
                  </a:lnTo>
                  <a:lnTo>
                    <a:pt x="15125" y="60960"/>
                  </a:lnTo>
                  <a:lnTo>
                    <a:pt x="15786" y="60960"/>
                  </a:lnTo>
                  <a:lnTo>
                    <a:pt x="16611" y="59690"/>
                  </a:lnTo>
                  <a:lnTo>
                    <a:pt x="17894" y="59690"/>
                  </a:lnTo>
                  <a:lnTo>
                    <a:pt x="17894" y="55613"/>
                  </a:lnTo>
                  <a:lnTo>
                    <a:pt x="16827" y="57150"/>
                  </a:lnTo>
                  <a:lnTo>
                    <a:pt x="15481" y="58420"/>
                  </a:lnTo>
                  <a:lnTo>
                    <a:pt x="13843" y="60960"/>
                  </a:lnTo>
                  <a:lnTo>
                    <a:pt x="12763" y="60960"/>
                  </a:lnTo>
                  <a:lnTo>
                    <a:pt x="12763" y="62230"/>
                  </a:lnTo>
                  <a:lnTo>
                    <a:pt x="12712" y="62382"/>
                  </a:lnTo>
                  <a:lnTo>
                    <a:pt x="12407" y="63500"/>
                  </a:lnTo>
                  <a:lnTo>
                    <a:pt x="11366" y="64770"/>
                  </a:lnTo>
                  <a:lnTo>
                    <a:pt x="10744" y="66040"/>
                  </a:lnTo>
                  <a:lnTo>
                    <a:pt x="10591" y="64770"/>
                  </a:lnTo>
                  <a:lnTo>
                    <a:pt x="11366" y="62230"/>
                  </a:lnTo>
                  <a:lnTo>
                    <a:pt x="12763" y="62230"/>
                  </a:lnTo>
                  <a:lnTo>
                    <a:pt x="12763" y="60960"/>
                  </a:lnTo>
                  <a:lnTo>
                    <a:pt x="11277" y="60960"/>
                  </a:lnTo>
                  <a:lnTo>
                    <a:pt x="10375" y="62230"/>
                  </a:lnTo>
                  <a:lnTo>
                    <a:pt x="10312" y="62382"/>
                  </a:lnTo>
                  <a:lnTo>
                    <a:pt x="9842" y="63500"/>
                  </a:lnTo>
                  <a:lnTo>
                    <a:pt x="9055" y="63500"/>
                  </a:lnTo>
                  <a:lnTo>
                    <a:pt x="8737" y="64770"/>
                  </a:lnTo>
                  <a:lnTo>
                    <a:pt x="8178" y="63500"/>
                  </a:lnTo>
                  <a:lnTo>
                    <a:pt x="8864" y="62230"/>
                  </a:lnTo>
                  <a:lnTo>
                    <a:pt x="9182" y="60960"/>
                  </a:lnTo>
                  <a:lnTo>
                    <a:pt x="10287" y="60960"/>
                  </a:lnTo>
                  <a:lnTo>
                    <a:pt x="10528" y="59690"/>
                  </a:lnTo>
                  <a:lnTo>
                    <a:pt x="9398" y="59690"/>
                  </a:lnTo>
                  <a:lnTo>
                    <a:pt x="8178" y="60960"/>
                  </a:lnTo>
                  <a:lnTo>
                    <a:pt x="7150" y="62230"/>
                  </a:lnTo>
                  <a:lnTo>
                    <a:pt x="6464" y="62230"/>
                  </a:lnTo>
                  <a:lnTo>
                    <a:pt x="6553" y="60960"/>
                  </a:lnTo>
                  <a:lnTo>
                    <a:pt x="6794" y="60960"/>
                  </a:lnTo>
                  <a:lnTo>
                    <a:pt x="7518" y="59690"/>
                  </a:lnTo>
                  <a:lnTo>
                    <a:pt x="7962" y="58420"/>
                  </a:lnTo>
                  <a:lnTo>
                    <a:pt x="8585" y="58420"/>
                  </a:lnTo>
                  <a:lnTo>
                    <a:pt x="9398" y="57150"/>
                  </a:lnTo>
                  <a:lnTo>
                    <a:pt x="11277" y="57150"/>
                  </a:lnTo>
                  <a:lnTo>
                    <a:pt x="13093" y="55880"/>
                  </a:lnTo>
                  <a:lnTo>
                    <a:pt x="14592" y="55880"/>
                  </a:lnTo>
                  <a:lnTo>
                    <a:pt x="15938" y="54610"/>
                  </a:lnTo>
                  <a:lnTo>
                    <a:pt x="16827" y="54610"/>
                  </a:lnTo>
                  <a:lnTo>
                    <a:pt x="17221" y="53340"/>
                  </a:lnTo>
                  <a:lnTo>
                    <a:pt x="18986" y="53340"/>
                  </a:lnTo>
                  <a:lnTo>
                    <a:pt x="18986" y="51231"/>
                  </a:lnTo>
                  <a:lnTo>
                    <a:pt x="17665" y="52070"/>
                  </a:lnTo>
                  <a:lnTo>
                    <a:pt x="16560" y="52070"/>
                  </a:lnTo>
                  <a:lnTo>
                    <a:pt x="15633" y="53340"/>
                  </a:lnTo>
                  <a:lnTo>
                    <a:pt x="14820" y="53340"/>
                  </a:lnTo>
                  <a:lnTo>
                    <a:pt x="13347" y="54610"/>
                  </a:lnTo>
                  <a:lnTo>
                    <a:pt x="11277" y="54610"/>
                  </a:lnTo>
                  <a:lnTo>
                    <a:pt x="12344" y="53340"/>
                  </a:lnTo>
                  <a:lnTo>
                    <a:pt x="13195" y="52070"/>
                  </a:lnTo>
                  <a:lnTo>
                    <a:pt x="14592" y="52070"/>
                  </a:lnTo>
                  <a:lnTo>
                    <a:pt x="14820" y="50800"/>
                  </a:lnTo>
                  <a:lnTo>
                    <a:pt x="14820" y="46990"/>
                  </a:lnTo>
                  <a:lnTo>
                    <a:pt x="15506" y="45720"/>
                  </a:lnTo>
                  <a:lnTo>
                    <a:pt x="18300" y="45720"/>
                  </a:lnTo>
                  <a:lnTo>
                    <a:pt x="19037" y="44450"/>
                  </a:lnTo>
                  <a:lnTo>
                    <a:pt x="21310" y="44450"/>
                  </a:lnTo>
                  <a:lnTo>
                    <a:pt x="21183" y="43129"/>
                  </a:lnTo>
                  <a:lnTo>
                    <a:pt x="20180" y="43129"/>
                  </a:lnTo>
                  <a:lnTo>
                    <a:pt x="18796" y="41910"/>
                  </a:lnTo>
                  <a:lnTo>
                    <a:pt x="18021" y="41910"/>
                  </a:lnTo>
                  <a:lnTo>
                    <a:pt x="17360" y="40640"/>
                  </a:lnTo>
                  <a:lnTo>
                    <a:pt x="17221" y="40640"/>
                  </a:lnTo>
                  <a:lnTo>
                    <a:pt x="17221" y="43129"/>
                  </a:lnTo>
                  <a:lnTo>
                    <a:pt x="17221" y="44450"/>
                  </a:lnTo>
                  <a:lnTo>
                    <a:pt x="14160" y="44450"/>
                  </a:lnTo>
                  <a:lnTo>
                    <a:pt x="13512" y="43129"/>
                  </a:lnTo>
                  <a:lnTo>
                    <a:pt x="17221" y="43129"/>
                  </a:lnTo>
                  <a:lnTo>
                    <a:pt x="17221" y="40640"/>
                  </a:lnTo>
                  <a:lnTo>
                    <a:pt x="13538" y="40640"/>
                  </a:lnTo>
                  <a:lnTo>
                    <a:pt x="12407" y="41910"/>
                  </a:lnTo>
                  <a:lnTo>
                    <a:pt x="11417" y="43129"/>
                  </a:lnTo>
                  <a:lnTo>
                    <a:pt x="11366" y="45720"/>
                  </a:lnTo>
                  <a:lnTo>
                    <a:pt x="12407" y="45720"/>
                  </a:lnTo>
                  <a:lnTo>
                    <a:pt x="13093" y="46990"/>
                  </a:lnTo>
                  <a:lnTo>
                    <a:pt x="13779" y="46990"/>
                  </a:lnTo>
                  <a:lnTo>
                    <a:pt x="14046" y="48260"/>
                  </a:lnTo>
                  <a:lnTo>
                    <a:pt x="14046" y="49530"/>
                  </a:lnTo>
                  <a:lnTo>
                    <a:pt x="13347" y="50800"/>
                  </a:lnTo>
                  <a:lnTo>
                    <a:pt x="13093" y="52070"/>
                  </a:lnTo>
                  <a:lnTo>
                    <a:pt x="9842" y="52070"/>
                  </a:lnTo>
                  <a:lnTo>
                    <a:pt x="8864" y="54610"/>
                  </a:lnTo>
                  <a:lnTo>
                    <a:pt x="8674" y="55880"/>
                  </a:lnTo>
                  <a:lnTo>
                    <a:pt x="8343" y="57150"/>
                  </a:lnTo>
                  <a:lnTo>
                    <a:pt x="7518" y="58420"/>
                  </a:lnTo>
                  <a:lnTo>
                    <a:pt x="4102" y="58420"/>
                  </a:lnTo>
                  <a:lnTo>
                    <a:pt x="2616" y="57150"/>
                  </a:lnTo>
                  <a:lnTo>
                    <a:pt x="2971" y="55880"/>
                  </a:lnTo>
                  <a:lnTo>
                    <a:pt x="3162" y="54610"/>
                  </a:lnTo>
                  <a:lnTo>
                    <a:pt x="4445" y="52070"/>
                  </a:lnTo>
                  <a:lnTo>
                    <a:pt x="5143" y="52070"/>
                  </a:lnTo>
                  <a:lnTo>
                    <a:pt x="5600" y="50800"/>
                  </a:lnTo>
                  <a:lnTo>
                    <a:pt x="6146" y="50800"/>
                  </a:lnTo>
                  <a:lnTo>
                    <a:pt x="7150" y="49530"/>
                  </a:lnTo>
                  <a:lnTo>
                    <a:pt x="8318" y="49530"/>
                  </a:lnTo>
                  <a:lnTo>
                    <a:pt x="8496" y="48260"/>
                  </a:lnTo>
                  <a:lnTo>
                    <a:pt x="8864" y="46990"/>
                  </a:lnTo>
                  <a:lnTo>
                    <a:pt x="9969" y="45720"/>
                  </a:lnTo>
                  <a:lnTo>
                    <a:pt x="10172" y="45720"/>
                  </a:lnTo>
                  <a:lnTo>
                    <a:pt x="10274" y="43129"/>
                  </a:lnTo>
                  <a:lnTo>
                    <a:pt x="10375" y="40640"/>
                  </a:lnTo>
                  <a:lnTo>
                    <a:pt x="10972" y="40640"/>
                  </a:lnTo>
                  <a:lnTo>
                    <a:pt x="11684" y="39370"/>
                  </a:lnTo>
                  <a:lnTo>
                    <a:pt x="12534" y="38011"/>
                  </a:lnTo>
                  <a:lnTo>
                    <a:pt x="14160" y="36830"/>
                  </a:lnTo>
                  <a:lnTo>
                    <a:pt x="18796" y="36830"/>
                  </a:lnTo>
                  <a:lnTo>
                    <a:pt x="19812" y="35560"/>
                  </a:lnTo>
                  <a:lnTo>
                    <a:pt x="20358" y="35560"/>
                  </a:lnTo>
                  <a:lnTo>
                    <a:pt x="20675" y="34290"/>
                  </a:lnTo>
                  <a:lnTo>
                    <a:pt x="21043" y="34290"/>
                  </a:lnTo>
                  <a:lnTo>
                    <a:pt x="21285" y="32740"/>
                  </a:lnTo>
                  <a:lnTo>
                    <a:pt x="22009" y="32740"/>
                  </a:lnTo>
                  <a:lnTo>
                    <a:pt x="22377" y="31750"/>
                  </a:lnTo>
                  <a:lnTo>
                    <a:pt x="22860" y="32740"/>
                  </a:lnTo>
                  <a:lnTo>
                    <a:pt x="23914" y="32740"/>
                  </a:lnTo>
                  <a:lnTo>
                    <a:pt x="25006" y="34290"/>
                  </a:lnTo>
                  <a:lnTo>
                    <a:pt x="26174" y="35560"/>
                  </a:lnTo>
                  <a:lnTo>
                    <a:pt x="27419" y="35560"/>
                  </a:lnTo>
                  <a:lnTo>
                    <a:pt x="28321" y="36830"/>
                  </a:lnTo>
                  <a:lnTo>
                    <a:pt x="30264" y="36830"/>
                  </a:lnTo>
                  <a:lnTo>
                    <a:pt x="30645" y="38011"/>
                  </a:lnTo>
                  <a:lnTo>
                    <a:pt x="31292" y="38011"/>
                  </a:lnTo>
                  <a:lnTo>
                    <a:pt x="31457" y="39370"/>
                  </a:lnTo>
                  <a:lnTo>
                    <a:pt x="31788" y="39370"/>
                  </a:lnTo>
                  <a:lnTo>
                    <a:pt x="31457" y="40640"/>
                  </a:lnTo>
                  <a:lnTo>
                    <a:pt x="30543" y="40640"/>
                  </a:lnTo>
                  <a:lnTo>
                    <a:pt x="29794" y="41910"/>
                  </a:lnTo>
                  <a:lnTo>
                    <a:pt x="28232" y="41910"/>
                  </a:lnTo>
                  <a:lnTo>
                    <a:pt x="27597" y="43129"/>
                  </a:lnTo>
                  <a:lnTo>
                    <a:pt x="22440" y="43129"/>
                  </a:lnTo>
                  <a:lnTo>
                    <a:pt x="22440" y="44450"/>
                  </a:lnTo>
                  <a:lnTo>
                    <a:pt x="28803" y="44450"/>
                  </a:lnTo>
                  <a:lnTo>
                    <a:pt x="30391" y="45720"/>
                  </a:lnTo>
                  <a:lnTo>
                    <a:pt x="31305" y="46990"/>
                  </a:lnTo>
                  <a:lnTo>
                    <a:pt x="31457" y="48260"/>
                  </a:lnTo>
                  <a:lnTo>
                    <a:pt x="31737" y="49530"/>
                  </a:lnTo>
                  <a:lnTo>
                    <a:pt x="32918" y="49530"/>
                  </a:lnTo>
                  <a:lnTo>
                    <a:pt x="32804" y="50800"/>
                  </a:lnTo>
                  <a:lnTo>
                    <a:pt x="32613" y="50800"/>
                  </a:lnTo>
                  <a:lnTo>
                    <a:pt x="31610" y="52070"/>
                  </a:lnTo>
                  <a:lnTo>
                    <a:pt x="31508" y="53340"/>
                  </a:lnTo>
                  <a:lnTo>
                    <a:pt x="31457" y="59690"/>
                  </a:lnTo>
                  <a:lnTo>
                    <a:pt x="33108" y="62230"/>
                  </a:lnTo>
                  <a:lnTo>
                    <a:pt x="33108" y="57150"/>
                  </a:lnTo>
                  <a:lnTo>
                    <a:pt x="32918" y="55880"/>
                  </a:lnTo>
                  <a:lnTo>
                    <a:pt x="32829" y="54610"/>
                  </a:lnTo>
                  <a:lnTo>
                    <a:pt x="33896" y="54610"/>
                  </a:lnTo>
                  <a:lnTo>
                    <a:pt x="34023" y="55880"/>
                  </a:lnTo>
                  <a:lnTo>
                    <a:pt x="34963" y="55880"/>
                  </a:lnTo>
                  <a:lnTo>
                    <a:pt x="35090" y="57150"/>
                  </a:lnTo>
                  <a:lnTo>
                    <a:pt x="38684" y="57150"/>
                  </a:lnTo>
                  <a:lnTo>
                    <a:pt x="38811" y="58420"/>
                  </a:lnTo>
                  <a:lnTo>
                    <a:pt x="38925" y="59690"/>
                  </a:lnTo>
                  <a:lnTo>
                    <a:pt x="39039" y="60960"/>
                  </a:lnTo>
                  <a:lnTo>
                    <a:pt x="39725" y="60960"/>
                  </a:lnTo>
                  <a:lnTo>
                    <a:pt x="41008" y="62230"/>
                  </a:lnTo>
                  <a:lnTo>
                    <a:pt x="41846" y="62230"/>
                  </a:lnTo>
                  <a:lnTo>
                    <a:pt x="41935" y="62382"/>
                  </a:lnTo>
                  <a:lnTo>
                    <a:pt x="42545" y="63500"/>
                  </a:lnTo>
                  <a:lnTo>
                    <a:pt x="42735" y="63500"/>
                  </a:lnTo>
                  <a:lnTo>
                    <a:pt x="42735" y="64770"/>
                  </a:lnTo>
                  <a:lnTo>
                    <a:pt x="42951" y="66040"/>
                  </a:lnTo>
                  <a:lnTo>
                    <a:pt x="43230" y="66040"/>
                  </a:lnTo>
                  <a:lnTo>
                    <a:pt x="43345" y="67310"/>
                  </a:lnTo>
                  <a:lnTo>
                    <a:pt x="43459" y="68580"/>
                  </a:lnTo>
                  <a:lnTo>
                    <a:pt x="42418" y="69850"/>
                  </a:lnTo>
                  <a:lnTo>
                    <a:pt x="40932" y="70980"/>
                  </a:lnTo>
                  <a:lnTo>
                    <a:pt x="39370" y="70980"/>
                  </a:lnTo>
                  <a:lnTo>
                    <a:pt x="39370" y="72288"/>
                  </a:lnTo>
                  <a:lnTo>
                    <a:pt x="42125" y="72288"/>
                  </a:lnTo>
                  <a:lnTo>
                    <a:pt x="43078" y="73660"/>
                  </a:lnTo>
                  <a:lnTo>
                    <a:pt x="43459" y="74930"/>
                  </a:lnTo>
                  <a:lnTo>
                    <a:pt x="43548" y="77470"/>
                  </a:lnTo>
                  <a:lnTo>
                    <a:pt x="43548" y="62839"/>
                  </a:lnTo>
                  <a:lnTo>
                    <a:pt x="42735" y="62230"/>
                  </a:lnTo>
                  <a:lnTo>
                    <a:pt x="42735" y="60960"/>
                  </a:lnTo>
                  <a:lnTo>
                    <a:pt x="43573" y="60960"/>
                  </a:lnTo>
                  <a:lnTo>
                    <a:pt x="44018" y="59690"/>
                  </a:lnTo>
                  <a:lnTo>
                    <a:pt x="44894" y="59690"/>
                  </a:lnTo>
                  <a:lnTo>
                    <a:pt x="44894" y="57150"/>
                  </a:lnTo>
                  <a:lnTo>
                    <a:pt x="45110" y="55880"/>
                  </a:lnTo>
                  <a:lnTo>
                    <a:pt x="47307" y="55880"/>
                  </a:lnTo>
                  <a:lnTo>
                    <a:pt x="48120" y="57150"/>
                  </a:lnTo>
                  <a:lnTo>
                    <a:pt x="48425" y="58420"/>
                  </a:lnTo>
                  <a:lnTo>
                    <a:pt x="49466" y="58420"/>
                  </a:lnTo>
                  <a:lnTo>
                    <a:pt x="50088" y="59690"/>
                  </a:lnTo>
                  <a:lnTo>
                    <a:pt x="51663" y="59690"/>
                  </a:lnTo>
                  <a:lnTo>
                    <a:pt x="52514" y="60960"/>
                  </a:lnTo>
                  <a:lnTo>
                    <a:pt x="53733" y="62230"/>
                  </a:lnTo>
                  <a:lnTo>
                    <a:pt x="57404" y="62230"/>
                  </a:lnTo>
                  <a:lnTo>
                    <a:pt x="57442" y="62382"/>
                  </a:lnTo>
                  <a:lnTo>
                    <a:pt x="58178" y="64770"/>
                  </a:lnTo>
                  <a:lnTo>
                    <a:pt x="58178" y="62230"/>
                  </a:lnTo>
                  <a:lnTo>
                    <a:pt x="58483" y="60960"/>
                  </a:lnTo>
                  <a:lnTo>
                    <a:pt x="60185" y="60960"/>
                  </a:lnTo>
                  <a:lnTo>
                    <a:pt x="60299" y="62230"/>
                  </a:lnTo>
                  <a:lnTo>
                    <a:pt x="60655" y="62230"/>
                  </a:lnTo>
                  <a:lnTo>
                    <a:pt x="60756" y="62382"/>
                  </a:lnTo>
                  <a:lnTo>
                    <a:pt x="61468" y="63500"/>
                  </a:lnTo>
                  <a:lnTo>
                    <a:pt x="62509" y="63500"/>
                  </a:lnTo>
                  <a:lnTo>
                    <a:pt x="62509" y="66040"/>
                  </a:lnTo>
                  <a:lnTo>
                    <a:pt x="63652" y="66040"/>
                  </a:lnTo>
                  <a:lnTo>
                    <a:pt x="62839" y="64770"/>
                  </a:lnTo>
                  <a:lnTo>
                    <a:pt x="63944" y="63500"/>
                  </a:lnTo>
                  <a:lnTo>
                    <a:pt x="64312" y="63500"/>
                  </a:lnTo>
                  <a:lnTo>
                    <a:pt x="64630" y="66040"/>
                  </a:lnTo>
                  <a:lnTo>
                    <a:pt x="64630" y="45720"/>
                  </a:lnTo>
                  <a:lnTo>
                    <a:pt x="63944" y="45720"/>
                  </a:lnTo>
                  <a:lnTo>
                    <a:pt x="63792" y="44450"/>
                  </a:lnTo>
                  <a:lnTo>
                    <a:pt x="64630" y="44450"/>
                  </a:lnTo>
                  <a:lnTo>
                    <a:pt x="64820" y="43129"/>
                  </a:lnTo>
                  <a:lnTo>
                    <a:pt x="66357" y="43129"/>
                  </a:lnTo>
                  <a:lnTo>
                    <a:pt x="66484" y="41910"/>
                  </a:lnTo>
                  <a:lnTo>
                    <a:pt x="66598" y="40640"/>
                  </a:lnTo>
                  <a:lnTo>
                    <a:pt x="65405" y="39370"/>
                  </a:lnTo>
                  <a:lnTo>
                    <a:pt x="64084" y="38011"/>
                  </a:lnTo>
                  <a:lnTo>
                    <a:pt x="63944" y="36830"/>
                  </a:lnTo>
                  <a:lnTo>
                    <a:pt x="63944" y="35560"/>
                  </a:lnTo>
                  <a:lnTo>
                    <a:pt x="64096" y="34290"/>
                  </a:lnTo>
                  <a:lnTo>
                    <a:pt x="64363" y="32740"/>
                  </a:lnTo>
                  <a:lnTo>
                    <a:pt x="66205" y="32740"/>
                  </a:lnTo>
                  <a:lnTo>
                    <a:pt x="67043" y="34290"/>
                  </a:lnTo>
                  <a:lnTo>
                    <a:pt x="67322" y="34290"/>
                  </a:lnTo>
                  <a:lnTo>
                    <a:pt x="67411" y="38011"/>
                  </a:lnTo>
                  <a:lnTo>
                    <a:pt x="68072" y="38011"/>
                  </a:lnTo>
                  <a:lnTo>
                    <a:pt x="68478" y="39370"/>
                  </a:lnTo>
                  <a:lnTo>
                    <a:pt x="70180" y="39370"/>
                  </a:lnTo>
                  <a:lnTo>
                    <a:pt x="70180" y="35560"/>
                  </a:lnTo>
                  <a:lnTo>
                    <a:pt x="69494" y="34290"/>
                  </a:lnTo>
                  <a:lnTo>
                    <a:pt x="68922" y="33426"/>
                  </a:lnTo>
                  <a:lnTo>
                    <a:pt x="68364" y="32740"/>
                  </a:lnTo>
                  <a:lnTo>
                    <a:pt x="67945" y="31750"/>
                  </a:lnTo>
                  <a:lnTo>
                    <a:pt x="66065" y="31750"/>
                  </a:lnTo>
                  <a:lnTo>
                    <a:pt x="65468" y="30480"/>
                  </a:lnTo>
                  <a:lnTo>
                    <a:pt x="65405" y="29210"/>
                  </a:lnTo>
                  <a:lnTo>
                    <a:pt x="65100" y="27940"/>
                  </a:lnTo>
                  <a:lnTo>
                    <a:pt x="65151" y="26517"/>
                  </a:lnTo>
                  <a:lnTo>
                    <a:pt x="65468" y="25400"/>
                  </a:lnTo>
                  <a:lnTo>
                    <a:pt x="65913" y="24130"/>
                  </a:lnTo>
                  <a:lnTo>
                    <a:pt x="66598" y="21590"/>
                  </a:lnTo>
                  <a:lnTo>
                    <a:pt x="67043" y="21590"/>
                  </a:lnTo>
                  <a:lnTo>
                    <a:pt x="67411" y="20320"/>
                  </a:lnTo>
                  <a:lnTo>
                    <a:pt x="68516" y="20320"/>
                  </a:lnTo>
                  <a:lnTo>
                    <a:pt x="69265" y="21590"/>
                  </a:lnTo>
                  <a:lnTo>
                    <a:pt x="69710" y="21590"/>
                  </a:lnTo>
                  <a:lnTo>
                    <a:pt x="69888" y="22860"/>
                  </a:lnTo>
                  <a:lnTo>
                    <a:pt x="69888" y="25400"/>
                  </a:lnTo>
                  <a:lnTo>
                    <a:pt x="70180" y="25400"/>
                  </a:lnTo>
                  <a:lnTo>
                    <a:pt x="72123" y="21590"/>
                  </a:lnTo>
                  <a:lnTo>
                    <a:pt x="72009" y="20320"/>
                  </a:lnTo>
                  <a:lnTo>
                    <a:pt x="71894" y="19050"/>
                  </a:lnTo>
                  <a:lnTo>
                    <a:pt x="70523" y="17780"/>
                  </a:lnTo>
                  <a:lnTo>
                    <a:pt x="69583" y="17780"/>
                  </a:lnTo>
                  <a:lnTo>
                    <a:pt x="69494" y="16510"/>
                  </a:lnTo>
                  <a:lnTo>
                    <a:pt x="69761" y="15240"/>
                  </a:lnTo>
                  <a:lnTo>
                    <a:pt x="70307" y="13970"/>
                  </a:lnTo>
                  <a:lnTo>
                    <a:pt x="71678" y="13970"/>
                  </a:lnTo>
                  <a:lnTo>
                    <a:pt x="71894" y="12700"/>
                  </a:lnTo>
                  <a:lnTo>
                    <a:pt x="69265" y="12700"/>
                  </a:lnTo>
                  <a:lnTo>
                    <a:pt x="68859" y="11430"/>
                  </a:lnTo>
                  <a:lnTo>
                    <a:pt x="68859" y="10160"/>
                  </a:lnTo>
                  <a:lnTo>
                    <a:pt x="69265" y="8890"/>
                  </a:lnTo>
                  <a:lnTo>
                    <a:pt x="69494" y="7620"/>
                  </a:lnTo>
                  <a:lnTo>
                    <a:pt x="70929" y="6350"/>
                  </a:lnTo>
                  <a:lnTo>
                    <a:pt x="73710" y="6350"/>
                  </a:lnTo>
                  <a:lnTo>
                    <a:pt x="74968" y="7620"/>
                  </a:lnTo>
                  <a:lnTo>
                    <a:pt x="75996" y="7620"/>
                  </a:lnTo>
                  <a:lnTo>
                    <a:pt x="76784" y="6350"/>
                  </a:lnTo>
                  <a:lnTo>
                    <a:pt x="77406" y="5080"/>
                  </a:lnTo>
                  <a:lnTo>
                    <a:pt x="81318" y="5080"/>
                  </a:lnTo>
                  <a:lnTo>
                    <a:pt x="82638" y="6350"/>
                  </a:lnTo>
                  <a:lnTo>
                    <a:pt x="83350" y="8890"/>
                  </a:lnTo>
                  <a:lnTo>
                    <a:pt x="83705" y="8890"/>
                  </a:lnTo>
                  <a:lnTo>
                    <a:pt x="84328" y="10160"/>
                  </a:lnTo>
                  <a:lnTo>
                    <a:pt x="84645" y="10160"/>
                  </a:lnTo>
                  <a:lnTo>
                    <a:pt x="84747" y="12700"/>
                  </a:lnTo>
                  <a:lnTo>
                    <a:pt x="84747" y="8890"/>
                  </a:lnTo>
                  <a:lnTo>
                    <a:pt x="84429" y="7620"/>
                  </a:lnTo>
                  <a:lnTo>
                    <a:pt x="84112" y="7620"/>
                  </a:lnTo>
                  <a:lnTo>
                    <a:pt x="83705" y="6350"/>
                  </a:lnTo>
                  <a:lnTo>
                    <a:pt x="83616" y="5080"/>
                  </a:lnTo>
                  <a:lnTo>
                    <a:pt x="84048" y="3810"/>
                  </a:lnTo>
                  <a:lnTo>
                    <a:pt x="87299" y="3810"/>
                  </a:lnTo>
                  <a:lnTo>
                    <a:pt x="88150" y="5080"/>
                  </a:lnTo>
                  <a:lnTo>
                    <a:pt x="88595" y="6350"/>
                  </a:lnTo>
                  <a:lnTo>
                    <a:pt x="88595" y="0"/>
                  </a:lnTo>
                  <a:lnTo>
                    <a:pt x="84391" y="0"/>
                  </a:lnTo>
                  <a:lnTo>
                    <a:pt x="84048" y="1270"/>
                  </a:lnTo>
                  <a:lnTo>
                    <a:pt x="83350" y="1270"/>
                  </a:lnTo>
                  <a:lnTo>
                    <a:pt x="82638" y="2540"/>
                  </a:lnTo>
                  <a:lnTo>
                    <a:pt x="81648" y="2540"/>
                  </a:lnTo>
                  <a:lnTo>
                    <a:pt x="80289" y="1270"/>
                  </a:lnTo>
                  <a:lnTo>
                    <a:pt x="78752" y="1270"/>
                  </a:lnTo>
                  <a:lnTo>
                    <a:pt x="77406" y="2540"/>
                  </a:lnTo>
                  <a:lnTo>
                    <a:pt x="76466" y="2540"/>
                  </a:lnTo>
                  <a:lnTo>
                    <a:pt x="75590" y="3810"/>
                  </a:lnTo>
                  <a:lnTo>
                    <a:pt x="74396" y="2540"/>
                  </a:lnTo>
                  <a:lnTo>
                    <a:pt x="69913" y="2540"/>
                  </a:lnTo>
                  <a:lnTo>
                    <a:pt x="68097" y="3810"/>
                  </a:lnTo>
                  <a:lnTo>
                    <a:pt x="65468" y="6350"/>
                  </a:lnTo>
                  <a:lnTo>
                    <a:pt x="65100" y="7620"/>
                  </a:lnTo>
                  <a:lnTo>
                    <a:pt x="65405" y="8890"/>
                  </a:lnTo>
                  <a:lnTo>
                    <a:pt x="65468" y="11430"/>
                  </a:lnTo>
                  <a:lnTo>
                    <a:pt x="65913" y="12700"/>
                  </a:lnTo>
                  <a:lnTo>
                    <a:pt x="66001" y="13970"/>
                  </a:lnTo>
                  <a:lnTo>
                    <a:pt x="66065" y="15240"/>
                  </a:lnTo>
                  <a:lnTo>
                    <a:pt x="66357" y="15240"/>
                  </a:lnTo>
                  <a:lnTo>
                    <a:pt x="66687" y="16510"/>
                  </a:lnTo>
                  <a:lnTo>
                    <a:pt x="66281" y="17780"/>
                  </a:lnTo>
                  <a:lnTo>
                    <a:pt x="66001" y="17780"/>
                  </a:lnTo>
                  <a:lnTo>
                    <a:pt x="65468" y="19050"/>
                  </a:lnTo>
                  <a:lnTo>
                    <a:pt x="65100" y="19050"/>
                  </a:lnTo>
                  <a:lnTo>
                    <a:pt x="64820" y="20320"/>
                  </a:lnTo>
                  <a:lnTo>
                    <a:pt x="64312" y="20320"/>
                  </a:lnTo>
                  <a:lnTo>
                    <a:pt x="63944" y="21590"/>
                  </a:lnTo>
                  <a:lnTo>
                    <a:pt x="63652" y="22250"/>
                  </a:lnTo>
                  <a:lnTo>
                    <a:pt x="63652" y="58420"/>
                  </a:lnTo>
                  <a:lnTo>
                    <a:pt x="63093" y="60960"/>
                  </a:lnTo>
                  <a:lnTo>
                    <a:pt x="61912" y="60960"/>
                  </a:lnTo>
                  <a:lnTo>
                    <a:pt x="61582" y="59690"/>
                  </a:lnTo>
                  <a:lnTo>
                    <a:pt x="61226" y="58420"/>
                  </a:lnTo>
                  <a:lnTo>
                    <a:pt x="60655" y="57150"/>
                  </a:lnTo>
                  <a:lnTo>
                    <a:pt x="58902" y="57150"/>
                  </a:lnTo>
                  <a:lnTo>
                    <a:pt x="58483" y="55880"/>
                  </a:lnTo>
                  <a:lnTo>
                    <a:pt x="58775" y="54610"/>
                  </a:lnTo>
                  <a:lnTo>
                    <a:pt x="58902" y="53340"/>
                  </a:lnTo>
                  <a:lnTo>
                    <a:pt x="60299" y="52070"/>
                  </a:lnTo>
                  <a:lnTo>
                    <a:pt x="62280" y="53340"/>
                  </a:lnTo>
                  <a:lnTo>
                    <a:pt x="63652" y="58420"/>
                  </a:lnTo>
                  <a:lnTo>
                    <a:pt x="63652" y="22250"/>
                  </a:lnTo>
                  <a:lnTo>
                    <a:pt x="63373" y="22860"/>
                  </a:lnTo>
                  <a:lnTo>
                    <a:pt x="63258" y="35560"/>
                  </a:lnTo>
                  <a:lnTo>
                    <a:pt x="63182" y="36830"/>
                  </a:lnTo>
                  <a:lnTo>
                    <a:pt x="63106" y="38011"/>
                  </a:lnTo>
                  <a:lnTo>
                    <a:pt x="63093" y="43129"/>
                  </a:lnTo>
                  <a:lnTo>
                    <a:pt x="62395" y="44450"/>
                  </a:lnTo>
                  <a:lnTo>
                    <a:pt x="62026" y="44450"/>
                  </a:lnTo>
                  <a:lnTo>
                    <a:pt x="61582" y="45720"/>
                  </a:lnTo>
                  <a:lnTo>
                    <a:pt x="62090" y="46990"/>
                  </a:lnTo>
                  <a:lnTo>
                    <a:pt x="63093" y="48260"/>
                  </a:lnTo>
                  <a:lnTo>
                    <a:pt x="63042" y="49809"/>
                  </a:lnTo>
                  <a:lnTo>
                    <a:pt x="62623" y="52070"/>
                  </a:lnTo>
                  <a:lnTo>
                    <a:pt x="61226" y="52070"/>
                  </a:lnTo>
                  <a:lnTo>
                    <a:pt x="61226" y="50800"/>
                  </a:lnTo>
                  <a:lnTo>
                    <a:pt x="61023" y="49530"/>
                  </a:lnTo>
                  <a:lnTo>
                    <a:pt x="60452" y="49530"/>
                  </a:lnTo>
                  <a:lnTo>
                    <a:pt x="60299" y="48260"/>
                  </a:lnTo>
                  <a:lnTo>
                    <a:pt x="59740" y="48260"/>
                  </a:lnTo>
                  <a:lnTo>
                    <a:pt x="59372" y="46990"/>
                  </a:lnTo>
                  <a:lnTo>
                    <a:pt x="58089" y="46990"/>
                  </a:lnTo>
                  <a:lnTo>
                    <a:pt x="57861" y="45720"/>
                  </a:lnTo>
                  <a:lnTo>
                    <a:pt x="57162" y="45720"/>
                  </a:lnTo>
                  <a:lnTo>
                    <a:pt x="57162" y="44450"/>
                  </a:lnTo>
                  <a:lnTo>
                    <a:pt x="60452" y="44450"/>
                  </a:lnTo>
                  <a:lnTo>
                    <a:pt x="61493" y="43129"/>
                  </a:lnTo>
                  <a:lnTo>
                    <a:pt x="61582" y="40640"/>
                  </a:lnTo>
                  <a:lnTo>
                    <a:pt x="62280" y="40640"/>
                  </a:lnTo>
                  <a:lnTo>
                    <a:pt x="62839" y="41910"/>
                  </a:lnTo>
                  <a:lnTo>
                    <a:pt x="63093" y="43129"/>
                  </a:lnTo>
                  <a:lnTo>
                    <a:pt x="63093" y="38049"/>
                  </a:lnTo>
                  <a:lnTo>
                    <a:pt x="62509" y="39370"/>
                  </a:lnTo>
                  <a:lnTo>
                    <a:pt x="60452" y="39370"/>
                  </a:lnTo>
                  <a:lnTo>
                    <a:pt x="60286" y="38011"/>
                  </a:lnTo>
                  <a:lnTo>
                    <a:pt x="59651" y="35560"/>
                  </a:lnTo>
                  <a:lnTo>
                    <a:pt x="58483" y="34290"/>
                  </a:lnTo>
                  <a:lnTo>
                    <a:pt x="57162" y="32740"/>
                  </a:lnTo>
                  <a:lnTo>
                    <a:pt x="54737" y="32740"/>
                  </a:lnTo>
                  <a:lnTo>
                    <a:pt x="55918" y="34290"/>
                  </a:lnTo>
                  <a:lnTo>
                    <a:pt x="57404" y="35560"/>
                  </a:lnTo>
                  <a:lnTo>
                    <a:pt x="58420" y="36830"/>
                  </a:lnTo>
                  <a:lnTo>
                    <a:pt x="59029" y="38011"/>
                  </a:lnTo>
                  <a:lnTo>
                    <a:pt x="59372" y="39370"/>
                  </a:lnTo>
                  <a:lnTo>
                    <a:pt x="59740" y="39370"/>
                  </a:lnTo>
                  <a:lnTo>
                    <a:pt x="59651" y="43129"/>
                  </a:lnTo>
                  <a:lnTo>
                    <a:pt x="55346" y="43129"/>
                  </a:lnTo>
                  <a:lnTo>
                    <a:pt x="55549" y="44450"/>
                  </a:lnTo>
                  <a:lnTo>
                    <a:pt x="55765" y="44450"/>
                  </a:lnTo>
                  <a:lnTo>
                    <a:pt x="55880" y="45720"/>
                  </a:lnTo>
                  <a:lnTo>
                    <a:pt x="56426" y="45720"/>
                  </a:lnTo>
                  <a:lnTo>
                    <a:pt x="56667" y="46990"/>
                  </a:lnTo>
                  <a:lnTo>
                    <a:pt x="57404" y="46990"/>
                  </a:lnTo>
                  <a:lnTo>
                    <a:pt x="58483" y="48260"/>
                  </a:lnTo>
                  <a:lnTo>
                    <a:pt x="58775" y="49530"/>
                  </a:lnTo>
                  <a:lnTo>
                    <a:pt x="58178" y="50800"/>
                  </a:lnTo>
                  <a:lnTo>
                    <a:pt x="58089" y="52070"/>
                  </a:lnTo>
                  <a:lnTo>
                    <a:pt x="58089" y="57150"/>
                  </a:lnTo>
                  <a:lnTo>
                    <a:pt x="57162" y="58420"/>
                  </a:lnTo>
                  <a:lnTo>
                    <a:pt x="56667" y="59690"/>
                  </a:lnTo>
                  <a:lnTo>
                    <a:pt x="56070" y="59690"/>
                  </a:lnTo>
                  <a:lnTo>
                    <a:pt x="55041" y="60960"/>
                  </a:lnTo>
                  <a:lnTo>
                    <a:pt x="54749" y="59690"/>
                  </a:lnTo>
                  <a:lnTo>
                    <a:pt x="54178" y="58420"/>
                  </a:lnTo>
                  <a:lnTo>
                    <a:pt x="53606" y="58420"/>
                  </a:lnTo>
                  <a:lnTo>
                    <a:pt x="52514" y="57150"/>
                  </a:lnTo>
                  <a:lnTo>
                    <a:pt x="49961" y="57150"/>
                  </a:lnTo>
                  <a:lnTo>
                    <a:pt x="47942" y="55880"/>
                  </a:lnTo>
                  <a:lnTo>
                    <a:pt x="46812" y="54610"/>
                  </a:lnTo>
                  <a:lnTo>
                    <a:pt x="46710" y="52070"/>
                  </a:lnTo>
                  <a:lnTo>
                    <a:pt x="46621" y="50800"/>
                  </a:lnTo>
                  <a:lnTo>
                    <a:pt x="47015" y="49530"/>
                  </a:lnTo>
                  <a:lnTo>
                    <a:pt x="48425" y="48260"/>
                  </a:lnTo>
                  <a:lnTo>
                    <a:pt x="48742" y="48260"/>
                  </a:lnTo>
                  <a:lnTo>
                    <a:pt x="49022" y="49530"/>
                  </a:lnTo>
                  <a:lnTo>
                    <a:pt x="49250" y="49530"/>
                  </a:lnTo>
                  <a:lnTo>
                    <a:pt x="49847" y="50800"/>
                  </a:lnTo>
                  <a:lnTo>
                    <a:pt x="52844" y="50800"/>
                  </a:lnTo>
                  <a:lnTo>
                    <a:pt x="53200" y="52070"/>
                  </a:lnTo>
                  <a:lnTo>
                    <a:pt x="53606" y="53340"/>
                  </a:lnTo>
                  <a:lnTo>
                    <a:pt x="54038" y="53340"/>
                  </a:lnTo>
                  <a:lnTo>
                    <a:pt x="54749" y="54610"/>
                  </a:lnTo>
                  <a:lnTo>
                    <a:pt x="55448" y="54610"/>
                  </a:lnTo>
                  <a:lnTo>
                    <a:pt x="58089" y="57150"/>
                  </a:lnTo>
                  <a:lnTo>
                    <a:pt x="58089" y="52070"/>
                  </a:lnTo>
                  <a:lnTo>
                    <a:pt x="56603" y="53340"/>
                  </a:lnTo>
                  <a:lnTo>
                    <a:pt x="55346" y="53340"/>
                  </a:lnTo>
                  <a:lnTo>
                    <a:pt x="55041" y="52070"/>
                  </a:lnTo>
                  <a:lnTo>
                    <a:pt x="54952" y="48260"/>
                  </a:lnTo>
                  <a:lnTo>
                    <a:pt x="50330" y="48260"/>
                  </a:lnTo>
                  <a:lnTo>
                    <a:pt x="49593" y="46990"/>
                  </a:lnTo>
                  <a:lnTo>
                    <a:pt x="49022" y="45720"/>
                  </a:lnTo>
                  <a:lnTo>
                    <a:pt x="48501" y="44450"/>
                  </a:lnTo>
                  <a:lnTo>
                    <a:pt x="46710" y="44450"/>
                  </a:lnTo>
                  <a:lnTo>
                    <a:pt x="46939" y="43129"/>
                  </a:lnTo>
                  <a:lnTo>
                    <a:pt x="47002" y="42926"/>
                  </a:lnTo>
                  <a:lnTo>
                    <a:pt x="47307" y="41910"/>
                  </a:lnTo>
                  <a:lnTo>
                    <a:pt x="47650" y="40640"/>
                  </a:lnTo>
                  <a:lnTo>
                    <a:pt x="47498" y="39370"/>
                  </a:lnTo>
                  <a:lnTo>
                    <a:pt x="46888" y="38011"/>
                  </a:lnTo>
                  <a:lnTo>
                    <a:pt x="46291" y="38011"/>
                  </a:lnTo>
                  <a:lnTo>
                    <a:pt x="46482" y="36830"/>
                  </a:lnTo>
                  <a:lnTo>
                    <a:pt x="47015" y="36830"/>
                  </a:lnTo>
                  <a:lnTo>
                    <a:pt x="47345" y="38011"/>
                  </a:lnTo>
                  <a:lnTo>
                    <a:pt x="47967" y="38011"/>
                  </a:lnTo>
                  <a:lnTo>
                    <a:pt x="48425" y="39370"/>
                  </a:lnTo>
                  <a:lnTo>
                    <a:pt x="48742" y="39370"/>
                  </a:lnTo>
                  <a:lnTo>
                    <a:pt x="49466" y="40640"/>
                  </a:lnTo>
                  <a:lnTo>
                    <a:pt x="50088" y="41910"/>
                  </a:lnTo>
                  <a:lnTo>
                    <a:pt x="57861" y="41910"/>
                  </a:lnTo>
                  <a:lnTo>
                    <a:pt x="57404" y="40640"/>
                  </a:lnTo>
                  <a:lnTo>
                    <a:pt x="57048" y="39370"/>
                  </a:lnTo>
                  <a:lnTo>
                    <a:pt x="55041" y="39370"/>
                  </a:lnTo>
                  <a:lnTo>
                    <a:pt x="52006" y="38011"/>
                  </a:lnTo>
                  <a:lnTo>
                    <a:pt x="48094" y="38011"/>
                  </a:lnTo>
                  <a:lnTo>
                    <a:pt x="47307" y="35560"/>
                  </a:lnTo>
                  <a:lnTo>
                    <a:pt x="47993" y="34290"/>
                  </a:lnTo>
                  <a:lnTo>
                    <a:pt x="48145" y="33426"/>
                  </a:lnTo>
                  <a:lnTo>
                    <a:pt x="48133" y="32740"/>
                  </a:lnTo>
                  <a:lnTo>
                    <a:pt x="47879" y="31750"/>
                  </a:lnTo>
                  <a:lnTo>
                    <a:pt x="48209" y="31750"/>
                  </a:lnTo>
                  <a:lnTo>
                    <a:pt x="48933" y="30480"/>
                  </a:lnTo>
                  <a:lnTo>
                    <a:pt x="50990" y="30480"/>
                  </a:lnTo>
                  <a:lnTo>
                    <a:pt x="53606" y="29210"/>
                  </a:lnTo>
                  <a:lnTo>
                    <a:pt x="48501" y="29210"/>
                  </a:lnTo>
                  <a:lnTo>
                    <a:pt x="47688" y="26517"/>
                  </a:lnTo>
                  <a:lnTo>
                    <a:pt x="48133" y="26517"/>
                  </a:lnTo>
                  <a:lnTo>
                    <a:pt x="48209" y="25400"/>
                  </a:lnTo>
                  <a:lnTo>
                    <a:pt x="49847" y="25400"/>
                  </a:lnTo>
                  <a:lnTo>
                    <a:pt x="51447" y="26517"/>
                  </a:lnTo>
                  <a:lnTo>
                    <a:pt x="52997" y="26517"/>
                  </a:lnTo>
                  <a:lnTo>
                    <a:pt x="54749" y="27940"/>
                  </a:lnTo>
                  <a:lnTo>
                    <a:pt x="54444" y="29210"/>
                  </a:lnTo>
                  <a:lnTo>
                    <a:pt x="53606" y="29210"/>
                  </a:lnTo>
                  <a:lnTo>
                    <a:pt x="55765" y="30480"/>
                  </a:lnTo>
                  <a:lnTo>
                    <a:pt x="58877" y="32740"/>
                  </a:lnTo>
                  <a:lnTo>
                    <a:pt x="59639" y="33426"/>
                  </a:lnTo>
                  <a:lnTo>
                    <a:pt x="60452" y="34290"/>
                  </a:lnTo>
                  <a:lnTo>
                    <a:pt x="63258" y="35560"/>
                  </a:lnTo>
                  <a:lnTo>
                    <a:pt x="63258" y="22860"/>
                  </a:lnTo>
                  <a:lnTo>
                    <a:pt x="63093" y="22860"/>
                  </a:lnTo>
                  <a:lnTo>
                    <a:pt x="62534" y="24130"/>
                  </a:lnTo>
                  <a:lnTo>
                    <a:pt x="62395" y="24130"/>
                  </a:lnTo>
                  <a:lnTo>
                    <a:pt x="62268" y="24663"/>
                  </a:lnTo>
                  <a:lnTo>
                    <a:pt x="62268" y="32740"/>
                  </a:lnTo>
                  <a:lnTo>
                    <a:pt x="62077" y="32740"/>
                  </a:lnTo>
                  <a:lnTo>
                    <a:pt x="61379" y="31750"/>
                  </a:lnTo>
                  <a:lnTo>
                    <a:pt x="59969" y="30480"/>
                  </a:lnTo>
                  <a:lnTo>
                    <a:pt x="58178" y="30480"/>
                  </a:lnTo>
                  <a:lnTo>
                    <a:pt x="57861" y="29210"/>
                  </a:lnTo>
                  <a:lnTo>
                    <a:pt x="57861" y="27940"/>
                  </a:lnTo>
                  <a:lnTo>
                    <a:pt x="57048" y="27940"/>
                  </a:lnTo>
                  <a:lnTo>
                    <a:pt x="56553" y="26517"/>
                  </a:lnTo>
                  <a:lnTo>
                    <a:pt x="59207" y="26517"/>
                  </a:lnTo>
                  <a:lnTo>
                    <a:pt x="62090" y="29210"/>
                  </a:lnTo>
                  <a:lnTo>
                    <a:pt x="62217" y="31750"/>
                  </a:lnTo>
                  <a:lnTo>
                    <a:pt x="62268" y="32740"/>
                  </a:lnTo>
                  <a:lnTo>
                    <a:pt x="62268" y="24663"/>
                  </a:lnTo>
                  <a:lnTo>
                    <a:pt x="62090" y="25400"/>
                  </a:lnTo>
                  <a:lnTo>
                    <a:pt x="61772" y="25400"/>
                  </a:lnTo>
                  <a:lnTo>
                    <a:pt x="61506" y="26517"/>
                  </a:lnTo>
                  <a:lnTo>
                    <a:pt x="59270" y="26517"/>
                  </a:lnTo>
                  <a:lnTo>
                    <a:pt x="58775" y="25400"/>
                  </a:lnTo>
                  <a:lnTo>
                    <a:pt x="57162" y="25400"/>
                  </a:lnTo>
                  <a:lnTo>
                    <a:pt x="54952" y="24130"/>
                  </a:lnTo>
                  <a:lnTo>
                    <a:pt x="49644" y="24130"/>
                  </a:lnTo>
                  <a:lnTo>
                    <a:pt x="47942" y="22860"/>
                  </a:lnTo>
                  <a:lnTo>
                    <a:pt x="47561" y="22199"/>
                  </a:lnTo>
                  <a:lnTo>
                    <a:pt x="47561" y="32740"/>
                  </a:lnTo>
                  <a:lnTo>
                    <a:pt x="46177" y="34290"/>
                  </a:lnTo>
                  <a:lnTo>
                    <a:pt x="46621" y="35560"/>
                  </a:lnTo>
                  <a:lnTo>
                    <a:pt x="46266" y="35560"/>
                  </a:lnTo>
                  <a:lnTo>
                    <a:pt x="45300" y="36830"/>
                  </a:lnTo>
                  <a:lnTo>
                    <a:pt x="43573" y="36830"/>
                  </a:lnTo>
                  <a:lnTo>
                    <a:pt x="43573" y="38011"/>
                  </a:lnTo>
                  <a:lnTo>
                    <a:pt x="44589" y="38011"/>
                  </a:lnTo>
                  <a:lnTo>
                    <a:pt x="45021" y="39370"/>
                  </a:lnTo>
                  <a:lnTo>
                    <a:pt x="45554" y="39370"/>
                  </a:lnTo>
                  <a:lnTo>
                    <a:pt x="45554" y="40640"/>
                  </a:lnTo>
                  <a:lnTo>
                    <a:pt x="42545" y="40640"/>
                  </a:lnTo>
                  <a:lnTo>
                    <a:pt x="42418" y="41910"/>
                  </a:lnTo>
                  <a:lnTo>
                    <a:pt x="42951" y="41910"/>
                  </a:lnTo>
                  <a:lnTo>
                    <a:pt x="44551" y="43129"/>
                  </a:lnTo>
                  <a:lnTo>
                    <a:pt x="45300" y="44450"/>
                  </a:lnTo>
                  <a:lnTo>
                    <a:pt x="45300" y="48260"/>
                  </a:lnTo>
                  <a:lnTo>
                    <a:pt x="45021" y="48260"/>
                  </a:lnTo>
                  <a:lnTo>
                    <a:pt x="44450" y="49530"/>
                  </a:lnTo>
                  <a:lnTo>
                    <a:pt x="42545" y="49530"/>
                  </a:lnTo>
                  <a:lnTo>
                    <a:pt x="42202" y="48260"/>
                  </a:lnTo>
                  <a:lnTo>
                    <a:pt x="41071" y="48260"/>
                  </a:lnTo>
                  <a:lnTo>
                    <a:pt x="39966" y="46990"/>
                  </a:lnTo>
                  <a:lnTo>
                    <a:pt x="39281" y="46990"/>
                  </a:lnTo>
                  <a:lnTo>
                    <a:pt x="39370" y="48260"/>
                  </a:lnTo>
                  <a:lnTo>
                    <a:pt x="39725" y="48260"/>
                  </a:lnTo>
                  <a:lnTo>
                    <a:pt x="40093" y="49530"/>
                  </a:lnTo>
                  <a:lnTo>
                    <a:pt x="41313" y="49530"/>
                  </a:lnTo>
                  <a:lnTo>
                    <a:pt x="41427" y="49809"/>
                  </a:lnTo>
                  <a:lnTo>
                    <a:pt x="41846" y="50800"/>
                  </a:lnTo>
                  <a:lnTo>
                    <a:pt x="43573" y="52070"/>
                  </a:lnTo>
                  <a:lnTo>
                    <a:pt x="44272" y="54610"/>
                  </a:lnTo>
                  <a:lnTo>
                    <a:pt x="43548" y="55880"/>
                  </a:lnTo>
                  <a:lnTo>
                    <a:pt x="43230" y="57150"/>
                  </a:lnTo>
                  <a:lnTo>
                    <a:pt x="42735" y="58420"/>
                  </a:lnTo>
                  <a:lnTo>
                    <a:pt x="42062" y="58420"/>
                  </a:lnTo>
                  <a:lnTo>
                    <a:pt x="41071" y="59690"/>
                  </a:lnTo>
                  <a:lnTo>
                    <a:pt x="40093" y="59690"/>
                  </a:lnTo>
                  <a:lnTo>
                    <a:pt x="40297" y="58420"/>
                  </a:lnTo>
                  <a:lnTo>
                    <a:pt x="40754" y="57150"/>
                  </a:lnTo>
                  <a:lnTo>
                    <a:pt x="41313" y="55880"/>
                  </a:lnTo>
                  <a:lnTo>
                    <a:pt x="40754" y="55880"/>
                  </a:lnTo>
                  <a:lnTo>
                    <a:pt x="40754" y="54610"/>
                  </a:lnTo>
                  <a:lnTo>
                    <a:pt x="37160" y="54610"/>
                  </a:lnTo>
                  <a:lnTo>
                    <a:pt x="36499" y="53340"/>
                  </a:lnTo>
                  <a:lnTo>
                    <a:pt x="35458" y="53340"/>
                  </a:lnTo>
                  <a:lnTo>
                    <a:pt x="34505" y="52070"/>
                  </a:lnTo>
                  <a:lnTo>
                    <a:pt x="34505" y="50800"/>
                  </a:lnTo>
                  <a:lnTo>
                    <a:pt x="34747" y="49530"/>
                  </a:lnTo>
                  <a:lnTo>
                    <a:pt x="35458" y="49530"/>
                  </a:lnTo>
                  <a:lnTo>
                    <a:pt x="35534" y="49809"/>
                  </a:lnTo>
                  <a:lnTo>
                    <a:pt x="35788" y="50800"/>
                  </a:lnTo>
                  <a:lnTo>
                    <a:pt x="37630" y="50800"/>
                  </a:lnTo>
                  <a:lnTo>
                    <a:pt x="37998" y="49530"/>
                  </a:lnTo>
                  <a:lnTo>
                    <a:pt x="38265" y="49530"/>
                  </a:lnTo>
                  <a:lnTo>
                    <a:pt x="38265" y="48260"/>
                  </a:lnTo>
                  <a:lnTo>
                    <a:pt x="37998" y="48260"/>
                  </a:lnTo>
                  <a:lnTo>
                    <a:pt x="37630" y="46990"/>
                  </a:lnTo>
                  <a:lnTo>
                    <a:pt x="36626" y="46990"/>
                  </a:lnTo>
                  <a:lnTo>
                    <a:pt x="35458" y="45720"/>
                  </a:lnTo>
                  <a:lnTo>
                    <a:pt x="33337" y="45720"/>
                  </a:lnTo>
                  <a:lnTo>
                    <a:pt x="33896" y="44450"/>
                  </a:lnTo>
                  <a:lnTo>
                    <a:pt x="37007" y="44450"/>
                  </a:lnTo>
                  <a:lnTo>
                    <a:pt x="38061" y="43129"/>
                  </a:lnTo>
                  <a:lnTo>
                    <a:pt x="39547" y="41910"/>
                  </a:lnTo>
                  <a:lnTo>
                    <a:pt x="40297" y="40640"/>
                  </a:lnTo>
                  <a:lnTo>
                    <a:pt x="40093" y="39370"/>
                  </a:lnTo>
                  <a:lnTo>
                    <a:pt x="39966" y="36830"/>
                  </a:lnTo>
                  <a:lnTo>
                    <a:pt x="39547" y="34290"/>
                  </a:lnTo>
                  <a:lnTo>
                    <a:pt x="38493" y="33426"/>
                  </a:lnTo>
                  <a:lnTo>
                    <a:pt x="39370" y="36830"/>
                  </a:lnTo>
                  <a:lnTo>
                    <a:pt x="37998" y="40640"/>
                  </a:lnTo>
                  <a:lnTo>
                    <a:pt x="37630" y="40640"/>
                  </a:lnTo>
                  <a:lnTo>
                    <a:pt x="36182" y="41910"/>
                  </a:lnTo>
                  <a:lnTo>
                    <a:pt x="35013" y="43129"/>
                  </a:lnTo>
                  <a:lnTo>
                    <a:pt x="31965" y="43129"/>
                  </a:lnTo>
                  <a:lnTo>
                    <a:pt x="32004" y="42926"/>
                  </a:lnTo>
                  <a:lnTo>
                    <a:pt x="32169" y="41910"/>
                  </a:lnTo>
                  <a:lnTo>
                    <a:pt x="32804" y="41910"/>
                  </a:lnTo>
                  <a:lnTo>
                    <a:pt x="33705" y="40640"/>
                  </a:lnTo>
                  <a:lnTo>
                    <a:pt x="34505" y="40640"/>
                  </a:lnTo>
                  <a:lnTo>
                    <a:pt x="35090" y="39370"/>
                  </a:lnTo>
                  <a:lnTo>
                    <a:pt x="35775" y="38011"/>
                  </a:lnTo>
                  <a:lnTo>
                    <a:pt x="35674" y="36830"/>
                  </a:lnTo>
                  <a:lnTo>
                    <a:pt x="34213" y="35560"/>
                  </a:lnTo>
                  <a:lnTo>
                    <a:pt x="32918" y="34290"/>
                  </a:lnTo>
                  <a:lnTo>
                    <a:pt x="29857" y="34290"/>
                  </a:lnTo>
                  <a:lnTo>
                    <a:pt x="27584" y="32740"/>
                  </a:lnTo>
                  <a:lnTo>
                    <a:pt x="25374" y="32740"/>
                  </a:lnTo>
                  <a:lnTo>
                    <a:pt x="25044" y="31750"/>
                  </a:lnTo>
                  <a:lnTo>
                    <a:pt x="24625" y="30480"/>
                  </a:lnTo>
                  <a:lnTo>
                    <a:pt x="25400" y="27940"/>
                  </a:lnTo>
                  <a:lnTo>
                    <a:pt x="25565" y="26517"/>
                  </a:lnTo>
                  <a:lnTo>
                    <a:pt x="27127" y="26517"/>
                  </a:lnTo>
                  <a:lnTo>
                    <a:pt x="28003" y="25400"/>
                  </a:lnTo>
                  <a:lnTo>
                    <a:pt x="29070" y="25400"/>
                  </a:lnTo>
                  <a:lnTo>
                    <a:pt x="29756" y="26517"/>
                  </a:lnTo>
                  <a:lnTo>
                    <a:pt x="30238" y="26517"/>
                  </a:lnTo>
                  <a:lnTo>
                    <a:pt x="30543" y="27940"/>
                  </a:lnTo>
                  <a:lnTo>
                    <a:pt x="30670" y="27940"/>
                  </a:lnTo>
                  <a:lnTo>
                    <a:pt x="31546" y="26517"/>
                  </a:lnTo>
                  <a:lnTo>
                    <a:pt x="31381" y="26517"/>
                  </a:lnTo>
                  <a:lnTo>
                    <a:pt x="30886" y="25400"/>
                  </a:lnTo>
                  <a:lnTo>
                    <a:pt x="29857" y="25400"/>
                  </a:lnTo>
                  <a:lnTo>
                    <a:pt x="29514" y="24130"/>
                  </a:lnTo>
                  <a:lnTo>
                    <a:pt x="29159" y="24130"/>
                  </a:lnTo>
                  <a:lnTo>
                    <a:pt x="29857" y="22860"/>
                  </a:lnTo>
                  <a:lnTo>
                    <a:pt x="30391" y="24130"/>
                  </a:lnTo>
                  <a:lnTo>
                    <a:pt x="31737" y="24130"/>
                  </a:lnTo>
                  <a:lnTo>
                    <a:pt x="32829" y="25400"/>
                  </a:lnTo>
                  <a:lnTo>
                    <a:pt x="32981" y="25400"/>
                  </a:lnTo>
                  <a:lnTo>
                    <a:pt x="34213" y="24130"/>
                  </a:lnTo>
                  <a:lnTo>
                    <a:pt x="35090" y="24130"/>
                  </a:lnTo>
                  <a:lnTo>
                    <a:pt x="35902" y="22860"/>
                  </a:lnTo>
                  <a:lnTo>
                    <a:pt x="37630" y="21590"/>
                  </a:lnTo>
                  <a:lnTo>
                    <a:pt x="43548" y="21590"/>
                  </a:lnTo>
                  <a:lnTo>
                    <a:pt x="44208" y="22860"/>
                  </a:lnTo>
                  <a:lnTo>
                    <a:pt x="44272" y="25400"/>
                  </a:lnTo>
                  <a:lnTo>
                    <a:pt x="44450" y="25400"/>
                  </a:lnTo>
                  <a:lnTo>
                    <a:pt x="45085" y="26517"/>
                  </a:lnTo>
                  <a:lnTo>
                    <a:pt x="45872" y="26517"/>
                  </a:lnTo>
                  <a:lnTo>
                    <a:pt x="46177" y="27940"/>
                  </a:lnTo>
                  <a:lnTo>
                    <a:pt x="46266" y="30480"/>
                  </a:lnTo>
                  <a:lnTo>
                    <a:pt x="46621" y="31750"/>
                  </a:lnTo>
                  <a:lnTo>
                    <a:pt x="47155" y="32740"/>
                  </a:lnTo>
                  <a:lnTo>
                    <a:pt x="47561" y="32740"/>
                  </a:lnTo>
                  <a:lnTo>
                    <a:pt x="47561" y="22199"/>
                  </a:lnTo>
                  <a:lnTo>
                    <a:pt x="46482" y="20320"/>
                  </a:lnTo>
                  <a:lnTo>
                    <a:pt x="44450" y="17780"/>
                  </a:lnTo>
                  <a:lnTo>
                    <a:pt x="35242" y="17780"/>
                  </a:lnTo>
                  <a:lnTo>
                    <a:pt x="33896" y="20320"/>
                  </a:lnTo>
                  <a:lnTo>
                    <a:pt x="32804" y="20320"/>
                  </a:lnTo>
                  <a:lnTo>
                    <a:pt x="32080" y="21590"/>
                  </a:lnTo>
                  <a:lnTo>
                    <a:pt x="31432" y="20320"/>
                  </a:lnTo>
                  <a:lnTo>
                    <a:pt x="30391" y="21590"/>
                  </a:lnTo>
                  <a:lnTo>
                    <a:pt x="27012" y="21590"/>
                  </a:lnTo>
                  <a:lnTo>
                    <a:pt x="25692" y="22860"/>
                  </a:lnTo>
                  <a:lnTo>
                    <a:pt x="24117" y="25400"/>
                  </a:lnTo>
                  <a:lnTo>
                    <a:pt x="22885" y="26517"/>
                  </a:lnTo>
                  <a:lnTo>
                    <a:pt x="22174" y="27940"/>
                  </a:lnTo>
                  <a:lnTo>
                    <a:pt x="21640" y="29210"/>
                  </a:lnTo>
                  <a:lnTo>
                    <a:pt x="21310" y="29210"/>
                  </a:lnTo>
                  <a:lnTo>
                    <a:pt x="20955" y="30480"/>
                  </a:lnTo>
                  <a:lnTo>
                    <a:pt x="20459" y="30480"/>
                  </a:lnTo>
                  <a:lnTo>
                    <a:pt x="19507" y="32740"/>
                  </a:lnTo>
                  <a:lnTo>
                    <a:pt x="18059" y="32740"/>
                  </a:lnTo>
                  <a:lnTo>
                    <a:pt x="15938" y="34290"/>
                  </a:lnTo>
                  <a:lnTo>
                    <a:pt x="15125" y="35560"/>
                  </a:lnTo>
                  <a:lnTo>
                    <a:pt x="12344" y="35560"/>
                  </a:lnTo>
                  <a:lnTo>
                    <a:pt x="11785" y="36830"/>
                  </a:lnTo>
                  <a:lnTo>
                    <a:pt x="10591" y="36830"/>
                  </a:lnTo>
                  <a:lnTo>
                    <a:pt x="10007" y="38011"/>
                  </a:lnTo>
                  <a:lnTo>
                    <a:pt x="9220" y="38011"/>
                  </a:lnTo>
                  <a:lnTo>
                    <a:pt x="8674" y="39370"/>
                  </a:lnTo>
                  <a:lnTo>
                    <a:pt x="7962" y="41910"/>
                  </a:lnTo>
                  <a:lnTo>
                    <a:pt x="7962" y="44450"/>
                  </a:lnTo>
                  <a:lnTo>
                    <a:pt x="6858" y="46990"/>
                  </a:lnTo>
                  <a:lnTo>
                    <a:pt x="5397" y="48260"/>
                  </a:lnTo>
                  <a:lnTo>
                    <a:pt x="4445" y="48260"/>
                  </a:lnTo>
                  <a:lnTo>
                    <a:pt x="2730" y="50800"/>
                  </a:lnTo>
                  <a:lnTo>
                    <a:pt x="1600" y="52070"/>
                  </a:lnTo>
                  <a:lnTo>
                    <a:pt x="850" y="54610"/>
                  </a:lnTo>
                  <a:lnTo>
                    <a:pt x="0" y="57150"/>
                  </a:lnTo>
                  <a:lnTo>
                    <a:pt x="533" y="58420"/>
                  </a:lnTo>
                  <a:lnTo>
                    <a:pt x="1244" y="60960"/>
                  </a:lnTo>
                  <a:lnTo>
                    <a:pt x="3302" y="60960"/>
                  </a:lnTo>
                  <a:lnTo>
                    <a:pt x="4102" y="62230"/>
                  </a:lnTo>
                  <a:lnTo>
                    <a:pt x="4445" y="62230"/>
                  </a:lnTo>
                  <a:lnTo>
                    <a:pt x="4445" y="64770"/>
                  </a:lnTo>
                  <a:lnTo>
                    <a:pt x="5600" y="66040"/>
                  </a:lnTo>
                  <a:lnTo>
                    <a:pt x="6858" y="67310"/>
                  </a:lnTo>
                  <a:lnTo>
                    <a:pt x="9398" y="67310"/>
                  </a:lnTo>
                  <a:lnTo>
                    <a:pt x="9575" y="68580"/>
                  </a:lnTo>
                  <a:lnTo>
                    <a:pt x="9931" y="68580"/>
                  </a:lnTo>
                  <a:lnTo>
                    <a:pt x="10744" y="69850"/>
                  </a:lnTo>
                  <a:lnTo>
                    <a:pt x="11671" y="70980"/>
                  </a:lnTo>
                  <a:lnTo>
                    <a:pt x="12065" y="72288"/>
                  </a:lnTo>
                  <a:lnTo>
                    <a:pt x="12407" y="73660"/>
                  </a:lnTo>
                  <a:lnTo>
                    <a:pt x="13195" y="74930"/>
                  </a:lnTo>
                  <a:lnTo>
                    <a:pt x="14160" y="76200"/>
                  </a:lnTo>
                  <a:lnTo>
                    <a:pt x="16827" y="78740"/>
                  </a:lnTo>
                  <a:lnTo>
                    <a:pt x="17894" y="80010"/>
                  </a:lnTo>
                  <a:lnTo>
                    <a:pt x="18580" y="81280"/>
                  </a:lnTo>
                  <a:lnTo>
                    <a:pt x="19037" y="81280"/>
                  </a:lnTo>
                  <a:lnTo>
                    <a:pt x="19646" y="82550"/>
                  </a:lnTo>
                  <a:lnTo>
                    <a:pt x="22440" y="82550"/>
                  </a:lnTo>
                  <a:lnTo>
                    <a:pt x="23342" y="81280"/>
                  </a:lnTo>
                  <a:lnTo>
                    <a:pt x="25158" y="81280"/>
                  </a:lnTo>
                  <a:lnTo>
                    <a:pt x="25819" y="80010"/>
                  </a:lnTo>
                  <a:lnTo>
                    <a:pt x="26860" y="80010"/>
                  </a:lnTo>
                  <a:lnTo>
                    <a:pt x="27419" y="78740"/>
                  </a:lnTo>
                  <a:lnTo>
                    <a:pt x="27787" y="77470"/>
                  </a:lnTo>
                  <a:lnTo>
                    <a:pt x="27876" y="76200"/>
                  </a:lnTo>
                  <a:lnTo>
                    <a:pt x="28600" y="76200"/>
                  </a:lnTo>
                  <a:lnTo>
                    <a:pt x="28803" y="77470"/>
                  </a:lnTo>
                  <a:lnTo>
                    <a:pt x="29070" y="80010"/>
                  </a:lnTo>
                  <a:lnTo>
                    <a:pt x="29286" y="81280"/>
                  </a:lnTo>
                  <a:lnTo>
                    <a:pt x="29070" y="82550"/>
                  </a:lnTo>
                  <a:lnTo>
                    <a:pt x="28321" y="82550"/>
                  </a:lnTo>
                  <a:lnTo>
                    <a:pt x="27787" y="83820"/>
                  </a:lnTo>
                  <a:lnTo>
                    <a:pt x="27279" y="83820"/>
                  </a:lnTo>
                  <a:lnTo>
                    <a:pt x="27063" y="85090"/>
                  </a:lnTo>
                  <a:lnTo>
                    <a:pt x="27063" y="87630"/>
                  </a:lnTo>
                  <a:lnTo>
                    <a:pt x="26860" y="87630"/>
                  </a:lnTo>
                  <a:lnTo>
                    <a:pt x="26174" y="88900"/>
                  </a:lnTo>
                  <a:lnTo>
                    <a:pt x="25539" y="88900"/>
                  </a:lnTo>
                  <a:lnTo>
                    <a:pt x="24625" y="90170"/>
                  </a:lnTo>
                  <a:lnTo>
                    <a:pt x="23901" y="91440"/>
                  </a:lnTo>
                  <a:lnTo>
                    <a:pt x="23342" y="92710"/>
                  </a:lnTo>
                  <a:lnTo>
                    <a:pt x="23126" y="93980"/>
                  </a:lnTo>
                  <a:lnTo>
                    <a:pt x="22872" y="93980"/>
                  </a:lnTo>
                  <a:lnTo>
                    <a:pt x="22707" y="95250"/>
                  </a:lnTo>
                  <a:lnTo>
                    <a:pt x="23596" y="96520"/>
                  </a:lnTo>
                  <a:lnTo>
                    <a:pt x="23342" y="97790"/>
                  </a:lnTo>
                  <a:lnTo>
                    <a:pt x="22872" y="97790"/>
                  </a:lnTo>
                  <a:lnTo>
                    <a:pt x="22174" y="99060"/>
                  </a:lnTo>
                  <a:lnTo>
                    <a:pt x="22174" y="106680"/>
                  </a:lnTo>
                  <a:lnTo>
                    <a:pt x="22440" y="106680"/>
                  </a:lnTo>
                  <a:lnTo>
                    <a:pt x="21488" y="109220"/>
                  </a:lnTo>
                  <a:lnTo>
                    <a:pt x="21488" y="110490"/>
                  </a:lnTo>
                  <a:lnTo>
                    <a:pt x="21907" y="111760"/>
                  </a:lnTo>
                  <a:lnTo>
                    <a:pt x="22174" y="113030"/>
                  </a:lnTo>
                  <a:lnTo>
                    <a:pt x="22999" y="114300"/>
                  </a:lnTo>
                  <a:lnTo>
                    <a:pt x="24345" y="115570"/>
                  </a:lnTo>
                  <a:lnTo>
                    <a:pt x="25006" y="115570"/>
                  </a:lnTo>
                  <a:lnTo>
                    <a:pt x="25006" y="116840"/>
                  </a:lnTo>
                  <a:lnTo>
                    <a:pt x="24625" y="116840"/>
                  </a:lnTo>
                  <a:lnTo>
                    <a:pt x="24345" y="118110"/>
                  </a:lnTo>
                  <a:lnTo>
                    <a:pt x="24409" y="119303"/>
                  </a:lnTo>
                  <a:lnTo>
                    <a:pt x="24599" y="119303"/>
                  </a:lnTo>
                  <a:lnTo>
                    <a:pt x="25400" y="121920"/>
                  </a:lnTo>
                  <a:lnTo>
                    <a:pt x="25488" y="122123"/>
                  </a:lnTo>
                  <a:lnTo>
                    <a:pt x="26568" y="124460"/>
                  </a:lnTo>
                  <a:lnTo>
                    <a:pt x="28981" y="127000"/>
                  </a:lnTo>
                  <a:lnTo>
                    <a:pt x="29794" y="127000"/>
                  </a:lnTo>
                  <a:lnTo>
                    <a:pt x="30264" y="128270"/>
                  </a:lnTo>
                  <a:lnTo>
                    <a:pt x="30670" y="128270"/>
                  </a:lnTo>
                  <a:lnTo>
                    <a:pt x="31305" y="129540"/>
                  </a:lnTo>
                  <a:lnTo>
                    <a:pt x="31305" y="132080"/>
                  </a:lnTo>
                  <a:lnTo>
                    <a:pt x="31788" y="132080"/>
                  </a:lnTo>
                  <a:lnTo>
                    <a:pt x="32524" y="133350"/>
                  </a:lnTo>
                  <a:lnTo>
                    <a:pt x="33337" y="134620"/>
                  </a:lnTo>
                  <a:lnTo>
                    <a:pt x="34391" y="134620"/>
                  </a:lnTo>
                  <a:lnTo>
                    <a:pt x="35458" y="135890"/>
                  </a:lnTo>
                  <a:lnTo>
                    <a:pt x="36334" y="135890"/>
                  </a:lnTo>
                  <a:lnTo>
                    <a:pt x="36334" y="138430"/>
                  </a:lnTo>
                  <a:lnTo>
                    <a:pt x="36499" y="138430"/>
                  </a:lnTo>
                  <a:lnTo>
                    <a:pt x="36626" y="140970"/>
                  </a:lnTo>
                  <a:lnTo>
                    <a:pt x="37160" y="142240"/>
                  </a:lnTo>
                  <a:lnTo>
                    <a:pt x="38684" y="143510"/>
                  </a:lnTo>
                  <a:lnTo>
                    <a:pt x="39966" y="143510"/>
                  </a:lnTo>
                  <a:lnTo>
                    <a:pt x="40449" y="144780"/>
                  </a:lnTo>
                  <a:lnTo>
                    <a:pt x="40754" y="144780"/>
                  </a:lnTo>
                  <a:lnTo>
                    <a:pt x="40449" y="146050"/>
                  </a:lnTo>
                  <a:lnTo>
                    <a:pt x="39636" y="147320"/>
                  </a:lnTo>
                  <a:lnTo>
                    <a:pt x="39725" y="148590"/>
                  </a:lnTo>
                  <a:lnTo>
                    <a:pt x="39852" y="149860"/>
                  </a:lnTo>
                  <a:lnTo>
                    <a:pt x="39966" y="151130"/>
                  </a:lnTo>
                  <a:lnTo>
                    <a:pt x="40093" y="154940"/>
                  </a:lnTo>
                  <a:lnTo>
                    <a:pt x="40297" y="156210"/>
                  </a:lnTo>
                  <a:lnTo>
                    <a:pt x="40449" y="157480"/>
                  </a:lnTo>
                  <a:lnTo>
                    <a:pt x="41541" y="162560"/>
                  </a:lnTo>
                  <a:lnTo>
                    <a:pt x="42202" y="166370"/>
                  </a:lnTo>
                  <a:lnTo>
                    <a:pt x="43078" y="170180"/>
                  </a:lnTo>
                  <a:lnTo>
                    <a:pt x="43573" y="172720"/>
                  </a:lnTo>
                  <a:lnTo>
                    <a:pt x="43573" y="175260"/>
                  </a:lnTo>
                  <a:lnTo>
                    <a:pt x="42735" y="177800"/>
                  </a:lnTo>
                  <a:lnTo>
                    <a:pt x="42545" y="177800"/>
                  </a:lnTo>
                  <a:lnTo>
                    <a:pt x="42418" y="179070"/>
                  </a:lnTo>
                  <a:lnTo>
                    <a:pt x="41795" y="181610"/>
                  </a:lnTo>
                  <a:lnTo>
                    <a:pt x="41313" y="182880"/>
                  </a:lnTo>
                  <a:lnTo>
                    <a:pt x="41313" y="191770"/>
                  </a:lnTo>
                  <a:lnTo>
                    <a:pt x="41008" y="194310"/>
                  </a:lnTo>
                  <a:lnTo>
                    <a:pt x="39725" y="198120"/>
                  </a:lnTo>
                  <a:lnTo>
                    <a:pt x="39039" y="198120"/>
                  </a:lnTo>
                  <a:lnTo>
                    <a:pt x="38912" y="198577"/>
                  </a:lnTo>
                  <a:lnTo>
                    <a:pt x="38912" y="203200"/>
                  </a:lnTo>
                  <a:lnTo>
                    <a:pt x="38442" y="203200"/>
                  </a:lnTo>
                  <a:lnTo>
                    <a:pt x="37592" y="204470"/>
                  </a:lnTo>
                  <a:lnTo>
                    <a:pt x="37312" y="204470"/>
                  </a:lnTo>
                  <a:lnTo>
                    <a:pt x="37630" y="205740"/>
                  </a:lnTo>
                  <a:lnTo>
                    <a:pt x="37630" y="207010"/>
                  </a:lnTo>
                  <a:lnTo>
                    <a:pt x="37820" y="207010"/>
                  </a:lnTo>
                  <a:lnTo>
                    <a:pt x="37630" y="208280"/>
                  </a:lnTo>
                  <a:lnTo>
                    <a:pt x="36868" y="208280"/>
                  </a:lnTo>
                  <a:lnTo>
                    <a:pt x="36182" y="209550"/>
                  </a:lnTo>
                  <a:lnTo>
                    <a:pt x="35458" y="209550"/>
                  </a:lnTo>
                  <a:lnTo>
                    <a:pt x="35458" y="212090"/>
                  </a:lnTo>
                  <a:lnTo>
                    <a:pt x="34963" y="213360"/>
                  </a:lnTo>
                  <a:lnTo>
                    <a:pt x="34213" y="214630"/>
                  </a:lnTo>
                  <a:lnTo>
                    <a:pt x="33108" y="215900"/>
                  </a:lnTo>
                  <a:lnTo>
                    <a:pt x="32613" y="215900"/>
                  </a:lnTo>
                  <a:lnTo>
                    <a:pt x="32829" y="217170"/>
                  </a:lnTo>
                  <a:lnTo>
                    <a:pt x="32080" y="217170"/>
                  </a:lnTo>
                  <a:lnTo>
                    <a:pt x="31305" y="218440"/>
                  </a:lnTo>
                  <a:lnTo>
                    <a:pt x="31038" y="218440"/>
                  </a:lnTo>
                  <a:lnTo>
                    <a:pt x="31305" y="219710"/>
                  </a:lnTo>
                  <a:lnTo>
                    <a:pt x="28321" y="219710"/>
                  </a:lnTo>
                  <a:lnTo>
                    <a:pt x="29286" y="217170"/>
                  </a:lnTo>
                  <a:lnTo>
                    <a:pt x="30264" y="215900"/>
                  </a:lnTo>
                  <a:lnTo>
                    <a:pt x="31457" y="215900"/>
                  </a:lnTo>
                  <a:lnTo>
                    <a:pt x="31737" y="214630"/>
                  </a:lnTo>
                  <a:lnTo>
                    <a:pt x="31953" y="214630"/>
                  </a:lnTo>
                  <a:lnTo>
                    <a:pt x="32054" y="214426"/>
                  </a:lnTo>
                  <a:lnTo>
                    <a:pt x="32524" y="213360"/>
                  </a:lnTo>
                  <a:lnTo>
                    <a:pt x="33159" y="213360"/>
                  </a:lnTo>
                  <a:lnTo>
                    <a:pt x="32918" y="212090"/>
                  </a:lnTo>
                  <a:lnTo>
                    <a:pt x="32169" y="210820"/>
                  </a:lnTo>
                  <a:lnTo>
                    <a:pt x="31305" y="210820"/>
                  </a:lnTo>
                  <a:lnTo>
                    <a:pt x="31038" y="212090"/>
                  </a:lnTo>
                  <a:lnTo>
                    <a:pt x="30886" y="212090"/>
                  </a:lnTo>
                  <a:lnTo>
                    <a:pt x="30670" y="213360"/>
                  </a:lnTo>
                  <a:lnTo>
                    <a:pt x="30543" y="213360"/>
                  </a:lnTo>
                  <a:lnTo>
                    <a:pt x="30391" y="212090"/>
                  </a:lnTo>
                  <a:lnTo>
                    <a:pt x="30391" y="210820"/>
                  </a:lnTo>
                  <a:lnTo>
                    <a:pt x="30543" y="209550"/>
                  </a:lnTo>
                  <a:lnTo>
                    <a:pt x="32918" y="209550"/>
                  </a:lnTo>
                  <a:lnTo>
                    <a:pt x="33451" y="210820"/>
                  </a:lnTo>
                  <a:lnTo>
                    <a:pt x="33896" y="210820"/>
                  </a:lnTo>
                  <a:lnTo>
                    <a:pt x="35090" y="212090"/>
                  </a:lnTo>
                  <a:lnTo>
                    <a:pt x="35458" y="212090"/>
                  </a:lnTo>
                  <a:lnTo>
                    <a:pt x="35458" y="209550"/>
                  </a:lnTo>
                  <a:lnTo>
                    <a:pt x="34505" y="209550"/>
                  </a:lnTo>
                  <a:lnTo>
                    <a:pt x="34213" y="208280"/>
                  </a:lnTo>
                  <a:lnTo>
                    <a:pt x="34023" y="207010"/>
                  </a:lnTo>
                  <a:lnTo>
                    <a:pt x="33642" y="205740"/>
                  </a:lnTo>
                  <a:lnTo>
                    <a:pt x="33451" y="205740"/>
                  </a:lnTo>
                  <a:lnTo>
                    <a:pt x="33451" y="204470"/>
                  </a:lnTo>
                  <a:lnTo>
                    <a:pt x="34213" y="204470"/>
                  </a:lnTo>
                  <a:lnTo>
                    <a:pt x="34213" y="203200"/>
                  </a:lnTo>
                  <a:lnTo>
                    <a:pt x="35090" y="203200"/>
                  </a:lnTo>
                  <a:lnTo>
                    <a:pt x="35458" y="201930"/>
                  </a:lnTo>
                  <a:lnTo>
                    <a:pt x="35902" y="201930"/>
                  </a:lnTo>
                  <a:lnTo>
                    <a:pt x="36626" y="200660"/>
                  </a:lnTo>
                  <a:lnTo>
                    <a:pt x="37630" y="201930"/>
                  </a:lnTo>
                  <a:lnTo>
                    <a:pt x="38684" y="201930"/>
                  </a:lnTo>
                  <a:lnTo>
                    <a:pt x="38912" y="203200"/>
                  </a:lnTo>
                  <a:lnTo>
                    <a:pt x="38912" y="198577"/>
                  </a:lnTo>
                  <a:lnTo>
                    <a:pt x="38684" y="199390"/>
                  </a:lnTo>
                  <a:lnTo>
                    <a:pt x="32448" y="199390"/>
                  </a:lnTo>
                  <a:lnTo>
                    <a:pt x="32448" y="200660"/>
                  </a:lnTo>
                  <a:lnTo>
                    <a:pt x="32359" y="201930"/>
                  </a:lnTo>
                  <a:lnTo>
                    <a:pt x="32080" y="203200"/>
                  </a:lnTo>
                  <a:lnTo>
                    <a:pt x="31953" y="205740"/>
                  </a:lnTo>
                  <a:lnTo>
                    <a:pt x="31788" y="205740"/>
                  </a:lnTo>
                  <a:lnTo>
                    <a:pt x="31038" y="207010"/>
                  </a:lnTo>
                  <a:lnTo>
                    <a:pt x="30391" y="208280"/>
                  </a:lnTo>
                  <a:lnTo>
                    <a:pt x="29984" y="208280"/>
                  </a:lnTo>
                  <a:lnTo>
                    <a:pt x="29794" y="209550"/>
                  </a:lnTo>
                  <a:lnTo>
                    <a:pt x="28803" y="212090"/>
                  </a:lnTo>
                  <a:lnTo>
                    <a:pt x="29044" y="212090"/>
                  </a:lnTo>
                  <a:lnTo>
                    <a:pt x="29286" y="213360"/>
                  </a:lnTo>
                  <a:lnTo>
                    <a:pt x="29794" y="213360"/>
                  </a:lnTo>
                  <a:lnTo>
                    <a:pt x="29794" y="214630"/>
                  </a:lnTo>
                  <a:lnTo>
                    <a:pt x="28803" y="214630"/>
                  </a:lnTo>
                  <a:lnTo>
                    <a:pt x="28981" y="215900"/>
                  </a:lnTo>
                  <a:lnTo>
                    <a:pt x="28803" y="215900"/>
                  </a:lnTo>
                  <a:lnTo>
                    <a:pt x="28803" y="217170"/>
                  </a:lnTo>
                  <a:lnTo>
                    <a:pt x="27419" y="217170"/>
                  </a:lnTo>
                  <a:lnTo>
                    <a:pt x="26593" y="218440"/>
                  </a:lnTo>
                  <a:lnTo>
                    <a:pt x="26504" y="219710"/>
                  </a:lnTo>
                  <a:lnTo>
                    <a:pt x="27012" y="220980"/>
                  </a:lnTo>
                  <a:lnTo>
                    <a:pt x="25095" y="220980"/>
                  </a:lnTo>
                  <a:lnTo>
                    <a:pt x="25158" y="219710"/>
                  </a:lnTo>
                  <a:lnTo>
                    <a:pt x="25400" y="218440"/>
                  </a:lnTo>
                  <a:lnTo>
                    <a:pt x="25692" y="218440"/>
                  </a:lnTo>
                  <a:lnTo>
                    <a:pt x="25908" y="217170"/>
                  </a:lnTo>
                  <a:lnTo>
                    <a:pt x="26035" y="215900"/>
                  </a:lnTo>
                  <a:lnTo>
                    <a:pt x="27279" y="214630"/>
                  </a:lnTo>
                  <a:lnTo>
                    <a:pt x="27571" y="214630"/>
                  </a:lnTo>
                  <a:lnTo>
                    <a:pt x="27622" y="213360"/>
                  </a:lnTo>
                  <a:lnTo>
                    <a:pt x="27660" y="212090"/>
                  </a:lnTo>
                  <a:lnTo>
                    <a:pt x="28803" y="212090"/>
                  </a:lnTo>
                  <a:lnTo>
                    <a:pt x="27012" y="210820"/>
                  </a:lnTo>
                  <a:lnTo>
                    <a:pt x="26441" y="210337"/>
                  </a:lnTo>
                  <a:lnTo>
                    <a:pt x="26441" y="210820"/>
                  </a:lnTo>
                  <a:lnTo>
                    <a:pt x="26225" y="212090"/>
                  </a:lnTo>
                  <a:lnTo>
                    <a:pt x="26174" y="213360"/>
                  </a:lnTo>
                  <a:lnTo>
                    <a:pt x="25400" y="213360"/>
                  </a:lnTo>
                  <a:lnTo>
                    <a:pt x="25095" y="212090"/>
                  </a:lnTo>
                  <a:lnTo>
                    <a:pt x="25184" y="210820"/>
                  </a:lnTo>
                  <a:lnTo>
                    <a:pt x="26441" y="210820"/>
                  </a:lnTo>
                  <a:lnTo>
                    <a:pt x="26441" y="210337"/>
                  </a:lnTo>
                  <a:lnTo>
                    <a:pt x="25539" y="209550"/>
                  </a:lnTo>
                  <a:lnTo>
                    <a:pt x="25095" y="209550"/>
                  </a:lnTo>
                  <a:lnTo>
                    <a:pt x="25463" y="208280"/>
                  </a:lnTo>
                  <a:lnTo>
                    <a:pt x="28803" y="208280"/>
                  </a:lnTo>
                  <a:lnTo>
                    <a:pt x="29159" y="207010"/>
                  </a:lnTo>
                  <a:lnTo>
                    <a:pt x="29794" y="205740"/>
                  </a:lnTo>
                  <a:lnTo>
                    <a:pt x="29984" y="204470"/>
                  </a:lnTo>
                  <a:lnTo>
                    <a:pt x="30264" y="204470"/>
                  </a:lnTo>
                  <a:lnTo>
                    <a:pt x="30543" y="203200"/>
                  </a:lnTo>
                  <a:lnTo>
                    <a:pt x="30670" y="201930"/>
                  </a:lnTo>
                  <a:lnTo>
                    <a:pt x="31038" y="200660"/>
                  </a:lnTo>
                  <a:lnTo>
                    <a:pt x="32448" y="200660"/>
                  </a:lnTo>
                  <a:lnTo>
                    <a:pt x="32448" y="199390"/>
                  </a:lnTo>
                  <a:lnTo>
                    <a:pt x="30670" y="199390"/>
                  </a:lnTo>
                  <a:lnTo>
                    <a:pt x="29514" y="200660"/>
                  </a:lnTo>
                  <a:lnTo>
                    <a:pt x="28803" y="201930"/>
                  </a:lnTo>
                  <a:lnTo>
                    <a:pt x="28321" y="201930"/>
                  </a:lnTo>
                  <a:lnTo>
                    <a:pt x="28003" y="203200"/>
                  </a:lnTo>
                  <a:lnTo>
                    <a:pt x="27787" y="204470"/>
                  </a:lnTo>
                  <a:lnTo>
                    <a:pt x="27609" y="205740"/>
                  </a:lnTo>
                  <a:lnTo>
                    <a:pt x="26263" y="205740"/>
                  </a:lnTo>
                  <a:lnTo>
                    <a:pt x="25539" y="207010"/>
                  </a:lnTo>
                  <a:lnTo>
                    <a:pt x="25006" y="207010"/>
                  </a:lnTo>
                  <a:lnTo>
                    <a:pt x="23215" y="208280"/>
                  </a:lnTo>
                  <a:lnTo>
                    <a:pt x="22555" y="209550"/>
                  </a:lnTo>
                  <a:lnTo>
                    <a:pt x="22631" y="210820"/>
                  </a:lnTo>
                  <a:lnTo>
                    <a:pt x="22707" y="212090"/>
                  </a:lnTo>
                  <a:lnTo>
                    <a:pt x="22872" y="213360"/>
                  </a:lnTo>
                  <a:lnTo>
                    <a:pt x="23190" y="214630"/>
                  </a:lnTo>
                  <a:lnTo>
                    <a:pt x="23787" y="215900"/>
                  </a:lnTo>
                  <a:lnTo>
                    <a:pt x="24117" y="215900"/>
                  </a:lnTo>
                  <a:lnTo>
                    <a:pt x="23342" y="217170"/>
                  </a:lnTo>
                  <a:lnTo>
                    <a:pt x="22377" y="217170"/>
                  </a:lnTo>
                  <a:lnTo>
                    <a:pt x="21183" y="218440"/>
                  </a:lnTo>
                  <a:lnTo>
                    <a:pt x="20675" y="219125"/>
                  </a:lnTo>
                  <a:lnTo>
                    <a:pt x="20675" y="236220"/>
                  </a:lnTo>
                  <a:lnTo>
                    <a:pt x="20675" y="256540"/>
                  </a:lnTo>
                  <a:lnTo>
                    <a:pt x="19926" y="259080"/>
                  </a:lnTo>
                  <a:lnTo>
                    <a:pt x="18796" y="261620"/>
                  </a:lnTo>
                  <a:lnTo>
                    <a:pt x="18580" y="262890"/>
                  </a:lnTo>
                  <a:lnTo>
                    <a:pt x="18021" y="262890"/>
                  </a:lnTo>
                  <a:lnTo>
                    <a:pt x="18300" y="261620"/>
                  </a:lnTo>
                  <a:lnTo>
                    <a:pt x="19418" y="257721"/>
                  </a:lnTo>
                  <a:lnTo>
                    <a:pt x="19659" y="256540"/>
                  </a:lnTo>
                  <a:lnTo>
                    <a:pt x="19926" y="255270"/>
                  </a:lnTo>
                  <a:lnTo>
                    <a:pt x="19888" y="254000"/>
                  </a:lnTo>
                  <a:lnTo>
                    <a:pt x="19761" y="250190"/>
                  </a:lnTo>
                  <a:lnTo>
                    <a:pt x="19646" y="246380"/>
                  </a:lnTo>
                  <a:lnTo>
                    <a:pt x="19519" y="240030"/>
                  </a:lnTo>
                  <a:lnTo>
                    <a:pt x="19392" y="237490"/>
                  </a:lnTo>
                  <a:lnTo>
                    <a:pt x="19278" y="234950"/>
                  </a:lnTo>
                  <a:lnTo>
                    <a:pt x="18796" y="232410"/>
                  </a:lnTo>
                  <a:lnTo>
                    <a:pt x="18415" y="229870"/>
                  </a:lnTo>
                  <a:lnTo>
                    <a:pt x="18300" y="228600"/>
                  </a:lnTo>
                  <a:lnTo>
                    <a:pt x="17665" y="228600"/>
                  </a:lnTo>
                  <a:lnTo>
                    <a:pt x="17360" y="228041"/>
                  </a:lnTo>
                  <a:lnTo>
                    <a:pt x="17360" y="237490"/>
                  </a:lnTo>
                  <a:lnTo>
                    <a:pt x="17284" y="247650"/>
                  </a:lnTo>
                  <a:lnTo>
                    <a:pt x="17221" y="248920"/>
                  </a:lnTo>
                  <a:lnTo>
                    <a:pt x="17106" y="250190"/>
                  </a:lnTo>
                  <a:lnTo>
                    <a:pt x="16979" y="251460"/>
                  </a:lnTo>
                  <a:lnTo>
                    <a:pt x="16903" y="252730"/>
                  </a:lnTo>
                  <a:lnTo>
                    <a:pt x="16827" y="255270"/>
                  </a:lnTo>
                  <a:lnTo>
                    <a:pt x="16611" y="255270"/>
                  </a:lnTo>
                  <a:lnTo>
                    <a:pt x="16205" y="256540"/>
                  </a:lnTo>
                  <a:lnTo>
                    <a:pt x="16205" y="247650"/>
                  </a:lnTo>
                  <a:lnTo>
                    <a:pt x="16217" y="242570"/>
                  </a:lnTo>
                  <a:lnTo>
                    <a:pt x="16230" y="231140"/>
                  </a:lnTo>
                  <a:lnTo>
                    <a:pt x="16560" y="229870"/>
                  </a:lnTo>
                  <a:lnTo>
                    <a:pt x="16611" y="231140"/>
                  </a:lnTo>
                  <a:lnTo>
                    <a:pt x="16827" y="232410"/>
                  </a:lnTo>
                  <a:lnTo>
                    <a:pt x="17360" y="237490"/>
                  </a:lnTo>
                  <a:lnTo>
                    <a:pt x="17360" y="228041"/>
                  </a:lnTo>
                  <a:lnTo>
                    <a:pt x="16979" y="227330"/>
                  </a:lnTo>
                  <a:lnTo>
                    <a:pt x="16827" y="227330"/>
                  </a:lnTo>
                  <a:lnTo>
                    <a:pt x="16560" y="226060"/>
                  </a:lnTo>
                  <a:lnTo>
                    <a:pt x="16230" y="226060"/>
                  </a:lnTo>
                  <a:lnTo>
                    <a:pt x="16230" y="224790"/>
                  </a:lnTo>
                  <a:lnTo>
                    <a:pt x="17602" y="224790"/>
                  </a:lnTo>
                  <a:lnTo>
                    <a:pt x="17894" y="226060"/>
                  </a:lnTo>
                  <a:lnTo>
                    <a:pt x="18580" y="226060"/>
                  </a:lnTo>
                  <a:lnTo>
                    <a:pt x="19392" y="228600"/>
                  </a:lnTo>
                  <a:lnTo>
                    <a:pt x="19646" y="229870"/>
                  </a:lnTo>
                  <a:lnTo>
                    <a:pt x="19926" y="231140"/>
                  </a:lnTo>
                  <a:lnTo>
                    <a:pt x="20675" y="236220"/>
                  </a:lnTo>
                  <a:lnTo>
                    <a:pt x="20675" y="219125"/>
                  </a:lnTo>
                  <a:lnTo>
                    <a:pt x="20231" y="219710"/>
                  </a:lnTo>
                  <a:lnTo>
                    <a:pt x="19392" y="220980"/>
                  </a:lnTo>
                  <a:lnTo>
                    <a:pt x="17360" y="220980"/>
                  </a:lnTo>
                  <a:lnTo>
                    <a:pt x="15786" y="222250"/>
                  </a:lnTo>
                  <a:lnTo>
                    <a:pt x="15278" y="223227"/>
                  </a:lnTo>
                  <a:lnTo>
                    <a:pt x="15278" y="246380"/>
                  </a:lnTo>
                  <a:lnTo>
                    <a:pt x="14592" y="247650"/>
                  </a:lnTo>
                  <a:lnTo>
                    <a:pt x="13347" y="247650"/>
                  </a:lnTo>
                  <a:lnTo>
                    <a:pt x="13843" y="246380"/>
                  </a:lnTo>
                  <a:lnTo>
                    <a:pt x="13779" y="243840"/>
                  </a:lnTo>
                  <a:lnTo>
                    <a:pt x="13195" y="242570"/>
                  </a:lnTo>
                  <a:lnTo>
                    <a:pt x="14414" y="242570"/>
                  </a:lnTo>
                  <a:lnTo>
                    <a:pt x="15125" y="243840"/>
                  </a:lnTo>
                  <a:lnTo>
                    <a:pt x="15125" y="245110"/>
                  </a:lnTo>
                  <a:lnTo>
                    <a:pt x="15278" y="246380"/>
                  </a:lnTo>
                  <a:lnTo>
                    <a:pt x="15278" y="223227"/>
                  </a:lnTo>
                  <a:lnTo>
                    <a:pt x="15125" y="223520"/>
                  </a:lnTo>
                  <a:lnTo>
                    <a:pt x="14820" y="224790"/>
                  </a:lnTo>
                  <a:lnTo>
                    <a:pt x="14732" y="227330"/>
                  </a:lnTo>
                  <a:lnTo>
                    <a:pt x="13843" y="228600"/>
                  </a:lnTo>
                  <a:lnTo>
                    <a:pt x="13779" y="232410"/>
                  </a:lnTo>
                  <a:lnTo>
                    <a:pt x="13538" y="233680"/>
                  </a:lnTo>
                  <a:lnTo>
                    <a:pt x="13195" y="233680"/>
                  </a:lnTo>
                  <a:lnTo>
                    <a:pt x="13195" y="240030"/>
                  </a:lnTo>
                  <a:lnTo>
                    <a:pt x="12763" y="240030"/>
                  </a:lnTo>
                  <a:lnTo>
                    <a:pt x="12649" y="240385"/>
                  </a:lnTo>
                  <a:lnTo>
                    <a:pt x="12649" y="245110"/>
                  </a:lnTo>
                  <a:lnTo>
                    <a:pt x="12344" y="246380"/>
                  </a:lnTo>
                  <a:lnTo>
                    <a:pt x="11785" y="245110"/>
                  </a:lnTo>
                  <a:lnTo>
                    <a:pt x="12344" y="243840"/>
                  </a:lnTo>
                  <a:lnTo>
                    <a:pt x="12649" y="245110"/>
                  </a:lnTo>
                  <a:lnTo>
                    <a:pt x="12649" y="240385"/>
                  </a:lnTo>
                  <a:lnTo>
                    <a:pt x="12344" y="241300"/>
                  </a:lnTo>
                  <a:lnTo>
                    <a:pt x="11366" y="241300"/>
                  </a:lnTo>
                  <a:lnTo>
                    <a:pt x="10744" y="242570"/>
                  </a:lnTo>
                  <a:lnTo>
                    <a:pt x="10591" y="243840"/>
                  </a:lnTo>
                  <a:lnTo>
                    <a:pt x="10287" y="245110"/>
                  </a:lnTo>
                  <a:lnTo>
                    <a:pt x="10287" y="246380"/>
                  </a:lnTo>
                  <a:lnTo>
                    <a:pt x="10883" y="248920"/>
                  </a:lnTo>
                  <a:lnTo>
                    <a:pt x="13195" y="248920"/>
                  </a:lnTo>
                  <a:lnTo>
                    <a:pt x="13779" y="250190"/>
                  </a:lnTo>
                  <a:lnTo>
                    <a:pt x="13843" y="252730"/>
                  </a:lnTo>
                  <a:lnTo>
                    <a:pt x="13944" y="254000"/>
                  </a:lnTo>
                  <a:lnTo>
                    <a:pt x="14046" y="255270"/>
                  </a:lnTo>
                  <a:lnTo>
                    <a:pt x="14160" y="259080"/>
                  </a:lnTo>
                  <a:lnTo>
                    <a:pt x="14414" y="260350"/>
                  </a:lnTo>
                  <a:lnTo>
                    <a:pt x="14820" y="261620"/>
                  </a:lnTo>
                  <a:lnTo>
                    <a:pt x="16205" y="264160"/>
                  </a:lnTo>
                  <a:lnTo>
                    <a:pt x="17195" y="266623"/>
                  </a:lnTo>
                  <a:lnTo>
                    <a:pt x="18021" y="267970"/>
                  </a:lnTo>
                  <a:lnTo>
                    <a:pt x="18415" y="269240"/>
                  </a:lnTo>
                  <a:lnTo>
                    <a:pt x="18986" y="270510"/>
                  </a:lnTo>
                  <a:lnTo>
                    <a:pt x="20650" y="270510"/>
                  </a:lnTo>
                  <a:lnTo>
                    <a:pt x="21043" y="271780"/>
                  </a:lnTo>
                  <a:lnTo>
                    <a:pt x="22707" y="271780"/>
                  </a:lnTo>
                  <a:lnTo>
                    <a:pt x="23901" y="273050"/>
                  </a:lnTo>
                  <a:lnTo>
                    <a:pt x="31305" y="273050"/>
                  </a:lnTo>
                  <a:lnTo>
                    <a:pt x="33451" y="274320"/>
                  </a:lnTo>
                  <a:lnTo>
                    <a:pt x="35788" y="273050"/>
                  </a:lnTo>
                  <a:lnTo>
                    <a:pt x="36334" y="273050"/>
                  </a:lnTo>
                  <a:lnTo>
                    <a:pt x="36182" y="274320"/>
                  </a:lnTo>
                  <a:lnTo>
                    <a:pt x="35902" y="274320"/>
                  </a:lnTo>
                  <a:lnTo>
                    <a:pt x="34505" y="275590"/>
                  </a:lnTo>
                  <a:lnTo>
                    <a:pt x="34048" y="276796"/>
                  </a:lnTo>
                  <a:lnTo>
                    <a:pt x="34213" y="278130"/>
                  </a:lnTo>
                  <a:lnTo>
                    <a:pt x="34391" y="279400"/>
                  </a:lnTo>
                  <a:lnTo>
                    <a:pt x="40754" y="285750"/>
                  </a:lnTo>
                  <a:lnTo>
                    <a:pt x="54749" y="285750"/>
                  </a:lnTo>
                  <a:lnTo>
                    <a:pt x="60299" y="287020"/>
                  </a:lnTo>
                  <a:lnTo>
                    <a:pt x="148297" y="287020"/>
                  </a:lnTo>
                  <a:lnTo>
                    <a:pt x="150050" y="285750"/>
                  </a:lnTo>
                  <a:lnTo>
                    <a:pt x="153847" y="285750"/>
                  </a:lnTo>
                  <a:lnTo>
                    <a:pt x="154851" y="284480"/>
                  </a:lnTo>
                  <a:lnTo>
                    <a:pt x="155854" y="283210"/>
                  </a:lnTo>
                  <a:lnTo>
                    <a:pt x="157848" y="280670"/>
                  </a:lnTo>
                  <a:lnTo>
                    <a:pt x="157454" y="279400"/>
                  </a:lnTo>
                  <a:lnTo>
                    <a:pt x="157060" y="278130"/>
                  </a:lnTo>
                  <a:lnTo>
                    <a:pt x="156641" y="276796"/>
                  </a:lnTo>
                  <a:lnTo>
                    <a:pt x="156476" y="275590"/>
                  </a:lnTo>
                  <a:lnTo>
                    <a:pt x="156476" y="274320"/>
                  </a:lnTo>
                  <a:lnTo>
                    <a:pt x="156654" y="274320"/>
                  </a:lnTo>
                  <a:lnTo>
                    <a:pt x="156768" y="273050"/>
                  </a:lnTo>
                  <a:lnTo>
                    <a:pt x="156057" y="271780"/>
                  </a:lnTo>
                  <a:lnTo>
                    <a:pt x="155702" y="271780"/>
                  </a:lnTo>
                  <a:lnTo>
                    <a:pt x="155486" y="270510"/>
                  </a:lnTo>
                  <a:lnTo>
                    <a:pt x="154863" y="270510"/>
                  </a:lnTo>
                  <a:lnTo>
                    <a:pt x="155486" y="269240"/>
                  </a:lnTo>
                  <a:lnTo>
                    <a:pt x="156057" y="269240"/>
                  </a:lnTo>
                  <a:lnTo>
                    <a:pt x="156476" y="270510"/>
                  </a:lnTo>
                  <a:lnTo>
                    <a:pt x="157048" y="270510"/>
                  </a:lnTo>
                  <a:lnTo>
                    <a:pt x="157480" y="271780"/>
                  </a:lnTo>
                  <a:lnTo>
                    <a:pt x="157137" y="273050"/>
                  </a:lnTo>
                  <a:lnTo>
                    <a:pt x="157314" y="273050"/>
                  </a:lnTo>
                  <a:lnTo>
                    <a:pt x="161759" y="271780"/>
                  </a:lnTo>
                  <a:lnTo>
                    <a:pt x="161302" y="270510"/>
                  </a:lnTo>
                  <a:lnTo>
                    <a:pt x="160896" y="269240"/>
                  </a:lnTo>
                  <a:lnTo>
                    <a:pt x="160477" y="269240"/>
                  </a:lnTo>
                  <a:lnTo>
                    <a:pt x="161899" y="267970"/>
                  </a:lnTo>
                  <a:lnTo>
                    <a:pt x="162267" y="269240"/>
                  </a:lnTo>
                  <a:lnTo>
                    <a:pt x="162928" y="270510"/>
                  </a:lnTo>
                  <a:lnTo>
                    <a:pt x="162267" y="270510"/>
                  </a:lnTo>
                  <a:lnTo>
                    <a:pt x="161759" y="271780"/>
                  </a:lnTo>
                  <a:lnTo>
                    <a:pt x="166624" y="270510"/>
                  </a:lnTo>
                  <a:lnTo>
                    <a:pt x="169138" y="269240"/>
                  </a:lnTo>
                  <a:lnTo>
                    <a:pt x="171386" y="266623"/>
                  </a:lnTo>
                  <a:lnTo>
                    <a:pt x="171907" y="266623"/>
                  </a:lnTo>
                  <a:lnTo>
                    <a:pt x="171958" y="266471"/>
                  </a:lnTo>
                  <a:lnTo>
                    <a:pt x="172326" y="265430"/>
                  </a:lnTo>
                  <a:lnTo>
                    <a:pt x="172453" y="264160"/>
                  </a:lnTo>
                  <a:lnTo>
                    <a:pt x="172707" y="264160"/>
                  </a:lnTo>
                  <a:lnTo>
                    <a:pt x="173177" y="262890"/>
                  </a:lnTo>
                  <a:lnTo>
                    <a:pt x="173710" y="261620"/>
                  </a:lnTo>
                  <a:lnTo>
                    <a:pt x="175209" y="261620"/>
                  </a:lnTo>
                  <a:lnTo>
                    <a:pt x="175209" y="259080"/>
                  </a:lnTo>
                  <a:lnTo>
                    <a:pt x="175488" y="259080"/>
                  </a:lnTo>
                  <a:lnTo>
                    <a:pt x="176961" y="257721"/>
                  </a:lnTo>
                  <a:lnTo>
                    <a:pt x="177342" y="256540"/>
                  </a:lnTo>
                  <a:lnTo>
                    <a:pt x="177342" y="255270"/>
                  </a:lnTo>
                  <a:lnTo>
                    <a:pt x="177584" y="254000"/>
                  </a:lnTo>
                  <a:lnTo>
                    <a:pt x="177876" y="251460"/>
                  </a:lnTo>
                  <a:lnTo>
                    <a:pt x="177952" y="250190"/>
                  </a:lnTo>
                  <a:lnTo>
                    <a:pt x="178028" y="248920"/>
                  </a:lnTo>
                  <a:lnTo>
                    <a:pt x="178219" y="247650"/>
                  </a:lnTo>
                  <a:lnTo>
                    <a:pt x="178777" y="247650"/>
                  </a:lnTo>
                  <a:lnTo>
                    <a:pt x="179616" y="246380"/>
                  </a:lnTo>
                  <a:lnTo>
                    <a:pt x="180924" y="246380"/>
                  </a:lnTo>
                  <a:lnTo>
                    <a:pt x="181292" y="245110"/>
                  </a:lnTo>
                  <a:lnTo>
                    <a:pt x="181381" y="240030"/>
                  </a:lnTo>
                  <a:lnTo>
                    <a:pt x="180898" y="240030"/>
                  </a:lnTo>
                  <a:lnTo>
                    <a:pt x="180416" y="239433"/>
                  </a:lnTo>
                  <a:lnTo>
                    <a:pt x="180416" y="243840"/>
                  </a:lnTo>
                  <a:lnTo>
                    <a:pt x="178777" y="245110"/>
                  </a:lnTo>
                  <a:lnTo>
                    <a:pt x="178333" y="245110"/>
                  </a:lnTo>
                  <a:lnTo>
                    <a:pt x="178219" y="241300"/>
                  </a:lnTo>
                  <a:lnTo>
                    <a:pt x="178473" y="240030"/>
                  </a:lnTo>
                  <a:lnTo>
                    <a:pt x="180327" y="241300"/>
                  </a:lnTo>
                  <a:lnTo>
                    <a:pt x="180416" y="243840"/>
                  </a:lnTo>
                  <a:lnTo>
                    <a:pt x="180416" y="239433"/>
                  </a:lnTo>
                  <a:lnTo>
                    <a:pt x="179882" y="238760"/>
                  </a:lnTo>
                  <a:lnTo>
                    <a:pt x="178384" y="238760"/>
                  </a:lnTo>
                  <a:lnTo>
                    <a:pt x="177876" y="237490"/>
                  </a:lnTo>
                  <a:lnTo>
                    <a:pt x="177952" y="236220"/>
                  </a:lnTo>
                  <a:lnTo>
                    <a:pt x="178028" y="234950"/>
                  </a:lnTo>
                  <a:lnTo>
                    <a:pt x="178117" y="231140"/>
                  </a:lnTo>
                  <a:lnTo>
                    <a:pt x="177584" y="231140"/>
                  </a:lnTo>
                  <a:lnTo>
                    <a:pt x="177152" y="229870"/>
                  </a:lnTo>
                  <a:lnTo>
                    <a:pt x="177152" y="247650"/>
                  </a:lnTo>
                  <a:lnTo>
                    <a:pt x="175907" y="255270"/>
                  </a:lnTo>
                  <a:lnTo>
                    <a:pt x="175209" y="256540"/>
                  </a:lnTo>
                  <a:lnTo>
                    <a:pt x="175082" y="256540"/>
                  </a:lnTo>
                  <a:lnTo>
                    <a:pt x="175120" y="250190"/>
                  </a:lnTo>
                  <a:lnTo>
                    <a:pt x="175209" y="232410"/>
                  </a:lnTo>
                  <a:lnTo>
                    <a:pt x="175488" y="231140"/>
                  </a:lnTo>
                  <a:lnTo>
                    <a:pt x="175615" y="229870"/>
                  </a:lnTo>
                  <a:lnTo>
                    <a:pt x="175831" y="228600"/>
                  </a:lnTo>
                  <a:lnTo>
                    <a:pt x="176682" y="229870"/>
                  </a:lnTo>
                  <a:lnTo>
                    <a:pt x="176784" y="231140"/>
                  </a:lnTo>
                  <a:lnTo>
                    <a:pt x="176885" y="232410"/>
                  </a:lnTo>
                  <a:lnTo>
                    <a:pt x="176999" y="233680"/>
                  </a:lnTo>
                  <a:lnTo>
                    <a:pt x="177101" y="234950"/>
                  </a:lnTo>
                  <a:lnTo>
                    <a:pt x="177152" y="247650"/>
                  </a:lnTo>
                  <a:lnTo>
                    <a:pt x="177152" y="229870"/>
                  </a:lnTo>
                  <a:lnTo>
                    <a:pt x="176936" y="229870"/>
                  </a:lnTo>
                  <a:lnTo>
                    <a:pt x="176834" y="228600"/>
                  </a:lnTo>
                  <a:lnTo>
                    <a:pt x="176745" y="227330"/>
                  </a:lnTo>
                  <a:lnTo>
                    <a:pt x="176504" y="226060"/>
                  </a:lnTo>
                  <a:lnTo>
                    <a:pt x="174396" y="226060"/>
                  </a:lnTo>
                  <a:lnTo>
                    <a:pt x="174091" y="224790"/>
                  </a:lnTo>
                  <a:lnTo>
                    <a:pt x="173888" y="223520"/>
                  </a:lnTo>
                  <a:lnTo>
                    <a:pt x="173520" y="222580"/>
                  </a:lnTo>
                  <a:lnTo>
                    <a:pt x="173520" y="250190"/>
                  </a:lnTo>
                  <a:lnTo>
                    <a:pt x="172796" y="254000"/>
                  </a:lnTo>
                  <a:lnTo>
                    <a:pt x="171996" y="257721"/>
                  </a:lnTo>
                  <a:lnTo>
                    <a:pt x="171729" y="259080"/>
                  </a:lnTo>
                  <a:lnTo>
                    <a:pt x="171323" y="261620"/>
                  </a:lnTo>
                  <a:lnTo>
                    <a:pt x="170916" y="262890"/>
                  </a:lnTo>
                  <a:lnTo>
                    <a:pt x="170599" y="262890"/>
                  </a:lnTo>
                  <a:lnTo>
                    <a:pt x="170599" y="261620"/>
                  </a:lnTo>
                  <a:lnTo>
                    <a:pt x="170357" y="261620"/>
                  </a:lnTo>
                  <a:lnTo>
                    <a:pt x="170307" y="259080"/>
                  </a:lnTo>
                  <a:lnTo>
                    <a:pt x="170205" y="256540"/>
                  </a:lnTo>
                  <a:lnTo>
                    <a:pt x="170091" y="239090"/>
                  </a:lnTo>
                  <a:lnTo>
                    <a:pt x="170002" y="237490"/>
                  </a:lnTo>
                  <a:lnTo>
                    <a:pt x="169913" y="233680"/>
                  </a:lnTo>
                  <a:lnTo>
                    <a:pt x="169519" y="231140"/>
                  </a:lnTo>
                  <a:lnTo>
                    <a:pt x="169570" y="229870"/>
                  </a:lnTo>
                  <a:lnTo>
                    <a:pt x="169672" y="227330"/>
                  </a:lnTo>
                  <a:lnTo>
                    <a:pt x="169913" y="226060"/>
                  </a:lnTo>
                  <a:lnTo>
                    <a:pt x="170599" y="226060"/>
                  </a:lnTo>
                  <a:lnTo>
                    <a:pt x="171602" y="228600"/>
                  </a:lnTo>
                  <a:lnTo>
                    <a:pt x="172923" y="242570"/>
                  </a:lnTo>
                  <a:lnTo>
                    <a:pt x="173050" y="243840"/>
                  </a:lnTo>
                  <a:lnTo>
                    <a:pt x="173177" y="245110"/>
                  </a:lnTo>
                  <a:lnTo>
                    <a:pt x="173253" y="246380"/>
                  </a:lnTo>
                  <a:lnTo>
                    <a:pt x="173342" y="247650"/>
                  </a:lnTo>
                  <a:lnTo>
                    <a:pt x="173431" y="248920"/>
                  </a:lnTo>
                  <a:lnTo>
                    <a:pt x="173520" y="250190"/>
                  </a:lnTo>
                  <a:lnTo>
                    <a:pt x="173520" y="222580"/>
                  </a:lnTo>
                  <a:lnTo>
                    <a:pt x="173393" y="222250"/>
                  </a:lnTo>
                  <a:lnTo>
                    <a:pt x="171881" y="222250"/>
                  </a:lnTo>
                  <a:lnTo>
                    <a:pt x="171729" y="220980"/>
                  </a:lnTo>
                  <a:lnTo>
                    <a:pt x="171729" y="219710"/>
                  </a:lnTo>
                  <a:lnTo>
                    <a:pt x="171323" y="219710"/>
                  </a:lnTo>
                  <a:lnTo>
                    <a:pt x="170599" y="218440"/>
                  </a:lnTo>
                  <a:lnTo>
                    <a:pt x="170002" y="218440"/>
                  </a:lnTo>
                  <a:lnTo>
                    <a:pt x="168694" y="217639"/>
                  </a:lnTo>
                  <a:lnTo>
                    <a:pt x="168694" y="259080"/>
                  </a:lnTo>
                  <a:lnTo>
                    <a:pt x="168300" y="261620"/>
                  </a:lnTo>
                  <a:lnTo>
                    <a:pt x="167792" y="265430"/>
                  </a:lnTo>
                  <a:lnTo>
                    <a:pt x="167538" y="265430"/>
                  </a:lnTo>
                  <a:lnTo>
                    <a:pt x="167449" y="264160"/>
                  </a:lnTo>
                  <a:lnTo>
                    <a:pt x="167347" y="262890"/>
                  </a:lnTo>
                  <a:lnTo>
                    <a:pt x="167259" y="261620"/>
                  </a:lnTo>
                  <a:lnTo>
                    <a:pt x="167195" y="226060"/>
                  </a:lnTo>
                  <a:lnTo>
                    <a:pt x="167474" y="226060"/>
                  </a:lnTo>
                  <a:lnTo>
                    <a:pt x="167538" y="227330"/>
                  </a:lnTo>
                  <a:lnTo>
                    <a:pt x="167792" y="227330"/>
                  </a:lnTo>
                  <a:lnTo>
                    <a:pt x="168186" y="228600"/>
                  </a:lnTo>
                  <a:lnTo>
                    <a:pt x="168300" y="232410"/>
                  </a:lnTo>
                  <a:lnTo>
                    <a:pt x="168414" y="237490"/>
                  </a:lnTo>
                  <a:lnTo>
                    <a:pt x="168541" y="241922"/>
                  </a:lnTo>
                  <a:lnTo>
                    <a:pt x="168643" y="245110"/>
                  </a:lnTo>
                  <a:lnTo>
                    <a:pt x="168694" y="259080"/>
                  </a:lnTo>
                  <a:lnTo>
                    <a:pt x="168694" y="217639"/>
                  </a:lnTo>
                  <a:lnTo>
                    <a:pt x="168478" y="217500"/>
                  </a:lnTo>
                  <a:lnTo>
                    <a:pt x="168478" y="219710"/>
                  </a:lnTo>
                  <a:lnTo>
                    <a:pt x="167944" y="220980"/>
                  </a:lnTo>
                  <a:lnTo>
                    <a:pt x="167944" y="222250"/>
                  </a:lnTo>
                  <a:lnTo>
                    <a:pt x="166408" y="222250"/>
                  </a:lnTo>
                  <a:lnTo>
                    <a:pt x="166268" y="220980"/>
                  </a:lnTo>
                  <a:lnTo>
                    <a:pt x="165849" y="218440"/>
                  </a:lnTo>
                  <a:lnTo>
                    <a:pt x="167474" y="218440"/>
                  </a:lnTo>
                  <a:lnTo>
                    <a:pt x="168478" y="219710"/>
                  </a:lnTo>
                  <a:lnTo>
                    <a:pt x="168478" y="217500"/>
                  </a:lnTo>
                  <a:lnTo>
                    <a:pt x="167944" y="217170"/>
                  </a:lnTo>
                  <a:lnTo>
                    <a:pt x="167944" y="215900"/>
                  </a:lnTo>
                  <a:lnTo>
                    <a:pt x="168478" y="214630"/>
                  </a:lnTo>
                  <a:lnTo>
                    <a:pt x="168592" y="214426"/>
                  </a:lnTo>
                  <a:lnTo>
                    <a:pt x="170002" y="212090"/>
                  </a:lnTo>
                  <a:lnTo>
                    <a:pt x="168694" y="208280"/>
                  </a:lnTo>
                  <a:lnTo>
                    <a:pt x="167944" y="208280"/>
                  </a:lnTo>
                  <a:lnTo>
                    <a:pt x="167944" y="213360"/>
                  </a:lnTo>
                  <a:lnTo>
                    <a:pt x="167792" y="214630"/>
                  </a:lnTo>
                  <a:lnTo>
                    <a:pt x="167538" y="214630"/>
                  </a:lnTo>
                  <a:lnTo>
                    <a:pt x="167474" y="215900"/>
                  </a:lnTo>
                  <a:lnTo>
                    <a:pt x="166903" y="215900"/>
                  </a:lnTo>
                  <a:lnTo>
                    <a:pt x="166903" y="214630"/>
                  </a:lnTo>
                  <a:lnTo>
                    <a:pt x="166751" y="214630"/>
                  </a:lnTo>
                  <a:lnTo>
                    <a:pt x="166776" y="214426"/>
                  </a:lnTo>
                  <a:lnTo>
                    <a:pt x="166903" y="213360"/>
                  </a:lnTo>
                  <a:lnTo>
                    <a:pt x="167195" y="213360"/>
                  </a:lnTo>
                  <a:lnTo>
                    <a:pt x="166903" y="212090"/>
                  </a:lnTo>
                  <a:lnTo>
                    <a:pt x="166268" y="212090"/>
                  </a:lnTo>
                  <a:lnTo>
                    <a:pt x="166065" y="211721"/>
                  </a:lnTo>
                  <a:lnTo>
                    <a:pt x="166065" y="213360"/>
                  </a:lnTo>
                  <a:lnTo>
                    <a:pt x="166065" y="215900"/>
                  </a:lnTo>
                  <a:lnTo>
                    <a:pt x="165468" y="214630"/>
                  </a:lnTo>
                  <a:lnTo>
                    <a:pt x="165404" y="214426"/>
                  </a:lnTo>
                  <a:lnTo>
                    <a:pt x="165125" y="213360"/>
                  </a:lnTo>
                  <a:lnTo>
                    <a:pt x="165125" y="229870"/>
                  </a:lnTo>
                  <a:lnTo>
                    <a:pt x="165125" y="265430"/>
                  </a:lnTo>
                  <a:lnTo>
                    <a:pt x="164477" y="265430"/>
                  </a:lnTo>
                  <a:lnTo>
                    <a:pt x="164477" y="264160"/>
                  </a:lnTo>
                  <a:lnTo>
                    <a:pt x="164299" y="264160"/>
                  </a:lnTo>
                  <a:lnTo>
                    <a:pt x="164223" y="262890"/>
                  </a:lnTo>
                  <a:lnTo>
                    <a:pt x="164147" y="261620"/>
                  </a:lnTo>
                  <a:lnTo>
                    <a:pt x="164058" y="260350"/>
                  </a:lnTo>
                  <a:lnTo>
                    <a:pt x="163969" y="256540"/>
                  </a:lnTo>
                  <a:lnTo>
                    <a:pt x="163855" y="255270"/>
                  </a:lnTo>
                  <a:lnTo>
                    <a:pt x="163753" y="254000"/>
                  </a:lnTo>
                  <a:lnTo>
                    <a:pt x="163626" y="251460"/>
                  </a:lnTo>
                  <a:lnTo>
                    <a:pt x="163499" y="248920"/>
                  </a:lnTo>
                  <a:lnTo>
                    <a:pt x="163372" y="226060"/>
                  </a:lnTo>
                  <a:lnTo>
                    <a:pt x="163652" y="226060"/>
                  </a:lnTo>
                  <a:lnTo>
                    <a:pt x="163652" y="224790"/>
                  </a:lnTo>
                  <a:lnTo>
                    <a:pt x="163969" y="224790"/>
                  </a:lnTo>
                  <a:lnTo>
                    <a:pt x="163969" y="226060"/>
                  </a:lnTo>
                  <a:lnTo>
                    <a:pt x="164299" y="226060"/>
                  </a:lnTo>
                  <a:lnTo>
                    <a:pt x="164680" y="228600"/>
                  </a:lnTo>
                  <a:lnTo>
                    <a:pt x="165125" y="229870"/>
                  </a:lnTo>
                  <a:lnTo>
                    <a:pt x="165125" y="213360"/>
                  </a:lnTo>
                  <a:lnTo>
                    <a:pt x="165468" y="212090"/>
                  </a:lnTo>
                  <a:lnTo>
                    <a:pt x="166065" y="213360"/>
                  </a:lnTo>
                  <a:lnTo>
                    <a:pt x="166065" y="211721"/>
                  </a:lnTo>
                  <a:lnTo>
                    <a:pt x="165582" y="210820"/>
                  </a:lnTo>
                  <a:lnTo>
                    <a:pt x="165061" y="212090"/>
                  </a:lnTo>
                  <a:lnTo>
                    <a:pt x="164058" y="212090"/>
                  </a:lnTo>
                  <a:lnTo>
                    <a:pt x="164058" y="214630"/>
                  </a:lnTo>
                  <a:lnTo>
                    <a:pt x="164680" y="214630"/>
                  </a:lnTo>
                  <a:lnTo>
                    <a:pt x="164744" y="215900"/>
                  </a:lnTo>
                  <a:lnTo>
                    <a:pt x="165061" y="215900"/>
                  </a:lnTo>
                  <a:lnTo>
                    <a:pt x="164680" y="216738"/>
                  </a:lnTo>
                  <a:lnTo>
                    <a:pt x="164680" y="220980"/>
                  </a:lnTo>
                  <a:lnTo>
                    <a:pt x="163372" y="220980"/>
                  </a:lnTo>
                  <a:lnTo>
                    <a:pt x="163245" y="219710"/>
                  </a:lnTo>
                  <a:lnTo>
                    <a:pt x="162534" y="219710"/>
                  </a:lnTo>
                  <a:lnTo>
                    <a:pt x="162534" y="261620"/>
                  </a:lnTo>
                  <a:lnTo>
                    <a:pt x="162534" y="262890"/>
                  </a:lnTo>
                  <a:lnTo>
                    <a:pt x="162090" y="262890"/>
                  </a:lnTo>
                  <a:lnTo>
                    <a:pt x="161836" y="264160"/>
                  </a:lnTo>
                  <a:lnTo>
                    <a:pt x="161709" y="264160"/>
                  </a:lnTo>
                  <a:lnTo>
                    <a:pt x="160997" y="266471"/>
                  </a:lnTo>
                  <a:lnTo>
                    <a:pt x="160896" y="267970"/>
                  </a:lnTo>
                  <a:lnTo>
                    <a:pt x="160274" y="267970"/>
                  </a:lnTo>
                  <a:lnTo>
                    <a:pt x="160274" y="271780"/>
                  </a:lnTo>
                  <a:lnTo>
                    <a:pt x="159486" y="271780"/>
                  </a:lnTo>
                  <a:lnTo>
                    <a:pt x="158775" y="270510"/>
                  </a:lnTo>
                  <a:lnTo>
                    <a:pt x="158267" y="270510"/>
                  </a:lnTo>
                  <a:lnTo>
                    <a:pt x="157848" y="269240"/>
                  </a:lnTo>
                  <a:lnTo>
                    <a:pt x="159334" y="269240"/>
                  </a:lnTo>
                  <a:lnTo>
                    <a:pt x="160108" y="270510"/>
                  </a:lnTo>
                  <a:lnTo>
                    <a:pt x="160274" y="271780"/>
                  </a:lnTo>
                  <a:lnTo>
                    <a:pt x="160274" y="267970"/>
                  </a:lnTo>
                  <a:lnTo>
                    <a:pt x="158445" y="267970"/>
                  </a:lnTo>
                  <a:lnTo>
                    <a:pt x="158089" y="266623"/>
                  </a:lnTo>
                  <a:lnTo>
                    <a:pt x="158178" y="266471"/>
                  </a:lnTo>
                  <a:lnTo>
                    <a:pt x="158800" y="265430"/>
                  </a:lnTo>
                  <a:lnTo>
                    <a:pt x="159791" y="265430"/>
                  </a:lnTo>
                  <a:lnTo>
                    <a:pt x="160083" y="264160"/>
                  </a:lnTo>
                  <a:lnTo>
                    <a:pt x="159880" y="262890"/>
                  </a:lnTo>
                  <a:lnTo>
                    <a:pt x="158800" y="261620"/>
                  </a:lnTo>
                  <a:lnTo>
                    <a:pt x="159080" y="260350"/>
                  </a:lnTo>
                  <a:lnTo>
                    <a:pt x="159334" y="260350"/>
                  </a:lnTo>
                  <a:lnTo>
                    <a:pt x="159512" y="259080"/>
                  </a:lnTo>
                  <a:lnTo>
                    <a:pt x="160743" y="259080"/>
                  </a:lnTo>
                  <a:lnTo>
                    <a:pt x="162394" y="261620"/>
                  </a:lnTo>
                  <a:lnTo>
                    <a:pt x="162534" y="261620"/>
                  </a:lnTo>
                  <a:lnTo>
                    <a:pt x="162534" y="219710"/>
                  </a:lnTo>
                  <a:lnTo>
                    <a:pt x="161988" y="219710"/>
                  </a:lnTo>
                  <a:lnTo>
                    <a:pt x="161899" y="218440"/>
                  </a:lnTo>
                  <a:lnTo>
                    <a:pt x="161899" y="248920"/>
                  </a:lnTo>
                  <a:lnTo>
                    <a:pt x="161899" y="250190"/>
                  </a:lnTo>
                  <a:lnTo>
                    <a:pt x="161607" y="251460"/>
                  </a:lnTo>
                  <a:lnTo>
                    <a:pt x="161251" y="251460"/>
                  </a:lnTo>
                  <a:lnTo>
                    <a:pt x="161188" y="254000"/>
                  </a:lnTo>
                  <a:lnTo>
                    <a:pt x="161048" y="254000"/>
                  </a:lnTo>
                  <a:lnTo>
                    <a:pt x="160921" y="255270"/>
                  </a:lnTo>
                  <a:lnTo>
                    <a:pt x="159486" y="255270"/>
                  </a:lnTo>
                  <a:lnTo>
                    <a:pt x="159080" y="256540"/>
                  </a:lnTo>
                  <a:lnTo>
                    <a:pt x="159156" y="257721"/>
                  </a:lnTo>
                  <a:lnTo>
                    <a:pt x="158775" y="259080"/>
                  </a:lnTo>
                  <a:lnTo>
                    <a:pt x="157848" y="259080"/>
                  </a:lnTo>
                  <a:lnTo>
                    <a:pt x="157848" y="262890"/>
                  </a:lnTo>
                  <a:lnTo>
                    <a:pt x="157848" y="264160"/>
                  </a:lnTo>
                  <a:lnTo>
                    <a:pt x="156768" y="264160"/>
                  </a:lnTo>
                  <a:lnTo>
                    <a:pt x="156476" y="265430"/>
                  </a:lnTo>
                  <a:lnTo>
                    <a:pt x="156718" y="266471"/>
                  </a:lnTo>
                  <a:lnTo>
                    <a:pt x="156768" y="267970"/>
                  </a:lnTo>
                  <a:lnTo>
                    <a:pt x="156057" y="267970"/>
                  </a:lnTo>
                  <a:lnTo>
                    <a:pt x="156057" y="266623"/>
                  </a:lnTo>
                  <a:lnTo>
                    <a:pt x="155689" y="266623"/>
                  </a:lnTo>
                  <a:lnTo>
                    <a:pt x="155663" y="266471"/>
                  </a:lnTo>
                  <a:lnTo>
                    <a:pt x="155486" y="265430"/>
                  </a:lnTo>
                  <a:lnTo>
                    <a:pt x="155816" y="264160"/>
                  </a:lnTo>
                  <a:lnTo>
                    <a:pt x="156057" y="262890"/>
                  </a:lnTo>
                  <a:lnTo>
                    <a:pt x="157848" y="262890"/>
                  </a:lnTo>
                  <a:lnTo>
                    <a:pt x="157848" y="259080"/>
                  </a:lnTo>
                  <a:lnTo>
                    <a:pt x="157480" y="259080"/>
                  </a:lnTo>
                  <a:lnTo>
                    <a:pt x="157137" y="260350"/>
                  </a:lnTo>
                  <a:lnTo>
                    <a:pt x="156476" y="260350"/>
                  </a:lnTo>
                  <a:lnTo>
                    <a:pt x="156387" y="261620"/>
                  </a:lnTo>
                  <a:lnTo>
                    <a:pt x="155702" y="261620"/>
                  </a:lnTo>
                  <a:lnTo>
                    <a:pt x="155346" y="262890"/>
                  </a:lnTo>
                  <a:lnTo>
                    <a:pt x="154863" y="264160"/>
                  </a:lnTo>
                  <a:lnTo>
                    <a:pt x="154749" y="265430"/>
                  </a:lnTo>
                  <a:lnTo>
                    <a:pt x="154749" y="273050"/>
                  </a:lnTo>
                  <a:lnTo>
                    <a:pt x="152654" y="273050"/>
                  </a:lnTo>
                  <a:lnTo>
                    <a:pt x="152387" y="271614"/>
                  </a:lnTo>
                  <a:lnTo>
                    <a:pt x="152387" y="276796"/>
                  </a:lnTo>
                  <a:lnTo>
                    <a:pt x="151752" y="278130"/>
                  </a:lnTo>
                  <a:lnTo>
                    <a:pt x="151307" y="278130"/>
                  </a:lnTo>
                  <a:lnTo>
                    <a:pt x="151307" y="276796"/>
                  </a:lnTo>
                  <a:lnTo>
                    <a:pt x="152387" y="276796"/>
                  </a:lnTo>
                  <a:lnTo>
                    <a:pt x="152387" y="271614"/>
                  </a:lnTo>
                  <a:lnTo>
                    <a:pt x="152184" y="270510"/>
                  </a:lnTo>
                  <a:lnTo>
                    <a:pt x="153784" y="270510"/>
                  </a:lnTo>
                  <a:lnTo>
                    <a:pt x="154063" y="271780"/>
                  </a:lnTo>
                  <a:lnTo>
                    <a:pt x="154228" y="271780"/>
                  </a:lnTo>
                  <a:lnTo>
                    <a:pt x="154749" y="273050"/>
                  </a:lnTo>
                  <a:lnTo>
                    <a:pt x="154749" y="265430"/>
                  </a:lnTo>
                  <a:lnTo>
                    <a:pt x="153403" y="266623"/>
                  </a:lnTo>
                  <a:lnTo>
                    <a:pt x="152844" y="267970"/>
                  </a:lnTo>
                  <a:lnTo>
                    <a:pt x="151307" y="267970"/>
                  </a:lnTo>
                  <a:lnTo>
                    <a:pt x="151307" y="273050"/>
                  </a:lnTo>
                  <a:lnTo>
                    <a:pt x="150202" y="274320"/>
                  </a:lnTo>
                  <a:lnTo>
                    <a:pt x="150202" y="276796"/>
                  </a:lnTo>
                  <a:lnTo>
                    <a:pt x="150202" y="278130"/>
                  </a:lnTo>
                  <a:lnTo>
                    <a:pt x="149186" y="278130"/>
                  </a:lnTo>
                  <a:lnTo>
                    <a:pt x="149186" y="281940"/>
                  </a:lnTo>
                  <a:lnTo>
                    <a:pt x="147421" y="283210"/>
                  </a:lnTo>
                  <a:lnTo>
                    <a:pt x="146227" y="283210"/>
                  </a:lnTo>
                  <a:lnTo>
                    <a:pt x="146735" y="281940"/>
                  </a:lnTo>
                  <a:lnTo>
                    <a:pt x="147104" y="280670"/>
                  </a:lnTo>
                  <a:lnTo>
                    <a:pt x="147180" y="279400"/>
                  </a:lnTo>
                  <a:lnTo>
                    <a:pt x="148501" y="279400"/>
                  </a:lnTo>
                  <a:lnTo>
                    <a:pt x="148805" y="280670"/>
                  </a:lnTo>
                  <a:lnTo>
                    <a:pt x="149186" y="281940"/>
                  </a:lnTo>
                  <a:lnTo>
                    <a:pt x="149186" y="278130"/>
                  </a:lnTo>
                  <a:lnTo>
                    <a:pt x="148780" y="276796"/>
                  </a:lnTo>
                  <a:lnTo>
                    <a:pt x="150202" y="276796"/>
                  </a:lnTo>
                  <a:lnTo>
                    <a:pt x="150202" y="274320"/>
                  </a:lnTo>
                  <a:lnTo>
                    <a:pt x="149517" y="273050"/>
                  </a:lnTo>
                  <a:lnTo>
                    <a:pt x="149009" y="271780"/>
                  </a:lnTo>
                  <a:lnTo>
                    <a:pt x="149186" y="270510"/>
                  </a:lnTo>
                  <a:lnTo>
                    <a:pt x="150202" y="270510"/>
                  </a:lnTo>
                  <a:lnTo>
                    <a:pt x="150685" y="271780"/>
                  </a:lnTo>
                  <a:lnTo>
                    <a:pt x="151307" y="273050"/>
                  </a:lnTo>
                  <a:lnTo>
                    <a:pt x="151307" y="267970"/>
                  </a:lnTo>
                  <a:lnTo>
                    <a:pt x="149898" y="267970"/>
                  </a:lnTo>
                  <a:lnTo>
                    <a:pt x="149517" y="265430"/>
                  </a:lnTo>
                  <a:lnTo>
                    <a:pt x="150406" y="264160"/>
                  </a:lnTo>
                  <a:lnTo>
                    <a:pt x="151307" y="264160"/>
                  </a:lnTo>
                  <a:lnTo>
                    <a:pt x="151396" y="262890"/>
                  </a:lnTo>
                  <a:lnTo>
                    <a:pt x="151752" y="262890"/>
                  </a:lnTo>
                  <a:lnTo>
                    <a:pt x="152438" y="261620"/>
                  </a:lnTo>
                  <a:lnTo>
                    <a:pt x="153314" y="260350"/>
                  </a:lnTo>
                  <a:lnTo>
                    <a:pt x="154228" y="259080"/>
                  </a:lnTo>
                  <a:lnTo>
                    <a:pt x="154863" y="259080"/>
                  </a:lnTo>
                  <a:lnTo>
                    <a:pt x="155384" y="257721"/>
                  </a:lnTo>
                  <a:lnTo>
                    <a:pt x="156083" y="257721"/>
                  </a:lnTo>
                  <a:lnTo>
                    <a:pt x="156387" y="256540"/>
                  </a:lnTo>
                  <a:lnTo>
                    <a:pt x="156476" y="254000"/>
                  </a:lnTo>
                  <a:lnTo>
                    <a:pt x="156654" y="254000"/>
                  </a:lnTo>
                  <a:lnTo>
                    <a:pt x="157137" y="252730"/>
                  </a:lnTo>
                  <a:lnTo>
                    <a:pt x="157480" y="252730"/>
                  </a:lnTo>
                  <a:lnTo>
                    <a:pt x="157480" y="251460"/>
                  </a:lnTo>
                  <a:lnTo>
                    <a:pt x="157137" y="251460"/>
                  </a:lnTo>
                  <a:lnTo>
                    <a:pt x="156768" y="252730"/>
                  </a:lnTo>
                  <a:lnTo>
                    <a:pt x="155346" y="253822"/>
                  </a:lnTo>
                  <a:lnTo>
                    <a:pt x="155346" y="256540"/>
                  </a:lnTo>
                  <a:lnTo>
                    <a:pt x="155054" y="257721"/>
                  </a:lnTo>
                  <a:lnTo>
                    <a:pt x="151041" y="257721"/>
                  </a:lnTo>
                  <a:lnTo>
                    <a:pt x="151091" y="259080"/>
                  </a:lnTo>
                  <a:lnTo>
                    <a:pt x="152184" y="259080"/>
                  </a:lnTo>
                  <a:lnTo>
                    <a:pt x="151307" y="260350"/>
                  </a:lnTo>
                  <a:lnTo>
                    <a:pt x="150901" y="261620"/>
                  </a:lnTo>
                  <a:lnTo>
                    <a:pt x="149898" y="264160"/>
                  </a:lnTo>
                  <a:lnTo>
                    <a:pt x="149186" y="265430"/>
                  </a:lnTo>
                  <a:lnTo>
                    <a:pt x="148501" y="266407"/>
                  </a:lnTo>
                  <a:lnTo>
                    <a:pt x="148501" y="274320"/>
                  </a:lnTo>
                  <a:lnTo>
                    <a:pt x="147840" y="274320"/>
                  </a:lnTo>
                  <a:lnTo>
                    <a:pt x="147840" y="276796"/>
                  </a:lnTo>
                  <a:lnTo>
                    <a:pt x="147840" y="278130"/>
                  </a:lnTo>
                  <a:lnTo>
                    <a:pt x="146227" y="278130"/>
                  </a:lnTo>
                  <a:lnTo>
                    <a:pt x="146227" y="276796"/>
                  </a:lnTo>
                  <a:lnTo>
                    <a:pt x="147840" y="276796"/>
                  </a:lnTo>
                  <a:lnTo>
                    <a:pt x="147840" y="274320"/>
                  </a:lnTo>
                  <a:lnTo>
                    <a:pt x="146532" y="274320"/>
                  </a:lnTo>
                  <a:lnTo>
                    <a:pt x="146050" y="273050"/>
                  </a:lnTo>
                  <a:lnTo>
                    <a:pt x="145516" y="271780"/>
                  </a:lnTo>
                  <a:lnTo>
                    <a:pt x="145516" y="270510"/>
                  </a:lnTo>
                  <a:lnTo>
                    <a:pt x="147612" y="270510"/>
                  </a:lnTo>
                  <a:lnTo>
                    <a:pt x="147929" y="271780"/>
                  </a:lnTo>
                  <a:lnTo>
                    <a:pt x="148120" y="273050"/>
                  </a:lnTo>
                  <a:lnTo>
                    <a:pt x="148297" y="273050"/>
                  </a:lnTo>
                  <a:lnTo>
                    <a:pt x="148501" y="274320"/>
                  </a:lnTo>
                  <a:lnTo>
                    <a:pt x="148501" y="266407"/>
                  </a:lnTo>
                  <a:lnTo>
                    <a:pt x="148348" y="266623"/>
                  </a:lnTo>
                  <a:lnTo>
                    <a:pt x="147129" y="266623"/>
                  </a:lnTo>
                  <a:lnTo>
                    <a:pt x="146735" y="267970"/>
                  </a:lnTo>
                  <a:lnTo>
                    <a:pt x="147180" y="267970"/>
                  </a:lnTo>
                  <a:lnTo>
                    <a:pt x="146735" y="269240"/>
                  </a:lnTo>
                  <a:lnTo>
                    <a:pt x="146050" y="269240"/>
                  </a:lnTo>
                  <a:lnTo>
                    <a:pt x="145757" y="267970"/>
                  </a:lnTo>
                  <a:lnTo>
                    <a:pt x="146050" y="267970"/>
                  </a:lnTo>
                  <a:lnTo>
                    <a:pt x="145834" y="266623"/>
                  </a:lnTo>
                  <a:lnTo>
                    <a:pt x="145161" y="266623"/>
                  </a:lnTo>
                  <a:lnTo>
                    <a:pt x="145161" y="276796"/>
                  </a:lnTo>
                  <a:lnTo>
                    <a:pt x="145161" y="278130"/>
                  </a:lnTo>
                  <a:lnTo>
                    <a:pt x="143852" y="278130"/>
                  </a:lnTo>
                  <a:lnTo>
                    <a:pt x="143522" y="276796"/>
                  </a:lnTo>
                  <a:lnTo>
                    <a:pt x="145161" y="276796"/>
                  </a:lnTo>
                  <a:lnTo>
                    <a:pt x="145161" y="266623"/>
                  </a:lnTo>
                  <a:lnTo>
                    <a:pt x="144640" y="266623"/>
                  </a:lnTo>
                  <a:lnTo>
                    <a:pt x="144614" y="266471"/>
                  </a:lnTo>
                  <a:lnTo>
                    <a:pt x="144500" y="265430"/>
                  </a:lnTo>
                  <a:lnTo>
                    <a:pt x="144500" y="273050"/>
                  </a:lnTo>
                  <a:lnTo>
                    <a:pt x="144259" y="274320"/>
                  </a:lnTo>
                  <a:lnTo>
                    <a:pt x="142849" y="274320"/>
                  </a:lnTo>
                  <a:lnTo>
                    <a:pt x="142760" y="274066"/>
                  </a:lnTo>
                  <a:lnTo>
                    <a:pt x="142760" y="276796"/>
                  </a:lnTo>
                  <a:lnTo>
                    <a:pt x="142760" y="278130"/>
                  </a:lnTo>
                  <a:lnTo>
                    <a:pt x="142760" y="280670"/>
                  </a:lnTo>
                  <a:lnTo>
                    <a:pt x="142760" y="281940"/>
                  </a:lnTo>
                  <a:lnTo>
                    <a:pt x="142570" y="283210"/>
                  </a:lnTo>
                  <a:lnTo>
                    <a:pt x="141249" y="284480"/>
                  </a:lnTo>
                  <a:lnTo>
                    <a:pt x="140119" y="283210"/>
                  </a:lnTo>
                  <a:lnTo>
                    <a:pt x="139598" y="283210"/>
                  </a:lnTo>
                  <a:lnTo>
                    <a:pt x="139598" y="281940"/>
                  </a:lnTo>
                  <a:lnTo>
                    <a:pt x="139992" y="281940"/>
                  </a:lnTo>
                  <a:lnTo>
                    <a:pt x="140119" y="280670"/>
                  </a:lnTo>
                  <a:lnTo>
                    <a:pt x="140804" y="279400"/>
                  </a:lnTo>
                  <a:lnTo>
                    <a:pt x="141503" y="280670"/>
                  </a:lnTo>
                  <a:lnTo>
                    <a:pt x="142760" y="280670"/>
                  </a:lnTo>
                  <a:lnTo>
                    <a:pt x="142760" y="278130"/>
                  </a:lnTo>
                  <a:lnTo>
                    <a:pt x="141249" y="278130"/>
                  </a:lnTo>
                  <a:lnTo>
                    <a:pt x="140995" y="276796"/>
                  </a:lnTo>
                  <a:lnTo>
                    <a:pt x="142760" y="276796"/>
                  </a:lnTo>
                  <a:lnTo>
                    <a:pt x="142760" y="274066"/>
                  </a:lnTo>
                  <a:lnTo>
                    <a:pt x="142417" y="273050"/>
                  </a:lnTo>
                  <a:lnTo>
                    <a:pt x="142201" y="273050"/>
                  </a:lnTo>
                  <a:lnTo>
                    <a:pt x="141808" y="271780"/>
                  </a:lnTo>
                  <a:lnTo>
                    <a:pt x="141503" y="271780"/>
                  </a:lnTo>
                  <a:lnTo>
                    <a:pt x="141249" y="270510"/>
                  </a:lnTo>
                  <a:lnTo>
                    <a:pt x="143789" y="270510"/>
                  </a:lnTo>
                  <a:lnTo>
                    <a:pt x="144259" y="271780"/>
                  </a:lnTo>
                  <a:lnTo>
                    <a:pt x="144259" y="273050"/>
                  </a:lnTo>
                  <a:lnTo>
                    <a:pt x="144500" y="273050"/>
                  </a:lnTo>
                  <a:lnTo>
                    <a:pt x="144500" y="265430"/>
                  </a:lnTo>
                  <a:lnTo>
                    <a:pt x="145516" y="265430"/>
                  </a:lnTo>
                  <a:lnTo>
                    <a:pt x="145516" y="264160"/>
                  </a:lnTo>
                  <a:lnTo>
                    <a:pt x="144640" y="264160"/>
                  </a:lnTo>
                  <a:lnTo>
                    <a:pt x="144640" y="262890"/>
                  </a:lnTo>
                  <a:lnTo>
                    <a:pt x="146227" y="262890"/>
                  </a:lnTo>
                  <a:lnTo>
                    <a:pt x="146227" y="261620"/>
                  </a:lnTo>
                  <a:lnTo>
                    <a:pt x="144983" y="261620"/>
                  </a:lnTo>
                  <a:lnTo>
                    <a:pt x="145275" y="260350"/>
                  </a:lnTo>
                  <a:lnTo>
                    <a:pt x="145783" y="257721"/>
                  </a:lnTo>
                  <a:lnTo>
                    <a:pt x="146050" y="256540"/>
                  </a:lnTo>
                  <a:lnTo>
                    <a:pt x="147104" y="256540"/>
                  </a:lnTo>
                  <a:lnTo>
                    <a:pt x="147866" y="257721"/>
                  </a:lnTo>
                  <a:lnTo>
                    <a:pt x="151041" y="257721"/>
                  </a:lnTo>
                  <a:lnTo>
                    <a:pt x="152844" y="256540"/>
                  </a:lnTo>
                  <a:lnTo>
                    <a:pt x="155346" y="256540"/>
                  </a:lnTo>
                  <a:lnTo>
                    <a:pt x="155346" y="253822"/>
                  </a:lnTo>
                  <a:lnTo>
                    <a:pt x="155105" y="254000"/>
                  </a:lnTo>
                  <a:lnTo>
                    <a:pt x="152654" y="255270"/>
                  </a:lnTo>
                  <a:lnTo>
                    <a:pt x="147421" y="255270"/>
                  </a:lnTo>
                  <a:lnTo>
                    <a:pt x="147104" y="254000"/>
                  </a:lnTo>
                  <a:lnTo>
                    <a:pt x="146227" y="254000"/>
                  </a:lnTo>
                  <a:lnTo>
                    <a:pt x="148120" y="252730"/>
                  </a:lnTo>
                  <a:lnTo>
                    <a:pt x="149148" y="250190"/>
                  </a:lnTo>
                  <a:lnTo>
                    <a:pt x="149085" y="248920"/>
                  </a:lnTo>
                  <a:lnTo>
                    <a:pt x="149009" y="247650"/>
                  </a:lnTo>
                  <a:lnTo>
                    <a:pt x="148894" y="246380"/>
                  </a:lnTo>
                  <a:lnTo>
                    <a:pt x="148704" y="245110"/>
                  </a:lnTo>
                  <a:lnTo>
                    <a:pt x="147929" y="243840"/>
                  </a:lnTo>
                  <a:lnTo>
                    <a:pt x="147929" y="247650"/>
                  </a:lnTo>
                  <a:lnTo>
                    <a:pt x="146735" y="250190"/>
                  </a:lnTo>
                  <a:lnTo>
                    <a:pt x="144500" y="252730"/>
                  </a:lnTo>
                  <a:lnTo>
                    <a:pt x="143852" y="254000"/>
                  </a:lnTo>
                  <a:lnTo>
                    <a:pt x="144767" y="254000"/>
                  </a:lnTo>
                  <a:lnTo>
                    <a:pt x="144983" y="255270"/>
                  </a:lnTo>
                  <a:lnTo>
                    <a:pt x="145161" y="255270"/>
                  </a:lnTo>
                  <a:lnTo>
                    <a:pt x="145161" y="256540"/>
                  </a:lnTo>
                  <a:lnTo>
                    <a:pt x="144995" y="257721"/>
                  </a:lnTo>
                  <a:lnTo>
                    <a:pt x="144259" y="259080"/>
                  </a:lnTo>
                  <a:lnTo>
                    <a:pt x="143789" y="260350"/>
                  </a:lnTo>
                  <a:lnTo>
                    <a:pt x="143548" y="260350"/>
                  </a:lnTo>
                  <a:lnTo>
                    <a:pt x="143256" y="261620"/>
                  </a:lnTo>
                  <a:lnTo>
                    <a:pt x="142913" y="262890"/>
                  </a:lnTo>
                  <a:lnTo>
                    <a:pt x="142760" y="264160"/>
                  </a:lnTo>
                  <a:lnTo>
                    <a:pt x="142913" y="265430"/>
                  </a:lnTo>
                  <a:lnTo>
                    <a:pt x="143230" y="266623"/>
                  </a:lnTo>
                  <a:lnTo>
                    <a:pt x="142570" y="266623"/>
                  </a:lnTo>
                  <a:lnTo>
                    <a:pt x="142570" y="267970"/>
                  </a:lnTo>
                  <a:lnTo>
                    <a:pt x="141376" y="269240"/>
                  </a:lnTo>
                  <a:lnTo>
                    <a:pt x="140119" y="269240"/>
                  </a:lnTo>
                  <a:lnTo>
                    <a:pt x="139992" y="269125"/>
                  </a:lnTo>
                  <a:lnTo>
                    <a:pt x="139992" y="271780"/>
                  </a:lnTo>
                  <a:lnTo>
                    <a:pt x="139992" y="274320"/>
                  </a:lnTo>
                  <a:lnTo>
                    <a:pt x="139598" y="274624"/>
                  </a:lnTo>
                  <a:lnTo>
                    <a:pt x="139598" y="276796"/>
                  </a:lnTo>
                  <a:lnTo>
                    <a:pt x="139598" y="278130"/>
                  </a:lnTo>
                  <a:lnTo>
                    <a:pt x="137744" y="278130"/>
                  </a:lnTo>
                  <a:lnTo>
                    <a:pt x="137744" y="276796"/>
                  </a:lnTo>
                  <a:lnTo>
                    <a:pt x="139598" y="276796"/>
                  </a:lnTo>
                  <a:lnTo>
                    <a:pt x="139598" y="274624"/>
                  </a:lnTo>
                  <a:lnTo>
                    <a:pt x="138341" y="275590"/>
                  </a:lnTo>
                  <a:lnTo>
                    <a:pt x="138747" y="274320"/>
                  </a:lnTo>
                  <a:lnTo>
                    <a:pt x="138747" y="273050"/>
                  </a:lnTo>
                  <a:lnTo>
                    <a:pt x="138239" y="273050"/>
                  </a:lnTo>
                  <a:lnTo>
                    <a:pt x="137744" y="271780"/>
                  </a:lnTo>
                  <a:lnTo>
                    <a:pt x="136740" y="270789"/>
                  </a:lnTo>
                  <a:lnTo>
                    <a:pt x="136740" y="273050"/>
                  </a:lnTo>
                  <a:lnTo>
                    <a:pt x="136461" y="274320"/>
                  </a:lnTo>
                  <a:lnTo>
                    <a:pt x="136271" y="274320"/>
                  </a:lnTo>
                  <a:lnTo>
                    <a:pt x="136271" y="276796"/>
                  </a:lnTo>
                  <a:lnTo>
                    <a:pt x="136271" y="278130"/>
                  </a:lnTo>
                  <a:lnTo>
                    <a:pt x="135013" y="278130"/>
                  </a:lnTo>
                  <a:lnTo>
                    <a:pt x="135013" y="284480"/>
                  </a:lnTo>
                  <a:lnTo>
                    <a:pt x="132105" y="284480"/>
                  </a:lnTo>
                  <a:lnTo>
                    <a:pt x="131991" y="283210"/>
                  </a:lnTo>
                  <a:lnTo>
                    <a:pt x="131927" y="279400"/>
                  </a:lnTo>
                  <a:lnTo>
                    <a:pt x="134391" y="279400"/>
                  </a:lnTo>
                  <a:lnTo>
                    <a:pt x="134734" y="280670"/>
                  </a:lnTo>
                  <a:lnTo>
                    <a:pt x="134988" y="281940"/>
                  </a:lnTo>
                  <a:lnTo>
                    <a:pt x="135013" y="284480"/>
                  </a:lnTo>
                  <a:lnTo>
                    <a:pt x="135013" y="278130"/>
                  </a:lnTo>
                  <a:lnTo>
                    <a:pt x="134391" y="278130"/>
                  </a:lnTo>
                  <a:lnTo>
                    <a:pt x="134391" y="276796"/>
                  </a:lnTo>
                  <a:lnTo>
                    <a:pt x="136271" y="276796"/>
                  </a:lnTo>
                  <a:lnTo>
                    <a:pt x="136271" y="274320"/>
                  </a:lnTo>
                  <a:lnTo>
                    <a:pt x="135839" y="274320"/>
                  </a:lnTo>
                  <a:lnTo>
                    <a:pt x="135089" y="275590"/>
                  </a:lnTo>
                  <a:lnTo>
                    <a:pt x="134023" y="275590"/>
                  </a:lnTo>
                  <a:lnTo>
                    <a:pt x="133235" y="274320"/>
                  </a:lnTo>
                  <a:lnTo>
                    <a:pt x="133235" y="276796"/>
                  </a:lnTo>
                  <a:lnTo>
                    <a:pt x="133235" y="278130"/>
                  </a:lnTo>
                  <a:lnTo>
                    <a:pt x="130822" y="278130"/>
                  </a:lnTo>
                  <a:lnTo>
                    <a:pt x="131013" y="276796"/>
                  </a:lnTo>
                  <a:lnTo>
                    <a:pt x="133235" y="276796"/>
                  </a:lnTo>
                  <a:lnTo>
                    <a:pt x="133235" y="274320"/>
                  </a:lnTo>
                  <a:lnTo>
                    <a:pt x="133604" y="273050"/>
                  </a:lnTo>
                  <a:lnTo>
                    <a:pt x="133337" y="273050"/>
                  </a:lnTo>
                  <a:lnTo>
                    <a:pt x="132524" y="271780"/>
                  </a:lnTo>
                  <a:lnTo>
                    <a:pt x="131813" y="271780"/>
                  </a:lnTo>
                  <a:lnTo>
                    <a:pt x="131635" y="270510"/>
                  </a:lnTo>
                  <a:lnTo>
                    <a:pt x="134581" y="270510"/>
                  </a:lnTo>
                  <a:lnTo>
                    <a:pt x="135674" y="271780"/>
                  </a:lnTo>
                  <a:lnTo>
                    <a:pt x="136372" y="273050"/>
                  </a:lnTo>
                  <a:lnTo>
                    <a:pt x="136740" y="273050"/>
                  </a:lnTo>
                  <a:lnTo>
                    <a:pt x="136740" y="270789"/>
                  </a:lnTo>
                  <a:lnTo>
                    <a:pt x="136461" y="270510"/>
                  </a:lnTo>
                  <a:lnTo>
                    <a:pt x="138747" y="270510"/>
                  </a:lnTo>
                  <a:lnTo>
                    <a:pt x="139192" y="271780"/>
                  </a:lnTo>
                  <a:lnTo>
                    <a:pt x="139992" y="271780"/>
                  </a:lnTo>
                  <a:lnTo>
                    <a:pt x="139992" y="269125"/>
                  </a:lnTo>
                  <a:lnTo>
                    <a:pt x="138747" y="267970"/>
                  </a:lnTo>
                  <a:lnTo>
                    <a:pt x="139814" y="266623"/>
                  </a:lnTo>
                  <a:lnTo>
                    <a:pt x="139814" y="265430"/>
                  </a:lnTo>
                  <a:lnTo>
                    <a:pt x="139992" y="264160"/>
                  </a:lnTo>
                  <a:lnTo>
                    <a:pt x="138747" y="262890"/>
                  </a:lnTo>
                  <a:lnTo>
                    <a:pt x="140119" y="262890"/>
                  </a:lnTo>
                  <a:lnTo>
                    <a:pt x="140220" y="264160"/>
                  </a:lnTo>
                  <a:lnTo>
                    <a:pt x="140804" y="264160"/>
                  </a:lnTo>
                  <a:lnTo>
                    <a:pt x="141249" y="262890"/>
                  </a:lnTo>
                  <a:lnTo>
                    <a:pt x="141452" y="262890"/>
                  </a:lnTo>
                  <a:lnTo>
                    <a:pt x="141503" y="261620"/>
                  </a:lnTo>
                  <a:lnTo>
                    <a:pt x="141249" y="260350"/>
                  </a:lnTo>
                  <a:lnTo>
                    <a:pt x="140436" y="259080"/>
                  </a:lnTo>
                  <a:lnTo>
                    <a:pt x="140119" y="259080"/>
                  </a:lnTo>
                  <a:lnTo>
                    <a:pt x="139788" y="257721"/>
                  </a:lnTo>
                  <a:lnTo>
                    <a:pt x="138849" y="257721"/>
                  </a:lnTo>
                  <a:lnTo>
                    <a:pt x="138747" y="256540"/>
                  </a:lnTo>
                  <a:lnTo>
                    <a:pt x="139039" y="256540"/>
                  </a:lnTo>
                  <a:lnTo>
                    <a:pt x="139065" y="255270"/>
                  </a:lnTo>
                  <a:lnTo>
                    <a:pt x="138341" y="256387"/>
                  </a:lnTo>
                  <a:lnTo>
                    <a:pt x="138341" y="262890"/>
                  </a:lnTo>
                  <a:lnTo>
                    <a:pt x="138049" y="262890"/>
                  </a:lnTo>
                  <a:lnTo>
                    <a:pt x="137629" y="264160"/>
                  </a:lnTo>
                  <a:lnTo>
                    <a:pt x="137337" y="265430"/>
                  </a:lnTo>
                  <a:lnTo>
                    <a:pt x="137185" y="265430"/>
                  </a:lnTo>
                  <a:lnTo>
                    <a:pt x="137033" y="264160"/>
                  </a:lnTo>
                  <a:lnTo>
                    <a:pt x="137248" y="262890"/>
                  </a:lnTo>
                  <a:lnTo>
                    <a:pt x="138239" y="261620"/>
                  </a:lnTo>
                  <a:lnTo>
                    <a:pt x="138341" y="262890"/>
                  </a:lnTo>
                  <a:lnTo>
                    <a:pt x="138341" y="256387"/>
                  </a:lnTo>
                  <a:lnTo>
                    <a:pt x="138239" y="256540"/>
                  </a:lnTo>
                  <a:lnTo>
                    <a:pt x="137744" y="256540"/>
                  </a:lnTo>
                  <a:lnTo>
                    <a:pt x="137744" y="257721"/>
                  </a:lnTo>
                  <a:lnTo>
                    <a:pt x="138049" y="259080"/>
                  </a:lnTo>
                  <a:lnTo>
                    <a:pt x="137452" y="260350"/>
                  </a:lnTo>
                  <a:lnTo>
                    <a:pt x="137185" y="260350"/>
                  </a:lnTo>
                  <a:lnTo>
                    <a:pt x="137248" y="261620"/>
                  </a:lnTo>
                  <a:lnTo>
                    <a:pt x="136740" y="262890"/>
                  </a:lnTo>
                  <a:lnTo>
                    <a:pt x="136029" y="264160"/>
                  </a:lnTo>
                  <a:lnTo>
                    <a:pt x="135674" y="264160"/>
                  </a:lnTo>
                  <a:lnTo>
                    <a:pt x="135039" y="265430"/>
                  </a:lnTo>
                  <a:lnTo>
                    <a:pt x="134759" y="266623"/>
                  </a:lnTo>
                  <a:lnTo>
                    <a:pt x="134023" y="266623"/>
                  </a:lnTo>
                  <a:lnTo>
                    <a:pt x="133870" y="267970"/>
                  </a:lnTo>
                  <a:lnTo>
                    <a:pt x="133337" y="267970"/>
                  </a:lnTo>
                  <a:lnTo>
                    <a:pt x="132765" y="269240"/>
                  </a:lnTo>
                  <a:lnTo>
                    <a:pt x="131572" y="269240"/>
                  </a:lnTo>
                  <a:lnTo>
                    <a:pt x="131572" y="274320"/>
                  </a:lnTo>
                  <a:lnTo>
                    <a:pt x="131165" y="275590"/>
                  </a:lnTo>
                  <a:lnTo>
                    <a:pt x="130314" y="275590"/>
                  </a:lnTo>
                  <a:lnTo>
                    <a:pt x="130314" y="280670"/>
                  </a:lnTo>
                  <a:lnTo>
                    <a:pt x="130314" y="281940"/>
                  </a:lnTo>
                  <a:lnTo>
                    <a:pt x="130111" y="283210"/>
                  </a:lnTo>
                  <a:lnTo>
                    <a:pt x="129717" y="284480"/>
                  </a:lnTo>
                  <a:lnTo>
                    <a:pt x="127152" y="284480"/>
                  </a:lnTo>
                  <a:lnTo>
                    <a:pt x="126936" y="283210"/>
                  </a:lnTo>
                  <a:lnTo>
                    <a:pt x="126593" y="281940"/>
                  </a:lnTo>
                  <a:lnTo>
                    <a:pt x="126339" y="281940"/>
                  </a:lnTo>
                  <a:lnTo>
                    <a:pt x="126250" y="280670"/>
                  </a:lnTo>
                  <a:lnTo>
                    <a:pt x="126593" y="279400"/>
                  </a:lnTo>
                  <a:lnTo>
                    <a:pt x="128828" y="279400"/>
                  </a:lnTo>
                  <a:lnTo>
                    <a:pt x="129451" y="280670"/>
                  </a:lnTo>
                  <a:lnTo>
                    <a:pt x="130314" y="280670"/>
                  </a:lnTo>
                  <a:lnTo>
                    <a:pt x="130314" y="275590"/>
                  </a:lnTo>
                  <a:lnTo>
                    <a:pt x="130111" y="275590"/>
                  </a:lnTo>
                  <a:lnTo>
                    <a:pt x="130111" y="278130"/>
                  </a:lnTo>
                  <a:lnTo>
                    <a:pt x="127749" y="278130"/>
                  </a:lnTo>
                  <a:lnTo>
                    <a:pt x="127622" y="276796"/>
                  </a:lnTo>
                  <a:lnTo>
                    <a:pt x="129705" y="276796"/>
                  </a:lnTo>
                  <a:lnTo>
                    <a:pt x="130111" y="278130"/>
                  </a:lnTo>
                  <a:lnTo>
                    <a:pt x="130111" y="275590"/>
                  </a:lnTo>
                  <a:lnTo>
                    <a:pt x="129159" y="275590"/>
                  </a:lnTo>
                  <a:lnTo>
                    <a:pt x="128828" y="274320"/>
                  </a:lnTo>
                  <a:lnTo>
                    <a:pt x="129387" y="273050"/>
                  </a:lnTo>
                  <a:lnTo>
                    <a:pt x="129070" y="273050"/>
                  </a:lnTo>
                  <a:lnTo>
                    <a:pt x="128435" y="271780"/>
                  </a:lnTo>
                  <a:lnTo>
                    <a:pt x="128028" y="270510"/>
                  </a:lnTo>
                  <a:lnTo>
                    <a:pt x="129070" y="270510"/>
                  </a:lnTo>
                  <a:lnTo>
                    <a:pt x="130314" y="271780"/>
                  </a:lnTo>
                  <a:lnTo>
                    <a:pt x="130822" y="273050"/>
                  </a:lnTo>
                  <a:lnTo>
                    <a:pt x="131165" y="274320"/>
                  </a:lnTo>
                  <a:lnTo>
                    <a:pt x="131572" y="274320"/>
                  </a:lnTo>
                  <a:lnTo>
                    <a:pt x="131572" y="269240"/>
                  </a:lnTo>
                  <a:lnTo>
                    <a:pt x="129159" y="269240"/>
                  </a:lnTo>
                  <a:lnTo>
                    <a:pt x="129159" y="267970"/>
                  </a:lnTo>
                  <a:lnTo>
                    <a:pt x="129819" y="267970"/>
                  </a:lnTo>
                  <a:lnTo>
                    <a:pt x="132105" y="265430"/>
                  </a:lnTo>
                  <a:lnTo>
                    <a:pt x="132765" y="262890"/>
                  </a:lnTo>
                  <a:lnTo>
                    <a:pt x="133870" y="260350"/>
                  </a:lnTo>
                  <a:lnTo>
                    <a:pt x="134023" y="259080"/>
                  </a:lnTo>
                  <a:lnTo>
                    <a:pt x="134023" y="257721"/>
                  </a:lnTo>
                  <a:lnTo>
                    <a:pt x="133629" y="257721"/>
                  </a:lnTo>
                  <a:lnTo>
                    <a:pt x="133235" y="259080"/>
                  </a:lnTo>
                  <a:lnTo>
                    <a:pt x="132765" y="260350"/>
                  </a:lnTo>
                  <a:lnTo>
                    <a:pt x="131267" y="260350"/>
                  </a:lnTo>
                  <a:lnTo>
                    <a:pt x="131267" y="261620"/>
                  </a:lnTo>
                  <a:lnTo>
                    <a:pt x="132105" y="261620"/>
                  </a:lnTo>
                  <a:lnTo>
                    <a:pt x="131927" y="262890"/>
                  </a:lnTo>
                  <a:lnTo>
                    <a:pt x="130797" y="262890"/>
                  </a:lnTo>
                  <a:lnTo>
                    <a:pt x="130644" y="264160"/>
                  </a:lnTo>
                  <a:lnTo>
                    <a:pt x="131267" y="264160"/>
                  </a:lnTo>
                  <a:lnTo>
                    <a:pt x="131165" y="265430"/>
                  </a:lnTo>
                  <a:lnTo>
                    <a:pt x="128435" y="265430"/>
                  </a:lnTo>
                  <a:lnTo>
                    <a:pt x="128346" y="269240"/>
                  </a:lnTo>
                  <a:lnTo>
                    <a:pt x="127749" y="269240"/>
                  </a:lnTo>
                  <a:lnTo>
                    <a:pt x="127749" y="274320"/>
                  </a:lnTo>
                  <a:lnTo>
                    <a:pt x="126771" y="274320"/>
                  </a:lnTo>
                  <a:lnTo>
                    <a:pt x="126771" y="276796"/>
                  </a:lnTo>
                  <a:lnTo>
                    <a:pt x="126771" y="278130"/>
                  </a:lnTo>
                  <a:lnTo>
                    <a:pt x="124866" y="278130"/>
                  </a:lnTo>
                  <a:lnTo>
                    <a:pt x="124866" y="280670"/>
                  </a:lnTo>
                  <a:lnTo>
                    <a:pt x="124866" y="281940"/>
                  </a:lnTo>
                  <a:lnTo>
                    <a:pt x="124612" y="283210"/>
                  </a:lnTo>
                  <a:lnTo>
                    <a:pt x="124142" y="284480"/>
                  </a:lnTo>
                  <a:lnTo>
                    <a:pt x="121488" y="284480"/>
                  </a:lnTo>
                  <a:lnTo>
                    <a:pt x="121386" y="283210"/>
                  </a:lnTo>
                  <a:lnTo>
                    <a:pt x="121119" y="283210"/>
                  </a:lnTo>
                  <a:lnTo>
                    <a:pt x="120789" y="281940"/>
                  </a:lnTo>
                  <a:lnTo>
                    <a:pt x="120548" y="280670"/>
                  </a:lnTo>
                  <a:lnTo>
                    <a:pt x="121488" y="280670"/>
                  </a:lnTo>
                  <a:lnTo>
                    <a:pt x="122770" y="279400"/>
                  </a:lnTo>
                  <a:lnTo>
                    <a:pt x="123837" y="280670"/>
                  </a:lnTo>
                  <a:lnTo>
                    <a:pt x="124866" y="280670"/>
                  </a:lnTo>
                  <a:lnTo>
                    <a:pt x="124866" y="278130"/>
                  </a:lnTo>
                  <a:lnTo>
                    <a:pt x="124206" y="278130"/>
                  </a:lnTo>
                  <a:lnTo>
                    <a:pt x="124206" y="276796"/>
                  </a:lnTo>
                  <a:lnTo>
                    <a:pt x="126771" y="276796"/>
                  </a:lnTo>
                  <a:lnTo>
                    <a:pt x="126771" y="274320"/>
                  </a:lnTo>
                  <a:lnTo>
                    <a:pt x="124561" y="274320"/>
                  </a:lnTo>
                  <a:lnTo>
                    <a:pt x="125222" y="273050"/>
                  </a:lnTo>
                  <a:lnTo>
                    <a:pt x="124142" y="271780"/>
                  </a:lnTo>
                  <a:lnTo>
                    <a:pt x="123456" y="271780"/>
                  </a:lnTo>
                  <a:lnTo>
                    <a:pt x="123456" y="273050"/>
                  </a:lnTo>
                  <a:lnTo>
                    <a:pt x="123456" y="276796"/>
                  </a:lnTo>
                  <a:lnTo>
                    <a:pt x="123456" y="278130"/>
                  </a:lnTo>
                  <a:lnTo>
                    <a:pt x="121119" y="278130"/>
                  </a:lnTo>
                  <a:lnTo>
                    <a:pt x="120967" y="276796"/>
                  </a:lnTo>
                  <a:lnTo>
                    <a:pt x="123456" y="276796"/>
                  </a:lnTo>
                  <a:lnTo>
                    <a:pt x="123456" y="273050"/>
                  </a:lnTo>
                  <a:lnTo>
                    <a:pt x="122770" y="274320"/>
                  </a:lnTo>
                  <a:lnTo>
                    <a:pt x="120319" y="274320"/>
                  </a:lnTo>
                  <a:lnTo>
                    <a:pt x="120319" y="278130"/>
                  </a:lnTo>
                  <a:lnTo>
                    <a:pt x="120319" y="283210"/>
                  </a:lnTo>
                  <a:lnTo>
                    <a:pt x="120040" y="284480"/>
                  </a:lnTo>
                  <a:lnTo>
                    <a:pt x="116979" y="284480"/>
                  </a:lnTo>
                  <a:lnTo>
                    <a:pt x="116560" y="283210"/>
                  </a:lnTo>
                  <a:lnTo>
                    <a:pt x="116382" y="281940"/>
                  </a:lnTo>
                  <a:lnTo>
                    <a:pt x="116255" y="279400"/>
                  </a:lnTo>
                  <a:lnTo>
                    <a:pt x="119418" y="279400"/>
                  </a:lnTo>
                  <a:lnTo>
                    <a:pt x="119570" y="280670"/>
                  </a:lnTo>
                  <a:lnTo>
                    <a:pt x="119634" y="281940"/>
                  </a:lnTo>
                  <a:lnTo>
                    <a:pt x="120319" y="283210"/>
                  </a:lnTo>
                  <a:lnTo>
                    <a:pt x="120319" y="278130"/>
                  </a:lnTo>
                  <a:lnTo>
                    <a:pt x="117843" y="278130"/>
                  </a:lnTo>
                  <a:lnTo>
                    <a:pt x="117843" y="276796"/>
                  </a:lnTo>
                  <a:lnTo>
                    <a:pt x="120192" y="276796"/>
                  </a:lnTo>
                  <a:lnTo>
                    <a:pt x="120319" y="278130"/>
                  </a:lnTo>
                  <a:lnTo>
                    <a:pt x="120319" y="274320"/>
                  </a:lnTo>
                  <a:lnTo>
                    <a:pt x="119634" y="274320"/>
                  </a:lnTo>
                  <a:lnTo>
                    <a:pt x="120040" y="273050"/>
                  </a:lnTo>
                  <a:lnTo>
                    <a:pt x="119570" y="271780"/>
                  </a:lnTo>
                  <a:lnTo>
                    <a:pt x="118948" y="271780"/>
                  </a:lnTo>
                  <a:lnTo>
                    <a:pt x="118605" y="270510"/>
                  </a:lnTo>
                  <a:lnTo>
                    <a:pt x="122377" y="270510"/>
                  </a:lnTo>
                  <a:lnTo>
                    <a:pt x="123024" y="273050"/>
                  </a:lnTo>
                  <a:lnTo>
                    <a:pt x="123456" y="273050"/>
                  </a:lnTo>
                  <a:lnTo>
                    <a:pt x="123456" y="271780"/>
                  </a:lnTo>
                  <a:lnTo>
                    <a:pt x="123024" y="270510"/>
                  </a:lnTo>
                  <a:lnTo>
                    <a:pt x="124561" y="270510"/>
                  </a:lnTo>
                  <a:lnTo>
                    <a:pt x="126250" y="271780"/>
                  </a:lnTo>
                  <a:lnTo>
                    <a:pt x="126936" y="271780"/>
                  </a:lnTo>
                  <a:lnTo>
                    <a:pt x="127635" y="273050"/>
                  </a:lnTo>
                  <a:lnTo>
                    <a:pt x="127749" y="274320"/>
                  </a:lnTo>
                  <a:lnTo>
                    <a:pt x="127749" y="269240"/>
                  </a:lnTo>
                  <a:lnTo>
                    <a:pt x="118021" y="269240"/>
                  </a:lnTo>
                  <a:lnTo>
                    <a:pt x="118021" y="273050"/>
                  </a:lnTo>
                  <a:lnTo>
                    <a:pt x="118021" y="274320"/>
                  </a:lnTo>
                  <a:lnTo>
                    <a:pt x="117690" y="275590"/>
                  </a:lnTo>
                  <a:lnTo>
                    <a:pt x="117182" y="275590"/>
                  </a:lnTo>
                  <a:lnTo>
                    <a:pt x="117182" y="276796"/>
                  </a:lnTo>
                  <a:lnTo>
                    <a:pt x="117182" y="278130"/>
                  </a:lnTo>
                  <a:lnTo>
                    <a:pt x="115595" y="278130"/>
                  </a:lnTo>
                  <a:lnTo>
                    <a:pt x="115595" y="281940"/>
                  </a:lnTo>
                  <a:lnTo>
                    <a:pt x="115595" y="283210"/>
                  </a:lnTo>
                  <a:lnTo>
                    <a:pt x="115354" y="284480"/>
                  </a:lnTo>
                  <a:lnTo>
                    <a:pt x="112649" y="284480"/>
                  </a:lnTo>
                  <a:lnTo>
                    <a:pt x="112369" y="283210"/>
                  </a:lnTo>
                  <a:lnTo>
                    <a:pt x="112077" y="283210"/>
                  </a:lnTo>
                  <a:lnTo>
                    <a:pt x="111709" y="281940"/>
                  </a:lnTo>
                  <a:lnTo>
                    <a:pt x="111709" y="279400"/>
                  </a:lnTo>
                  <a:lnTo>
                    <a:pt x="115087" y="279400"/>
                  </a:lnTo>
                  <a:lnTo>
                    <a:pt x="115252" y="280670"/>
                  </a:lnTo>
                  <a:lnTo>
                    <a:pt x="115354" y="281940"/>
                  </a:lnTo>
                  <a:lnTo>
                    <a:pt x="115595" y="281940"/>
                  </a:lnTo>
                  <a:lnTo>
                    <a:pt x="115595" y="278130"/>
                  </a:lnTo>
                  <a:lnTo>
                    <a:pt x="113804" y="278130"/>
                  </a:lnTo>
                  <a:lnTo>
                    <a:pt x="113804" y="276796"/>
                  </a:lnTo>
                  <a:lnTo>
                    <a:pt x="117182" y="276796"/>
                  </a:lnTo>
                  <a:lnTo>
                    <a:pt x="117182" y="275590"/>
                  </a:lnTo>
                  <a:lnTo>
                    <a:pt x="115633" y="275590"/>
                  </a:lnTo>
                  <a:lnTo>
                    <a:pt x="115595" y="274320"/>
                  </a:lnTo>
                  <a:lnTo>
                    <a:pt x="116128" y="274320"/>
                  </a:lnTo>
                  <a:lnTo>
                    <a:pt x="115938" y="273050"/>
                  </a:lnTo>
                  <a:lnTo>
                    <a:pt x="115087" y="271780"/>
                  </a:lnTo>
                  <a:lnTo>
                    <a:pt x="114757" y="271780"/>
                  </a:lnTo>
                  <a:lnTo>
                    <a:pt x="114503" y="271297"/>
                  </a:lnTo>
                  <a:lnTo>
                    <a:pt x="114503" y="273050"/>
                  </a:lnTo>
                  <a:lnTo>
                    <a:pt x="114376" y="274320"/>
                  </a:lnTo>
                  <a:lnTo>
                    <a:pt x="114185" y="274320"/>
                  </a:lnTo>
                  <a:lnTo>
                    <a:pt x="113804" y="275590"/>
                  </a:lnTo>
                  <a:lnTo>
                    <a:pt x="112877" y="275590"/>
                  </a:lnTo>
                  <a:lnTo>
                    <a:pt x="112877" y="278130"/>
                  </a:lnTo>
                  <a:lnTo>
                    <a:pt x="110794" y="278130"/>
                  </a:lnTo>
                  <a:lnTo>
                    <a:pt x="110794" y="283210"/>
                  </a:lnTo>
                  <a:lnTo>
                    <a:pt x="110553" y="284480"/>
                  </a:lnTo>
                  <a:lnTo>
                    <a:pt x="107175" y="284480"/>
                  </a:lnTo>
                  <a:lnTo>
                    <a:pt x="106578" y="283210"/>
                  </a:lnTo>
                  <a:lnTo>
                    <a:pt x="106375" y="281940"/>
                  </a:lnTo>
                  <a:lnTo>
                    <a:pt x="106375" y="280670"/>
                  </a:lnTo>
                  <a:lnTo>
                    <a:pt x="109982" y="280670"/>
                  </a:lnTo>
                  <a:lnTo>
                    <a:pt x="110553" y="281940"/>
                  </a:lnTo>
                  <a:lnTo>
                    <a:pt x="110794" y="283210"/>
                  </a:lnTo>
                  <a:lnTo>
                    <a:pt x="110794" y="278130"/>
                  </a:lnTo>
                  <a:lnTo>
                    <a:pt x="109512" y="278130"/>
                  </a:lnTo>
                  <a:lnTo>
                    <a:pt x="109626" y="276796"/>
                  </a:lnTo>
                  <a:lnTo>
                    <a:pt x="112776" y="276796"/>
                  </a:lnTo>
                  <a:lnTo>
                    <a:pt x="112877" y="278130"/>
                  </a:lnTo>
                  <a:lnTo>
                    <a:pt x="112877" y="275590"/>
                  </a:lnTo>
                  <a:lnTo>
                    <a:pt x="111620" y="275590"/>
                  </a:lnTo>
                  <a:lnTo>
                    <a:pt x="111277" y="274320"/>
                  </a:lnTo>
                  <a:lnTo>
                    <a:pt x="111620" y="273050"/>
                  </a:lnTo>
                  <a:lnTo>
                    <a:pt x="111480" y="271780"/>
                  </a:lnTo>
                  <a:lnTo>
                    <a:pt x="110337" y="271780"/>
                  </a:lnTo>
                  <a:lnTo>
                    <a:pt x="110337" y="274320"/>
                  </a:lnTo>
                  <a:lnTo>
                    <a:pt x="108953" y="274320"/>
                  </a:lnTo>
                  <a:lnTo>
                    <a:pt x="108546" y="275107"/>
                  </a:lnTo>
                  <a:lnTo>
                    <a:pt x="108546" y="278130"/>
                  </a:lnTo>
                  <a:lnTo>
                    <a:pt x="105752" y="278130"/>
                  </a:lnTo>
                  <a:lnTo>
                    <a:pt x="105752" y="280670"/>
                  </a:lnTo>
                  <a:lnTo>
                    <a:pt x="105752" y="281940"/>
                  </a:lnTo>
                  <a:lnTo>
                    <a:pt x="105537" y="283210"/>
                  </a:lnTo>
                  <a:lnTo>
                    <a:pt x="105359" y="283210"/>
                  </a:lnTo>
                  <a:lnTo>
                    <a:pt x="105206" y="284480"/>
                  </a:lnTo>
                  <a:lnTo>
                    <a:pt x="102069" y="284480"/>
                  </a:lnTo>
                  <a:lnTo>
                    <a:pt x="101536" y="283210"/>
                  </a:lnTo>
                  <a:lnTo>
                    <a:pt x="101180" y="280670"/>
                  </a:lnTo>
                  <a:lnTo>
                    <a:pt x="105752" y="280670"/>
                  </a:lnTo>
                  <a:lnTo>
                    <a:pt x="105752" y="278130"/>
                  </a:lnTo>
                  <a:lnTo>
                    <a:pt x="105206" y="278130"/>
                  </a:lnTo>
                  <a:lnTo>
                    <a:pt x="105206" y="276796"/>
                  </a:lnTo>
                  <a:lnTo>
                    <a:pt x="108521" y="276796"/>
                  </a:lnTo>
                  <a:lnTo>
                    <a:pt x="108546" y="278130"/>
                  </a:lnTo>
                  <a:lnTo>
                    <a:pt x="108546" y="275107"/>
                  </a:lnTo>
                  <a:lnTo>
                    <a:pt x="108292" y="275590"/>
                  </a:lnTo>
                  <a:lnTo>
                    <a:pt x="106972" y="274320"/>
                  </a:lnTo>
                  <a:lnTo>
                    <a:pt x="107454" y="274320"/>
                  </a:lnTo>
                  <a:lnTo>
                    <a:pt x="107175" y="273050"/>
                  </a:lnTo>
                  <a:lnTo>
                    <a:pt x="106197" y="271780"/>
                  </a:lnTo>
                  <a:lnTo>
                    <a:pt x="106045" y="271780"/>
                  </a:lnTo>
                  <a:lnTo>
                    <a:pt x="106045" y="274320"/>
                  </a:lnTo>
                  <a:lnTo>
                    <a:pt x="105359" y="274320"/>
                  </a:lnTo>
                  <a:lnTo>
                    <a:pt x="104648" y="275577"/>
                  </a:lnTo>
                  <a:lnTo>
                    <a:pt x="104648" y="276796"/>
                  </a:lnTo>
                  <a:lnTo>
                    <a:pt x="104381" y="278130"/>
                  </a:lnTo>
                  <a:lnTo>
                    <a:pt x="101028" y="278130"/>
                  </a:lnTo>
                  <a:lnTo>
                    <a:pt x="101371" y="276796"/>
                  </a:lnTo>
                  <a:lnTo>
                    <a:pt x="104648" y="276796"/>
                  </a:lnTo>
                  <a:lnTo>
                    <a:pt x="104648" y="275577"/>
                  </a:lnTo>
                  <a:lnTo>
                    <a:pt x="103924" y="275590"/>
                  </a:lnTo>
                  <a:lnTo>
                    <a:pt x="103098" y="274320"/>
                  </a:lnTo>
                  <a:lnTo>
                    <a:pt x="103657" y="274320"/>
                  </a:lnTo>
                  <a:lnTo>
                    <a:pt x="103657" y="273050"/>
                  </a:lnTo>
                  <a:lnTo>
                    <a:pt x="103212" y="273050"/>
                  </a:lnTo>
                  <a:lnTo>
                    <a:pt x="102882" y="271780"/>
                  </a:lnTo>
                  <a:lnTo>
                    <a:pt x="104965" y="271780"/>
                  </a:lnTo>
                  <a:lnTo>
                    <a:pt x="105752" y="273050"/>
                  </a:lnTo>
                  <a:lnTo>
                    <a:pt x="106045" y="274320"/>
                  </a:lnTo>
                  <a:lnTo>
                    <a:pt x="106045" y="271780"/>
                  </a:lnTo>
                  <a:lnTo>
                    <a:pt x="105537" y="271780"/>
                  </a:lnTo>
                  <a:lnTo>
                    <a:pt x="106197" y="270510"/>
                  </a:lnTo>
                  <a:lnTo>
                    <a:pt x="107607" y="270510"/>
                  </a:lnTo>
                  <a:lnTo>
                    <a:pt x="108521" y="271780"/>
                  </a:lnTo>
                  <a:lnTo>
                    <a:pt x="109296" y="271780"/>
                  </a:lnTo>
                  <a:lnTo>
                    <a:pt x="110337" y="274320"/>
                  </a:lnTo>
                  <a:lnTo>
                    <a:pt x="110337" y="271780"/>
                  </a:lnTo>
                  <a:lnTo>
                    <a:pt x="109804" y="271780"/>
                  </a:lnTo>
                  <a:lnTo>
                    <a:pt x="109423" y="270510"/>
                  </a:lnTo>
                  <a:lnTo>
                    <a:pt x="111480" y="270510"/>
                  </a:lnTo>
                  <a:lnTo>
                    <a:pt x="113245" y="271780"/>
                  </a:lnTo>
                  <a:lnTo>
                    <a:pt x="114185" y="273050"/>
                  </a:lnTo>
                  <a:lnTo>
                    <a:pt x="114503" y="273050"/>
                  </a:lnTo>
                  <a:lnTo>
                    <a:pt x="114503" y="271297"/>
                  </a:lnTo>
                  <a:lnTo>
                    <a:pt x="114096" y="270510"/>
                  </a:lnTo>
                  <a:lnTo>
                    <a:pt x="115773" y="270510"/>
                  </a:lnTo>
                  <a:lnTo>
                    <a:pt x="116382" y="271780"/>
                  </a:lnTo>
                  <a:lnTo>
                    <a:pt x="117538" y="273050"/>
                  </a:lnTo>
                  <a:lnTo>
                    <a:pt x="118021" y="273050"/>
                  </a:lnTo>
                  <a:lnTo>
                    <a:pt x="118021" y="269240"/>
                  </a:lnTo>
                  <a:lnTo>
                    <a:pt x="112496" y="269240"/>
                  </a:lnTo>
                  <a:lnTo>
                    <a:pt x="113360" y="267970"/>
                  </a:lnTo>
                  <a:lnTo>
                    <a:pt x="116560" y="267970"/>
                  </a:lnTo>
                  <a:lnTo>
                    <a:pt x="116903" y="266623"/>
                  </a:lnTo>
                  <a:lnTo>
                    <a:pt x="119392" y="264160"/>
                  </a:lnTo>
                  <a:lnTo>
                    <a:pt x="121856" y="261620"/>
                  </a:lnTo>
                  <a:lnTo>
                    <a:pt x="124015" y="257721"/>
                  </a:lnTo>
                  <a:lnTo>
                    <a:pt x="124866" y="257721"/>
                  </a:lnTo>
                  <a:lnTo>
                    <a:pt x="124968" y="256540"/>
                  </a:lnTo>
                  <a:lnTo>
                    <a:pt x="125298" y="256540"/>
                  </a:lnTo>
                  <a:lnTo>
                    <a:pt x="126022" y="255270"/>
                  </a:lnTo>
                  <a:lnTo>
                    <a:pt x="127342" y="255270"/>
                  </a:lnTo>
                  <a:lnTo>
                    <a:pt x="127431" y="254000"/>
                  </a:lnTo>
                  <a:lnTo>
                    <a:pt x="126250" y="254000"/>
                  </a:lnTo>
                  <a:lnTo>
                    <a:pt x="126339" y="252730"/>
                  </a:lnTo>
                  <a:lnTo>
                    <a:pt x="126593" y="252730"/>
                  </a:lnTo>
                  <a:lnTo>
                    <a:pt x="126936" y="251460"/>
                  </a:lnTo>
                  <a:lnTo>
                    <a:pt x="127749" y="251460"/>
                  </a:lnTo>
                  <a:lnTo>
                    <a:pt x="127342" y="250190"/>
                  </a:lnTo>
                  <a:lnTo>
                    <a:pt x="128168" y="247650"/>
                  </a:lnTo>
                  <a:lnTo>
                    <a:pt x="128625" y="243840"/>
                  </a:lnTo>
                  <a:lnTo>
                    <a:pt x="128727" y="241922"/>
                  </a:lnTo>
                  <a:lnTo>
                    <a:pt x="128828" y="240030"/>
                  </a:lnTo>
                  <a:lnTo>
                    <a:pt x="129717" y="240030"/>
                  </a:lnTo>
                  <a:lnTo>
                    <a:pt x="129819" y="241300"/>
                  </a:lnTo>
                  <a:lnTo>
                    <a:pt x="130111" y="242570"/>
                  </a:lnTo>
                  <a:lnTo>
                    <a:pt x="129159" y="242570"/>
                  </a:lnTo>
                  <a:lnTo>
                    <a:pt x="129159" y="243840"/>
                  </a:lnTo>
                  <a:lnTo>
                    <a:pt x="130314" y="243840"/>
                  </a:lnTo>
                  <a:lnTo>
                    <a:pt x="130314" y="245110"/>
                  </a:lnTo>
                  <a:lnTo>
                    <a:pt x="129159" y="245110"/>
                  </a:lnTo>
                  <a:lnTo>
                    <a:pt x="129159" y="246380"/>
                  </a:lnTo>
                  <a:lnTo>
                    <a:pt x="130200" y="246380"/>
                  </a:lnTo>
                  <a:lnTo>
                    <a:pt x="130314" y="247650"/>
                  </a:lnTo>
                  <a:lnTo>
                    <a:pt x="129159" y="247650"/>
                  </a:lnTo>
                  <a:lnTo>
                    <a:pt x="129159" y="248920"/>
                  </a:lnTo>
                  <a:lnTo>
                    <a:pt x="130441" y="248920"/>
                  </a:lnTo>
                  <a:lnTo>
                    <a:pt x="131000" y="250190"/>
                  </a:lnTo>
                  <a:lnTo>
                    <a:pt x="131572" y="252730"/>
                  </a:lnTo>
                  <a:lnTo>
                    <a:pt x="132105" y="254000"/>
                  </a:lnTo>
                  <a:lnTo>
                    <a:pt x="131876" y="255270"/>
                  </a:lnTo>
                  <a:lnTo>
                    <a:pt x="133604" y="255270"/>
                  </a:lnTo>
                  <a:lnTo>
                    <a:pt x="134200" y="256540"/>
                  </a:lnTo>
                  <a:lnTo>
                    <a:pt x="134061" y="257721"/>
                  </a:lnTo>
                  <a:lnTo>
                    <a:pt x="134581" y="256540"/>
                  </a:lnTo>
                  <a:lnTo>
                    <a:pt x="137452" y="256540"/>
                  </a:lnTo>
                  <a:lnTo>
                    <a:pt x="139039" y="254000"/>
                  </a:lnTo>
                  <a:lnTo>
                    <a:pt x="139598" y="252730"/>
                  </a:lnTo>
                  <a:lnTo>
                    <a:pt x="140119" y="251460"/>
                  </a:lnTo>
                  <a:lnTo>
                    <a:pt x="140436" y="251460"/>
                  </a:lnTo>
                  <a:lnTo>
                    <a:pt x="140563" y="250190"/>
                  </a:lnTo>
                  <a:lnTo>
                    <a:pt x="141249" y="248920"/>
                  </a:lnTo>
                  <a:lnTo>
                    <a:pt x="141808" y="246380"/>
                  </a:lnTo>
                  <a:lnTo>
                    <a:pt x="141008" y="246380"/>
                  </a:lnTo>
                  <a:lnTo>
                    <a:pt x="140220" y="247650"/>
                  </a:lnTo>
                  <a:lnTo>
                    <a:pt x="140119" y="248920"/>
                  </a:lnTo>
                  <a:lnTo>
                    <a:pt x="139814" y="250190"/>
                  </a:lnTo>
                  <a:lnTo>
                    <a:pt x="139598" y="250190"/>
                  </a:lnTo>
                  <a:lnTo>
                    <a:pt x="139065" y="251460"/>
                  </a:lnTo>
                  <a:lnTo>
                    <a:pt x="138747" y="252730"/>
                  </a:lnTo>
                  <a:lnTo>
                    <a:pt x="138239" y="252730"/>
                  </a:lnTo>
                  <a:lnTo>
                    <a:pt x="137629" y="254000"/>
                  </a:lnTo>
                  <a:lnTo>
                    <a:pt x="137337" y="254000"/>
                  </a:lnTo>
                  <a:lnTo>
                    <a:pt x="136740" y="255270"/>
                  </a:lnTo>
                  <a:lnTo>
                    <a:pt x="135089" y="255270"/>
                  </a:lnTo>
                  <a:lnTo>
                    <a:pt x="135039" y="254000"/>
                  </a:lnTo>
                  <a:lnTo>
                    <a:pt x="135394" y="254000"/>
                  </a:lnTo>
                  <a:lnTo>
                    <a:pt x="135991" y="252730"/>
                  </a:lnTo>
                  <a:lnTo>
                    <a:pt x="137185" y="250190"/>
                  </a:lnTo>
                  <a:lnTo>
                    <a:pt x="139065" y="247650"/>
                  </a:lnTo>
                  <a:lnTo>
                    <a:pt x="141008" y="243840"/>
                  </a:lnTo>
                  <a:lnTo>
                    <a:pt x="140563" y="243840"/>
                  </a:lnTo>
                  <a:lnTo>
                    <a:pt x="138861" y="246380"/>
                  </a:lnTo>
                  <a:lnTo>
                    <a:pt x="137452" y="248920"/>
                  </a:lnTo>
                  <a:lnTo>
                    <a:pt x="135750" y="251460"/>
                  </a:lnTo>
                  <a:lnTo>
                    <a:pt x="135547" y="251460"/>
                  </a:lnTo>
                  <a:lnTo>
                    <a:pt x="135394" y="252730"/>
                  </a:lnTo>
                  <a:lnTo>
                    <a:pt x="133337" y="252730"/>
                  </a:lnTo>
                  <a:lnTo>
                    <a:pt x="132524" y="251460"/>
                  </a:lnTo>
                  <a:lnTo>
                    <a:pt x="133235" y="250190"/>
                  </a:lnTo>
                  <a:lnTo>
                    <a:pt x="134797" y="248920"/>
                  </a:lnTo>
                  <a:lnTo>
                    <a:pt x="135674" y="247650"/>
                  </a:lnTo>
                  <a:lnTo>
                    <a:pt x="137629" y="246380"/>
                  </a:lnTo>
                  <a:lnTo>
                    <a:pt x="139407" y="242570"/>
                  </a:lnTo>
                  <a:lnTo>
                    <a:pt x="138645" y="242570"/>
                  </a:lnTo>
                  <a:lnTo>
                    <a:pt x="137896" y="243840"/>
                  </a:lnTo>
                  <a:lnTo>
                    <a:pt x="137033" y="245110"/>
                  </a:lnTo>
                  <a:lnTo>
                    <a:pt x="136271" y="246380"/>
                  </a:lnTo>
                  <a:lnTo>
                    <a:pt x="133604" y="248920"/>
                  </a:lnTo>
                  <a:lnTo>
                    <a:pt x="132105" y="248920"/>
                  </a:lnTo>
                  <a:lnTo>
                    <a:pt x="131876" y="247650"/>
                  </a:lnTo>
                  <a:lnTo>
                    <a:pt x="135039" y="246380"/>
                  </a:lnTo>
                  <a:lnTo>
                    <a:pt x="137744" y="243840"/>
                  </a:lnTo>
                  <a:lnTo>
                    <a:pt x="139598" y="240030"/>
                  </a:lnTo>
                  <a:lnTo>
                    <a:pt x="139065" y="240030"/>
                  </a:lnTo>
                  <a:lnTo>
                    <a:pt x="137452" y="242570"/>
                  </a:lnTo>
                  <a:lnTo>
                    <a:pt x="135674" y="245110"/>
                  </a:lnTo>
                  <a:lnTo>
                    <a:pt x="133489" y="246380"/>
                  </a:lnTo>
                  <a:lnTo>
                    <a:pt x="131876" y="246380"/>
                  </a:lnTo>
                  <a:lnTo>
                    <a:pt x="132232" y="245110"/>
                  </a:lnTo>
                  <a:lnTo>
                    <a:pt x="133489" y="245110"/>
                  </a:lnTo>
                  <a:lnTo>
                    <a:pt x="134023" y="243840"/>
                  </a:lnTo>
                  <a:lnTo>
                    <a:pt x="131927" y="243840"/>
                  </a:lnTo>
                  <a:lnTo>
                    <a:pt x="131813" y="245110"/>
                  </a:lnTo>
                  <a:lnTo>
                    <a:pt x="131572" y="243840"/>
                  </a:lnTo>
                  <a:lnTo>
                    <a:pt x="131813" y="243840"/>
                  </a:lnTo>
                  <a:lnTo>
                    <a:pt x="132232" y="242570"/>
                  </a:lnTo>
                  <a:lnTo>
                    <a:pt x="134200" y="242570"/>
                  </a:lnTo>
                  <a:lnTo>
                    <a:pt x="134289" y="241922"/>
                  </a:lnTo>
                  <a:lnTo>
                    <a:pt x="134391" y="241300"/>
                  </a:lnTo>
                  <a:lnTo>
                    <a:pt x="134581" y="241300"/>
                  </a:lnTo>
                  <a:lnTo>
                    <a:pt x="134023" y="240030"/>
                  </a:lnTo>
                  <a:lnTo>
                    <a:pt x="133604" y="241300"/>
                  </a:lnTo>
                  <a:lnTo>
                    <a:pt x="131572" y="241300"/>
                  </a:lnTo>
                  <a:lnTo>
                    <a:pt x="131267" y="240030"/>
                  </a:lnTo>
                  <a:lnTo>
                    <a:pt x="130314" y="240030"/>
                  </a:lnTo>
                  <a:lnTo>
                    <a:pt x="129692" y="238760"/>
                  </a:lnTo>
                  <a:lnTo>
                    <a:pt x="129451" y="238760"/>
                  </a:lnTo>
                  <a:lnTo>
                    <a:pt x="129070" y="237490"/>
                  </a:lnTo>
                  <a:lnTo>
                    <a:pt x="129692" y="238760"/>
                  </a:lnTo>
                  <a:lnTo>
                    <a:pt x="132105" y="238760"/>
                  </a:lnTo>
                  <a:lnTo>
                    <a:pt x="132524" y="237490"/>
                  </a:lnTo>
                  <a:lnTo>
                    <a:pt x="132765" y="237490"/>
                  </a:lnTo>
                  <a:lnTo>
                    <a:pt x="132765" y="236220"/>
                  </a:lnTo>
                  <a:lnTo>
                    <a:pt x="131267" y="236220"/>
                  </a:lnTo>
                  <a:lnTo>
                    <a:pt x="130644" y="234950"/>
                  </a:lnTo>
                  <a:lnTo>
                    <a:pt x="131572" y="234950"/>
                  </a:lnTo>
                  <a:lnTo>
                    <a:pt x="132105" y="233680"/>
                  </a:lnTo>
                  <a:lnTo>
                    <a:pt x="131127" y="233680"/>
                  </a:lnTo>
                  <a:lnTo>
                    <a:pt x="130822" y="232410"/>
                  </a:lnTo>
                  <a:lnTo>
                    <a:pt x="130822" y="229870"/>
                  </a:lnTo>
                  <a:lnTo>
                    <a:pt x="131254" y="228600"/>
                  </a:lnTo>
                  <a:lnTo>
                    <a:pt x="131991" y="228600"/>
                  </a:lnTo>
                  <a:lnTo>
                    <a:pt x="133235" y="227330"/>
                  </a:lnTo>
                  <a:lnTo>
                    <a:pt x="132105" y="226060"/>
                  </a:lnTo>
                  <a:lnTo>
                    <a:pt x="131927" y="226060"/>
                  </a:lnTo>
                  <a:lnTo>
                    <a:pt x="131165" y="224790"/>
                  </a:lnTo>
                  <a:lnTo>
                    <a:pt x="132257" y="223520"/>
                  </a:lnTo>
                  <a:lnTo>
                    <a:pt x="131991" y="222250"/>
                  </a:lnTo>
                  <a:lnTo>
                    <a:pt x="132524" y="222250"/>
                  </a:lnTo>
                  <a:lnTo>
                    <a:pt x="133604" y="220980"/>
                  </a:lnTo>
                  <a:lnTo>
                    <a:pt x="134391" y="220980"/>
                  </a:lnTo>
                  <a:lnTo>
                    <a:pt x="134200" y="222250"/>
                  </a:lnTo>
                  <a:lnTo>
                    <a:pt x="134023" y="222250"/>
                  </a:lnTo>
                  <a:lnTo>
                    <a:pt x="133604" y="223520"/>
                  </a:lnTo>
                  <a:lnTo>
                    <a:pt x="133604" y="224790"/>
                  </a:lnTo>
                  <a:lnTo>
                    <a:pt x="135547" y="226060"/>
                  </a:lnTo>
                  <a:lnTo>
                    <a:pt x="138557" y="226060"/>
                  </a:lnTo>
                  <a:lnTo>
                    <a:pt x="139433" y="224790"/>
                  </a:lnTo>
                  <a:lnTo>
                    <a:pt x="139433" y="223520"/>
                  </a:lnTo>
                  <a:lnTo>
                    <a:pt x="139065" y="223520"/>
                  </a:lnTo>
                  <a:lnTo>
                    <a:pt x="139065" y="222250"/>
                  </a:lnTo>
                  <a:lnTo>
                    <a:pt x="140436" y="222250"/>
                  </a:lnTo>
                  <a:lnTo>
                    <a:pt x="141008" y="223520"/>
                  </a:lnTo>
                  <a:lnTo>
                    <a:pt x="141249" y="223520"/>
                  </a:lnTo>
                  <a:lnTo>
                    <a:pt x="141224" y="224790"/>
                  </a:lnTo>
                  <a:lnTo>
                    <a:pt x="141008" y="224790"/>
                  </a:lnTo>
                  <a:lnTo>
                    <a:pt x="141008" y="226060"/>
                  </a:lnTo>
                  <a:lnTo>
                    <a:pt x="142201" y="226060"/>
                  </a:lnTo>
                  <a:lnTo>
                    <a:pt x="142417" y="227330"/>
                  </a:lnTo>
                  <a:lnTo>
                    <a:pt x="142036" y="227330"/>
                  </a:lnTo>
                  <a:lnTo>
                    <a:pt x="142201" y="228600"/>
                  </a:lnTo>
                  <a:lnTo>
                    <a:pt x="141884" y="228600"/>
                  </a:lnTo>
                  <a:lnTo>
                    <a:pt x="141808" y="229870"/>
                  </a:lnTo>
                  <a:lnTo>
                    <a:pt x="142760" y="229870"/>
                  </a:lnTo>
                  <a:lnTo>
                    <a:pt x="142201" y="232410"/>
                  </a:lnTo>
                  <a:lnTo>
                    <a:pt x="142201" y="233680"/>
                  </a:lnTo>
                  <a:lnTo>
                    <a:pt x="141884" y="234950"/>
                  </a:lnTo>
                  <a:lnTo>
                    <a:pt x="139992" y="236220"/>
                  </a:lnTo>
                  <a:lnTo>
                    <a:pt x="136829" y="236220"/>
                  </a:lnTo>
                  <a:lnTo>
                    <a:pt x="136525" y="237490"/>
                  </a:lnTo>
                  <a:lnTo>
                    <a:pt x="138049" y="237490"/>
                  </a:lnTo>
                  <a:lnTo>
                    <a:pt x="138239" y="238760"/>
                  </a:lnTo>
                  <a:lnTo>
                    <a:pt x="137629" y="238760"/>
                  </a:lnTo>
                  <a:lnTo>
                    <a:pt x="137553" y="239090"/>
                  </a:lnTo>
                  <a:lnTo>
                    <a:pt x="137337" y="240030"/>
                  </a:lnTo>
                  <a:lnTo>
                    <a:pt x="138341" y="240030"/>
                  </a:lnTo>
                  <a:lnTo>
                    <a:pt x="138557" y="238760"/>
                  </a:lnTo>
                  <a:lnTo>
                    <a:pt x="139458" y="237490"/>
                  </a:lnTo>
                  <a:lnTo>
                    <a:pt x="141008" y="237490"/>
                  </a:lnTo>
                  <a:lnTo>
                    <a:pt x="142417" y="236220"/>
                  </a:lnTo>
                  <a:lnTo>
                    <a:pt x="143446" y="236220"/>
                  </a:lnTo>
                  <a:lnTo>
                    <a:pt x="143700" y="234950"/>
                  </a:lnTo>
                  <a:lnTo>
                    <a:pt x="144640" y="232410"/>
                  </a:lnTo>
                  <a:lnTo>
                    <a:pt x="147840" y="232410"/>
                  </a:lnTo>
                  <a:lnTo>
                    <a:pt x="149186" y="233680"/>
                  </a:lnTo>
                  <a:lnTo>
                    <a:pt x="150050" y="234950"/>
                  </a:lnTo>
                  <a:lnTo>
                    <a:pt x="150202" y="236220"/>
                  </a:lnTo>
                  <a:lnTo>
                    <a:pt x="149898" y="236220"/>
                  </a:lnTo>
                  <a:lnTo>
                    <a:pt x="149364" y="237490"/>
                  </a:lnTo>
                  <a:lnTo>
                    <a:pt x="148894" y="238760"/>
                  </a:lnTo>
                  <a:lnTo>
                    <a:pt x="147180" y="240030"/>
                  </a:lnTo>
                  <a:lnTo>
                    <a:pt x="147612" y="241300"/>
                  </a:lnTo>
                  <a:lnTo>
                    <a:pt x="147929" y="241300"/>
                  </a:lnTo>
                  <a:lnTo>
                    <a:pt x="148297" y="242570"/>
                  </a:lnTo>
                  <a:lnTo>
                    <a:pt x="148894" y="242570"/>
                  </a:lnTo>
                  <a:lnTo>
                    <a:pt x="149517" y="243840"/>
                  </a:lnTo>
                  <a:lnTo>
                    <a:pt x="151307" y="243840"/>
                  </a:lnTo>
                  <a:lnTo>
                    <a:pt x="152971" y="242570"/>
                  </a:lnTo>
                  <a:lnTo>
                    <a:pt x="157848" y="242570"/>
                  </a:lnTo>
                  <a:lnTo>
                    <a:pt x="158508" y="243840"/>
                  </a:lnTo>
                  <a:lnTo>
                    <a:pt x="159270" y="243840"/>
                  </a:lnTo>
                  <a:lnTo>
                    <a:pt x="160274" y="245110"/>
                  </a:lnTo>
                  <a:lnTo>
                    <a:pt x="160858" y="245110"/>
                  </a:lnTo>
                  <a:lnTo>
                    <a:pt x="161048" y="246380"/>
                  </a:lnTo>
                  <a:lnTo>
                    <a:pt x="161302" y="247650"/>
                  </a:lnTo>
                  <a:lnTo>
                    <a:pt x="161607" y="247650"/>
                  </a:lnTo>
                  <a:lnTo>
                    <a:pt x="161899" y="248920"/>
                  </a:lnTo>
                  <a:lnTo>
                    <a:pt x="161899" y="218440"/>
                  </a:lnTo>
                  <a:lnTo>
                    <a:pt x="163652" y="218440"/>
                  </a:lnTo>
                  <a:lnTo>
                    <a:pt x="164058" y="219710"/>
                  </a:lnTo>
                  <a:lnTo>
                    <a:pt x="164477" y="219710"/>
                  </a:lnTo>
                  <a:lnTo>
                    <a:pt x="164680" y="220980"/>
                  </a:lnTo>
                  <a:lnTo>
                    <a:pt x="164680" y="216738"/>
                  </a:lnTo>
                  <a:lnTo>
                    <a:pt x="164477" y="217170"/>
                  </a:lnTo>
                  <a:lnTo>
                    <a:pt x="163245" y="217170"/>
                  </a:lnTo>
                  <a:lnTo>
                    <a:pt x="162928" y="215900"/>
                  </a:lnTo>
                  <a:lnTo>
                    <a:pt x="163080" y="215900"/>
                  </a:lnTo>
                  <a:lnTo>
                    <a:pt x="163245" y="214630"/>
                  </a:lnTo>
                  <a:lnTo>
                    <a:pt x="163372" y="213360"/>
                  </a:lnTo>
                  <a:lnTo>
                    <a:pt x="163652" y="212090"/>
                  </a:lnTo>
                  <a:lnTo>
                    <a:pt x="163372" y="212090"/>
                  </a:lnTo>
                  <a:lnTo>
                    <a:pt x="162483" y="211366"/>
                  </a:lnTo>
                  <a:lnTo>
                    <a:pt x="162483" y="214426"/>
                  </a:lnTo>
                  <a:lnTo>
                    <a:pt x="162394" y="214630"/>
                  </a:lnTo>
                  <a:lnTo>
                    <a:pt x="161836" y="215900"/>
                  </a:lnTo>
                  <a:lnTo>
                    <a:pt x="161899" y="213360"/>
                  </a:lnTo>
                  <a:lnTo>
                    <a:pt x="161251" y="212394"/>
                  </a:lnTo>
                  <a:lnTo>
                    <a:pt x="161251" y="213360"/>
                  </a:lnTo>
                  <a:lnTo>
                    <a:pt x="161251" y="214630"/>
                  </a:lnTo>
                  <a:lnTo>
                    <a:pt x="160743" y="215201"/>
                  </a:lnTo>
                  <a:lnTo>
                    <a:pt x="160743" y="218440"/>
                  </a:lnTo>
                  <a:lnTo>
                    <a:pt x="160667" y="219710"/>
                  </a:lnTo>
                  <a:lnTo>
                    <a:pt x="160591" y="220980"/>
                  </a:lnTo>
                  <a:lnTo>
                    <a:pt x="160274" y="220980"/>
                  </a:lnTo>
                  <a:lnTo>
                    <a:pt x="159270" y="222250"/>
                  </a:lnTo>
                  <a:lnTo>
                    <a:pt x="158800" y="220980"/>
                  </a:lnTo>
                  <a:lnTo>
                    <a:pt x="158800" y="228600"/>
                  </a:lnTo>
                  <a:lnTo>
                    <a:pt x="158445" y="229870"/>
                  </a:lnTo>
                  <a:lnTo>
                    <a:pt x="156768" y="229870"/>
                  </a:lnTo>
                  <a:lnTo>
                    <a:pt x="156768" y="231140"/>
                  </a:lnTo>
                  <a:lnTo>
                    <a:pt x="158381" y="231140"/>
                  </a:lnTo>
                  <a:lnTo>
                    <a:pt x="158381" y="232410"/>
                  </a:lnTo>
                  <a:lnTo>
                    <a:pt x="157048" y="232410"/>
                  </a:lnTo>
                  <a:lnTo>
                    <a:pt x="157048" y="233680"/>
                  </a:lnTo>
                  <a:lnTo>
                    <a:pt x="158267" y="233680"/>
                  </a:lnTo>
                  <a:lnTo>
                    <a:pt x="158267" y="236220"/>
                  </a:lnTo>
                  <a:lnTo>
                    <a:pt x="157048" y="236220"/>
                  </a:lnTo>
                  <a:lnTo>
                    <a:pt x="157314" y="237490"/>
                  </a:lnTo>
                  <a:lnTo>
                    <a:pt x="158165" y="237490"/>
                  </a:lnTo>
                  <a:lnTo>
                    <a:pt x="158165" y="238760"/>
                  </a:lnTo>
                  <a:lnTo>
                    <a:pt x="157048" y="238760"/>
                  </a:lnTo>
                  <a:lnTo>
                    <a:pt x="157048" y="240030"/>
                  </a:lnTo>
                  <a:lnTo>
                    <a:pt x="158165" y="240030"/>
                  </a:lnTo>
                  <a:lnTo>
                    <a:pt x="158051" y="241300"/>
                  </a:lnTo>
                  <a:lnTo>
                    <a:pt x="151752" y="241300"/>
                  </a:lnTo>
                  <a:lnTo>
                    <a:pt x="151612" y="240030"/>
                  </a:lnTo>
                  <a:lnTo>
                    <a:pt x="152438" y="240030"/>
                  </a:lnTo>
                  <a:lnTo>
                    <a:pt x="152349" y="238760"/>
                  </a:lnTo>
                  <a:lnTo>
                    <a:pt x="151752" y="238760"/>
                  </a:lnTo>
                  <a:lnTo>
                    <a:pt x="151752" y="237490"/>
                  </a:lnTo>
                  <a:lnTo>
                    <a:pt x="152184" y="237490"/>
                  </a:lnTo>
                  <a:lnTo>
                    <a:pt x="152438" y="236220"/>
                  </a:lnTo>
                  <a:lnTo>
                    <a:pt x="152184" y="236220"/>
                  </a:lnTo>
                  <a:lnTo>
                    <a:pt x="151752" y="234950"/>
                  </a:lnTo>
                  <a:lnTo>
                    <a:pt x="152438" y="234950"/>
                  </a:lnTo>
                  <a:lnTo>
                    <a:pt x="152349" y="233680"/>
                  </a:lnTo>
                  <a:lnTo>
                    <a:pt x="151091" y="232410"/>
                  </a:lnTo>
                  <a:lnTo>
                    <a:pt x="148501" y="232410"/>
                  </a:lnTo>
                  <a:lnTo>
                    <a:pt x="147612" y="231140"/>
                  </a:lnTo>
                  <a:lnTo>
                    <a:pt x="146862" y="231140"/>
                  </a:lnTo>
                  <a:lnTo>
                    <a:pt x="146862" y="229870"/>
                  </a:lnTo>
                  <a:lnTo>
                    <a:pt x="143878" y="229870"/>
                  </a:lnTo>
                  <a:lnTo>
                    <a:pt x="143789" y="228600"/>
                  </a:lnTo>
                  <a:lnTo>
                    <a:pt x="143598" y="228600"/>
                  </a:lnTo>
                  <a:lnTo>
                    <a:pt x="143548" y="227330"/>
                  </a:lnTo>
                  <a:lnTo>
                    <a:pt x="144500" y="227330"/>
                  </a:lnTo>
                  <a:lnTo>
                    <a:pt x="144500" y="226060"/>
                  </a:lnTo>
                  <a:lnTo>
                    <a:pt x="143256" y="226060"/>
                  </a:lnTo>
                  <a:lnTo>
                    <a:pt x="143192" y="224790"/>
                  </a:lnTo>
                  <a:lnTo>
                    <a:pt x="142760" y="223520"/>
                  </a:lnTo>
                  <a:lnTo>
                    <a:pt x="142570" y="222250"/>
                  </a:lnTo>
                  <a:lnTo>
                    <a:pt x="145846" y="222250"/>
                  </a:lnTo>
                  <a:lnTo>
                    <a:pt x="145846" y="223520"/>
                  </a:lnTo>
                  <a:lnTo>
                    <a:pt x="147104" y="223520"/>
                  </a:lnTo>
                  <a:lnTo>
                    <a:pt x="147180" y="222250"/>
                  </a:lnTo>
                  <a:lnTo>
                    <a:pt x="147612" y="223520"/>
                  </a:lnTo>
                  <a:lnTo>
                    <a:pt x="148297" y="223520"/>
                  </a:lnTo>
                  <a:lnTo>
                    <a:pt x="148297" y="224790"/>
                  </a:lnTo>
                  <a:lnTo>
                    <a:pt x="149669" y="224790"/>
                  </a:lnTo>
                  <a:lnTo>
                    <a:pt x="149898" y="223520"/>
                  </a:lnTo>
                  <a:lnTo>
                    <a:pt x="151396" y="224790"/>
                  </a:lnTo>
                  <a:lnTo>
                    <a:pt x="152971" y="226060"/>
                  </a:lnTo>
                  <a:lnTo>
                    <a:pt x="154114" y="226060"/>
                  </a:lnTo>
                  <a:lnTo>
                    <a:pt x="154063" y="227330"/>
                  </a:lnTo>
                  <a:lnTo>
                    <a:pt x="155486" y="227330"/>
                  </a:lnTo>
                  <a:lnTo>
                    <a:pt x="157480" y="228600"/>
                  </a:lnTo>
                  <a:lnTo>
                    <a:pt x="158800" y="228600"/>
                  </a:lnTo>
                  <a:lnTo>
                    <a:pt x="158800" y="220980"/>
                  </a:lnTo>
                  <a:lnTo>
                    <a:pt x="158800" y="219710"/>
                  </a:lnTo>
                  <a:lnTo>
                    <a:pt x="158445" y="218440"/>
                  </a:lnTo>
                  <a:lnTo>
                    <a:pt x="157137" y="218440"/>
                  </a:lnTo>
                  <a:lnTo>
                    <a:pt x="156768" y="217170"/>
                  </a:lnTo>
                  <a:lnTo>
                    <a:pt x="158800" y="217170"/>
                  </a:lnTo>
                  <a:lnTo>
                    <a:pt x="160743" y="218440"/>
                  </a:lnTo>
                  <a:lnTo>
                    <a:pt x="160743" y="215201"/>
                  </a:lnTo>
                  <a:lnTo>
                    <a:pt x="160108" y="215900"/>
                  </a:lnTo>
                  <a:lnTo>
                    <a:pt x="159880" y="214630"/>
                  </a:lnTo>
                  <a:lnTo>
                    <a:pt x="159791" y="213360"/>
                  </a:lnTo>
                  <a:lnTo>
                    <a:pt x="160274" y="212090"/>
                  </a:lnTo>
                  <a:lnTo>
                    <a:pt x="161251" y="213360"/>
                  </a:lnTo>
                  <a:lnTo>
                    <a:pt x="161251" y="212394"/>
                  </a:lnTo>
                  <a:lnTo>
                    <a:pt x="161048" y="212090"/>
                  </a:lnTo>
                  <a:lnTo>
                    <a:pt x="160591" y="210820"/>
                  </a:lnTo>
                  <a:lnTo>
                    <a:pt x="159334" y="210820"/>
                  </a:lnTo>
                  <a:lnTo>
                    <a:pt x="159169" y="212090"/>
                  </a:lnTo>
                  <a:lnTo>
                    <a:pt x="159080" y="211785"/>
                  </a:lnTo>
                  <a:lnTo>
                    <a:pt x="159080" y="213360"/>
                  </a:lnTo>
                  <a:lnTo>
                    <a:pt x="158851" y="214426"/>
                  </a:lnTo>
                  <a:lnTo>
                    <a:pt x="158800" y="215900"/>
                  </a:lnTo>
                  <a:lnTo>
                    <a:pt x="157480" y="215900"/>
                  </a:lnTo>
                  <a:lnTo>
                    <a:pt x="157480" y="214630"/>
                  </a:lnTo>
                  <a:lnTo>
                    <a:pt x="157670" y="214630"/>
                  </a:lnTo>
                  <a:lnTo>
                    <a:pt x="157695" y="214426"/>
                  </a:lnTo>
                  <a:lnTo>
                    <a:pt x="157848" y="213360"/>
                  </a:lnTo>
                  <a:lnTo>
                    <a:pt x="157949" y="212090"/>
                  </a:lnTo>
                  <a:lnTo>
                    <a:pt x="157314" y="210820"/>
                  </a:lnTo>
                  <a:lnTo>
                    <a:pt x="156476" y="210172"/>
                  </a:lnTo>
                  <a:lnTo>
                    <a:pt x="156476" y="219710"/>
                  </a:lnTo>
                  <a:lnTo>
                    <a:pt x="156057" y="220980"/>
                  </a:lnTo>
                  <a:lnTo>
                    <a:pt x="155041" y="222250"/>
                  </a:lnTo>
                  <a:lnTo>
                    <a:pt x="154406" y="222250"/>
                  </a:lnTo>
                  <a:lnTo>
                    <a:pt x="154228" y="220980"/>
                  </a:lnTo>
                  <a:lnTo>
                    <a:pt x="154063" y="220980"/>
                  </a:lnTo>
                  <a:lnTo>
                    <a:pt x="153936" y="219710"/>
                  </a:lnTo>
                  <a:lnTo>
                    <a:pt x="153695" y="218440"/>
                  </a:lnTo>
                  <a:lnTo>
                    <a:pt x="151612" y="218440"/>
                  </a:lnTo>
                  <a:lnTo>
                    <a:pt x="151612" y="220980"/>
                  </a:lnTo>
                  <a:lnTo>
                    <a:pt x="149148" y="220980"/>
                  </a:lnTo>
                  <a:lnTo>
                    <a:pt x="147929" y="219710"/>
                  </a:lnTo>
                  <a:lnTo>
                    <a:pt x="147180" y="218440"/>
                  </a:lnTo>
                  <a:lnTo>
                    <a:pt x="146481" y="217170"/>
                  </a:lnTo>
                  <a:lnTo>
                    <a:pt x="146481" y="215900"/>
                  </a:lnTo>
                  <a:lnTo>
                    <a:pt x="148805" y="215900"/>
                  </a:lnTo>
                  <a:lnTo>
                    <a:pt x="149517" y="217170"/>
                  </a:lnTo>
                  <a:lnTo>
                    <a:pt x="150050" y="218440"/>
                  </a:lnTo>
                  <a:lnTo>
                    <a:pt x="150901" y="219710"/>
                  </a:lnTo>
                  <a:lnTo>
                    <a:pt x="151307" y="219710"/>
                  </a:lnTo>
                  <a:lnTo>
                    <a:pt x="151612" y="220980"/>
                  </a:lnTo>
                  <a:lnTo>
                    <a:pt x="151612" y="218440"/>
                  </a:lnTo>
                  <a:lnTo>
                    <a:pt x="151307" y="218440"/>
                  </a:lnTo>
                  <a:lnTo>
                    <a:pt x="151091" y="217170"/>
                  </a:lnTo>
                  <a:lnTo>
                    <a:pt x="152438" y="215900"/>
                  </a:lnTo>
                  <a:lnTo>
                    <a:pt x="152184" y="215900"/>
                  </a:lnTo>
                  <a:lnTo>
                    <a:pt x="151752" y="214630"/>
                  </a:lnTo>
                  <a:lnTo>
                    <a:pt x="152184" y="214630"/>
                  </a:lnTo>
                  <a:lnTo>
                    <a:pt x="152260" y="214426"/>
                  </a:lnTo>
                  <a:lnTo>
                    <a:pt x="152654" y="213360"/>
                  </a:lnTo>
                  <a:lnTo>
                    <a:pt x="152971" y="214630"/>
                  </a:lnTo>
                  <a:lnTo>
                    <a:pt x="152590" y="215900"/>
                  </a:lnTo>
                  <a:lnTo>
                    <a:pt x="152438" y="215900"/>
                  </a:lnTo>
                  <a:lnTo>
                    <a:pt x="153784" y="217170"/>
                  </a:lnTo>
                  <a:lnTo>
                    <a:pt x="155346" y="217170"/>
                  </a:lnTo>
                  <a:lnTo>
                    <a:pt x="155816" y="218440"/>
                  </a:lnTo>
                  <a:lnTo>
                    <a:pt x="156057" y="219710"/>
                  </a:lnTo>
                  <a:lnTo>
                    <a:pt x="156476" y="219710"/>
                  </a:lnTo>
                  <a:lnTo>
                    <a:pt x="156476" y="210172"/>
                  </a:lnTo>
                  <a:lnTo>
                    <a:pt x="155702" y="209550"/>
                  </a:lnTo>
                  <a:lnTo>
                    <a:pt x="155486" y="209550"/>
                  </a:lnTo>
                  <a:lnTo>
                    <a:pt x="155486" y="212090"/>
                  </a:lnTo>
                  <a:lnTo>
                    <a:pt x="155371" y="214426"/>
                  </a:lnTo>
                  <a:lnTo>
                    <a:pt x="155346" y="214630"/>
                  </a:lnTo>
                  <a:lnTo>
                    <a:pt x="155105" y="214630"/>
                  </a:lnTo>
                  <a:lnTo>
                    <a:pt x="154292" y="215900"/>
                  </a:lnTo>
                  <a:lnTo>
                    <a:pt x="153784" y="214630"/>
                  </a:lnTo>
                  <a:lnTo>
                    <a:pt x="153936" y="214630"/>
                  </a:lnTo>
                  <a:lnTo>
                    <a:pt x="153847" y="213360"/>
                  </a:lnTo>
                  <a:lnTo>
                    <a:pt x="152654" y="212090"/>
                  </a:lnTo>
                  <a:lnTo>
                    <a:pt x="151091" y="212090"/>
                  </a:lnTo>
                  <a:lnTo>
                    <a:pt x="150685" y="213360"/>
                  </a:lnTo>
                  <a:lnTo>
                    <a:pt x="150406" y="214630"/>
                  </a:lnTo>
                  <a:lnTo>
                    <a:pt x="149517" y="214630"/>
                  </a:lnTo>
                  <a:lnTo>
                    <a:pt x="149466" y="214426"/>
                  </a:lnTo>
                  <a:lnTo>
                    <a:pt x="149186" y="213360"/>
                  </a:lnTo>
                  <a:lnTo>
                    <a:pt x="149898" y="212090"/>
                  </a:lnTo>
                  <a:lnTo>
                    <a:pt x="150050" y="212090"/>
                  </a:lnTo>
                  <a:lnTo>
                    <a:pt x="149898" y="210820"/>
                  </a:lnTo>
                  <a:lnTo>
                    <a:pt x="149669" y="209550"/>
                  </a:lnTo>
                  <a:lnTo>
                    <a:pt x="149186" y="208280"/>
                  </a:lnTo>
                  <a:lnTo>
                    <a:pt x="148297" y="207010"/>
                  </a:lnTo>
                  <a:lnTo>
                    <a:pt x="148120" y="207010"/>
                  </a:lnTo>
                  <a:lnTo>
                    <a:pt x="147840" y="205740"/>
                  </a:lnTo>
                  <a:lnTo>
                    <a:pt x="147104" y="205740"/>
                  </a:lnTo>
                  <a:lnTo>
                    <a:pt x="147180" y="207010"/>
                  </a:lnTo>
                  <a:lnTo>
                    <a:pt x="147929" y="209550"/>
                  </a:lnTo>
                  <a:lnTo>
                    <a:pt x="147421" y="210820"/>
                  </a:lnTo>
                  <a:lnTo>
                    <a:pt x="147104" y="213360"/>
                  </a:lnTo>
                  <a:lnTo>
                    <a:pt x="146227" y="213360"/>
                  </a:lnTo>
                  <a:lnTo>
                    <a:pt x="146227" y="219710"/>
                  </a:lnTo>
                  <a:lnTo>
                    <a:pt x="146227" y="220980"/>
                  </a:lnTo>
                  <a:lnTo>
                    <a:pt x="143878" y="220980"/>
                  </a:lnTo>
                  <a:lnTo>
                    <a:pt x="143256" y="219710"/>
                  </a:lnTo>
                  <a:lnTo>
                    <a:pt x="143192" y="218440"/>
                  </a:lnTo>
                  <a:lnTo>
                    <a:pt x="142760" y="218440"/>
                  </a:lnTo>
                  <a:lnTo>
                    <a:pt x="142570" y="217170"/>
                  </a:lnTo>
                  <a:lnTo>
                    <a:pt x="141884" y="217170"/>
                  </a:lnTo>
                  <a:lnTo>
                    <a:pt x="141884" y="218440"/>
                  </a:lnTo>
                  <a:lnTo>
                    <a:pt x="141808" y="220980"/>
                  </a:lnTo>
                  <a:lnTo>
                    <a:pt x="139598" y="220980"/>
                  </a:lnTo>
                  <a:lnTo>
                    <a:pt x="139001" y="219710"/>
                  </a:lnTo>
                  <a:lnTo>
                    <a:pt x="138747" y="218440"/>
                  </a:lnTo>
                  <a:lnTo>
                    <a:pt x="138341" y="218440"/>
                  </a:lnTo>
                  <a:lnTo>
                    <a:pt x="137896" y="217385"/>
                  </a:lnTo>
                  <a:lnTo>
                    <a:pt x="137896" y="223520"/>
                  </a:lnTo>
                  <a:lnTo>
                    <a:pt x="137337" y="224790"/>
                  </a:lnTo>
                  <a:lnTo>
                    <a:pt x="135839" y="224790"/>
                  </a:lnTo>
                  <a:lnTo>
                    <a:pt x="135394" y="223520"/>
                  </a:lnTo>
                  <a:lnTo>
                    <a:pt x="135394" y="222250"/>
                  </a:lnTo>
                  <a:lnTo>
                    <a:pt x="137807" y="222250"/>
                  </a:lnTo>
                  <a:lnTo>
                    <a:pt x="137896" y="223520"/>
                  </a:lnTo>
                  <a:lnTo>
                    <a:pt x="137896" y="217385"/>
                  </a:lnTo>
                  <a:lnTo>
                    <a:pt x="137807" y="217170"/>
                  </a:lnTo>
                  <a:lnTo>
                    <a:pt x="137033" y="217170"/>
                  </a:lnTo>
                  <a:lnTo>
                    <a:pt x="136740" y="215900"/>
                  </a:lnTo>
                  <a:lnTo>
                    <a:pt x="140436" y="215900"/>
                  </a:lnTo>
                  <a:lnTo>
                    <a:pt x="141884" y="218440"/>
                  </a:lnTo>
                  <a:lnTo>
                    <a:pt x="141884" y="217170"/>
                  </a:lnTo>
                  <a:lnTo>
                    <a:pt x="141655" y="217170"/>
                  </a:lnTo>
                  <a:lnTo>
                    <a:pt x="141503" y="215900"/>
                  </a:lnTo>
                  <a:lnTo>
                    <a:pt x="143256" y="214630"/>
                  </a:lnTo>
                  <a:lnTo>
                    <a:pt x="144640" y="215900"/>
                  </a:lnTo>
                  <a:lnTo>
                    <a:pt x="145275" y="217170"/>
                  </a:lnTo>
                  <a:lnTo>
                    <a:pt x="146227" y="219710"/>
                  </a:lnTo>
                  <a:lnTo>
                    <a:pt x="146227" y="213360"/>
                  </a:lnTo>
                  <a:lnTo>
                    <a:pt x="143598" y="213360"/>
                  </a:lnTo>
                  <a:lnTo>
                    <a:pt x="142760" y="212090"/>
                  </a:lnTo>
                  <a:lnTo>
                    <a:pt x="142201" y="210820"/>
                  </a:lnTo>
                  <a:lnTo>
                    <a:pt x="141503" y="210820"/>
                  </a:lnTo>
                  <a:lnTo>
                    <a:pt x="140436" y="209550"/>
                  </a:lnTo>
                  <a:lnTo>
                    <a:pt x="139992" y="208280"/>
                  </a:lnTo>
                  <a:lnTo>
                    <a:pt x="139814" y="207010"/>
                  </a:lnTo>
                  <a:lnTo>
                    <a:pt x="138747" y="207010"/>
                  </a:lnTo>
                  <a:lnTo>
                    <a:pt x="138544" y="205740"/>
                  </a:lnTo>
                  <a:lnTo>
                    <a:pt x="138341" y="204470"/>
                  </a:lnTo>
                  <a:lnTo>
                    <a:pt x="138239" y="204190"/>
                  </a:lnTo>
                  <a:lnTo>
                    <a:pt x="138239" y="213360"/>
                  </a:lnTo>
                  <a:lnTo>
                    <a:pt x="136271" y="213360"/>
                  </a:lnTo>
                  <a:lnTo>
                    <a:pt x="136271" y="219710"/>
                  </a:lnTo>
                  <a:lnTo>
                    <a:pt x="132765" y="219710"/>
                  </a:lnTo>
                  <a:lnTo>
                    <a:pt x="132765" y="218440"/>
                  </a:lnTo>
                  <a:lnTo>
                    <a:pt x="132105" y="217170"/>
                  </a:lnTo>
                  <a:lnTo>
                    <a:pt x="131165" y="215900"/>
                  </a:lnTo>
                  <a:lnTo>
                    <a:pt x="130644" y="215900"/>
                  </a:lnTo>
                  <a:lnTo>
                    <a:pt x="130644" y="219710"/>
                  </a:lnTo>
                  <a:lnTo>
                    <a:pt x="130644" y="224790"/>
                  </a:lnTo>
                  <a:lnTo>
                    <a:pt x="129451" y="224790"/>
                  </a:lnTo>
                  <a:lnTo>
                    <a:pt x="129451" y="226060"/>
                  </a:lnTo>
                  <a:lnTo>
                    <a:pt x="130111" y="226060"/>
                  </a:lnTo>
                  <a:lnTo>
                    <a:pt x="130479" y="227330"/>
                  </a:lnTo>
                  <a:lnTo>
                    <a:pt x="130314" y="228600"/>
                  </a:lnTo>
                  <a:lnTo>
                    <a:pt x="129451" y="228600"/>
                  </a:lnTo>
                  <a:lnTo>
                    <a:pt x="129451" y="229870"/>
                  </a:lnTo>
                  <a:lnTo>
                    <a:pt x="130111" y="229870"/>
                  </a:lnTo>
                  <a:lnTo>
                    <a:pt x="130111" y="233680"/>
                  </a:lnTo>
                  <a:lnTo>
                    <a:pt x="129819" y="233680"/>
                  </a:lnTo>
                  <a:lnTo>
                    <a:pt x="128625" y="234950"/>
                  </a:lnTo>
                  <a:lnTo>
                    <a:pt x="127431" y="234950"/>
                  </a:lnTo>
                  <a:lnTo>
                    <a:pt x="127152" y="233680"/>
                  </a:lnTo>
                  <a:lnTo>
                    <a:pt x="126593" y="232410"/>
                  </a:lnTo>
                  <a:lnTo>
                    <a:pt x="126250" y="231140"/>
                  </a:lnTo>
                  <a:lnTo>
                    <a:pt x="126022" y="229870"/>
                  </a:lnTo>
                  <a:lnTo>
                    <a:pt x="126022" y="228600"/>
                  </a:lnTo>
                  <a:lnTo>
                    <a:pt x="125222" y="228600"/>
                  </a:lnTo>
                  <a:lnTo>
                    <a:pt x="125222" y="242570"/>
                  </a:lnTo>
                  <a:lnTo>
                    <a:pt x="123024" y="254000"/>
                  </a:lnTo>
                  <a:lnTo>
                    <a:pt x="117094" y="261620"/>
                  </a:lnTo>
                  <a:lnTo>
                    <a:pt x="108394" y="267970"/>
                  </a:lnTo>
                  <a:lnTo>
                    <a:pt x="102285" y="268719"/>
                  </a:lnTo>
                  <a:lnTo>
                    <a:pt x="102285" y="273050"/>
                  </a:lnTo>
                  <a:lnTo>
                    <a:pt x="102222" y="274320"/>
                  </a:lnTo>
                  <a:lnTo>
                    <a:pt x="101663" y="274320"/>
                  </a:lnTo>
                  <a:lnTo>
                    <a:pt x="101028" y="275590"/>
                  </a:lnTo>
                  <a:lnTo>
                    <a:pt x="100812" y="275590"/>
                  </a:lnTo>
                  <a:lnTo>
                    <a:pt x="100571" y="276796"/>
                  </a:lnTo>
                  <a:lnTo>
                    <a:pt x="100164" y="278130"/>
                  </a:lnTo>
                  <a:lnTo>
                    <a:pt x="100164" y="280670"/>
                  </a:lnTo>
                  <a:lnTo>
                    <a:pt x="100164" y="283210"/>
                  </a:lnTo>
                  <a:lnTo>
                    <a:pt x="99987" y="284480"/>
                  </a:lnTo>
                  <a:lnTo>
                    <a:pt x="97891" y="284480"/>
                  </a:lnTo>
                  <a:lnTo>
                    <a:pt x="97180" y="283210"/>
                  </a:lnTo>
                  <a:lnTo>
                    <a:pt x="96926" y="281940"/>
                  </a:lnTo>
                  <a:lnTo>
                    <a:pt x="96926" y="280670"/>
                  </a:lnTo>
                  <a:lnTo>
                    <a:pt x="100164" y="280670"/>
                  </a:lnTo>
                  <a:lnTo>
                    <a:pt x="100164" y="278130"/>
                  </a:lnTo>
                  <a:lnTo>
                    <a:pt x="96342" y="278130"/>
                  </a:lnTo>
                  <a:lnTo>
                    <a:pt x="96342" y="281940"/>
                  </a:lnTo>
                  <a:lnTo>
                    <a:pt x="96202" y="281940"/>
                  </a:lnTo>
                  <a:lnTo>
                    <a:pt x="95897" y="283210"/>
                  </a:lnTo>
                  <a:lnTo>
                    <a:pt x="95681" y="283210"/>
                  </a:lnTo>
                  <a:lnTo>
                    <a:pt x="94068" y="284480"/>
                  </a:lnTo>
                  <a:lnTo>
                    <a:pt x="93319" y="284480"/>
                  </a:lnTo>
                  <a:lnTo>
                    <a:pt x="93078" y="283210"/>
                  </a:lnTo>
                  <a:lnTo>
                    <a:pt x="93078" y="280670"/>
                  </a:lnTo>
                  <a:lnTo>
                    <a:pt x="96202" y="280670"/>
                  </a:lnTo>
                  <a:lnTo>
                    <a:pt x="96342" y="281940"/>
                  </a:lnTo>
                  <a:lnTo>
                    <a:pt x="96342" y="278130"/>
                  </a:lnTo>
                  <a:lnTo>
                    <a:pt x="96202" y="278130"/>
                  </a:lnTo>
                  <a:lnTo>
                    <a:pt x="96405" y="276796"/>
                  </a:lnTo>
                  <a:lnTo>
                    <a:pt x="96951" y="276796"/>
                  </a:lnTo>
                  <a:lnTo>
                    <a:pt x="97180" y="275590"/>
                  </a:lnTo>
                  <a:lnTo>
                    <a:pt x="95237" y="275590"/>
                  </a:lnTo>
                  <a:lnTo>
                    <a:pt x="96278" y="276796"/>
                  </a:lnTo>
                  <a:lnTo>
                    <a:pt x="95897" y="278130"/>
                  </a:lnTo>
                  <a:lnTo>
                    <a:pt x="91414" y="278130"/>
                  </a:lnTo>
                  <a:lnTo>
                    <a:pt x="91414" y="281940"/>
                  </a:lnTo>
                  <a:lnTo>
                    <a:pt x="91351" y="283210"/>
                  </a:lnTo>
                  <a:lnTo>
                    <a:pt x="91033" y="284480"/>
                  </a:lnTo>
                  <a:lnTo>
                    <a:pt x="87922" y="284480"/>
                  </a:lnTo>
                  <a:lnTo>
                    <a:pt x="87566" y="283210"/>
                  </a:lnTo>
                  <a:lnTo>
                    <a:pt x="87566" y="280670"/>
                  </a:lnTo>
                  <a:lnTo>
                    <a:pt x="91173" y="280670"/>
                  </a:lnTo>
                  <a:lnTo>
                    <a:pt x="91414" y="281940"/>
                  </a:lnTo>
                  <a:lnTo>
                    <a:pt x="91414" y="278130"/>
                  </a:lnTo>
                  <a:lnTo>
                    <a:pt x="91224" y="276796"/>
                  </a:lnTo>
                  <a:lnTo>
                    <a:pt x="91833" y="276796"/>
                  </a:lnTo>
                  <a:lnTo>
                    <a:pt x="93014" y="275590"/>
                  </a:lnTo>
                  <a:lnTo>
                    <a:pt x="93738" y="275590"/>
                  </a:lnTo>
                  <a:lnTo>
                    <a:pt x="93357" y="274320"/>
                  </a:lnTo>
                  <a:lnTo>
                    <a:pt x="92786" y="274320"/>
                  </a:lnTo>
                  <a:lnTo>
                    <a:pt x="92481" y="273050"/>
                  </a:lnTo>
                  <a:lnTo>
                    <a:pt x="92341" y="271780"/>
                  </a:lnTo>
                  <a:lnTo>
                    <a:pt x="94068" y="271780"/>
                  </a:lnTo>
                  <a:lnTo>
                    <a:pt x="94792" y="273050"/>
                  </a:lnTo>
                  <a:lnTo>
                    <a:pt x="97180" y="273050"/>
                  </a:lnTo>
                  <a:lnTo>
                    <a:pt x="97180" y="275590"/>
                  </a:lnTo>
                  <a:lnTo>
                    <a:pt x="99364" y="275590"/>
                  </a:lnTo>
                  <a:lnTo>
                    <a:pt x="98844" y="274320"/>
                  </a:lnTo>
                  <a:lnTo>
                    <a:pt x="98577" y="274320"/>
                  </a:lnTo>
                  <a:lnTo>
                    <a:pt x="98577" y="273050"/>
                  </a:lnTo>
                  <a:lnTo>
                    <a:pt x="100558" y="271780"/>
                  </a:lnTo>
                  <a:lnTo>
                    <a:pt x="101536" y="271780"/>
                  </a:lnTo>
                  <a:lnTo>
                    <a:pt x="102069" y="273050"/>
                  </a:lnTo>
                  <a:lnTo>
                    <a:pt x="102285" y="273050"/>
                  </a:lnTo>
                  <a:lnTo>
                    <a:pt x="102285" y="268719"/>
                  </a:lnTo>
                  <a:lnTo>
                    <a:pt x="97891" y="269240"/>
                  </a:lnTo>
                  <a:lnTo>
                    <a:pt x="91770" y="268490"/>
                  </a:lnTo>
                  <a:lnTo>
                    <a:pt x="91770" y="271780"/>
                  </a:lnTo>
                  <a:lnTo>
                    <a:pt x="91528" y="273050"/>
                  </a:lnTo>
                  <a:lnTo>
                    <a:pt x="91351" y="273050"/>
                  </a:lnTo>
                  <a:lnTo>
                    <a:pt x="91528" y="274320"/>
                  </a:lnTo>
                  <a:lnTo>
                    <a:pt x="91719" y="274320"/>
                  </a:lnTo>
                  <a:lnTo>
                    <a:pt x="91770" y="275590"/>
                  </a:lnTo>
                  <a:lnTo>
                    <a:pt x="89712" y="275590"/>
                  </a:lnTo>
                  <a:lnTo>
                    <a:pt x="90639" y="276796"/>
                  </a:lnTo>
                  <a:lnTo>
                    <a:pt x="90309" y="278130"/>
                  </a:lnTo>
                  <a:lnTo>
                    <a:pt x="86868" y="278130"/>
                  </a:lnTo>
                  <a:lnTo>
                    <a:pt x="87160" y="276796"/>
                  </a:lnTo>
                  <a:lnTo>
                    <a:pt x="88658" y="276796"/>
                  </a:lnTo>
                  <a:lnTo>
                    <a:pt x="89712" y="275590"/>
                  </a:lnTo>
                  <a:lnTo>
                    <a:pt x="89560" y="275590"/>
                  </a:lnTo>
                  <a:lnTo>
                    <a:pt x="87922" y="274320"/>
                  </a:lnTo>
                  <a:lnTo>
                    <a:pt x="87769" y="273050"/>
                  </a:lnTo>
                  <a:lnTo>
                    <a:pt x="88315" y="271780"/>
                  </a:lnTo>
                  <a:lnTo>
                    <a:pt x="91770" y="271780"/>
                  </a:lnTo>
                  <a:lnTo>
                    <a:pt x="91770" y="268490"/>
                  </a:lnTo>
                  <a:lnTo>
                    <a:pt x="87922" y="268020"/>
                  </a:lnTo>
                  <a:lnTo>
                    <a:pt x="87922" y="270510"/>
                  </a:lnTo>
                  <a:lnTo>
                    <a:pt x="87769" y="271780"/>
                  </a:lnTo>
                  <a:lnTo>
                    <a:pt x="87147" y="271780"/>
                  </a:lnTo>
                  <a:lnTo>
                    <a:pt x="86868" y="273050"/>
                  </a:lnTo>
                  <a:lnTo>
                    <a:pt x="87439" y="273050"/>
                  </a:lnTo>
                  <a:lnTo>
                    <a:pt x="87769" y="274320"/>
                  </a:lnTo>
                  <a:lnTo>
                    <a:pt x="86753" y="274320"/>
                  </a:lnTo>
                  <a:lnTo>
                    <a:pt x="86753" y="280670"/>
                  </a:lnTo>
                  <a:lnTo>
                    <a:pt x="86753" y="281940"/>
                  </a:lnTo>
                  <a:lnTo>
                    <a:pt x="86372" y="283210"/>
                  </a:lnTo>
                  <a:lnTo>
                    <a:pt x="85839" y="284480"/>
                  </a:lnTo>
                  <a:lnTo>
                    <a:pt x="82638" y="284480"/>
                  </a:lnTo>
                  <a:lnTo>
                    <a:pt x="82638" y="281940"/>
                  </a:lnTo>
                  <a:lnTo>
                    <a:pt x="82892" y="280670"/>
                  </a:lnTo>
                  <a:lnTo>
                    <a:pt x="86753" y="280670"/>
                  </a:lnTo>
                  <a:lnTo>
                    <a:pt x="86753" y="274320"/>
                  </a:lnTo>
                  <a:lnTo>
                    <a:pt x="86029" y="274320"/>
                  </a:lnTo>
                  <a:lnTo>
                    <a:pt x="86029" y="276796"/>
                  </a:lnTo>
                  <a:lnTo>
                    <a:pt x="85674" y="278130"/>
                  </a:lnTo>
                  <a:lnTo>
                    <a:pt x="82207" y="278130"/>
                  </a:lnTo>
                  <a:lnTo>
                    <a:pt x="82308" y="276796"/>
                  </a:lnTo>
                  <a:lnTo>
                    <a:pt x="86029" y="276796"/>
                  </a:lnTo>
                  <a:lnTo>
                    <a:pt x="86029" y="274320"/>
                  </a:lnTo>
                  <a:lnTo>
                    <a:pt x="84112" y="274320"/>
                  </a:lnTo>
                  <a:lnTo>
                    <a:pt x="84112" y="273050"/>
                  </a:lnTo>
                  <a:lnTo>
                    <a:pt x="84836" y="271780"/>
                  </a:lnTo>
                  <a:lnTo>
                    <a:pt x="85432" y="271780"/>
                  </a:lnTo>
                  <a:lnTo>
                    <a:pt x="85953" y="270510"/>
                  </a:lnTo>
                  <a:lnTo>
                    <a:pt x="87922" y="270510"/>
                  </a:lnTo>
                  <a:lnTo>
                    <a:pt x="87922" y="268020"/>
                  </a:lnTo>
                  <a:lnTo>
                    <a:pt x="87566" y="267970"/>
                  </a:lnTo>
                  <a:lnTo>
                    <a:pt x="84112" y="265404"/>
                  </a:lnTo>
                  <a:lnTo>
                    <a:pt x="84112" y="270510"/>
                  </a:lnTo>
                  <a:lnTo>
                    <a:pt x="82638" y="271780"/>
                  </a:lnTo>
                  <a:lnTo>
                    <a:pt x="82308" y="271780"/>
                  </a:lnTo>
                  <a:lnTo>
                    <a:pt x="82638" y="273050"/>
                  </a:lnTo>
                  <a:lnTo>
                    <a:pt x="82892" y="274320"/>
                  </a:lnTo>
                  <a:lnTo>
                    <a:pt x="81521" y="274320"/>
                  </a:lnTo>
                  <a:lnTo>
                    <a:pt x="81521" y="276796"/>
                  </a:lnTo>
                  <a:lnTo>
                    <a:pt x="81318" y="278130"/>
                  </a:lnTo>
                  <a:lnTo>
                    <a:pt x="80479" y="278130"/>
                  </a:lnTo>
                  <a:lnTo>
                    <a:pt x="80479" y="283210"/>
                  </a:lnTo>
                  <a:lnTo>
                    <a:pt x="80289" y="283210"/>
                  </a:lnTo>
                  <a:lnTo>
                    <a:pt x="80137" y="284480"/>
                  </a:lnTo>
                  <a:lnTo>
                    <a:pt x="78155" y="284480"/>
                  </a:lnTo>
                  <a:lnTo>
                    <a:pt x="77406" y="283210"/>
                  </a:lnTo>
                  <a:lnTo>
                    <a:pt x="77025" y="283210"/>
                  </a:lnTo>
                  <a:lnTo>
                    <a:pt x="76695" y="281940"/>
                  </a:lnTo>
                  <a:lnTo>
                    <a:pt x="76123" y="280670"/>
                  </a:lnTo>
                  <a:lnTo>
                    <a:pt x="76123" y="279400"/>
                  </a:lnTo>
                  <a:lnTo>
                    <a:pt x="79565" y="279400"/>
                  </a:lnTo>
                  <a:lnTo>
                    <a:pt x="79679" y="280670"/>
                  </a:lnTo>
                  <a:lnTo>
                    <a:pt x="79857" y="280670"/>
                  </a:lnTo>
                  <a:lnTo>
                    <a:pt x="80289" y="281940"/>
                  </a:lnTo>
                  <a:lnTo>
                    <a:pt x="80479" y="283210"/>
                  </a:lnTo>
                  <a:lnTo>
                    <a:pt x="80479" y="278130"/>
                  </a:lnTo>
                  <a:lnTo>
                    <a:pt x="77470" y="278130"/>
                  </a:lnTo>
                  <a:lnTo>
                    <a:pt x="77774" y="276796"/>
                  </a:lnTo>
                  <a:lnTo>
                    <a:pt x="79908" y="276796"/>
                  </a:lnTo>
                  <a:lnTo>
                    <a:pt x="80822" y="275590"/>
                  </a:lnTo>
                  <a:lnTo>
                    <a:pt x="81292" y="276796"/>
                  </a:lnTo>
                  <a:lnTo>
                    <a:pt x="81521" y="276796"/>
                  </a:lnTo>
                  <a:lnTo>
                    <a:pt x="81521" y="274320"/>
                  </a:lnTo>
                  <a:lnTo>
                    <a:pt x="79565" y="274320"/>
                  </a:lnTo>
                  <a:lnTo>
                    <a:pt x="79565" y="273050"/>
                  </a:lnTo>
                  <a:lnTo>
                    <a:pt x="79171" y="273050"/>
                  </a:lnTo>
                  <a:lnTo>
                    <a:pt x="80632" y="271780"/>
                  </a:lnTo>
                  <a:lnTo>
                    <a:pt x="81318" y="270510"/>
                  </a:lnTo>
                  <a:lnTo>
                    <a:pt x="80289" y="270510"/>
                  </a:lnTo>
                  <a:lnTo>
                    <a:pt x="79286" y="271780"/>
                  </a:lnTo>
                  <a:lnTo>
                    <a:pt x="77470" y="271780"/>
                  </a:lnTo>
                  <a:lnTo>
                    <a:pt x="77025" y="273050"/>
                  </a:lnTo>
                  <a:lnTo>
                    <a:pt x="77851" y="274320"/>
                  </a:lnTo>
                  <a:lnTo>
                    <a:pt x="78066" y="274320"/>
                  </a:lnTo>
                  <a:lnTo>
                    <a:pt x="76796" y="275158"/>
                  </a:lnTo>
                  <a:lnTo>
                    <a:pt x="76796" y="276796"/>
                  </a:lnTo>
                  <a:lnTo>
                    <a:pt x="76466" y="278130"/>
                  </a:lnTo>
                  <a:lnTo>
                    <a:pt x="74752" y="278130"/>
                  </a:lnTo>
                  <a:lnTo>
                    <a:pt x="74752" y="281940"/>
                  </a:lnTo>
                  <a:lnTo>
                    <a:pt x="74752" y="283210"/>
                  </a:lnTo>
                  <a:lnTo>
                    <a:pt x="71208" y="283210"/>
                  </a:lnTo>
                  <a:lnTo>
                    <a:pt x="71208" y="281940"/>
                  </a:lnTo>
                  <a:lnTo>
                    <a:pt x="70929" y="281940"/>
                  </a:lnTo>
                  <a:lnTo>
                    <a:pt x="70866" y="280670"/>
                  </a:lnTo>
                  <a:lnTo>
                    <a:pt x="70726" y="279400"/>
                  </a:lnTo>
                  <a:lnTo>
                    <a:pt x="73647" y="279400"/>
                  </a:lnTo>
                  <a:lnTo>
                    <a:pt x="74333" y="280670"/>
                  </a:lnTo>
                  <a:lnTo>
                    <a:pt x="74752" y="281940"/>
                  </a:lnTo>
                  <a:lnTo>
                    <a:pt x="74752" y="278130"/>
                  </a:lnTo>
                  <a:lnTo>
                    <a:pt x="74333" y="278130"/>
                  </a:lnTo>
                  <a:lnTo>
                    <a:pt x="74333" y="276796"/>
                  </a:lnTo>
                  <a:lnTo>
                    <a:pt x="76796" y="276796"/>
                  </a:lnTo>
                  <a:lnTo>
                    <a:pt x="76796" y="275158"/>
                  </a:lnTo>
                  <a:lnTo>
                    <a:pt x="76123" y="275590"/>
                  </a:lnTo>
                  <a:lnTo>
                    <a:pt x="74396" y="274320"/>
                  </a:lnTo>
                  <a:lnTo>
                    <a:pt x="74028" y="273050"/>
                  </a:lnTo>
                  <a:lnTo>
                    <a:pt x="73494" y="271780"/>
                  </a:lnTo>
                  <a:lnTo>
                    <a:pt x="73494" y="276796"/>
                  </a:lnTo>
                  <a:lnTo>
                    <a:pt x="73494" y="278130"/>
                  </a:lnTo>
                  <a:lnTo>
                    <a:pt x="70726" y="278130"/>
                  </a:lnTo>
                  <a:lnTo>
                    <a:pt x="70942" y="276796"/>
                  </a:lnTo>
                  <a:lnTo>
                    <a:pt x="73494" y="276796"/>
                  </a:lnTo>
                  <a:lnTo>
                    <a:pt x="73494" y="271780"/>
                  </a:lnTo>
                  <a:lnTo>
                    <a:pt x="74333" y="271780"/>
                  </a:lnTo>
                  <a:lnTo>
                    <a:pt x="76123" y="270510"/>
                  </a:lnTo>
                  <a:lnTo>
                    <a:pt x="77762" y="270510"/>
                  </a:lnTo>
                  <a:lnTo>
                    <a:pt x="79286" y="269240"/>
                  </a:lnTo>
                  <a:lnTo>
                    <a:pt x="82207" y="269240"/>
                  </a:lnTo>
                  <a:lnTo>
                    <a:pt x="81318" y="270510"/>
                  </a:lnTo>
                  <a:lnTo>
                    <a:pt x="82638" y="270510"/>
                  </a:lnTo>
                  <a:lnTo>
                    <a:pt x="83324" y="269240"/>
                  </a:lnTo>
                  <a:lnTo>
                    <a:pt x="84112" y="270510"/>
                  </a:lnTo>
                  <a:lnTo>
                    <a:pt x="84112" y="265404"/>
                  </a:lnTo>
                  <a:lnTo>
                    <a:pt x="79044" y="261620"/>
                  </a:lnTo>
                  <a:lnTo>
                    <a:pt x="78765" y="261200"/>
                  </a:lnTo>
                  <a:lnTo>
                    <a:pt x="78765" y="266623"/>
                  </a:lnTo>
                  <a:lnTo>
                    <a:pt x="78574" y="267970"/>
                  </a:lnTo>
                  <a:lnTo>
                    <a:pt x="75463" y="267970"/>
                  </a:lnTo>
                  <a:lnTo>
                    <a:pt x="75806" y="269240"/>
                  </a:lnTo>
                  <a:lnTo>
                    <a:pt x="76365" y="269240"/>
                  </a:lnTo>
                  <a:lnTo>
                    <a:pt x="74968" y="270510"/>
                  </a:lnTo>
                  <a:lnTo>
                    <a:pt x="74028" y="270510"/>
                  </a:lnTo>
                  <a:lnTo>
                    <a:pt x="72872" y="271780"/>
                  </a:lnTo>
                  <a:lnTo>
                    <a:pt x="72034" y="271780"/>
                  </a:lnTo>
                  <a:lnTo>
                    <a:pt x="72034" y="273050"/>
                  </a:lnTo>
                  <a:lnTo>
                    <a:pt x="72542" y="273050"/>
                  </a:lnTo>
                  <a:lnTo>
                    <a:pt x="72656" y="274320"/>
                  </a:lnTo>
                  <a:lnTo>
                    <a:pt x="70307" y="274320"/>
                  </a:lnTo>
                  <a:lnTo>
                    <a:pt x="69837" y="273507"/>
                  </a:lnTo>
                  <a:lnTo>
                    <a:pt x="69837" y="276796"/>
                  </a:lnTo>
                  <a:lnTo>
                    <a:pt x="69710" y="278130"/>
                  </a:lnTo>
                  <a:lnTo>
                    <a:pt x="69583" y="278130"/>
                  </a:lnTo>
                  <a:lnTo>
                    <a:pt x="69583" y="283210"/>
                  </a:lnTo>
                  <a:lnTo>
                    <a:pt x="66357" y="283210"/>
                  </a:lnTo>
                  <a:lnTo>
                    <a:pt x="65646" y="281940"/>
                  </a:lnTo>
                  <a:lnTo>
                    <a:pt x="65468" y="281940"/>
                  </a:lnTo>
                  <a:lnTo>
                    <a:pt x="65646" y="280670"/>
                  </a:lnTo>
                  <a:lnTo>
                    <a:pt x="65646" y="279400"/>
                  </a:lnTo>
                  <a:lnTo>
                    <a:pt x="67856" y="279400"/>
                  </a:lnTo>
                  <a:lnTo>
                    <a:pt x="68300" y="280670"/>
                  </a:lnTo>
                  <a:lnTo>
                    <a:pt x="68821" y="281940"/>
                  </a:lnTo>
                  <a:lnTo>
                    <a:pt x="69583" y="283210"/>
                  </a:lnTo>
                  <a:lnTo>
                    <a:pt x="69583" y="278130"/>
                  </a:lnTo>
                  <a:lnTo>
                    <a:pt x="67284" y="278130"/>
                  </a:lnTo>
                  <a:lnTo>
                    <a:pt x="67068" y="276796"/>
                  </a:lnTo>
                  <a:lnTo>
                    <a:pt x="68478" y="275590"/>
                  </a:lnTo>
                  <a:lnTo>
                    <a:pt x="69837" y="276796"/>
                  </a:lnTo>
                  <a:lnTo>
                    <a:pt x="69837" y="273507"/>
                  </a:lnTo>
                  <a:lnTo>
                    <a:pt x="69583" y="273050"/>
                  </a:lnTo>
                  <a:lnTo>
                    <a:pt x="69176" y="273050"/>
                  </a:lnTo>
                  <a:lnTo>
                    <a:pt x="68922" y="271780"/>
                  </a:lnTo>
                  <a:lnTo>
                    <a:pt x="69176" y="270510"/>
                  </a:lnTo>
                  <a:lnTo>
                    <a:pt x="69494" y="270510"/>
                  </a:lnTo>
                  <a:lnTo>
                    <a:pt x="71208" y="269240"/>
                  </a:lnTo>
                  <a:lnTo>
                    <a:pt x="74815" y="269240"/>
                  </a:lnTo>
                  <a:lnTo>
                    <a:pt x="75463" y="267970"/>
                  </a:lnTo>
                  <a:lnTo>
                    <a:pt x="73494" y="267970"/>
                  </a:lnTo>
                  <a:lnTo>
                    <a:pt x="73431" y="266623"/>
                  </a:lnTo>
                  <a:lnTo>
                    <a:pt x="73317" y="265430"/>
                  </a:lnTo>
                  <a:lnTo>
                    <a:pt x="74333" y="265430"/>
                  </a:lnTo>
                  <a:lnTo>
                    <a:pt x="74333" y="264160"/>
                  </a:lnTo>
                  <a:lnTo>
                    <a:pt x="72656" y="264160"/>
                  </a:lnTo>
                  <a:lnTo>
                    <a:pt x="71678" y="261620"/>
                  </a:lnTo>
                  <a:lnTo>
                    <a:pt x="69888" y="260350"/>
                  </a:lnTo>
                  <a:lnTo>
                    <a:pt x="69240" y="257721"/>
                  </a:lnTo>
                  <a:lnTo>
                    <a:pt x="69862" y="257721"/>
                  </a:lnTo>
                  <a:lnTo>
                    <a:pt x="69494" y="256540"/>
                  </a:lnTo>
                  <a:lnTo>
                    <a:pt x="67081" y="256540"/>
                  </a:lnTo>
                  <a:lnTo>
                    <a:pt x="66484" y="255270"/>
                  </a:lnTo>
                  <a:lnTo>
                    <a:pt x="64477" y="255270"/>
                  </a:lnTo>
                  <a:lnTo>
                    <a:pt x="63944" y="254000"/>
                  </a:lnTo>
                  <a:lnTo>
                    <a:pt x="64096" y="254000"/>
                  </a:lnTo>
                  <a:lnTo>
                    <a:pt x="64096" y="252730"/>
                  </a:lnTo>
                  <a:lnTo>
                    <a:pt x="62839" y="252730"/>
                  </a:lnTo>
                  <a:lnTo>
                    <a:pt x="62623" y="251460"/>
                  </a:lnTo>
                  <a:lnTo>
                    <a:pt x="64096" y="251460"/>
                  </a:lnTo>
                  <a:lnTo>
                    <a:pt x="64096" y="250190"/>
                  </a:lnTo>
                  <a:lnTo>
                    <a:pt x="62623" y="250190"/>
                  </a:lnTo>
                  <a:lnTo>
                    <a:pt x="62395" y="251460"/>
                  </a:lnTo>
                  <a:lnTo>
                    <a:pt x="61912" y="250190"/>
                  </a:lnTo>
                  <a:lnTo>
                    <a:pt x="61582" y="248920"/>
                  </a:lnTo>
                  <a:lnTo>
                    <a:pt x="61582" y="246380"/>
                  </a:lnTo>
                  <a:lnTo>
                    <a:pt x="68668" y="246380"/>
                  </a:lnTo>
                  <a:lnTo>
                    <a:pt x="68668" y="247650"/>
                  </a:lnTo>
                  <a:lnTo>
                    <a:pt x="67411" y="247650"/>
                  </a:lnTo>
                  <a:lnTo>
                    <a:pt x="67411" y="248920"/>
                  </a:lnTo>
                  <a:lnTo>
                    <a:pt x="68859" y="248920"/>
                  </a:lnTo>
                  <a:lnTo>
                    <a:pt x="69494" y="251460"/>
                  </a:lnTo>
                  <a:lnTo>
                    <a:pt x="69583" y="252730"/>
                  </a:lnTo>
                  <a:lnTo>
                    <a:pt x="70180" y="254000"/>
                  </a:lnTo>
                  <a:lnTo>
                    <a:pt x="70726" y="255270"/>
                  </a:lnTo>
                  <a:lnTo>
                    <a:pt x="71589" y="256540"/>
                  </a:lnTo>
                  <a:lnTo>
                    <a:pt x="70523" y="256540"/>
                  </a:lnTo>
                  <a:lnTo>
                    <a:pt x="71158" y="257721"/>
                  </a:lnTo>
                  <a:lnTo>
                    <a:pt x="71729" y="257721"/>
                  </a:lnTo>
                  <a:lnTo>
                    <a:pt x="72364" y="256540"/>
                  </a:lnTo>
                  <a:lnTo>
                    <a:pt x="72428" y="257721"/>
                  </a:lnTo>
                  <a:lnTo>
                    <a:pt x="72593" y="257721"/>
                  </a:lnTo>
                  <a:lnTo>
                    <a:pt x="74333" y="260350"/>
                  </a:lnTo>
                  <a:lnTo>
                    <a:pt x="75806" y="262890"/>
                  </a:lnTo>
                  <a:lnTo>
                    <a:pt x="77406" y="265430"/>
                  </a:lnTo>
                  <a:lnTo>
                    <a:pt x="77851" y="265430"/>
                  </a:lnTo>
                  <a:lnTo>
                    <a:pt x="78409" y="266623"/>
                  </a:lnTo>
                  <a:lnTo>
                    <a:pt x="78765" y="266623"/>
                  </a:lnTo>
                  <a:lnTo>
                    <a:pt x="78765" y="261200"/>
                  </a:lnTo>
                  <a:lnTo>
                    <a:pt x="73279" y="252730"/>
                  </a:lnTo>
                  <a:lnTo>
                    <a:pt x="71208" y="242570"/>
                  </a:lnTo>
                  <a:lnTo>
                    <a:pt x="98247" y="215900"/>
                  </a:lnTo>
                  <a:lnTo>
                    <a:pt x="108686" y="218440"/>
                  </a:lnTo>
                  <a:lnTo>
                    <a:pt x="117259" y="223520"/>
                  </a:lnTo>
                  <a:lnTo>
                    <a:pt x="123075" y="232410"/>
                  </a:lnTo>
                  <a:lnTo>
                    <a:pt x="125222" y="242570"/>
                  </a:lnTo>
                  <a:lnTo>
                    <a:pt x="125222" y="228600"/>
                  </a:lnTo>
                  <a:lnTo>
                    <a:pt x="124968" y="228600"/>
                  </a:lnTo>
                  <a:lnTo>
                    <a:pt x="124612" y="227330"/>
                  </a:lnTo>
                  <a:lnTo>
                    <a:pt x="124968" y="227330"/>
                  </a:lnTo>
                  <a:lnTo>
                    <a:pt x="124866" y="226060"/>
                  </a:lnTo>
                  <a:lnTo>
                    <a:pt x="123520" y="226060"/>
                  </a:lnTo>
                  <a:lnTo>
                    <a:pt x="122885" y="224790"/>
                  </a:lnTo>
                  <a:lnTo>
                    <a:pt x="122199" y="223520"/>
                  </a:lnTo>
                  <a:lnTo>
                    <a:pt x="122529" y="222250"/>
                  </a:lnTo>
                  <a:lnTo>
                    <a:pt x="121386" y="222250"/>
                  </a:lnTo>
                  <a:lnTo>
                    <a:pt x="120980" y="220980"/>
                  </a:lnTo>
                  <a:lnTo>
                    <a:pt x="130111" y="220980"/>
                  </a:lnTo>
                  <a:lnTo>
                    <a:pt x="130111" y="222250"/>
                  </a:lnTo>
                  <a:lnTo>
                    <a:pt x="129451" y="222250"/>
                  </a:lnTo>
                  <a:lnTo>
                    <a:pt x="129451" y="223520"/>
                  </a:lnTo>
                  <a:lnTo>
                    <a:pt x="130568" y="223520"/>
                  </a:lnTo>
                  <a:lnTo>
                    <a:pt x="130644" y="224790"/>
                  </a:lnTo>
                  <a:lnTo>
                    <a:pt x="130644" y="219710"/>
                  </a:lnTo>
                  <a:lnTo>
                    <a:pt x="127431" y="219710"/>
                  </a:lnTo>
                  <a:lnTo>
                    <a:pt x="127342" y="218440"/>
                  </a:lnTo>
                  <a:lnTo>
                    <a:pt x="127152" y="217170"/>
                  </a:lnTo>
                  <a:lnTo>
                    <a:pt x="126339" y="215900"/>
                  </a:lnTo>
                  <a:lnTo>
                    <a:pt x="125222" y="215900"/>
                  </a:lnTo>
                  <a:lnTo>
                    <a:pt x="125222" y="219710"/>
                  </a:lnTo>
                  <a:lnTo>
                    <a:pt x="121716" y="219710"/>
                  </a:lnTo>
                  <a:lnTo>
                    <a:pt x="122199" y="218440"/>
                  </a:lnTo>
                  <a:lnTo>
                    <a:pt x="121716" y="217170"/>
                  </a:lnTo>
                  <a:lnTo>
                    <a:pt x="120764" y="217170"/>
                  </a:lnTo>
                  <a:lnTo>
                    <a:pt x="120319" y="215900"/>
                  </a:lnTo>
                  <a:lnTo>
                    <a:pt x="120040" y="215900"/>
                  </a:lnTo>
                  <a:lnTo>
                    <a:pt x="120040" y="219710"/>
                  </a:lnTo>
                  <a:lnTo>
                    <a:pt x="116979" y="219710"/>
                  </a:lnTo>
                  <a:lnTo>
                    <a:pt x="116979" y="218440"/>
                  </a:lnTo>
                  <a:lnTo>
                    <a:pt x="117182" y="217170"/>
                  </a:lnTo>
                  <a:lnTo>
                    <a:pt x="116560" y="217170"/>
                  </a:lnTo>
                  <a:lnTo>
                    <a:pt x="115633" y="215900"/>
                  </a:lnTo>
                  <a:lnTo>
                    <a:pt x="115252" y="215900"/>
                  </a:lnTo>
                  <a:lnTo>
                    <a:pt x="115189" y="215671"/>
                  </a:lnTo>
                  <a:lnTo>
                    <a:pt x="115189" y="218440"/>
                  </a:lnTo>
                  <a:lnTo>
                    <a:pt x="114376" y="217170"/>
                  </a:lnTo>
                  <a:lnTo>
                    <a:pt x="113093" y="217170"/>
                  </a:lnTo>
                  <a:lnTo>
                    <a:pt x="112433" y="215900"/>
                  </a:lnTo>
                  <a:lnTo>
                    <a:pt x="110794" y="215900"/>
                  </a:lnTo>
                  <a:lnTo>
                    <a:pt x="110896" y="214630"/>
                  </a:lnTo>
                  <a:lnTo>
                    <a:pt x="112649" y="214630"/>
                  </a:lnTo>
                  <a:lnTo>
                    <a:pt x="114757" y="215900"/>
                  </a:lnTo>
                  <a:lnTo>
                    <a:pt x="115087" y="217170"/>
                  </a:lnTo>
                  <a:lnTo>
                    <a:pt x="115189" y="218440"/>
                  </a:lnTo>
                  <a:lnTo>
                    <a:pt x="115189" y="215671"/>
                  </a:lnTo>
                  <a:lnTo>
                    <a:pt x="114909" y="214630"/>
                  </a:lnTo>
                  <a:lnTo>
                    <a:pt x="116827" y="214630"/>
                  </a:lnTo>
                  <a:lnTo>
                    <a:pt x="118643" y="215900"/>
                  </a:lnTo>
                  <a:lnTo>
                    <a:pt x="119722" y="217170"/>
                  </a:lnTo>
                  <a:lnTo>
                    <a:pt x="120040" y="219710"/>
                  </a:lnTo>
                  <a:lnTo>
                    <a:pt x="120040" y="215900"/>
                  </a:lnTo>
                  <a:lnTo>
                    <a:pt x="119799" y="215900"/>
                  </a:lnTo>
                  <a:lnTo>
                    <a:pt x="119392" y="214630"/>
                  </a:lnTo>
                  <a:lnTo>
                    <a:pt x="122529" y="214630"/>
                  </a:lnTo>
                  <a:lnTo>
                    <a:pt x="123520" y="217170"/>
                  </a:lnTo>
                  <a:lnTo>
                    <a:pt x="124142" y="217170"/>
                  </a:lnTo>
                  <a:lnTo>
                    <a:pt x="124561" y="218440"/>
                  </a:lnTo>
                  <a:lnTo>
                    <a:pt x="124968" y="218440"/>
                  </a:lnTo>
                  <a:lnTo>
                    <a:pt x="125222" y="219710"/>
                  </a:lnTo>
                  <a:lnTo>
                    <a:pt x="125222" y="215900"/>
                  </a:lnTo>
                  <a:lnTo>
                    <a:pt x="124968" y="215900"/>
                  </a:lnTo>
                  <a:lnTo>
                    <a:pt x="124866" y="214630"/>
                  </a:lnTo>
                  <a:lnTo>
                    <a:pt x="127431" y="214630"/>
                  </a:lnTo>
                  <a:lnTo>
                    <a:pt x="128346" y="215900"/>
                  </a:lnTo>
                  <a:lnTo>
                    <a:pt x="129070" y="217170"/>
                  </a:lnTo>
                  <a:lnTo>
                    <a:pt x="129717" y="217170"/>
                  </a:lnTo>
                  <a:lnTo>
                    <a:pt x="130200" y="218440"/>
                  </a:lnTo>
                  <a:lnTo>
                    <a:pt x="130644" y="219710"/>
                  </a:lnTo>
                  <a:lnTo>
                    <a:pt x="130644" y="215900"/>
                  </a:lnTo>
                  <a:lnTo>
                    <a:pt x="130644" y="214630"/>
                  </a:lnTo>
                  <a:lnTo>
                    <a:pt x="132829" y="214630"/>
                  </a:lnTo>
                  <a:lnTo>
                    <a:pt x="133235" y="215900"/>
                  </a:lnTo>
                  <a:lnTo>
                    <a:pt x="134023" y="215900"/>
                  </a:lnTo>
                  <a:lnTo>
                    <a:pt x="134797" y="217170"/>
                  </a:lnTo>
                  <a:lnTo>
                    <a:pt x="135547" y="218440"/>
                  </a:lnTo>
                  <a:lnTo>
                    <a:pt x="135839" y="218440"/>
                  </a:lnTo>
                  <a:lnTo>
                    <a:pt x="136271" y="219710"/>
                  </a:lnTo>
                  <a:lnTo>
                    <a:pt x="136271" y="213360"/>
                  </a:lnTo>
                  <a:lnTo>
                    <a:pt x="135750" y="213360"/>
                  </a:lnTo>
                  <a:lnTo>
                    <a:pt x="136029" y="212090"/>
                  </a:lnTo>
                  <a:lnTo>
                    <a:pt x="136372" y="210820"/>
                  </a:lnTo>
                  <a:lnTo>
                    <a:pt x="136144" y="209550"/>
                  </a:lnTo>
                  <a:lnTo>
                    <a:pt x="135458" y="208280"/>
                  </a:lnTo>
                  <a:lnTo>
                    <a:pt x="135039" y="208280"/>
                  </a:lnTo>
                  <a:lnTo>
                    <a:pt x="135394" y="207010"/>
                  </a:lnTo>
                  <a:lnTo>
                    <a:pt x="135674" y="207010"/>
                  </a:lnTo>
                  <a:lnTo>
                    <a:pt x="136893" y="209550"/>
                  </a:lnTo>
                  <a:lnTo>
                    <a:pt x="137744" y="210820"/>
                  </a:lnTo>
                  <a:lnTo>
                    <a:pt x="138239" y="213360"/>
                  </a:lnTo>
                  <a:lnTo>
                    <a:pt x="138239" y="204190"/>
                  </a:lnTo>
                  <a:lnTo>
                    <a:pt x="137896" y="203200"/>
                  </a:lnTo>
                  <a:lnTo>
                    <a:pt x="137033" y="201930"/>
                  </a:lnTo>
                  <a:lnTo>
                    <a:pt x="136029" y="200660"/>
                  </a:lnTo>
                  <a:lnTo>
                    <a:pt x="135674" y="200660"/>
                  </a:lnTo>
                  <a:lnTo>
                    <a:pt x="135458" y="199390"/>
                  </a:lnTo>
                  <a:lnTo>
                    <a:pt x="135458" y="198120"/>
                  </a:lnTo>
                  <a:lnTo>
                    <a:pt x="135458" y="196850"/>
                  </a:lnTo>
                  <a:lnTo>
                    <a:pt x="135458" y="194310"/>
                  </a:lnTo>
                  <a:lnTo>
                    <a:pt x="135039" y="194310"/>
                  </a:lnTo>
                  <a:lnTo>
                    <a:pt x="135039" y="203200"/>
                  </a:lnTo>
                  <a:lnTo>
                    <a:pt x="134797" y="204470"/>
                  </a:lnTo>
                  <a:lnTo>
                    <a:pt x="134734" y="205740"/>
                  </a:lnTo>
                  <a:lnTo>
                    <a:pt x="134391" y="205740"/>
                  </a:lnTo>
                  <a:lnTo>
                    <a:pt x="134391" y="213360"/>
                  </a:lnTo>
                  <a:lnTo>
                    <a:pt x="133426" y="213360"/>
                  </a:lnTo>
                  <a:lnTo>
                    <a:pt x="133337" y="212090"/>
                  </a:lnTo>
                  <a:lnTo>
                    <a:pt x="132829" y="212090"/>
                  </a:lnTo>
                  <a:lnTo>
                    <a:pt x="132765" y="209550"/>
                  </a:lnTo>
                  <a:lnTo>
                    <a:pt x="131000" y="209550"/>
                  </a:lnTo>
                  <a:lnTo>
                    <a:pt x="130797" y="210820"/>
                  </a:lnTo>
                  <a:lnTo>
                    <a:pt x="131165" y="212090"/>
                  </a:lnTo>
                  <a:lnTo>
                    <a:pt x="132105" y="212090"/>
                  </a:lnTo>
                  <a:lnTo>
                    <a:pt x="132105" y="213360"/>
                  </a:lnTo>
                  <a:lnTo>
                    <a:pt x="130314" y="213360"/>
                  </a:lnTo>
                  <a:lnTo>
                    <a:pt x="129819" y="210820"/>
                  </a:lnTo>
                  <a:lnTo>
                    <a:pt x="129717" y="209550"/>
                  </a:lnTo>
                  <a:lnTo>
                    <a:pt x="129159" y="208280"/>
                  </a:lnTo>
                  <a:lnTo>
                    <a:pt x="129070" y="207010"/>
                  </a:lnTo>
                  <a:lnTo>
                    <a:pt x="128625" y="206121"/>
                  </a:lnTo>
                  <a:lnTo>
                    <a:pt x="128625" y="212090"/>
                  </a:lnTo>
                  <a:lnTo>
                    <a:pt x="128435" y="212090"/>
                  </a:lnTo>
                  <a:lnTo>
                    <a:pt x="128346" y="213360"/>
                  </a:lnTo>
                  <a:lnTo>
                    <a:pt x="127635" y="213360"/>
                  </a:lnTo>
                  <a:lnTo>
                    <a:pt x="127673" y="212090"/>
                  </a:lnTo>
                  <a:lnTo>
                    <a:pt x="127711" y="210820"/>
                  </a:lnTo>
                  <a:lnTo>
                    <a:pt x="127749" y="209550"/>
                  </a:lnTo>
                  <a:lnTo>
                    <a:pt x="127152" y="209550"/>
                  </a:lnTo>
                  <a:lnTo>
                    <a:pt x="127152" y="210820"/>
                  </a:lnTo>
                  <a:lnTo>
                    <a:pt x="126771" y="212090"/>
                  </a:lnTo>
                  <a:lnTo>
                    <a:pt x="126593" y="212090"/>
                  </a:lnTo>
                  <a:lnTo>
                    <a:pt x="126339" y="210820"/>
                  </a:lnTo>
                  <a:lnTo>
                    <a:pt x="127152" y="210820"/>
                  </a:lnTo>
                  <a:lnTo>
                    <a:pt x="127152" y="209550"/>
                  </a:lnTo>
                  <a:lnTo>
                    <a:pt x="124968" y="209550"/>
                  </a:lnTo>
                  <a:lnTo>
                    <a:pt x="125222" y="210820"/>
                  </a:lnTo>
                  <a:lnTo>
                    <a:pt x="126022" y="212090"/>
                  </a:lnTo>
                  <a:lnTo>
                    <a:pt x="126022" y="213360"/>
                  </a:lnTo>
                  <a:lnTo>
                    <a:pt x="124206" y="213360"/>
                  </a:lnTo>
                  <a:lnTo>
                    <a:pt x="124142" y="212090"/>
                  </a:lnTo>
                  <a:lnTo>
                    <a:pt x="123964" y="210820"/>
                  </a:lnTo>
                  <a:lnTo>
                    <a:pt x="122885" y="210820"/>
                  </a:lnTo>
                  <a:lnTo>
                    <a:pt x="122529" y="212090"/>
                  </a:lnTo>
                  <a:lnTo>
                    <a:pt x="122377" y="212090"/>
                  </a:lnTo>
                  <a:lnTo>
                    <a:pt x="122199" y="210820"/>
                  </a:lnTo>
                  <a:lnTo>
                    <a:pt x="122529" y="208280"/>
                  </a:lnTo>
                  <a:lnTo>
                    <a:pt x="122770" y="208280"/>
                  </a:lnTo>
                  <a:lnTo>
                    <a:pt x="122529" y="207010"/>
                  </a:lnTo>
                  <a:lnTo>
                    <a:pt x="122021" y="207010"/>
                  </a:lnTo>
                  <a:lnTo>
                    <a:pt x="121716" y="206286"/>
                  </a:lnTo>
                  <a:lnTo>
                    <a:pt x="121716" y="209550"/>
                  </a:lnTo>
                  <a:lnTo>
                    <a:pt x="121386" y="212090"/>
                  </a:lnTo>
                  <a:lnTo>
                    <a:pt x="120548" y="213360"/>
                  </a:lnTo>
                  <a:lnTo>
                    <a:pt x="118973" y="213360"/>
                  </a:lnTo>
                  <a:lnTo>
                    <a:pt x="118795" y="212090"/>
                  </a:lnTo>
                  <a:lnTo>
                    <a:pt x="118021" y="210820"/>
                  </a:lnTo>
                  <a:lnTo>
                    <a:pt x="117690" y="209550"/>
                  </a:lnTo>
                  <a:lnTo>
                    <a:pt x="118795" y="209550"/>
                  </a:lnTo>
                  <a:lnTo>
                    <a:pt x="118948" y="210820"/>
                  </a:lnTo>
                  <a:lnTo>
                    <a:pt x="118795" y="210820"/>
                  </a:lnTo>
                  <a:lnTo>
                    <a:pt x="118795" y="212090"/>
                  </a:lnTo>
                  <a:lnTo>
                    <a:pt x="119329" y="212090"/>
                  </a:lnTo>
                  <a:lnTo>
                    <a:pt x="119634" y="210820"/>
                  </a:lnTo>
                  <a:lnTo>
                    <a:pt x="120319" y="209550"/>
                  </a:lnTo>
                  <a:lnTo>
                    <a:pt x="120040" y="209550"/>
                  </a:lnTo>
                  <a:lnTo>
                    <a:pt x="119634" y="208280"/>
                  </a:lnTo>
                  <a:lnTo>
                    <a:pt x="117182" y="208280"/>
                  </a:lnTo>
                  <a:lnTo>
                    <a:pt x="116255" y="209550"/>
                  </a:lnTo>
                  <a:lnTo>
                    <a:pt x="116827" y="210820"/>
                  </a:lnTo>
                  <a:lnTo>
                    <a:pt x="117182" y="210820"/>
                  </a:lnTo>
                  <a:lnTo>
                    <a:pt x="117538" y="212090"/>
                  </a:lnTo>
                  <a:lnTo>
                    <a:pt x="117690" y="212090"/>
                  </a:lnTo>
                  <a:lnTo>
                    <a:pt x="118071" y="213360"/>
                  </a:lnTo>
                  <a:lnTo>
                    <a:pt x="115595" y="213360"/>
                  </a:lnTo>
                  <a:lnTo>
                    <a:pt x="115354" y="212090"/>
                  </a:lnTo>
                  <a:lnTo>
                    <a:pt x="115189" y="210820"/>
                  </a:lnTo>
                  <a:lnTo>
                    <a:pt x="115087" y="209550"/>
                  </a:lnTo>
                  <a:lnTo>
                    <a:pt x="114909" y="208280"/>
                  </a:lnTo>
                  <a:lnTo>
                    <a:pt x="113804" y="208280"/>
                  </a:lnTo>
                  <a:lnTo>
                    <a:pt x="113474" y="207010"/>
                  </a:lnTo>
                  <a:lnTo>
                    <a:pt x="112433" y="207010"/>
                  </a:lnTo>
                  <a:lnTo>
                    <a:pt x="113474" y="208280"/>
                  </a:lnTo>
                  <a:lnTo>
                    <a:pt x="113474" y="212090"/>
                  </a:lnTo>
                  <a:lnTo>
                    <a:pt x="112077" y="212090"/>
                  </a:lnTo>
                  <a:lnTo>
                    <a:pt x="111988" y="209550"/>
                  </a:lnTo>
                  <a:lnTo>
                    <a:pt x="111480" y="209550"/>
                  </a:lnTo>
                  <a:lnTo>
                    <a:pt x="111061" y="208775"/>
                  </a:lnTo>
                  <a:lnTo>
                    <a:pt x="111061" y="209550"/>
                  </a:lnTo>
                  <a:lnTo>
                    <a:pt x="111061" y="210820"/>
                  </a:lnTo>
                  <a:lnTo>
                    <a:pt x="110553" y="212090"/>
                  </a:lnTo>
                  <a:lnTo>
                    <a:pt x="110553" y="210820"/>
                  </a:lnTo>
                  <a:lnTo>
                    <a:pt x="109982" y="209550"/>
                  </a:lnTo>
                  <a:lnTo>
                    <a:pt x="111061" y="209550"/>
                  </a:lnTo>
                  <a:lnTo>
                    <a:pt x="111061" y="208775"/>
                  </a:lnTo>
                  <a:lnTo>
                    <a:pt x="110794" y="208280"/>
                  </a:lnTo>
                  <a:lnTo>
                    <a:pt x="109804" y="208280"/>
                  </a:lnTo>
                  <a:lnTo>
                    <a:pt x="109626" y="209550"/>
                  </a:lnTo>
                  <a:lnTo>
                    <a:pt x="109423" y="209550"/>
                  </a:lnTo>
                  <a:lnTo>
                    <a:pt x="109512" y="210820"/>
                  </a:lnTo>
                  <a:lnTo>
                    <a:pt x="109804" y="212090"/>
                  </a:lnTo>
                  <a:lnTo>
                    <a:pt x="109982" y="212090"/>
                  </a:lnTo>
                  <a:lnTo>
                    <a:pt x="109651" y="213360"/>
                  </a:lnTo>
                  <a:lnTo>
                    <a:pt x="108331" y="213360"/>
                  </a:lnTo>
                  <a:lnTo>
                    <a:pt x="108331" y="212090"/>
                  </a:lnTo>
                  <a:lnTo>
                    <a:pt x="108077" y="210820"/>
                  </a:lnTo>
                  <a:lnTo>
                    <a:pt x="108077" y="209550"/>
                  </a:lnTo>
                  <a:lnTo>
                    <a:pt x="108546" y="208280"/>
                  </a:lnTo>
                  <a:lnTo>
                    <a:pt x="108826" y="207010"/>
                  </a:lnTo>
                  <a:lnTo>
                    <a:pt x="109651" y="207010"/>
                  </a:lnTo>
                  <a:lnTo>
                    <a:pt x="109626" y="205740"/>
                  </a:lnTo>
                  <a:lnTo>
                    <a:pt x="108737" y="205740"/>
                  </a:lnTo>
                  <a:lnTo>
                    <a:pt x="108331" y="204470"/>
                  </a:lnTo>
                  <a:lnTo>
                    <a:pt x="108292" y="203200"/>
                  </a:lnTo>
                  <a:lnTo>
                    <a:pt x="109143" y="201930"/>
                  </a:lnTo>
                  <a:lnTo>
                    <a:pt x="110210" y="203200"/>
                  </a:lnTo>
                  <a:lnTo>
                    <a:pt x="110337" y="204470"/>
                  </a:lnTo>
                  <a:lnTo>
                    <a:pt x="111480" y="204470"/>
                  </a:lnTo>
                  <a:lnTo>
                    <a:pt x="111277" y="203200"/>
                  </a:lnTo>
                  <a:lnTo>
                    <a:pt x="111061" y="203200"/>
                  </a:lnTo>
                  <a:lnTo>
                    <a:pt x="110896" y="201930"/>
                  </a:lnTo>
                  <a:lnTo>
                    <a:pt x="110553" y="200660"/>
                  </a:lnTo>
                  <a:lnTo>
                    <a:pt x="110210" y="200660"/>
                  </a:lnTo>
                  <a:lnTo>
                    <a:pt x="110096" y="199390"/>
                  </a:lnTo>
                  <a:lnTo>
                    <a:pt x="109982" y="196850"/>
                  </a:lnTo>
                  <a:lnTo>
                    <a:pt x="110337" y="196850"/>
                  </a:lnTo>
                  <a:lnTo>
                    <a:pt x="110896" y="195580"/>
                  </a:lnTo>
                  <a:lnTo>
                    <a:pt x="111061" y="194310"/>
                  </a:lnTo>
                  <a:lnTo>
                    <a:pt x="110553" y="194310"/>
                  </a:lnTo>
                  <a:lnTo>
                    <a:pt x="110210" y="193040"/>
                  </a:lnTo>
                  <a:lnTo>
                    <a:pt x="109982" y="193040"/>
                  </a:lnTo>
                  <a:lnTo>
                    <a:pt x="109982" y="190500"/>
                  </a:lnTo>
                  <a:lnTo>
                    <a:pt x="109804" y="189230"/>
                  </a:lnTo>
                  <a:lnTo>
                    <a:pt x="110337" y="186690"/>
                  </a:lnTo>
                  <a:lnTo>
                    <a:pt x="110794" y="186690"/>
                  </a:lnTo>
                  <a:lnTo>
                    <a:pt x="110896" y="185420"/>
                  </a:lnTo>
                  <a:lnTo>
                    <a:pt x="111061" y="184150"/>
                  </a:lnTo>
                  <a:lnTo>
                    <a:pt x="111861" y="184150"/>
                  </a:lnTo>
                  <a:lnTo>
                    <a:pt x="112369" y="185420"/>
                  </a:lnTo>
                  <a:lnTo>
                    <a:pt x="112369" y="189230"/>
                  </a:lnTo>
                  <a:lnTo>
                    <a:pt x="112649" y="190500"/>
                  </a:lnTo>
                  <a:lnTo>
                    <a:pt x="112877" y="190500"/>
                  </a:lnTo>
                  <a:lnTo>
                    <a:pt x="113093" y="191770"/>
                  </a:lnTo>
                  <a:lnTo>
                    <a:pt x="112877" y="191770"/>
                  </a:lnTo>
                  <a:lnTo>
                    <a:pt x="112877" y="194310"/>
                  </a:lnTo>
                  <a:lnTo>
                    <a:pt x="113601" y="195580"/>
                  </a:lnTo>
                  <a:lnTo>
                    <a:pt x="113474" y="196850"/>
                  </a:lnTo>
                  <a:lnTo>
                    <a:pt x="113360" y="198120"/>
                  </a:lnTo>
                  <a:lnTo>
                    <a:pt x="113157" y="199390"/>
                  </a:lnTo>
                  <a:lnTo>
                    <a:pt x="113093" y="200660"/>
                  </a:lnTo>
                  <a:lnTo>
                    <a:pt x="112496" y="201930"/>
                  </a:lnTo>
                  <a:lnTo>
                    <a:pt x="112877" y="203200"/>
                  </a:lnTo>
                  <a:lnTo>
                    <a:pt x="112991" y="204470"/>
                  </a:lnTo>
                  <a:lnTo>
                    <a:pt x="113157" y="204470"/>
                  </a:lnTo>
                  <a:lnTo>
                    <a:pt x="113360" y="205740"/>
                  </a:lnTo>
                  <a:lnTo>
                    <a:pt x="114376" y="205740"/>
                  </a:lnTo>
                  <a:lnTo>
                    <a:pt x="115087" y="204470"/>
                  </a:lnTo>
                  <a:lnTo>
                    <a:pt x="115354" y="203200"/>
                  </a:lnTo>
                  <a:lnTo>
                    <a:pt x="115773" y="201930"/>
                  </a:lnTo>
                  <a:lnTo>
                    <a:pt x="116979" y="201930"/>
                  </a:lnTo>
                  <a:lnTo>
                    <a:pt x="118071" y="203200"/>
                  </a:lnTo>
                  <a:lnTo>
                    <a:pt x="118541" y="203200"/>
                  </a:lnTo>
                  <a:lnTo>
                    <a:pt x="117843" y="204470"/>
                  </a:lnTo>
                  <a:lnTo>
                    <a:pt x="117690" y="204470"/>
                  </a:lnTo>
                  <a:lnTo>
                    <a:pt x="117297" y="205740"/>
                  </a:lnTo>
                  <a:lnTo>
                    <a:pt x="116827" y="205740"/>
                  </a:lnTo>
                  <a:lnTo>
                    <a:pt x="116255" y="207010"/>
                  </a:lnTo>
                  <a:lnTo>
                    <a:pt x="120789" y="207010"/>
                  </a:lnTo>
                  <a:lnTo>
                    <a:pt x="121119" y="208280"/>
                  </a:lnTo>
                  <a:lnTo>
                    <a:pt x="121716" y="209550"/>
                  </a:lnTo>
                  <a:lnTo>
                    <a:pt x="121716" y="206286"/>
                  </a:lnTo>
                  <a:lnTo>
                    <a:pt x="121488" y="205740"/>
                  </a:lnTo>
                  <a:lnTo>
                    <a:pt x="120764" y="204470"/>
                  </a:lnTo>
                  <a:lnTo>
                    <a:pt x="120408" y="204470"/>
                  </a:lnTo>
                  <a:lnTo>
                    <a:pt x="120319" y="201930"/>
                  </a:lnTo>
                  <a:lnTo>
                    <a:pt x="117690" y="201930"/>
                  </a:lnTo>
                  <a:lnTo>
                    <a:pt x="117182" y="200660"/>
                  </a:lnTo>
                  <a:lnTo>
                    <a:pt x="115938" y="200660"/>
                  </a:lnTo>
                  <a:lnTo>
                    <a:pt x="116014" y="199390"/>
                  </a:lnTo>
                  <a:lnTo>
                    <a:pt x="116382" y="198120"/>
                  </a:lnTo>
                  <a:lnTo>
                    <a:pt x="116128" y="198120"/>
                  </a:lnTo>
                  <a:lnTo>
                    <a:pt x="115595" y="196850"/>
                  </a:lnTo>
                  <a:lnTo>
                    <a:pt x="115252" y="196850"/>
                  </a:lnTo>
                  <a:lnTo>
                    <a:pt x="115354" y="195580"/>
                  </a:lnTo>
                  <a:lnTo>
                    <a:pt x="115531" y="195580"/>
                  </a:lnTo>
                  <a:lnTo>
                    <a:pt x="115595" y="194310"/>
                  </a:lnTo>
                  <a:lnTo>
                    <a:pt x="115773" y="194310"/>
                  </a:lnTo>
                  <a:lnTo>
                    <a:pt x="115595" y="193040"/>
                  </a:lnTo>
                  <a:lnTo>
                    <a:pt x="115189" y="193040"/>
                  </a:lnTo>
                  <a:lnTo>
                    <a:pt x="114096" y="190500"/>
                  </a:lnTo>
                  <a:lnTo>
                    <a:pt x="113093" y="187960"/>
                  </a:lnTo>
                  <a:lnTo>
                    <a:pt x="112979" y="186690"/>
                  </a:lnTo>
                  <a:lnTo>
                    <a:pt x="112877" y="185420"/>
                  </a:lnTo>
                  <a:lnTo>
                    <a:pt x="112649" y="185420"/>
                  </a:lnTo>
                  <a:lnTo>
                    <a:pt x="112623" y="184150"/>
                  </a:lnTo>
                  <a:lnTo>
                    <a:pt x="112598" y="182880"/>
                  </a:lnTo>
                  <a:lnTo>
                    <a:pt x="112496" y="179070"/>
                  </a:lnTo>
                  <a:lnTo>
                    <a:pt x="112369" y="176530"/>
                  </a:lnTo>
                  <a:lnTo>
                    <a:pt x="112306" y="175260"/>
                  </a:lnTo>
                  <a:lnTo>
                    <a:pt x="112229" y="173990"/>
                  </a:lnTo>
                  <a:lnTo>
                    <a:pt x="112153" y="172720"/>
                  </a:lnTo>
                  <a:lnTo>
                    <a:pt x="111988" y="171450"/>
                  </a:lnTo>
                  <a:lnTo>
                    <a:pt x="111988" y="172720"/>
                  </a:lnTo>
                  <a:lnTo>
                    <a:pt x="111709" y="172720"/>
                  </a:lnTo>
                  <a:lnTo>
                    <a:pt x="111277" y="175260"/>
                  </a:lnTo>
                  <a:lnTo>
                    <a:pt x="110896" y="177800"/>
                  </a:lnTo>
                  <a:lnTo>
                    <a:pt x="108966" y="186690"/>
                  </a:lnTo>
                  <a:lnTo>
                    <a:pt x="107861" y="193040"/>
                  </a:lnTo>
                  <a:lnTo>
                    <a:pt x="108546" y="196850"/>
                  </a:lnTo>
                  <a:lnTo>
                    <a:pt x="108292" y="198120"/>
                  </a:lnTo>
                  <a:lnTo>
                    <a:pt x="107657" y="198120"/>
                  </a:lnTo>
                  <a:lnTo>
                    <a:pt x="106972" y="200660"/>
                  </a:lnTo>
                  <a:lnTo>
                    <a:pt x="106375" y="201930"/>
                  </a:lnTo>
                  <a:lnTo>
                    <a:pt x="106375" y="205740"/>
                  </a:lnTo>
                  <a:lnTo>
                    <a:pt x="105537" y="205740"/>
                  </a:lnTo>
                  <a:lnTo>
                    <a:pt x="105359" y="204470"/>
                  </a:lnTo>
                  <a:lnTo>
                    <a:pt x="105206" y="204470"/>
                  </a:lnTo>
                  <a:lnTo>
                    <a:pt x="105206" y="201930"/>
                  </a:lnTo>
                  <a:lnTo>
                    <a:pt x="105537" y="200660"/>
                  </a:lnTo>
                  <a:lnTo>
                    <a:pt x="106730" y="198120"/>
                  </a:lnTo>
                  <a:lnTo>
                    <a:pt x="107607" y="198120"/>
                  </a:lnTo>
                  <a:lnTo>
                    <a:pt x="107657" y="196850"/>
                  </a:lnTo>
                  <a:lnTo>
                    <a:pt x="107175" y="195580"/>
                  </a:lnTo>
                  <a:lnTo>
                    <a:pt x="107086" y="194310"/>
                  </a:lnTo>
                  <a:lnTo>
                    <a:pt x="106730" y="194310"/>
                  </a:lnTo>
                  <a:lnTo>
                    <a:pt x="106197" y="193040"/>
                  </a:lnTo>
                  <a:lnTo>
                    <a:pt x="106197" y="191770"/>
                  </a:lnTo>
                  <a:lnTo>
                    <a:pt x="106375" y="190500"/>
                  </a:lnTo>
                  <a:lnTo>
                    <a:pt x="107607" y="184150"/>
                  </a:lnTo>
                  <a:lnTo>
                    <a:pt x="108953" y="176530"/>
                  </a:lnTo>
                  <a:lnTo>
                    <a:pt x="109715" y="172720"/>
                  </a:lnTo>
                  <a:lnTo>
                    <a:pt x="110210" y="170180"/>
                  </a:lnTo>
                  <a:lnTo>
                    <a:pt x="110337" y="168910"/>
                  </a:lnTo>
                  <a:lnTo>
                    <a:pt x="110553" y="167640"/>
                  </a:lnTo>
                  <a:lnTo>
                    <a:pt x="110553" y="147320"/>
                  </a:lnTo>
                  <a:lnTo>
                    <a:pt x="109804" y="144780"/>
                  </a:lnTo>
                  <a:lnTo>
                    <a:pt x="109651" y="144780"/>
                  </a:lnTo>
                  <a:lnTo>
                    <a:pt x="109651" y="143510"/>
                  </a:lnTo>
                  <a:lnTo>
                    <a:pt x="109651" y="142240"/>
                  </a:lnTo>
                  <a:lnTo>
                    <a:pt x="112153" y="142240"/>
                  </a:lnTo>
                  <a:lnTo>
                    <a:pt x="113245" y="140970"/>
                  </a:lnTo>
                  <a:lnTo>
                    <a:pt x="114655" y="140970"/>
                  </a:lnTo>
                  <a:lnTo>
                    <a:pt x="115595" y="139700"/>
                  </a:lnTo>
                  <a:lnTo>
                    <a:pt x="116014" y="138430"/>
                  </a:lnTo>
                  <a:lnTo>
                    <a:pt x="116979" y="138430"/>
                  </a:lnTo>
                  <a:lnTo>
                    <a:pt x="118224" y="137160"/>
                  </a:lnTo>
                  <a:lnTo>
                    <a:pt x="119418" y="135890"/>
                  </a:lnTo>
                  <a:lnTo>
                    <a:pt x="120789" y="137160"/>
                  </a:lnTo>
                  <a:lnTo>
                    <a:pt x="121386" y="137160"/>
                  </a:lnTo>
                  <a:lnTo>
                    <a:pt x="121716" y="138430"/>
                  </a:lnTo>
                  <a:lnTo>
                    <a:pt x="121488" y="138430"/>
                  </a:lnTo>
                  <a:lnTo>
                    <a:pt x="121386" y="139700"/>
                  </a:lnTo>
                  <a:lnTo>
                    <a:pt x="121716" y="140970"/>
                  </a:lnTo>
                  <a:lnTo>
                    <a:pt x="122199" y="142240"/>
                  </a:lnTo>
                  <a:lnTo>
                    <a:pt x="122770" y="143510"/>
                  </a:lnTo>
                  <a:lnTo>
                    <a:pt x="123024" y="146050"/>
                  </a:lnTo>
                  <a:lnTo>
                    <a:pt x="122961" y="147320"/>
                  </a:lnTo>
                  <a:lnTo>
                    <a:pt x="122885" y="148590"/>
                  </a:lnTo>
                  <a:lnTo>
                    <a:pt x="122770" y="149860"/>
                  </a:lnTo>
                  <a:lnTo>
                    <a:pt x="122529" y="149860"/>
                  </a:lnTo>
                  <a:lnTo>
                    <a:pt x="122377" y="151130"/>
                  </a:lnTo>
                  <a:lnTo>
                    <a:pt x="122021" y="153670"/>
                  </a:lnTo>
                  <a:lnTo>
                    <a:pt x="121488" y="156210"/>
                  </a:lnTo>
                  <a:lnTo>
                    <a:pt x="121119" y="158750"/>
                  </a:lnTo>
                  <a:lnTo>
                    <a:pt x="120548" y="161290"/>
                  </a:lnTo>
                  <a:lnTo>
                    <a:pt x="118605" y="166370"/>
                  </a:lnTo>
                  <a:lnTo>
                    <a:pt x="118351" y="167640"/>
                  </a:lnTo>
                  <a:lnTo>
                    <a:pt x="118021" y="168910"/>
                  </a:lnTo>
                  <a:lnTo>
                    <a:pt x="117690" y="168910"/>
                  </a:lnTo>
                  <a:lnTo>
                    <a:pt x="116979" y="171450"/>
                  </a:lnTo>
                  <a:lnTo>
                    <a:pt x="116903" y="172720"/>
                  </a:lnTo>
                  <a:lnTo>
                    <a:pt x="116827" y="173990"/>
                  </a:lnTo>
                  <a:lnTo>
                    <a:pt x="117297" y="176530"/>
                  </a:lnTo>
                  <a:lnTo>
                    <a:pt x="118224" y="180340"/>
                  </a:lnTo>
                  <a:lnTo>
                    <a:pt x="119062" y="184150"/>
                  </a:lnTo>
                  <a:lnTo>
                    <a:pt x="120523" y="186690"/>
                  </a:lnTo>
                  <a:lnTo>
                    <a:pt x="120980" y="187960"/>
                  </a:lnTo>
                  <a:lnTo>
                    <a:pt x="120980" y="189230"/>
                  </a:lnTo>
                  <a:lnTo>
                    <a:pt x="121119" y="190500"/>
                  </a:lnTo>
                  <a:lnTo>
                    <a:pt x="121386" y="191770"/>
                  </a:lnTo>
                  <a:lnTo>
                    <a:pt x="121488" y="195580"/>
                  </a:lnTo>
                  <a:lnTo>
                    <a:pt x="120319" y="195580"/>
                  </a:lnTo>
                  <a:lnTo>
                    <a:pt x="120319" y="200660"/>
                  </a:lnTo>
                  <a:lnTo>
                    <a:pt x="120548" y="200660"/>
                  </a:lnTo>
                  <a:lnTo>
                    <a:pt x="121488" y="201930"/>
                  </a:lnTo>
                  <a:lnTo>
                    <a:pt x="123177" y="201930"/>
                  </a:lnTo>
                  <a:lnTo>
                    <a:pt x="124866" y="203200"/>
                  </a:lnTo>
                  <a:lnTo>
                    <a:pt x="125222" y="204470"/>
                  </a:lnTo>
                  <a:lnTo>
                    <a:pt x="124561" y="205740"/>
                  </a:lnTo>
                  <a:lnTo>
                    <a:pt x="124142" y="207010"/>
                  </a:lnTo>
                  <a:lnTo>
                    <a:pt x="123964" y="208280"/>
                  </a:lnTo>
                  <a:lnTo>
                    <a:pt x="124206" y="209550"/>
                  </a:lnTo>
                  <a:lnTo>
                    <a:pt x="124968" y="209550"/>
                  </a:lnTo>
                  <a:lnTo>
                    <a:pt x="125222" y="208280"/>
                  </a:lnTo>
                  <a:lnTo>
                    <a:pt x="126022" y="208280"/>
                  </a:lnTo>
                  <a:lnTo>
                    <a:pt x="126022" y="207010"/>
                  </a:lnTo>
                  <a:lnTo>
                    <a:pt x="126771" y="208280"/>
                  </a:lnTo>
                  <a:lnTo>
                    <a:pt x="127431" y="208280"/>
                  </a:lnTo>
                  <a:lnTo>
                    <a:pt x="128028" y="209550"/>
                  </a:lnTo>
                  <a:lnTo>
                    <a:pt x="128168" y="209550"/>
                  </a:lnTo>
                  <a:lnTo>
                    <a:pt x="128346" y="210820"/>
                  </a:lnTo>
                  <a:lnTo>
                    <a:pt x="128625" y="212090"/>
                  </a:lnTo>
                  <a:lnTo>
                    <a:pt x="128625" y="206121"/>
                  </a:lnTo>
                  <a:lnTo>
                    <a:pt x="128435" y="205740"/>
                  </a:lnTo>
                  <a:lnTo>
                    <a:pt x="128028" y="204470"/>
                  </a:lnTo>
                  <a:lnTo>
                    <a:pt x="127342" y="203200"/>
                  </a:lnTo>
                  <a:lnTo>
                    <a:pt x="127152" y="203200"/>
                  </a:lnTo>
                  <a:lnTo>
                    <a:pt x="127431" y="201930"/>
                  </a:lnTo>
                  <a:lnTo>
                    <a:pt x="129387" y="201930"/>
                  </a:lnTo>
                  <a:lnTo>
                    <a:pt x="129451" y="204470"/>
                  </a:lnTo>
                  <a:lnTo>
                    <a:pt x="129819" y="205740"/>
                  </a:lnTo>
                  <a:lnTo>
                    <a:pt x="130822" y="207010"/>
                  </a:lnTo>
                  <a:lnTo>
                    <a:pt x="131000" y="208280"/>
                  </a:lnTo>
                  <a:lnTo>
                    <a:pt x="133096" y="208280"/>
                  </a:lnTo>
                  <a:lnTo>
                    <a:pt x="133235" y="209550"/>
                  </a:lnTo>
                  <a:lnTo>
                    <a:pt x="133870" y="209550"/>
                  </a:lnTo>
                  <a:lnTo>
                    <a:pt x="134391" y="213360"/>
                  </a:lnTo>
                  <a:lnTo>
                    <a:pt x="134391" y="205740"/>
                  </a:lnTo>
                  <a:lnTo>
                    <a:pt x="133426" y="205740"/>
                  </a:lnTo>
                  <a:lnTo>
                    <a:pt x="133426" y="204470"/>
                  </a:lnTo>
                  <a:lnTo>
                    <a:pt x="134023" y="203200"/>
                  </a:lnTo>
                  <a:lnTo>
                    <a:pt x="134023" y="201930"/>
                  </a:lnTo>
                  <a:lnTo>
                    <a:pt x="133489" y="201930"/>
                  </a:lnTo>
                  <a:lnTo>
                    <a:pt x="133337" y="200660"/>
                  </a:lnTo>
                  <a:lnTo>
                    <a:pt x="134391" y="201930"/>
                  </a:lnTo>
                  <a:lnTo>
                    <a:pt x="135039" y="203200"/>
                  </a:lnTo>
                  <a:lnTo>
                    <a:pt x="135039" y="194310"/>
                  </a:lnTo>
                  <a:lnTo>
                    <a:pt x="134200" y="194310"/>
                  </a:lnTo>
                  <a:lnTo>
                    <a:pt x="134200" y="189230"/>
                  </a:lnTo>
                  <a:lnTo>
                    <a:pt x="134023" y="189230"/>
                  </a:lnTo>
                  <a:lnTo>
                    <a:pt x="134023" y="198120"/>
                  </a:lnTo>
                  <a:lnTo>
                    <a:pt x="133426" y="199390"/>
                  </a:lnTo>
                  <a:lnTo>
                    <a:pt x="132524" y="199390"/>
                  </a:lnTo>
                  <a:lnTo>
                    <a:pt x="132524" y="204470"/>
                  </a:lnTo>
                  <a:lnTo>
                    <a:pt x="132257" y="204470"/>
                  </a:lnTo>
                  <a:lnTo>
                    <a:pt x="132105" y="205740"/>
                  </a:lnTo>
                  <a:lnTo>
                    <a:pt x="131927" y="204470"/>
                  </a:lnTo>
                  <a:lnTo>
                    <a:pt x="131635" y="203200"/>
                  </a:lnTo>
                  <a:lnTo>
                    <a:pt x="131572" y="201930"/>
                  </a:lnTo>
                  <a:lnTo>
                    <a:pt x="131267" y="201930"/>
                  </a:lnTo>
                  <a:lnTo>
                    <a:pt x="131165" y="200660"/>
                  </a:lnTo>
                  <a:lnTo>
                    <a:pt x="132232" y="200660"/>
                  </a:lnTo>
                  <a:lnTo>
                    <a:pt x="132257" y="201930"/>
                  </a:lnTo>
                  <a:lnTo>
                    <a:pt x="132448" y="201930"/>
                  </a:lnTo>
                  <a:lnTo>
                    <a:pt x="132524" y="204470"/>
                  </a:lnTo>
                  <a:lnTo>
                    <a:pt x="132524" y="199390"/>
                  </a:lnTo>
                  <a:lnTo>
                    <a:pt x="131927" y="199390"/>
                  </a:lnTo>
                  <a:lnTo>
                    <a:pt x="130822" y="200660"/>
                  </a:lnTo>
                  <a:lnTo>
                    <a:pt x="129451" y="199390"/>
                  </a:lnTo>
                  <a:lnTo>
                    <a:pt x="130111" y="198120"/>
                  </a:lnTo>
                  <a:lnTo>
                    <a:pt x="134023" y="198120"/>
                  </a:lnTo>
                  <a:lnTo>
                    <a:pt x="134023" y="189230"/>
                  </a:lnTo>
                  <a:lnTo>
                    <a:pt x="133096" y="189230"/>
                  </a:lnTo>
                  <a:lnTo>
                    <a:pt x="133096" y="194310"/>
                  </a:lnTo>
                  <a:lnTo>
                    <a:pt x="133096" y="196850"/>
                  </a:lnTo>
                  <a:lnTo>
                    <a:pt x="131927" y="196850"/>
                  </a:lnTo>
                  <a:lnTo>
                    <a:pt x="131267" y="195580"/>
                  </a:lnTo>
                  <a:lnTo>
                    <a:pt x="130822" y="195580"/>
                  </a:lnTo>
                  <a:lnTo>
                    <a:pt x="130822" y="194310"/>
                  </a:lnTo>
                  <a:lnTo>
                    <a:pt x="131165" y="193040"/>
                  </a:lnTo>
                  <a:lnTo>
                    <a:pt x="130822" y="191770"/>
                  </a:lnTo>
                  <a:lnTo>
                    <a:pt x="130314" y="189230"/>
                  </a:lnTo>
                  <a:lnTo>
                    <a:pt x="130111" y="187960"/>
                  </a:lnTo>
                  <a:lnTo>
                    <a:pt x="129819" y="187960"/>
                  </a:lnTo>
                  <a:lnTo>
                    <a:pt x="129819" y="186690"/>
                  </a:lnTo>
                  <a:lnTo>
                    <a:pt x="131000" y="187960"/>
                  </a:lnTo>
                  <a:lnTo>
                    <a:pt x="133096" y="194310"/>
                  </a:lnTo>
                  <a:lnTo>
                    <a:pt x="133096" y="189230"/>
                  </a:lnTo>
                  <a:lnTo>
                    <a:pt x="132829" y="187960"/>
                  </a:lnTo>
                  <a:lnTo>
                    <a:pt x="132524" y="186690"/>
                  </a:lnTo>
                  <a:lnTo>
                    <a:pt x="132257" y="186690"/>
                  </a:lnTo>
                  <a:lnTo>
                    <a:pt x="131991" y="185420"/>
                  </a:lnTo>
                  <a:lnTo>
                    <a:pt x="131813" y="185420"/>
                  </a:lnTo>
                  <a:lnTo>
                    <a:pt x="131267" y="184150"/>
                  </a:lnTo>
                  <a:lnTo>
                    <a:pt x="130314" y="184150"/>
                  </a:lnTo>
                  <a:lnTo>
                    <a:pt x="129717" y="181610"/>
                  </a:lnTo>
                  <a:lnTo>
                    <a:pt x="129387" y="180340"/>
                  </a:lnTo>
                  <a:lnTo>
                    <a:pt x="128828" y="179070"/>
                  </a:lnTo>
                  <a:lnTo>
                    <a:pt x="128625" y="177800"/>
                  </a:lnTo>
                  <a:lnTo>
                    <a:pt x="128346" y="176530"/>
                  </a:lnTo>
                  <a:lnTo>
                    <a:pt x="128346" y="195580"/>
                  </a:lnTo>
                  <a:lnTo>
                    <a:pt x="128346" y="198120"/>
                  </a:lnTo>
                  <a:lnTo>
                    <a:pt x="128168" y="199390"/>
                  </a:lnTo>
                  <a:lnTo>
                    <a:pt x="124206" y="199390"/>
                  </a:lnTo>
                  <a:lnTo>
                    <a:pt x="123964" y="198564"/>
                  </a:lnTo>
                  <a:lnTo>
                    <a:pt x="123964" y="200660"/>
                  </a:lnTo>
                  <a:lnTo>
                    <a:pt x="122770" y="200660"/>
                  </a:lnTo>
                  <a:lnTo>
                    <a:pt x="122199" y="199390"/>
                  </a:lnTo>
                  <a:lnTo>
                    <a:pt x="122199" y="198120"/>
                  </a:lnTo>
                  <a:lnTo>
                    <a:pt x="123024" y="198120"/>
                  </a:lnTo>
                  <a:lnTo>
                    <a:pt x="123456" y="199390"/>
                  </a:lnTo>
                  <a:lnTo>
                    <a:pt x="123964" y="200660"/>
                  </a:lnTo>
                  <a:lnTo>
                    <a:pt x="123964" y="198564"/>
                  </a:lnTo>
                  <a:lnTo>
                    <a:pt x="123837" y="198120"/>
                  </a:lnTo>
                  <a:lnTo>
                    <a:pt x="123520" y="196850"/>
                  </a:lnTo>
                  <a:lnTo>
                    <a:pt x="123482" y="194310"/>
                  </a:lnTo>
                  <a:lnTo>
                    <a:pt x="123367" y="191770"/>
                  </a:lnTo>
                  <a:lnTo>
                    <a:pt x="123278" y="190500"/>
                  </a:lnTo>
                  <a:lnTo>
                    <a:pt x="123177" y="189230"/>
                  </a:lnTo>
                  <a:lnTo>
                    <a:pt x="123456" y="186690"/>
                  </a:lnTo>
                  <a:lnTo>
                    <a:pt x="123456" y="184150"/>
                  </a:lnTo>
                  <a:lnTo>
                    <a:pt x="123837" y="182880"/>
                  </a:lnTo>
                  <a:lnTo>
                    <a:pt x="123964" y="181610"/>
                  </a:lnTo>
                  <a:lnTo>
                    <a:pt x="124142" y="181610"/>
                  </a:lnTo>
                  <a:lnTo>
                    <a:pt x="124612" y="180340"/>
                  </a:lnTo>
                  <a:lnTo>
                    <a:pt x="126339" y="180340"/>
                  </a:lnTo>
                  <a:lnTo>
                    <a:pt x="126339" y="181610"/>
                  </a:lnTo>
                  <a:lnTo>
                    <a:pt x="126593" y="181610"/>
                  </a:lnTo>
                  <a:lnTo>
                    <a:pt x="127152" y="182880"/>
                  </a:lnTo>
                  <a:lnTo>
                    <a:pt x="127431" y="184150"/>
                  </a:lnTo>
                  <a:lnTo>
                    <a:pt x="127635" y="185420"/>
                  </a:lnTo>
                  <a:lnTo>
                    <a:pt x="127749" y="189230"/>
                  </a:lnTo>
                  <a:lnTo>
                    <a:pt x="127838" y="190500"/>
                  </a:lnTo>
                  <a:lnTo>
                    <a:pt x="127939" y="191770"/>
                  </a:lnTo>
                  <a:lnTo>
                    <a:pt x="128028" y="193040"/>
                  </a:lnTo>
                  <a:lnTo>
                    <a:pt x="128346" y="195580"/>
                  </a:lnTo>
                  <a:lnTo>
                    <a:pt x="128346" y="176530"/>
                  </a:lnTo>
                  <a:lnTo>
                    <a:pt x="126936" y="175260"/>
                  </a:lnTo>
                  <a:lnTo>
                    <a:pt x="126339" y="172720"/>
                  </a:lnTo>
                  <a:lnTo>
                    <a:pt x="126771" y="170180"/>
                  </a:lnTo>
                  <a:lnTo>
                    <a:pt x="126771" y="168910"/>
                  </a:lnTo>
                  <a:lnTo>
                    <a:pt x="127342" y="168910"/>
                  </a:lnTo>
                  <a:lnTo>
                    <a:pt x="127749" y="167640"/>
                  </a:lnTo>
                  <a:lnTo>
                    <a:pt x="128028" y="166370"/>
                  </a:lnTo>
                  <a:lnTo>
                    <a:pt x="127749" y="165100"/>
                  </a:lnTo>
                  <a:lnTo>
                    <a:pt x="127431" y="163830"/>
                  </a:lnTo>
                  <a:lnTo>
                    <a:pt x="127342" y="161290"/>
                  </a:lnTo>
                  <a:lnTo>
                    <a:pt x="127749" y="160020"/>
                  </a:lnTo>
                  <a:lnTo>
                    <a:pt x="128346" y="158750"/>
                  </a:lnTo>
                  <a:lnTo>
                    <a:pt x="128625" y="157480"/>
                  </a:lnTo>
                  <a:lnTo>
                    <a:pt x="128625" y="148590"/>
                  </a:lnTo>
                  <a:lnTo>
                    <a:pt x="128828" y="147320"/>
                  </a:lnTo>
                  <a:lnTo>
                    <a:pt x="129451" y="146050"/>
                  </a:lnTo>
                  <a:lnTo>
                    <a:pt x="129387" y="143510"/>
                  </a:lnTo>
                  <a:lnTo>
                    <a:pt x="130111" y="143510"/>
                  </a:lnTo>
                  <a:lnTo>
                    <a:pt x="129819" y="142240"/>
                  </a:lnTo>
                  <a:lnTo>
                    <a:pt x="129387" y="142240"/>
                  </a:lnTo>
                  <a:lnTo>
                    <a:pt x="128828" y="140970"/>
                  </a:lnTo>
                  <a:lnTo>
                    <a:pt x="128625" y="140970"/>
                  </a:lnTo>
                  <a:lnTo>
                    <a:pt x="128625" y="139700"/>
                  </a:lnTo>
                  <a:lnTo>
                    <a:pt x="128346" y="138430"/>
                  </a:lnTo>
                  <a:lnTo>
                    <a:pt x="128168" y="137160"/>
                  </a:lnTo>
                  <a:lnTo>
                    <a:pt x="128168" y="135890"/>
                  </a:lnTo>
                  <a:lnTo>
                    <a:pt x="129387" y="135890"/>
                  </a:lnTo>
                  <a:lnTo>
                    <a:pt x="129819" y="137160"/>
                  </a:lnTo>
                  <a:lnTo>
                    <a:pt x="131635" y="138430"/>
                  </a:lnTo>
                  <a:lnTo>
                    <a:pt x="132448" y="138430"/>
                  </a:lnTo>
                  <a:lnTo>
                    <a:pt x="132981" y="139700"/>
                  </a:lnTo>
                  <a:lnTo>
                    <a:pt x="133604" y="139700"/>
                  </a:lnTo>
                  <a:lnTo>
                    <a:pt x="134581" y="140970"/>
                  </a:lnTo>
                  <a:lnTo>
                    <a:pt x="134988" y="140970"/>
                  </a:lnTo>
                  <a:lnTo>
                    <a:pt x="135458" y="142240"/>
                  </a:lnTo>
                  <a:lnTo>
                    <a:pt x="136029" y="143510"/>
                  </a:lnTo>
                  <a:lnTo>
                    <a:pt x="139065" y="144780"/>
                  </a:lnTo>
                  <a:lnTo>
                    <a:pt x="140220" y="147320"/>
                  </a:lnTo>
                  <a:lnTo>
                    <a:pt x="140563" y="149860"/>
                  </a:lnTo>
                  <a:lnTo>
                    <a:pt x="141008" y="151130"/>
                  </a:lnTo>
                  <a:lnTo>
                    <a:pt x="141249" y="152400"/>
                  </a:lnTo>
                  <a:lnTo>
                    <a:pt x="141351" y="153670"/>
                  </a:lnTo>
                  <a:lnTo>
                    <a:pt x="141452" y="154940"/>
                  </a:lnTo>
                  <a:lnTo>
                    <a:pt x="141554" y="156210"/>
                  </a:lnTo>
                  <a:lnTo>
                    <a:pt x="141655" y="157480"/>
                  </a:lnTo>
                  <a:lnTo>
                    <a:pt x="141732" y="158750"/>
                  </a:lnTo>
                  <a:lnTo>
                    <a:pt x="141859" y="162560"/>
                  </a:lnTo>
                  <a:lnTo>
                    <a:pt x="141884" y="163830"/>
                  </a:lnTo>
                  <a:lnTo>
                    <a:pt x="142036" y="163830"/>
                  </a:lnTo>
                  <a:lnTo>
                    <a:pt x="141884" y="165100"/>
                  </a:lnTo>
                  <a:lnTo>
                    <a:pt x="141503" y="166370"/>
                  </a:lnTo>
                  <a:lnTo>
                    <a:pt x="141008" y="166370"/>
                  </a:lnTo>
                  <a:lnTo>
                    <a:pt x="141008" y="167640"/>
                  </a:lnTo>
                  <a:lnTo>
                    <a:pt x="141249" y="168910"/>
                  </a:lnTo>
                  <a:lnTo>
                    <a:pt x="141452" y="170180"/>
                  </a:lnTo>
                  <a:lnTo>
                    <a:pt x="141503" y="171450"/>
                  </a:lnTo>
                  <a:lnTo>
                    <a:pt x="141008" y="172720"/>
                  </a:lnTo>
                  <a:lnTo>
                    <a:pt x="141008" y="175260"/>
                  </a:lnTo>
                  <a:lnTo>
                    <a:pt x="140804" y="176530"/>
                  </a:lnTo>
                  <a:lnTo>
                    <a:pt x="140804" y="187960"/>
                  </a:lnTo>
                  <a:lnTo>
                    <a:pt x="141008" y="189230"/>
                  </a:lnTo>
                  <a:lnTo>
                    <a:pt x="141249" y="189230"/>
                  </a:lnTo>
                  <a:lnTo>
                    <a:pt x="141808" y="193040"/>
                  </a:lnTo>
                  <a:lnTo>
                    <a:pt x="146735" y="203200"/>
                  </a:lnTo>
                  <a:lnTo>
                    <a:pt x="149517" y="203200"/>
                  </a:lnTo>
                  <a:lnTo>
                    <a:pt x="149898" y="204470"/>
                  </a:lnTo>
                  <a:lnTo>
                    <a:pt x="150202" y="205740"/>
                  </a:lnTo>
                  <a:lnTo>
                    <a:pt x="150622" y="208280"/>
                  </a:lnTo>
                  <a:lnTo>
                    <a:pt x="150685" y="209550"/>
                  </a:lnTo>
                  <a:lnTo>
                    <a:pt x="151752" y="209550"/>
                  </a:lnTo>
                  <a:lnTo>
                    <a:pt x="152654" y="210820"/>
                  </a:lnTo>
                  <a:lnTo>
                    <a:pt x="154749" y="212090"/>
                  </a:lnTo>
                  <a:lnTo>
                    <a:pt x="155486" y="212090"/>
                  </a:lnTo>
                  <a:lnTo>
                    <a:pt x="155486" y="209550"/>
                  </a:lnTo>
                  <a:lnTo>
                    <a:pt x="154863" y="209550"/>
                  </a:lnTo>
                  <a:lnTo>
                    <a:pt x="154063" y="208280"/>
                  </a:lnTo>
                  <a:lnTo>
                    <a:pt x="153695" y="207010"/>
                  </a:lnTo>
                  <a:lnTo>
                    <a:pt x="153073" y="205740"/>
                  </a:lnTo>
                  <a:lnTo>
                    <a:pt x="152654" y="204470"/>
                  </a:lnTo>
                  <a:lnTo>
                    <a:pt x="152184" y="204470"/>
                  </a:lnTo>
                  <a:lnTo>
                    <a:pt x="151968" y="203200"/>
                  </a:lnTo>
                  <a:lnTo>
                    <a:pt x="156057" y="203200"/>
                  </a:lnTo>
                  <a:lnTo>
                    <a:pt x="157848" y="204470"/>
                  </a:lnTo>
                  <a:lnTo>
                    <a:pt x="158051" y="205740"/>
                  </a:lnTo>
                  <a:lnTo>
                    <a:pt x="158051" y="210820"/>
                  </a:lnTo>
                  <a:lnTo>
                    <a:pt x="158445" y="210820"/>
                  </a:lnTo>
                  <a:lnTo>
                    <a:pt x="158800" y="212090"/>
                  </a:lnTo>
                  <a:lnTo>
                    <a:pt x="159080" y="213360"/>
                  </a:lnTo>
                  <a:lnTo>
                    <a:pt x="159080" y="211785"/>
                  </a:lnTo>
                  <a:lnTo>
                    <a:pt x="158800" y="210820"/>
                  </a:lnTo>
                  <a:lnTo>
                    <a:pt x="158673" y="209550"/>
                  </a:lnTo>
                  <a:lnTo>
                    <a:pt x="159512" y="209550"/>
                  </a:lnTo>
                  <a:lnTo>
                    <a:pt x="160858" y="210820"/>
                  </a:lnTo>
                  <a:lnTo>
                    <a:pt x="161899" y="212090"/>
                  </a:lnTo>
                  <a:lnTo>
                    <a:pt x="162483" y="214426"/>
                  </a:lnTo>
                  <a:lnTo>
                    <a:pt x="162483" y="211366"/>
                  </a:lnTo>
                  <a:lnTo>
                    <a:pt x="161836" y="210820"/>
                  </a:lnTo>
                  <a:lnTo>
                    <a:pt x="161607" y="210820"/>
                  </a:lnTo>
                  <a:lnTo>
                    <a:pt x="161048" y="209550"/>
                  </a:lnTo>
                  <a:lnTo>
                    <a:pt x="160477" y="209550"/>
                  </a:lnTo>
                  <a:lnTo>
                    <a:pt x="160235" y="208280"/>
                  </a:lnTo>
                  <a:lnTo>
                    <a:pt x="160083" y="207010"/>
                  </a:lnTo>
                  <a:lnTo>
                    <a:pt x="159880" y="207010"/>
                  </a:lnTo>
                  <a:lnTo>
                    <a:pt x="159270" y="205740"/>
                  </a:lnTo>
                  <a:lnTo>
                    <a:pt x="159080" y="205740"/>
                  </a:lnTo>
                  <a:lnTo>
                    <a:pt x="158775" y="204470"/>
                  </a:lnTo>
                  <a:lnTo>
                    <a:pt x="158165" y="203200"/>
                  </a:lnTo>
                  <a:lnTo>
                    <a:pt x="157048" y="201930"/>
                  </a:lnTo>
                  <a:lnTo>
                    <a:pt x="159791" y="201930"/>
                  </a:lnTo>
                  <a:lnTo>
                    <a:pt x="160743" y="203200"/>
                  </a:lnTo>
                  <a:lnTo>
                    <a:pt x="161251" y="203200"/>
                  </a:lnTo>
                  <a:lnTo>
                    <a:pt x="161188" y="207010"/>
                  </a:lnTo>
                  <a:lnTo>
                    <a:pt x="161429" y="208280"/>
                  </a:lnTo>
                  <a:lnTo>
                    <a:pt x="162090" y="208280"/>
                  </a:lnTo>
                  <a:lnTo>
                    <a:pt x="163372" y="209550"/>
                  </a:lnTo>
                  <a:lnTo>
                    <a:pt x="164744" y="209550"/>
                  </a:lnTo>
                  <a:lnTo>
                    <a:pt x="166268" y="210820"/>
                  </a:lnTo>
                  <a:lnTo>
                    <a:pt x="167474" y="210820"/>
                  </a:lnTo>
                  <a:lnTo>
                    <a:pt x="167792" y="212090"/>
                  </a:lnTo>
                  <a:lnTo>
                    <a:pt x="167944" y="213360"/>
                  </a:lnTo>
                  <a:lnTo>
                    <a:pt x="167944" y="208280"/>
                  </a:lnTo>
                  <a:lnTo>
                    <a:pt x="166179" y="208280"/>
                  </a:lnTo>
                  <a:lnTo>
                    <a:pt x="165341" y="207010"/>
                  </a:lnTo>
                  <a:lnTo>
                    <a:pt x="165125" y="207010"/>
                  </a:lnTo>
                  <a:lnTo>
                    <a:pt x="165061" y="204470"/>
                  </a:lnTo>
                  <a:lnTo>
                    <a:pt x="164477" y="204470"/>
                  </a:lnTo>
                  <a:lnTo>
                    <a:pt x="162648" y="201930"/>
                  </a:lnTo>
                  <a:lnTo>
                    <a:pt x="160591" y="200660"/>
                  </a:lnTo>
                  <a:lnTo>
                    <a:pt x="152184" y="200660"/>
                  </a:lnTo>
                  <a:lnTo>
                    <a:pt x="151752" y="199390"/>
                  </a:lnTo>
                  <a:lnTo>
                    <a:pt x="151091" y="198120"/>
                  </a:lnTo>
                  <a:lnTo>
                    <a:pt x="150406" y="196850"/>
                  </a:lnTo>
                  <a:lnTo>
                    <a:pt x="150202" y="195580"/>
                  </a:lnTo>
                  <a:lnTo>
                    <a:pt x="150202" y="194310"/>
                  </a:lnTo>
                  <a:lnTo>
                    <a:pt x="150050" y="193040"/>
                  </a:lnTo>
                  <a:lnTo>
                    <a:pt x="150050" y="199390"/>
                  </a:lnTo>
                  <a:lnTo>
                    <a:pt x="149898" y="200660"/>
                  </a:lnTo>
                  <a:lnTo>
                    <a:pt x="149148" y="199390"/>
                  </a:lnTo>
                  <a:lnTo>
                    <a:pt x="148805" y="199390"/>
                  </a:lnTo>
                  <a:lnTo>
                    <a:pt x="148297" y="198120"/>
                  </a:lnTo>
                  <a:lnTo>
                    <a:pt x="147421" y="196850"/>
                  </a:lnTo>
                  <a:lnTo>
                    <a:pt x="147104" y="196850"/>
                  </a:lnTo>
                  <a:lnTo>
                    <a:pt x="146050" y="195580"/>
                  </a:lnTo>
                  <a:lnTo>
                    <a:pt x="145846" y="195580"/>
                  </a:lnTo>
                  <a:lnTo>
                    <a:pt x="145516" y="194310"/>
                  </a:lnTo>
                  <a:lnTo>
                    <a:pt x="145516" y="198120"/>
                  </a:lnTo>
                  <a:lnTo>
                    <a:pt x="147180" y="200660"/>
                  </a:lnTo>
                  <a:lnTo>
                    <a:pt x="149364" y="201930"/>
                  </a:lnTo>
                  <a:lnTo>
                    <a:pt x="147180" y="201930"/>
                  </a:lnTo>
                  <a:lnTo>
                    <a:pt x="142201" y="189230"/>
                  </a:lnTo>
                  <a:lnTo>
                    <a:pt x="141884" y="186690"/>
                  </a:lnTo>
                  <a:lnTo>
                    <a:pt x="143852" y="165100"/>
                  </a:lnTo>
                  <a:lnTo>
                    <a:pt x="143967" y="158750"/>
                  </a:lnTo>
                  <a:lnTo>
                    <a:pt x="144081" y="157480"/>
                  </a:lnTo>
                  <a:lnTo>
                    <a:pt x="144259" y="156210"/>
                  </a:lnTo>
                  <a:lnTo>
                    <a:pt x="144259" y="153670"/>
                  </a:lnTo>
                  <a:lnTo>
                    <a:pt x="144081" y="153670"/>
                  </a:lnTo>
                  <a:lnTo>
                    <a:pt x="144081" y="152400"/>
                  </a:lnTo>
                  <a:lnTo>
                    <a:pt x="143878" y="152400"/>
                  </a:lnTo>
                  <a:lnTo>
                    <a:pt x="143446" y="151130"/>
                  </a:lnTo>
                  <a:lnTo>
                    <a:pt x="143256" y="149860"/>
                  </a:lnTo>
                  <a:lnTo>
                    <a:pt x="143256" y="148590"/>
                  </a:lnTo>
                  <a:lnTo>
                    <a:pt x="143446" y="148590"/>
                  </a:lnTo>
                  <a:lnTo>
                    <a:pt x="143878" y="147320"/>
                  </a:lnTo>
                  <a:lnTo>
                    <a:pt x="144500" y="147320"/>
                  </a:lnTo>
                  <a:lnTo>
                    <a:pt x="144983" y="148590"/>
                  </a:lnTo>
                  <a:lnTo>
                    <a:pt x="146227" y="148590"/>
                  </a:lnTo>
                  <a:lnTo>
                    <a:pt x="146862" y="151130"/>
                  </a:lnTo>
                  <a:lnTo>
                    <a:pt x="147104" y="152400"/>
                  </a:lnTo>
                  <a:lnTo>
                    <a:pt x="147027" y="165100"/>
                  </a:lnTo>
                  <a:lnTo>
                    <a:pt x="146939" y="166370"/>
                  </a:lnTo>
                  <a:lnTo>
                    <a:pt x="146862" y="170180"/>
                  </a:lnTo>
                  <a:lnTo>
                    <a:pt x="146481" y="171450"/>
                  </a:lnTo>
                  <a:lnTo>
                    <a:pt x="145846" y="173990"/>
                  </a:lnTo>
                  <a:lnTo>
                    <a:pt x="145516" y="176530"/>
                  </a:lnTo>
                  <a:lnTo>
                    <a:pt x="144983" y="179070"/>
                  </a:lnTo>
                  <a:lnTo>
                    <a:pt x="144500" y="181610"/>
                  </a:lnTo>
                  <a:lnTo>
                    <a:pt x="144500" y="182880"/>
                  </a:lnTo>
                  <a:lnTo>
                    <a:pt x="144767" y="184150"/>
                  </a:lnTo>
                  <a:lnTo>
                    <a:pt x="145275" y="185420"/>
                  </a:lnTo>
                  <a:lnTo>
                    <a:pt x="146050" y="187960"/>
                  </a:lnTo>
                  <a:lnTo>
                    <a:pt x="146532" y="189230"/>
                  </a:lnTo>
                  <a:lnTo>
                    <a:pt x="147180" y="191770"/>
                  </a:lnTo>
                  <a:lnTo>
                    <a:pt x="147421" y="193040"/>
                  </a:lnTo>
                  <a:lnTo>
                    <a:pt x="147612" y="194310"/>
                  </a:lnTo>
                  <a:lnTo>
                    <a:pt x="147929" y="194310"/>
                  </a:lnTo>
                  <a:lnTo>
                    <a:pt x="149148" y="196850"/>
                  </a:lnTo>
                  <a:lnTo>
                    <a:pt x="149669" y="198120"/>
                  </a:lnTo>
                  <a:lnTo>
                    <a:pt x="150050" y="199390"/>
                  </a:lnTo>
                  <a:lnTo>
                    <a:pt x="150050" y="193040"/>
                  </a:lnTo>
                  <a:lnTo>
                    <a:pt x="149669" y="191770"/>
                  </a:lnTo>
                  <a:lnTo>
                    <a:pt x="149186" y="190500"/>
                  </a:lnTo>
                  <a:lnTo>
                    <a:pt x="148120" y="186690"/>
                  </a:lnTo>
                  <a:lnTo>
                    <a:pt x="147180" y="185420"/>
                  </a:lnTo>
                  <a:lnTo>
                    <a:pt x="146481" y="182880"/>
                  </a:lnTo>
                  <a:lnTo>
                    <a:pt x="145757" y="181610"/>
                  </a:lnTo>
                  <a:lnTo>
                    <a:pt x="145757" y="180340"/>
                  </a:lnTo>
                  <a:lnTo>
                    <a:pt x="146227" y="179070"/>
                  </a:lnTo>
                  <a:lnTo>
                    <a:pt x="146735" y="177800"/>
                  </a:lnTo>
                  <a:lnTo>
                    <a:pt x="147104" y="176530"/>
                  </a:lnTo>
                  <a:lnTo>
                    <a:pt x="147421" y="176530"/>
                  </a:lnTo>
                  <a:lnTo>
                    <a:pt x="147840" y="175260"/>
                  </a:lnTo>
                  <a:lnTo>
                    <a:pt x="147929" y="173990"/>
                  </a:lnTo>
                  <a:lnTo>
                    <a:pt x="149186" y="171450"/>
                  </a:lnTo>
                  <a:lnTo>
                    <a:pt x="149301" y="170180"/>
                  </a:lnTo>
                  <a:lnTo>
                    <a:pt x="149428" y="168910"/>
                  </a:lnTo>
                  <a:lnTo>
                    <a:pt x="149517" y="149860"/>
                  </a:lnTo>
                  <a:lnTo>
                    <a:pt x="149898" y="148590"/>
                  </a:lnTo>
                  <a:lnTo>
                    <a:pt x="151968" y="148590"/>
                  </a:lnTo>
                  <a:lnTo>
                    <a:pt x="151968" y="147320"/>
                  </a:lnTo>
                  <a:lnTo>
                    <a:pt x="151968" y="146050"/>
                  </a:lnTo>
                  <a:lnTo>
                    <a:pt x="152184" y="144780"/>
                  </a:lnTo>
                  <a:lnTo>
                    <a:pt x="153314" y="144780"/>
                  </a:lnTo>
                  <a:lnTo>
                    <a:pt x="153695" y="143510"/>
                  </a:lnTo>
                  <a:lnTo>
                    <a:pt x="153377" y="143510"/>
                  </a:lnTo>
                  <a:lnTo>
                    <a:pt x="153225" y="142240"/>
                  </a:lnTo>
                  <a:lnTo>
                    <a:pt x="153784" y="140970"/>
                  </a:lnTo>
                  <a:lnTo>
                    <a:pt x="155041" y="140970"/>
                  </a:lnTo>
                  <a:lnTo>
                    <a:pt x="155346" y="139700"/>
                  </a:lnTo>
                  <a:lnTo>
                    <a:pt x="156476" y="139700"/>
                  </a:lnTo>
                  <a:lnTo>
                    <a:pt x="156756" y="138430"/>
                  </a:lnTo>
                  <a:lnTo>
                    <a:pt x="157314" y="135890"/>
                  </a:lnTo>
                  <a:lnTo>
                    <a:pt x="157480" y="135890"/>
                  </a:lnTo>
                  <a:lnTo>
                    <a:pt x="158051" y="134620"/>
                  </a:lnTo>
                  <a:lnTo>
                    <a:pt x="158445" y="134620"/>
                  </a:lnTo>
                  <a:lnTo>
                    <a:pt x="158800" y="133350"/>
                  </a:lnTo>
                  <a:lnTo>
                    <a:pt x="159512" y="133350"/>
                  </a:lnTo>
                  <a:lnTo>
                    <a:pt x="160083" y="132080"/>
                  </a:lnTo>
                  <a:lnTo>
                    <a:pt x="159791" y="130810"/>
                  </a:lnTo>
                  <a:lnTo>
                    <a:pt x="159550" y="129540"/>
                  </a:lnTo>
                  <a:lnTo>
                    <a:pt x="159880" y="129540"/>
                  </a:lnTo>
                  <a:lnTo>
                    <a:pt x="161429" y="128270"/>
                  </a:lnTo>
                  <a:lnTo>
                    <a:pt x="162534" y="127000"/>
                  </a:lnTo>
                  <a:lnTo>
                    <a:pt x="163372" y="127000"/>
                  </a:lnTo>
                  <a:lnTo>
                    <a:pt x="164477" y="125730"/>
                  </a:lnTo>
                  <a:lnTo>
                    <a:pt x="164680" y="124460"/>
                  </a:lnTo>
                  <a:lnTo>
                    <a:pt x="164058" y="123190"/>
                  </a:lnTo>
                  <a:lnTo>
                    <a:pt x="163982" y="122123"/>
                  </a:lnTo>
                  <a:lnTo>
                    <a:pt x="163969" y="121932"/>
                  </a:lnTo>
                  <a:lnTo>
                    <a:pt x="165061" y="120650"/>
                  </a:lnTo>
                  <a:lnTo>
                    <a:pt x="166179" y="119303"/>
                  </a:lnTo>
                  <a:lnTo>
                    <a:pt x="166903" y="116840"/>
                  </a:lnTo>
                  <a:lnTo>
                    <a:pt x="167538" y="115570"/>
                  </a:lnTo>
                  <a:lnTo>
                    <a:pt x="167792" y="114300"/>
                  </a:lnTo>
                  <a:lnTo>
                    <a:pt x="167195" y="113030"/>
                  </a:lnTo>
                  <a:lnTo>
                    <a:pt x="166624" y="113030"/>
                  </a:lnTo>
                  <a:lnTo>
                    <a:pt x="166865" y="111760"/>
                  </a:lnTo>
                  <a:lnTo>
                    <a:pt x="167474" y="111760"/>
                  </a:lnTo>
                  <a:lnTo>
                    <a:pt x="167792" y="110490"/>
                  </a:lnTo>
                  <a:lnTo>
                    <a:pt x="168884" y="109220"/>
                  </a:lnTo>
                  <a:lnTo>
                    <a:pt x="169672" y="106680"/>
                  </a:lnTo>
                  <a:lnTo>
                    <a:pt x="169913" y="105410"/>
                  </a:lnTo>
                  <a:lnTo>
                    <a:pt x="169672" y="104140"/>
                  </a:lnTo>
                  <a:lnTo>
                    <a:pt x="168884" y="102870"/>
                  </a:lnTo>
                  <a:lnTo>
                    <a:pt x="168783" y="102654"/>
                  </a:lnTo>
                  <a:lnTo>
                    <a:pt x="168300" y="101600"/>
                  </a:lnTo>
                  <a:lnTo>
                    <a:pt x="168694" y="100330"/>
                  </a:lnTo>
                  <a:lnTo>
                    <a:pt x="169138" y="99060"/>
                  </a:lnTo>
                  <a:lnTo>
                    <a:pt x="169138" y="97790"/>
                  </a:lnTo>
                  <a:lnTo>
                    <a:pt x="168884" y="96520"/>
                  </a:lnTo>
                  <a:lnTo>
                    <a:pt x="168694" y="95250"/>
                  </a:lnTo>
                  <a:lnTo>
                    <a:pt x="168186" y="93980"/>
                  </a:lnTo>
                  <a:lnTo>
                    <a:pt x="167195" y="92710"/>
                  </a:lnTo>
                  <a:lnTo>
                    <a:pt x="167195" y="104140"/>
                  </a:lnTo>
                  <a:lnTo>
                    <a:pt x="166865" y="105410"/>
                  </a:lnTo>
                  <a:lnTo>
                    <a:pt x="165976" y="105410"/>
                  </a:lnTo>
                  <a:lnTo>
                    <a:pt x="165468" y="106680"/>
                  </a:lnTo>
                  <a:lnTo>
                    <a:pt x="164680" y="106680"/>
                  </a:lnTo>
                  <a:lnTo>
                    <a:pt x="163245" y="107950"/>
                  </a:lnTo>
                  <a:lnTo>
                    <a:pt x="162928" y="108521"/>
                  </a:lnTo>
                  <a:lnTo>
                    <a:pt x="162928" y="115570"/>
                  </a:lnTo>
                  <a:lnTo>
                    <a:pt x="162648" y="116840"/>
                  </a:lnTo>
                  <a:lnTo>
                    <a:pt x="162534" y="118110"/>
                  </a:lnTo>
                  <a:lnTo>
                    <a:pt x="161886" y="119303"/>
                  </a:lnTo>
                  <a:lnTo>
                    <a:pt x="160896" y="119303"/>
                  </a:lnTo>
                  <a:lnTo>
                    <a:pt x="160274" y="120650"/>
                  </a:lnTo>
                  <a:lnTo>
                    <a:pt x="159169" y="120650"/>
                  </a:lnTo>
                  <a:lnTo>
                    <a:pt x="158445" y="121920"/>
                  </a:lnTo>
                  <a:lnTo>
                    <a:pt x="159334" y="123190"/>
                  </a:lnTo>
                  <a:lnTo>
                    <a:pt x="160083" y="123190"/>
                  </a:lnTo>
                  <a:lnTo>
                    <a:pt x="160274" y="124460"/>
                  </a:lnTo>
                  <a:lnTo>
                    <a:pt x="160858" y="124460"/>
                  </a:lnTo>
                  <a:lnTo>
                    <a:pt x="159639" y="125730"/>
                  </a:lnTo>
                  <a:lnTo>
                    <a:pt x="158673" y="125730"/>
                  </a:lnTo>
                  <a:lnTo>
                    <a:pt x="157137" y="123190"/>
                  </a:lnTo>
                  <a:lnTo>
                    <a:pt x="157187" y="119303"/>
                  </a:lnTo>
                  <a:lnTo>
                    <a:pt x="158051" y="118110"/>
                  </a:lnTo>
                  <a:lnTo>
                    <a:pt x="159639" y="116840"/>
                  </a:lnTo>
                  <a:lnTo>
                    <a:pt x="160083" y="116840"/>
                  </a:lnTo>
                  <a:lnTo>
                    <a:pt x="160274" y="115570"/>
                  </a:lnTo>
                  <a:lnTo>
                    <a:pt x="160896" y="115570"/>
                  </a:lnTo>
                  <a:lnTo>
                    <a:pt x="161048" y="114300"/>
                  </a:lnTo>
                  <a:lnTo>
                    <a:pt x="160743" y="113030"/>
                  </a:lnTo>
                  <a:lnTo>
                    <a:pt x="161302" y="113030"/>
                  </a:lnTo>
                  <a:lnTo>
                    <a:pt x="162394" y="114300"/>
                  </a:lnTo>
                  <a:lnTo>
                    <a:pt x="162928" y="115570"/>
                  </a:lnTo>
                  <a:lnTo>
                    <a:pt x="162928" y="108521"/>
                  </a:lnTo>
                  <a:lnTo>
                    <a:pt x="162534" y="109220"/>
                  </a:lnTo>
                  <a:lnTo>
                    <a:pt x="162648" y="110490"/>
                  </a:lnTo>
                  <a:lnTo>
                    <a:pt x="161188" y="110490"/>
                  </a:lnTo>
                  <a:lnTo>
                    <a:pt x="161251" y="109220"/>
                  </a:lnTo>
                  <a:lnTo>
                    <a:pt x="160921" y="107950"/>
                  </a:lnTo>
                  <a:lnTo>
                    <a:pt x="159334" y="106680"/>
                  </a:lnTo>
                  <a:lnTo>
                    <a:pt x="158445" y="106680"/>
                  </a:lnTo>
                  <a:lnTo>
                    <a:pt x="157848" y="105410"/>
                  </a:lnTo>
                  <a:lnTo>
                    <a:pt x="157480" y="104825"/>
                  </a:lnTo>
                  <a:lnTo>
                    <a:pt x="157480" y="111760"/>
                  </a:lnTo>
                  <a:lnTo>
                    <a:pt x="157480" y="113030"/>
                  </a:lnTo>
                  <a:lnTo>
                    <a:pt x="157137" y="114300"/>
                  </a:lnTo>
                  <a:lnTo>
                    <a:pt x="156476" y="114300"/>
                  </a:lnTo>
                  <a:lnTo>
                    <a:pt x="155816" y="115570"/>
                  </a:lnTo>
                  <a:lnTo>
                    <a:pt x="155346" y="115570"/>
                  </a:lnTo>
                  <a:lnTo>
                    <a:pt x="155105" y="116840"/>
                  </a:lnTo>
                  <a:lnTo>
                    <a:pt x="155105" y="118110"/>
                  </a:lnTo>
                  <a:lnTo>
                    <a:pt x="155105" y="125730"/>
                  </a:lnTo>
                  <a:lnTo>
                    <a:pt x="155105" y="127000"/>
                  </a:lnTo>
                  <a:lnTo>
                    <a:pt x="154863" y="128270"/>
                  </a:lnTo>
                  <a:lnTo>
                    <a:pt x="154228" y="129540"/>
                  </a:lnTo>
                  <a:lnTo>
                    <a:pt x="153784" y="129540"/>
                  </a:lnTo>
                  <a:lnTo>
                    <a:pt x="153314" y="130810"/>
                  </a:lnTo>
                  <a:lnTo>
                    <a:pt x="152438" y="130810"/>
                  </a:lnTo>
                  <a:lnTo>
                    <a:pt x="152184" y="132080"/>
                  </a:lnTo>
                  <a:lnTo>
                    <a:pt x="151752" y="132080"/>
                  </a:lnTo>
                  <a:lnTo>
                    <a:pt x="150901" y="133350"/>
                  </a:lnTo>
                  <a:lnTo>
                    <a:pt x="151752" y="134620"/>
                  </a:lnTo>
                  <a:lnTo>
                    <a:pt x="152349" y="134620"/>
                  </a:lnTo>
                  <a:lnTo>
                    <a:pt x="152438" y="135890"/>
                  </a:lnTo>
                  <a:lnTo>
                    <a:pt x="150406" y="135890"/>
                  </a:lnTo>
                  <a:lnTo>
                    <a:pt x="150050" y="134620"/>
                  </a:lnTo>
                  <a:lnTo>
                    <a:pt x="150050" y="139700"/>
                  </a:lnTo>
                  <a:lnTo>
                    <a:pt x="149148" y="139700"/>
                  </a:lnTo>
                  <a:lnTo>
                    <a:pt x="148704" y="140970"/>
                  </a:lnTo>
                  <a:lnTo>
                    <a:pt x="148120" y="140970"/>
                  </a:lnTo>
                  <a:lnTo>
                    <a:pt x="147612" y="142240"/>
                  </a:lnTo>
                  <a:lnTo>
                    <a:pt x="147104" y="142240"/>
                  </a:lnTo>
                  <a:lnTo>
                    <a:pt x="148501" y="144780"/>
                  </a:lnTo>
                  <a:lnTo>
                    <a:pt x="148894" y="146050"/>
                  </a:lnTo>
                  <a:lnTo>
                    <a:pt x="146735" y="146050"/>
                  </a:lnTo>
                  <a:lnTo>
                    <a:pt x="145275" y="144780"/>
                  </a:lnTo>
                  <a:lnTo>
                    <a:pt x="145161" y="143510"/>
                  </a:lnTo>
                  <a:lnTo>
                    <a:pt x="144983" y="143510"/>
                  </a:lnTo>
                  <a:lnTo>
                    <a:pt x="145161" y="142240"/>
                  </a:lnTo>
                  <a:lnTo>
                    <a:pt x="145846" y="140970"/>
                  </a:lnTo>
                  <a:lnTo>
                    <a:pt x="146481" y="140970"/>
                  </a:lnTo>
                  <a:lnTo>
                    <a:pt x="146481" y="139700"/>
                  </a:lnTo>
                  <a:lnTo>
                    <a:pt x="144983" y="139700"/>
                  </a:lnTo>
                  <a:lnTo>
                    <a:pt x="143256" y="140970"/>
                  </a:lnTo>
                  <a:lnTo>
                    <a:pt x="142570" y="140970"/>
                  </a:lnTo>
                  <a:lnTo>
                    <a:pt x="142570" y="143510"/>
                  </a:lnTo>
                  <a:lnTo>
                    <a:pt x="142570" y="144780"/>
                  </a:lnTo>
                  <a:lnTo>
                    <a:pt x="140436" y="144780"/>
                  </a:lnTo>
                  <a:lnTo>
                    <a:pt x="140563" y="143510"/>
                  </a:lnTo>
                  <a:lnTo>
                    <a:pt x="141376" y="142240"/>
                  </a:lnTo>
                  <a:lnTo>
                    <a:pt x="142417" y="142240"/>
                  </a:lnTo>
                  <a:lnTo>
                    <a:pt x="142570" y="143510"/>
                  </a:lnTo>
                  <a:lnTo>
                    <a:pt x="142570" y="140970"/>
                  </a:lnTo>
                  <a:lnTo>
                    <a:pt x="141008" y="140970"/>
                  </a:lnTo>
                  <a:lnTo>
                    <a:pt x="139598" y="138430"/>
                  </a:lnTo>
                  <a:lnTo>
                    <a:pt x="139992" y="137160"/>
                  </a:lnTo>
                  <a:lnTo>
                    <a:pt x="140119" y="134620"/>
                  </a:lnTo>
                  <a:lnTo>
                    <a:pt x="140804" y="134620"/>
                  </a:lnTo>
                  <a:lnTo>
                    <a:pt x="142417" y="133350"/>
                  </a:lnTo>
                  <a:lnTo>
                    <a:pt x="142760" y="132080"/>
                  </a:lnTo>
                  <a:lnTo>
                    <a:pt x="142913" y="132080"/>
                  </a:lnTo>
                  <a:lnTo>
                    <a:pt x="143598" y="133350"/>
                  </a:lnTo>
                  <a:lnTo>
                    <a:pt x="143878" y="133350"/>
                  </a:lnTo>
                  <a:lnTo>
                    <a:pt x="143598" y="134620"/>
                  </a:lnTo>
                  <a:lnTo>
                    <a:pt x="142570" y="134620"/>
                  </a:lnTo>
                  <a:lnTo>
                    <a:pt x="142290" y="135890"/>
                  </a:lnTo>
                  <a:lnTo>
                    <a:pt x="141452" y="135890"/>
                  </a:lnTo>
                  <a:lnTo>
                    <a:pt x="140804" y="137160"/>
                  </a:lnTo>
                  <a:lnTo>
                    <a:pt x="140563" y="137160"/>
                  </a:lnTo>
                  <a:lnTo>
                    <a:pt x="141376" y="138430"/>
                  </a:lnTo>
                  <a:lnTo>
                    <a:pt x="141884" y="139700"/>
                  </a:lnTo>
                  <a:lnTo>
                    <a:pt x="143446" y="139700"/>
                  </a:lnTo>
                  <a:lnTo>
                    <a:pt x="144081" y="138430"/>
                  </a:lnTo>
                  <a:lnTo>
                    <a:pt x="149669" y="138430"/>
                  </a:lnTo>
                  <a:lnTo>
                    <a:pt x="150050" y="139700"/>
                  </a:lnTo>
                  <a:lnTo>
                    <a:pt x="150050" y="134620"/>
                  </a:lnTo>
                  <a:lnTo>
                    <a:pt x="149186" y="133350"/>
                  </a:lnTo>
                  <a:lnTo>
                    <a:pt x="149517" y="130810"/>
                  </a:lnTo>
                  <a:lnTo>
                    <a:pt x="150901" y="129540"/>
                  </a:lnTo>
                  <a:lnTo>
                    <a:pt x="151307" y="129540"/>
                  </a:lnTo>
                  <a:lnTo>
                    <a:pt x="151752" y="128270"/>
                  </a:lnTo>
                  <a:lnTo>
                    <a:pt x="153314" y="128270"/>
                  </a:lnTo>
                  <a:lnTo>
                    <a:pt x="153936" y="127000"/>
                  </a:lnTo>
                  <a:lnTo>
                    <a:pt x="154063" y="125730"/>
                  </a:lnTo>
                  <a:lnTo>
                    <a:pt x="155105" y="125730"/>
                  </a:lnTo>
                  <a:lnTo>
                    <a:pt x="155105" y="118110"/>
                  </a:lnTo>
                  <a:lnTo>
                    <a:pt x="154749" y="120650"/>
                  </a:lnTo>
                  <a:lnTo>
                    <a:pt x="152438" y="118110"/>
                  </a:lnTo>
                  <a:lnTo>
                    <a:pt x="152349" y="115570"/>
                  </a:lnTo>
                  <a:lnTo>
                    <a:pt x="154114" y="113030"/>
                  </a:lnTo>
                  <a:lnTo>
                    <a:pt x="154863" y="111760"/>
                  </a:lnTo>
                  <a:lnTo>
                    <a:pt x="155346" y="110490"/>
                  </a:lnTo>
                  <a:lnTo>
                    <a:pt x="155943" y="110490"/>
                  </a:lnTo>
                  <a:lnTo>
                    <a:pt x="156057" y="109220"/>
                  </a:lnTo>
                  <a:lnTo>
                    <a:pt x="156768" y="109220"/>
                  </a:lnTo>
                  <a:lnTo>
                    <a:pt x="157048" y="110490"/>
                  </a:lnTo>
                  <a:lnTo>
                    <a:pt x="157480" y="111760"/>
                  </a:lnTo>
                  <a:lnTo>
                    <a:pt x="157480" y="104825"/>
                  </a:lnTo>
                  <a:lnTo>
                    <a:pt x="157048" y="104140"/>
                  </a:lnTo>
                  <a:lnTo>
                    <a:pt x="156768" y="104140"/>
                  </a:lnTo>
                  <a:lnTo>
                    <a:pt x="157480" y="102870"/>
                  </a:lnTo>
                  <a:lnTo>
                    <a:pt x="157581" y="102654"/>
                  </a:lnTo>
                  <a:lnTo>
                    <a:pt x="158076" y="101600"/>
                  </a:lnTo>
                  <a:lnTo>
                    <a:pt x="158673" y="100330"/>
                  </a:lnTo>
                  <a:lnTo>
                    <a:pt x="159512" y="99060"/>
                  </a:lnTo>
                  <a:lnTo>
                    <a:pt x="161251" y="97790"/>
                  </a:lnTo>
                  <a:lnTo>
                    <a:pt x="161429" y="96520"/>
                  </a:lnTo>
                  <a:lnTo>
                    <a:pt x="161759" y="96520"/>
                  </a:lnTo>
                  <a:lnTo>
                    <a:pt x="162394" y="95250"/>
                  </a:lnTo>
                  <a:lnTo>
                    <a:pt x="163969" y="95250"/>
                  </a:lnTo>
                  <a:lnTo>
                    <a:pt x="163969" y="96520"/>
                  </a:lnTo>
                  <a:lnTo>
                    <a:pt x="164299" y="97790"/>
                  </a:lnTo>
                  <a:lnTo>
                    <a:pt x="163969" y="100330"/>
                  </a:lnTo>
                  <a:lnTo>
                    <a:pt x="162648" y="101600"/>
                  </a:lnTo>
                  <a:lnTo>
                    <a:pt x="161899" y="102870"/>
                  </a:lnTo>
                  <a:lnTo>
                    <a:pt x="161188" y="102870"/>
                  </a:lnTo>
                  <a:lnTo>
                    <a:pt x="160477" y="104140"/>
                  </a:lnTo>
                  <a:lnTo>
                    <a:pt x="159880" y="104140"/>
                  </a:lnTo>
                  <a:lnTo>
                    <a:pt x="160083" y="105410"/>
                  </a:lnTo>
                  <a:lnTo>
                    <a:pt x="160477" y="106680"/>
                  </a:lnTo>
                  <a:lnTo>
                    <a:pt x="161759" y="106680"/>
                  </a:lnTo>
                  <a:lnTo>
                    <a:pt x="162090" y="105410"/>
                  </a:lnTo>
                  <a:lnTo>
                    <a:pt x="162394" y="105410"/>
                  </a:lnTo>
                  <a:lnTo>
                    <a:pt x="162648" y="104140"/>
                  </a:lnTo>
                  <a:lnTo>
                    <a:pt x="163245" y="104140"/>
                  </a:lnTo>
                  <a:lnTo>
                    <a:pt x="163753" y="102870"/>
                  </a:lnTo>
                  <a:lnTo>
                    <a:pt x="164680" y="102870"/>
                  </a:lnTo>
                  <a:lnTo>
                    <a:pt x="164744" y="102654"/>
                  </a:lnTo>
                  <a:lnTo>
                    <a:pt x="165061" y="101600"/>
                  </a:lnTo>
                  <a:lnTo>
                    <a:pt x="166509" y="101600"/>
                  </a:lnTo>
                  <a:lnTo>
                    <a:pt x="166624" y="102870"/>
                  </a:lnTo>
                  <a:lnTo>
                    <a:pt x="167195" y="104140"/>
                  </a:lnTo>
                  <a:lnTo>
                    <a:pt x="167195" y="92710"/>
                  </a:lnTo>
                  <a:lnTo>
                    <a:pt x="166624" y="92710"/>
                  </a:lnTo>
                  <a:lnTo>
                    <a:pt x="166903" y="91440"/>
                  </a:lnTo>
                  <a:lnTo>
                    <a:pt x="167944" y="91440"/>
                  </a:lnTo>
                  <a:lnTo>
                    <a:pt x="167817" y="90424"/>
                  </a:lnTo>
                  <a:lnTo>
                    <a:pt x="167792" y="90170"/>
                  </a:lnTo>
                  <a:lnTo>
                    <a:pt x="167538" y="88900"/>
                  </a:lnTo>
                  <a:lnTo>
                    <a:pt x="167195" y="88900"/>
                  </a:lnTo>
                  <a:lnTo>
                    <a:pt x="166624" y="87630"/>
                  </a:lnTo>
                  <a:lnTo>
                    <a:pt x="166268" y="87630"/>
                  </a:lnTo>
                  <a:lnTo>
                    <a:pt x="165468" y="86360"/>
                  </a:lnTo>
                  <a:lnTo>
                    <a:pt x="164744" y="83820"/>
                  </a:lnTo>
                  <a:lnTo>
                    <a:pt x="164680" y="82550"/>
                  </a:lnTo>
                  <a:lnTo>
                    <a:pt x="164299" y="82550"/>
                  </a:lnTo>
                  <a:lnTo>
                    <a:pt x="163652" y="81280"/>
                  </a:lnTo>
                  <a:lnTo>
                    <a:pt x="163245" y="81280"/>
                  </a:lnTo>
                  <a:lnTo>
                    <a:pt x="163245" y="90170"/>
                  </a:lnTo>
                  <a:lnTo>
                    <a:pt x="162090" y="90170"/>
                  </a:lnTo>
                  <a:lnTo>
                    <a:pt x="161709" y="88900"/>
                  </a:lnTo>
                  <a:lnTo>
                    <a:pt x="160921" y="88900"/>
                  </a:lnTo>
                  <a:lnTo>
                    <a:pt x="160921" y="93980"/>
                  </a:lnTo>
                  <a:lnTo>
                    <a:pt x="160274" y="93980"/>
                  </a:lnTo>
                  <a:lnTo>
                    <a:pt x="160083" y="95250"/>
                  </a:lnTo>
                  <a:lnTo>
                    <a:pt x="158978" y="95250"/>
                  </a:lnTo>
                  <a:lnTo>
                    <a:pt x="158267" y="96520"/>
                  </a:lnTo>
                  <a:lnTo>
                    <a:pt x="157480" y="96520"/>
                  </a:lnTo>
                  <a:lnTo>
                    <a:pt x="156768" y="97790"/>
                  </a:lnTo>
                  <a:lnTo>
                    <a:pt x="156057" y="97790"/>
                  </a:lnTo>
                  <a:lnTo>
                    <a:pt x="155486" y="99060"/>
                  </a:lnTo>
                  <a:lnTo>
                    <a:pt x="155346" y="100330"/>
                  </a:lnTo>
                  <a:lnTo>
                    <a:pt x="155346" y="101600"/>
                  </a:lnTo>
                  <a:lnTo>
                    <a:pt x="154228" y="101600"/>
                  </a:lnTo>
                  <a:lnTo>
                    <a:pt x="154114" y="99060"/>
                  </a:lnTo>
                  <a:lnTo>
                    <a:pt x="153784" y="99060"/>
                  </a:lnTo>
                  <a:lnTo>
                    <a:pt x="153784" y="105410"/>
                  </a:lnTo>
                  <a:lnTo>
                    <a:pt x="152844" y="107950"/>
                  </a:lnTo>
                  <a:lnTo>
                    <a:pt x="151968" y="110490"/>
                  </a:lnTo>
                  <a:lnTo>
                    <a:pt x="150202" y="110490"/>
                  </a:lnTo>
                  <a:lnTo>
                    <a:pt x="149148" y="111760"/>
                  </a:lnTo>
                  <a:lnTo>
                    <a:pt x="148894" y="113030"/>
                  </a:lnTo>
                  <a:lnTo>
                    <a:pt x="149148" y="114300"/>
                  </a:lnTo>
                  <a:lnTo>
                    <a:pt x="149148" y="115570"/>
                  </a:lnTo>
                  <a:lnTo>
                    <a:pt x="149364" y="115570"/>
                  </a:lnTo>
                  <a:lnTo>
                    <a:pt x="149517" y="116840"/>
                  </a:lnTo>
                  <a:lnTo>
                    <a:pt x="149669" y="116840"/>
                  </a:lnTo>
                  <a:lnTo>
                    <a:pt x="149898" y="118110"/>
                  </a:lnTo>
                  <a:lnTo>
                    <a:pt x="149669" y="118110"/>
                  </a:lnTo>
                  <a:lnTo>
                    <a:pt x="149669" y="123190"/>
                  </a:lnTo>
                  <a:lnTo>
                    <a:pt x="149517" y="124460"/>
                  </a:lnTo>
                  <a:lnTo>
                    <a:pt x="148805" y="125730"/>
                  </a:lnTo>
                  <a:lnTo>
                    <a:pt x="147840" y="127000"/>
                  </a:lnTo>
                  <a:lnTo>
                    <a:pt x="147421" y="127000"/>
                  </a:lnTo>
                  <a:lnTo>
                    <a:pt x="146862" y="128270"/>
                  </a:lnTo>
                  <a:lnTo>
                    <a:pt x="146532" y="128270"/>
                  </a:lnTo>
                  <a:lnTo>
                    <a:pt x="147104" y="130810"/>
                  </a:lnTo>
                  <a:lnTo>
                    <a:pt x="147180" y="132080"/>
                  </a:lnTo>
                  <a:lnTo>
                    <a:pt x="147421" y="132080"/>
                  </a:lnTo>
                  <a:lnTo>
                    <a:pt x="147421" y="133350"/>
                  </a:lnTo>
                  <a:lnTo>
                    <a:pt x="146735" y="133350"/>
                  </a:lnTo>
                  <a:lnTo>
                    <a:pt x="145161" y="132080"/>
                  </a:lnTo>
                  <a:lnTo>
                    <a:pt x="144640" y="130810"/>
                  </a:lnTo>
                  <a:lnTo>
                    <a:pt x="144259" y="128270"/>
                  </a:lnTo>
                  <a:lnTo>
                    <a:pt x="143878" y="127000"/>
                  </a:lnTo>
                  <a:lnTo>
                    <a:pt x="144983" y="124460"/>
                  </a:lnTo>
                  <a:lnTo>
                    <a:pt x="146862" y="123190"/>
                  </a:lnTo>
                  <a:lnTo>
                    <a:pt x="147612" y="123190"/>
                  </a:lnTo>
                  <a:lnTo>
                    <a:pt x="148183" y="122123"/>
                  </a:lnTo>
                  <a:lnTo>
                    <a:pt x="148297" y="120650"/>
                  </a:lnTo>
                  <a:lnTo>
                    <a:pt x="149186" y="120650"/>
                  </a:lnTo>
                  <a:lnTo>
                    <a:pt x="149517" y="121920"/>
                  </a:lnTo>
                  <a:lnTo>
                    <a:pt x="149542" y="122123"/>
                  </a:lnTo>
                  <a:lnTo>
                    <a:pt x="149669" y="123190"/>
                  </a:lnTo>
                  <a:lnTo>
                    <a:pt x="149669" y="118110"/>
                  </a:lnTo>
                  <a:lnTo>
                    <a:pt x="149517" y="118110"/>
                  </a:lnTo>
                  <a:lnTo>
                    <a:pt x="149186" y="116840"/>
                  </a:lnTo>
                  <a:lnTo>
                    <a:pt x="148805" y="115570"/>
                  </a:lnTo>
                  <a:lnTo>
                    <a:pt x="148297" y="114300"/>
                  </a:lnTo>
                  <a:lnTo>
                    <a:pt x="147929" y="113030"/>
                  </a:lnTo>
                  <a:lnTo>
                    <a:pt x="146532" y="113030"/>
                  </a:lnTo>
                  <a:lnTo>
                    <a:pt x="151091" y="102870"/>
                  </a:lnTo>
                  <a:lnTo>
                    <a:pt x="152654" y="102870"/>
                  </a:lnTo>
                  <a:lnTo>
                    <a:pt x="153377" y="104140"/>
                  </a:lnTo>
                  <a:lnTo>
                    <a:pt x="153784" y="105410"/>
                  </a:lnTo>
                  <a:lnTo>
                    <a:pt x="153784" y="99060"/>
                  </a:lnTo>
                  <a:lnTo>
                    <a:pt x="150050" y="99060"/>
                  </a:lnTo>
                  <a:lnTo>
                    <a:pt x="149898" y="97790"/>
                  </a:lnTo>
                  <a:lnTo>
                    <a:pt x="149517" y="97790"/>
                  </a:lnTo>
                  <a:lnTo>
                    <a:pt x="148805" y="95250"/>
                  </a:lnTo>
                  <a:lnTo>
                    <a:pt x="148297" y="95250"/>
                  </a:lnTo>
                  <a:lnTo>
                    <a:pt x="148120" y="94602"/>
                  </a:lnTo>
                  <a:lnTo>
                    <a:pt x="148120" y="99060"/>
                  </a:lnTo>
                  <a:lnTo>
                    <a:pt x="148120" y="100330"/>
                  </a:lnTo>
                  <a:lnTo>
                    <a:pt x="147104" y="102870"/>
                  </a:lnTo>
                  <a:lnTo>
                    <a:pt x="146532" y="104140"/>
                  </a:lnTo>
                  <a:lnTo>
                    <a:pt x="146481" y="105410"/>
                  </a:lnTo>
                  <a:lnTo>
                    <a:pt x="145846" y="105410"/>
                  </a:lnTo>
                  <a:lnTo>
                    <a:pt x="145846" y="118110"/>
                  </a:lnTo>
                  <a:lnTo>
                    <a:pt x="145529" y="119303"/>
                  </a:lnTo>
                  <a:lnTo>
                    <a:pt x="145326" y="119303"/>
                  </a:lnTo>
                  <a:lnTo>
                    <a:pt x="143256" y="121920"/>
                  </a:lnTo>
                  <a:lnTo>
                    <a:pt x="142913" y="121920"/>
                  </a:lnTo>
                  <a:lnTo>
                    <a:pt x="142887" y="122123"/>
                  </a:lnTo>
                  <a:lnTo>
                    <a:pt x="142760" y="123190"/>
                  </a:lnTo>
                  <a:lnTo>
                    <a:pt x="142201" y="123190"/>
                  </a:lnTo>
                  <a:lnTo>
                    <a:pt x="142201" y="124460"/>
                  </a:lnTo>
                  <a:lnTo>
                    <a:pt x="143014" y="125945"/>
                  </a:lnTo>
                  <a:lnTo>
                    <a:pt x="143548" y="127000"/>
                  </a:lnTo>
                  <a:lnTo>
                    <a:pt x="141376" y="127000"/>
                  </a:lnTo>
                  <a:lnTo>
                    <a:pt x="140436" y="125730"/>
                  </a:lnTo>
                  <a:lnTo>
                    <a:pt x="140220" y="124460"/>
                  </a:lnTo>
                  <a:lnTo>
                    <a:pt x="140220" y="121920"/>
                  </a:lnTo>
                  <a:lnTo>
                    <a:pt x="140309" y="119303"/>
                  </a:lnTo>
                  <a:lnTo>
                    <a:pt x="141655" y="118110"/>
                  </a:lnTo>
                  <a:lnTo>
                    <a:pt x="142913" y="116840"/>
                  </a:lnTo>
                  <a:lnTo>
                    <a:pt x="144500" y="115570"/>
                  </a:lnTo>
                  <a:lnTo>
                    <a:pt x="145757" y="116840"/>
                  </a:lnTo>
                  <a:lnTo>
                    <a:pt x="145846" y="118110"/>
                  </a:lnTo>
                  <a:lnTo>
                    <a:pt x="145846" y="105410"/>
                  </a:lnTo>
                  <a:lnTo>
                    <a:pt x="145516" y="106680"/>
                  </a:lnTo>
                  <a:lnTo>
                    <a:pt x="144640" y="106680"/>
                  </a:lnTo>
                  <a:lnTo>
                    <a:pt x="144767" y="107950"/>
                  </a:lnTo>
                  <a:lnTo>
                    <a:pt x="145161" y="110490"/>
                  </a:lnTo>
                  <a:lnTo>
                    <a:pt x="144983" y="111760"/>
                  </a:lnTo>
                  <a:lnTo>
                    <a:pt x="144640" y="110490"/>
                  </a:lnTo>
                  <a:lnTo>
                    <a:pt x="143192" y="110490"/>
                  </a:lnTo>
                  <a:lnTo>
                    <a:pt x="142201" y="109220"/>
                  </a:lnTo>
                  <a:lnTo>
                    <a:pt x="142201" y="113030"/>
                  </a:lnTo>
                  <a:lnTo>
                    <a:pt x="141452" y="114300"/>
                  </a:lnTo>
                  <a:lnTo>
                    <a:pt x="139992" y="115570"/>
                  </a:lnTo>
                  <a:lnTo>
                    <a:pt x="139598" y="116840"/>
                  </a:lnTo>
                  <a:lnTo>
                    <a:pt x="139458" y="116840"/>
                  </a:lnTo>
                  <a:lnTo>
                    <a:pt x="139458" y="127000"/>
                  </a:lnTo>
                  <a:lnTo>
                    <a:pt x="139065" y="128270"/>
                  </a:lnTo>
                  <a:lnTo>
                    <a:pt x="138442" y="128270"/>
                  </a:lnTo>
                  <a:lnTo>
                    <a:pt x="138341" y="128511"/>
                  </a:lnTo>
                  <a:lnTo>
                    <a:pt x="138341" y="138430"/>
                  </a:lnTo>
                  <a:lnTo>
                    <a:pt x="137807" y="138430"/>
                  </a:lnTo>
                  <a:lnTo>
                    <a:pt x="137629" y="139700"/>
                  </a:lnTo>
                  <a:lnTo>
                    <a:pt x="137337" y="139700"/>
                  </a:lnTo>
                  <a:lnTo>
                    <a:pt x="137033" y="140970"/>
                  </a:lnTo>
                  <a:lnTo>
                    <a:pt x="136740" y="140970"/>
                  </a:lnTo>
                  <a:lnTo>
                    <a:pt x="136372" y="139700"/>
                  </a:lnTo>
                  <a:lnTo>
                    <a:pt x="135458" y="139700"/>
                  </a:lnTo>
                  <a:lnTo>
                    <a:pt x="135394" y="138430"/>
                  </a:lnTo>
                  <a:lnTo>
                    <a:pt x="135089" y="137160"/>
                  </a:lnTo>
                  <a:lnTo>
                    <a:pt x="137629" y="137160"/>
                  </a:lnTo>
                  <a:lnTo>
                    <a:pt x="138341" y="138430"/>
                  </a:lnTo>
                  <a:lnTo>
                    <a:pt x="138341" y="128511"/>
                  </a:lnTo>
                  <a:lnTo>
                    <a:pt x="137896" y="129540"/>
                  </a:lnTo>
                  <a:lnTo>
                    <a:pt x="137744" y="129540"/>
                  </a:lnTo>
                  <a:lnTo>
                    <a:pt x="137629" y="132080"/>
                  </a:lnTo>
                  <a:lnTo>
                    <a:pt x="137452" y="133350"/>
                  </a:lnTo>
                  <a:lnTo>
                    <a:pt x="138049" y="134620"/>
                  </a:lnTo>
                  <a:lnTo>
                    <a:pt x="136525" y="134620"/>
                  </a:lnTo>
                  <a:lnTo>
                    <a:pt x="135394" y="132080"/>
                  </a:lnTo>
                  <a:lnTo>
                    <a:pt x="135750" y="130810"/>
                  </a:lnTo>
                  <a:lnTo>
                    <a:pt x="136372" y="128270"/>
                  </a:lnTo>
                  <a:lnTo>
                    <a:pt x="137337" y="127000"/>
                  </a:lnTo>
                  <a:lnTo>
                    <a:pt x="138341" y="125730"/>
                  </a:lnTo>
                  <a:lnTo>
                    <a:pt x="138747" y="124460"/>
                  </a:lnTo>
                  <a:lnTo>
                    <a:pt x="139433" y="125730"/>
                  </a:lnTo>
                  <a:lnTo>
                    <a:pt x="139458" y="127000"/>
                  </a:lnTo>
                  <a:lnTo>
                    <a:pt x="139458" y="116840"/>
                  </a:lnTo>
                  <a:lnTo>
                    <a:pt x="138861" y="116840"/>
                  </a:lnTo>
                  <a:lnTo>
                    <a:pt x="137629" y="118110"/>
                  </a:lnTo>
                  <a:lnTo>
                    <a:pt x="137350" y="119303"/>
                  </a:lnTo>
                  <a:lnTo>
                    <a:pt x="137896" y="120650"/>
                  </a:lnTo>
                  <a:lnTo>
                    <a:pt x="138049" y="120650"/>
                  </a:lnTo>
                  <a:lnTo>
                    <a:pt x="138239" y="121920"/>
                  </a:lnTo>
                  <a:lnTo>
                    <a:pt x="137033" y="121920"/>
                  </a:lnTo>
                  <a:lnTo>
                    <a:pt x="136461" y="120650"/>
                  </a:lnTo>
                  <a:lnTo>
                    <a:pt x="136271" y="119392"/>
                  </a:lnTo>
                  <a:lnTo>
                    <a:pt x="136271" y="121920"/>
                  </a:lnTo>
                  <a:lnTo>
                    <a:pt x="136271" y="124460"/>
                  </a:lnTo>
                  <a:lnTo>
                    <a:pt x="135674" y="124460"/>
                  </a:lnTo>
                  <a:lnTo>
                    <a:pt x="135013" y="125361"/>
                  </a:lnTo>
                  <a:lnTo>
                    <a:pt x="135013" y="134620"/>
                  </a:lnTo>
                  <a:lnTo>
                    <a:pt x="134988" y="135890"/>
                  </a:lnTo>
                  <a:lnTo>
                    <a:pt x="132524" y="135890"/>
                  </a:lnTo>
                  <a:lnTo>
                    <a:pt x="132257" y="134620"/>
                  </a:lnTo>
                  <a:lnTo>
                    <a:pt x="131991" y="134620"/>
                  </a:lnTo>
                  <a:lnTo>
                    <a:pt x="132232" y="133350"/>
                  </a:lnTo>
                  <a:lnTo>
                    <a:pt x="133235" y="133350"/>
                  </a:lnTo>
                  <a:lnTo>
                    <a:pt x="133426" y="132080"/>
                  </a:lnTo>
                  <a:lnTo>
                    <a:pt x="133604" y="133350"/>
                  </a:lnTo>
                  <a:lnTo>
                    <a:pt x="134391" y="133350"/>
                  </a:lnTo>
                  <a:lnTo>
                    <a:pt x="134734" y="134620"/>
                  </a:lnTo>
                  <a:lnTo>
                    <a:pt x="135013" y="134620"/>
                  </a:lnTo>
                  <a:lnTo>
                    <a:pt x="135013" y="125361"/>
                  </a:lnTo>
                  <a:lnTo>
                    <a:pt x="134734" y="125730"/>
                  </a:lnTo>
                  <a:lnTo>
                    <a:pt x="134683" y="125945"/>
                  </a:lnTo>
                  <a:lnTo>
                    <a:pt x="134391" y="127000"/>
                  </a:lnTo>
                  <a:lnTo>
                    <a:pt x="134200" y="128270"/>
                  </a:lnTo>
                  <a:lnTo>
                    <a:pt x="134023" y="128270"/>
                  </a:lnTo>
                  <a:lnTo>
                    <a:pt x="133870" y="129540"/>
                  </a:lnTo>
                  <a:lnTo>
                    <a:pt x="133604" y="130810"/>
                  </a:lnTo>
                  <a:lnTo>
                    <a:pt x="132524" y="130810"/>
                  </a:lnTo>
                  <a:lnTo>
                    <a:pt x="131267" y="132080"/>
                  </a:lnTo>
                  <a:lnTo>
                    <a:pt x="131000" y="133350"/>
                  </a:lnTo>
                  <a:lnTo>
                    <a:pt x="129717" y="133350"/>
                  </a:lnTo>
                  <a:lnTo>
                    <a:pt x="129387" y="132080"/>
                  </a:lnTo>
                  <a:lnTo>
                    <a:pt x="129159" y="132080"/>
                  </a:lnTo>
                  <a:lnTo>
                    <a:pt x="129159" y="130810"/>
                  </a:lnTo>
                  <a:lnTo>
                    <a:pt x="129819" y="129540"/>
                  </a:lnTo>
                  <a:lnTo>
                    <a:pt x="130568" y="128270"/>
                  </a:lnTo>
                  <a:lnTo>
                    <a:pt x="131267" y="128270"/>
                  </a:lnTo>
                  <a:lnTo>
                    <a:pt x="132105" y="127000"/>
                  </a:lnTo>
                  <a:lnTo>
                    <a:pt x="132765" y="127000"/>
                  </a:lnTo>
                  <a:lnTo>
                    <a:pt x="132765" y="125730"/>
                  </a:lnTo>
                  <a:lnTo>
                    <a:pt x="132524" y="124460"/>
                  </a:lnTo>
                  <a:lnTo>
                    <a:pt x="131991" y="123190"/>
                  </a:lnTo>
                  <a:lnTo>
                    <a:pt x="132524" y="121920"/>
                  </a:lnTo>
                  <a:lnTo>
                    <a:pt x="133235" y="121920"/>
                  </a:lnTo>
                  <a:lnTo>
                    <a:pt x="133870" y="120650"/>
                  </a:lnTo>
                  <a:lnTo>
                    <a:pt x="134975" y="119380"/>
                  </a:lnTo>
                  <a:lnTo>
                    <a:pt x="135839" y="120650"/>
                  </a:lnTo>
                  <a:lnTo>
                    <a:pt x="136271" y="121920"/>
                  </a:lnTo>
                  <a:lnTo>
                    <a:pt x="136271" y="119392"/>
                  </a:lnTo>
                  <a:lnTo>
                    <a:pt x="136029" y="118110"/>
                  </a:lnTo>
                  <a:lnTo>
                    <a:pt x="135674" y="116840"/>
                  </a:lnTo>
                  <a:lnTo>
                    <a:pt x="136017" y="115570"/>
                  </a:lnTo>
                  <a:lnTo>
                    <a:pt x="136372" y="114300"/>
                  </a:lnTo>
                  <a:lnTo>
                    <a:pt x="137896" y="111760"/>
                  </a:lnTo>
                  <a:lnTo>
                    <a:pt x="138557" y="110490"/>
                  </a:lnTo>
                  <a:lnTo>
                    <a:pt x="139001" y="110490"/>
                  </a:lnTo>
                  <a:lnTo>
                    <a:pt x="139065" y="109220"/>
                  </a:lnTo>
                  <a:lnTo>
                    <a:pt x="139433" y="109220"/>
                  </a:lnTo>
                  <a:lnTo>
                    <a:pt x="139065" y="107950"/>
                  </a:lnTo>
                  <a:lnTo>
                    <a:pt x="138341" y="107950"/>
                  </a:lnTo>
                  <a:lnTo>
                    <a:pt x="138239" y="109220"/>
                  </a:lnTo>
                  <a:lnTo>
                    <a:pt x="137896" y="109220"/>
                  </a:lnTo>
                  <a:lnTo>
                    <a:pt x="137896" y="110490"/>
                  </a:lnTo>
                  <a:lnTo>
                    <a:pt x="137744" y="110490"/>
                  </a:lnTo>
                  <a:lnTo>
                    <a:pt x="137337" y="111760"/>
                  </a:lnTo>
                  <a:lnTo>
                    <a:pt x="136525" y="111760"/>
                  </a:lnTo>
                  <a:lnTo>
                    <a:pt x="135750" y="110490"/>
                  </a:lnTo>
                  <a:lnTo>
                    <a:pt x="135089" y="110490"/>
                  </a:lnTo>
                  <a:lnTo>
                    <a:pt x="134734" y="109220"/>
                  </a:lnTo>
                  <a:lnTo>
                    <a:pt x="134581" y="109220"/>
                  </a:lnTo>
                  <a:lnTo>
                    <a:pt x="134581" y="107950"/>
                  </a:lnTo>
                  <a:lnTo>
                    <a:pt x="134391" y="106680"/>
                  </a:lnTo>
                  <a:lnTo>
                    <a:pt x="134581" y="106680"/>
                  </a:lnTo>
                  <a:lnTo>
                    <a:pt x="134391" y="105410"/>
                  </a:lnTo>
                  <a:lnTo>
                    <a:pt x="134023" y="104140"/>
                  </a:lnTo>
                  <a:lnTo>
                    <a:pt x="133604" y="104140"/>
                  </a:lnTo>
                  <a:lnTo>
                    <a:pt x="133604" y="110490"/>
                  </a:lnTo>
                  <a:lnTo>
                    <a:pt x="133096" y="114300"/>
                  </a:lnTo>
                  <a:lnTo>
                    <a:pt x="132765" y="115570"/>
                  </a:lnTo>
                  <a:lnTo>
                    <a:pt x="131813" y="115570"/>
                  </a:lnTo>
                  <a:lnTo>
                    <a:pt x="131813" y="113030"/>
                  </a:lnTo>
                  <a:lnTo>
                    <a:pt x="131813" y="109220"/>
                  </a:lnTo>
                  <a:lnTo>
                    <a:pt x="130822" y="109220"/>
                  </a:lnTo>
                  <a:lnTo>
                    <a:pt x="130822" y="115570"/>
                  </a:lnTo>
                  <a:lnTo>
                    <a:pt x="130797" y="116840"/>
                  </a:lnTo>
                  <a:lnTo>
                    <a:pt x="130568" y="118110"/>
                  </a:lnTo>
                  <a:lnTo>
                    <a:pt x="130441" y="118110"/>
                  </a:lnTo>
                  <a:lnTo>
                    <a:pt x="130441" y="121920"/>
                  </a:lnTo>
                  <a:lnTo>
                    <a:pt x="130441" y="124460"/>
                  </a:lnTo>
                  <a:lnTo>
                    <a:pt x="129819" y="125730"/>
                  </a:lnTo>
                  <a:lnTo>
                    <a:pt x="128435" y="125730"/>
                  </a:lnTo>
                  <a:lnTo>
                    <a:pt x="128435" y="124460"/>
                  </a:lnTo>
                  <a:lnTo>
                    <a:pt x="128625" y="123190"/>
                  </a:lnTo>
                  <a:lnTo>
                    <a:pt x="128435" y="123190"/>
                  </a:lnTo>
                  <a:lnTo>
                    <a:pt x="128168" y="122707"/>
                  </a:lnTo>
                  <a:lnTo>
                    <a:pt x="128168" y="130810"/>
                  </a:lnTo>
                  <a:lnTo>
                    <a:pt x="127749" y="130810"/>
                  </a:lnTo>
                  <a:lnTo>
                    <a:pt x="127342" y="132080"/>
                  </a:lnTo>
                  <a:lnTo>
                    <a:pt x="126771" y="132080"/>
                  </a:lnTo>
                  <a:lnTo>
                    <a:pt x="126771" y="147320"/>
                  </a:lnTo>
                  <a:lnTo>
                    <a:pt x="126707" y="153670"/>
                  </a:lnTo>
                  <a:lnTo>
                    <a:pt x="126593" y="154940"/>
                  </a:lnTo>
                  <a:lnTo>
                    <a:pt x="126022" y="158750"/>
                  </a:lnTo>
                  <a:lnTo>
                    <a:pt x="125691" y="161290"/>
                  </a:lnTo>
                  <a:lnTo>
                    <a:pt x="125298" y="163830"/>
                  </a:lnTo>
                  <a:lnTo>
                    <a:pt x="124968" y="166370"/>
                  </a:lnTo>
                  <a:lnTo>
                    <a:pt x="124968" y="167640"/>
                  </a:lnTo>
                  <a:lnTo>
                    <a:pt x="125222" y="168910"/>
                  </a:lnTo>
                  <a:lnTo>
                    <a:pt x="124866" y="170180"/>
                  </a:lnTo>
                  <a:lnTo>
                    <a:pt x="124561" y="170180"/>
                  </a:lnTo>
                  <a:lnTo>
                    <a:pt x="123520" y="172720"/>
                  </a:lnTo>
                  <a:lnTo>
                    <a:pt x="122770" y="175260"/>
                  </a:lnTo>
                  <a:lnTo>
                    <a:pt x="121716" y="176530"/>
                  </a:lnTo>
                  <a:lnTo>
                    <a:pt x="121488" y="177800"/>
                  </a:lnTo>
                  <a:lnTo>
                    <a:pt x="120408" y="177800"/>
                  </a:lnTo>
                  <a:lnTo>
                    <a:pt x="120484" y="175260"/>
                  </a:lnTo>
                  <a:lnTo>
                    <a:pt x="120548" y="173990"/>
                  </a:lnTo>
                  <a:lnTo>
                    <a:pt x="120764" y="172720"/>
                  </a:lnTo>
                  <a:lnTo>
                    <a:pt x="120789" y="170180"/>
                  </a:lnTo>
                  <a:lnTo>
                    <a:pt x="121119" y="168910"/>
                  </a:lnTo>
                  <a:lnTo>
                    <a:pt x="121856" y="163830"/>
                  </a:lnTo>
                  <a:lnTo>
                    <a:pt x="121856" y="162560"/>
                  </a:lnTo>
                  <a:lnTo>
                    <a:pt x="121716" y="162560"/>
                  </a:lnTo>
                  <a:lnTo>
                    <a:pt x="121716" y="161290"/>
                  </a:lnTo>
                  <a:lnTo>
                    <a:pt x="123024" y="160020"/>
                  </a:lnTo>
                  <a:lnTo>
                    <a:pt x="123024" y="158750"/>
                  </a:lnTo>
                  <a:lnTo>
                    <a:pt x="122770" y="157480"/>
                  </a:lnTo>
                  <a:lnTo>
                    <a:pt x="122529" y="157480"/>
                  </a:lnTo>
                  <a:lnTo>
                    <a:pt x="123456" y="156210"/>
                  </a:lnTo>
                  <a:lnTo>
                    <a:pt x="123520" y="148590"/>
                  </a:lnTo>
                  <a:lnTo>
                    <a:pt x="123837" y="147320"/>
                  </a:lnTo>
                  <a:lnTo>
                    <a:pt x="123964" y="144780"/>
                  </a:lnTo>
                  <a:lnTo>
                    <a:pt x="124206" y="143510"/>
                  </a:lnTo>
                  <a:lnTo>
                    <a:pt x="124206" y="142240"/>
                  </a:lnTo>
                  <a:lnTo>
                    <a:pt x="124561" y="140970"/>
                  </a:lnTo>
                  <a:lnTo>
                    <a:pt x="126022" y="140970"/>
                  </a:lnTo>
                  <a:lnTo>
                    <a:pt x="126022" y="142240"/>
                  </a:lnTo>
                  <a:lnTo>
                    <a:pt x="126250" y="143510"/>
                  </a:lnTo>
                  <a:lnTo>
                    <a:pt x="126771" y="147320"/>
                  </a:lnTo>
                  <a:lnTo>
                    <a:pt x="126771" y="132080"/>
                  </a:lnTo>
                  <a:lnTo>
                    <a:pt x="126339" y="132080"/>
                  </a:lnTo>
                  <a:lnTo>
                    <a:pt x="126339" y="133350"/>
                  </a:lnTo>
                  <a:lnTo>
                    <a:pt x="124968" y="133350"/>
                  </a:lnTo>
                  <a:lnTo>
                    <a:pt x="124866" y="132080"/>
                  </a:lnTo>
                  <a:lnTo>
                    <a:pt x="124561" y="130810"/>
                  </a:lnTo>
                  <a:lnTo>
                    <a:pt x="125222" y="129540"/>
                  </a:lnTo>
                  <a:lnTo>
                    <a:pt x="126022" y="128270"/>
                  </a:lnTo>
                  <a:lnTo>
                    <a:pt x="127431" y="128270"/>
                  </a:lnTo>
                  <a:lnTo>
                    <a:pt x="127749" y="129540"/>
                  </a:lnTo>
                  <a:lnTo>
                    <a:pt x="128168" y="130810"/>
                  </a:lnTo>
                  <a:lnTo>
                    <a:pt x="128168" y="122707"/>
                  </a:lnTo>
                  <a:lnTo>
                    <a:pt x="127749" y="121920"/>
                  </a:lnTo>
                  <a:lnTo>
                    <a:pt x="127152" y="121920"/>
                  </a:lnTo>
                  <a:lnTo>
                    <a:pt x="127152" y="120650"/>
                  </a:lnTo>
                  <a:lnTo>
                    <a:pt x="128346" y="120650"/>
                  </a:lnTo>
                  <a:lnTo>
                    <a:pt x="129717" y="121920"/>
                  </a:lnTo>
                  <a:lnTo>
                    <a:pt x="130441" y="121920"/>
                  </a:lnTo>
                  <a:lnTo>
                    <a:pt x="130441" y="118110"/>
                  </a:lnTo>
                  <a:lnTo>
                    <a:pt x="128828" y="118110"/>
                  </a:lnTo>
                  <a:lnTo>
                    <a:pt x="128828" y="115570"/>
                  </a:lnTo>
                  <a:lnTo>
                    <a:pt x="128625" y="114300"/>
                  </a:lnTo>
                  <a:lnTo>
                    <a:pt x="128028" y="113030"/>
                  </a:lnTo>
                  <a:lnTo>
                    <a:pt x="129159" y="113030"/>
                  </a:lnTo>
                  <a:lnTo>
                    <a:pt x="130479" y="114300"/>
                  </a:lnTo>
                  <a:lnTo>
                    <a:pt x="130822" y="115570"/>
                  </a:lnTo>
                  <a:lnTo>
                    <a:pt x="130822" y="109220"/>
                  </a:lnTo>
                  <a:lnTo>
                    <a:pt x="130111" y="109220"/>
                  </a:lnTo>
                  <a:lnTo>
                    <a:pt x="130111" y="107950"/>
                  </a:lnTo>
                  <a:lnTo>
                    <a:pt x="129819" y="106680"/>
                  </a:lnTo>
                  <a:lnTo>
                    <a:pt x="128625" y="106680"/>
                  </a:lnTo>
                  <a:lnTo>
                    <a:pt x="130797" y="104140"/>
                  </a:lnTo>
                  <a:lnTo>
                    <a:pt x="131813" y="105410"/>
                  </a:lnTo>
                  <a:lnTo>
                    <a:pt x="131927" y="106680"/>
                  </a:lnTo>
                  <a:lnTo>
                    <a:pt x="132448" y="106680"/>
                  </a:lnTo>
                  <a:lnTo>
                    <a:pt x="133337" y="109220"/>
                  </a:lnTo>
                  <a:lnTo>
                    <a:pt x="133604" y="110490"/>
                  </a:lnTo>
                  <a:lnTo>
                    <a:pt x="133604" y="104140"/>
                  </a:lnTo>
                  <a:lnTo>
                    <a:pt x="132524" y="104140"/>
                  </a:lnTo>
                  <a:lnTo>
                    <a:pt x="132257" y="102870"/>
                  </a:lnTo>
                  <a:lnTo>
                    <a:pt x="134200" y="102870"/>
                  </a:lnTo>
                  <a:lnTo>
                    <a:pt x="135013" y="104140"/>
                  </a:lnTo>
                  <a:lnTo>
                    <a:pt x="135674" y="104140"/>
                  </a:lnTo>
                  <a:lnTo>
                    <a:pt x="136029" y="102870"/>
                  </a:lnTo>
                  <a:lnTo>
                    <a:pt x="138645" y="102870"/>
                  </a:lnTo>
                  <a:lnTo>
                    <a:pt x="138861" y="104140"/>
                  </a:lnTo>
                  <a:lnTo>
                    <a:pt x="138341" y="104140"/>
                  </a:lnTo>
                  <a:lnTo>
                    <a:pt x="137896" y="105410"/>
                  </a:lnTo>
                  <a:lnTo>
                    <a:pt x="137744" y="105410"/>
                  </a:lnTo>
                  <a:lnTo>
                    <a:pt x="137337" y="106680"/>
                  </a:lnTo>
                  <a:lnTo>
                    <a:pt x="137033" y="106680"/>
                  </a:lnTo>
                  <a:lnTo>
                    <a:pt x="136740" y="107950"/>
                  </a:lnTo>
                  <a:lnTo>
                    <a:pt x="137248" y="107950"/>
                  </a:lnTo>
                  <a:lnTo>
                    <a:pt x="137744" y="106680"/>
                  </a:lnTo>
                  <a:lnTo>
                    <a:pt x="138239" y="106680"/>
                  </a:lnTo>
                  <a:lnTo>
                    <a:pt x="138645" y="105410"/>
                  </a:lnTo>
                  <a:lnTo>
                    <a:pt x="140436" y="105410"/>
                  </a:lnTo>
                  <a:lnTo>
                    <a:pt x="140563" y="109220"/>
                  </a:lnTo>
                  <a:lnTo>
                    <a:pt x="141452" y="109220"/>
                  </a:lnTo>
                  <a:lnTo>
                    <a:pt x="141808" y="110490"/>
                  </a:lnTo>
                  <a:lnTo>
                    <a:pt x="141884" y="111760"/>
                  </a:lnTo>
                  <a:lnTo>
                    <a:pt x="142201" y="113030"/>
                  </a:lnTo>
                  <a:lnTo>
                    <a:pt x="142201" y="109220"/>
                  </a:lnTo>
                  <a:lnTo>
                    <a:pt x="142201" y="106680"/>
                  </a:lnTo>
                  <a:lnTo>
                    <a:pt x="142570" y="105410"/>
                  </a:lnTo>
                  <a:lnTo>
                    <a:pt x="142760" y="105410"/>
                  </a:lnTo>
                  <a:lnTo>
                    <a:pt x="142570" y="104140"/>
                  </a:lnTo>
                  <a:lnTo>
                    <a:pt x="141503" y="104140"/>
                  </a:lnTo>
                  <a:lnTo>
                    <a:pt x="141452" y="102870"/>
                  </a:lnTo>
                  <a:lnTo>
                    <a:pt x="143878" y="102870"/>
                  </a:lnTo>
                  <a:lnTo>
                    <a:pt x="143941" y="102654"/>
                  </a:lnTo>
                  <a:lnTo>
                    <a:pt x="144259" y="101600"/>
                  </a:lnTo>
                  <a:lnTo>
                    <a:pt x="144500" y="101600"/>
                  </a:lnTo>
                  <a:lnTo>
                    <a:pt x="144640" y="100330"/>
                  </a:lnTo>
                  <a:lnTo>
                    <a:pt x="144983" y="100330"/>
                  </a:lnTo>
                  <a:lnTo>
                    <a:pt x="145161" y="99060"/>
                  </a:lnTo>
                  <a:lnTo>
                    <a:pt x="145757" y="97790"/>
                  </a:lnTo>
                  <a:lnTo>
                    <a:pt x="147612" y="97790"/>
                  </a:lnTo>
                  <a:lnTo>
                    <a:pt x="148120" y="99060"/>
                  </a:lnTo>
                  <a:lnTo>
                    <a:pt x="148120" y="94602"/>
                  </a:lnTo>
                  <a:lnTo>
                    <a:pt x="147612" y="92710"/>
                  </a:lnTo>
                  <a:lnTo>
                    <a:pt x="147104" y="92710"/>
                  </a:lnTo>
                  <a:lnTo>
                    <a:pt x="144259" y="91440"/>
                  </a:lnTo>
                  <a:lnTo>
                    <a:pt x="143852" y="90512"/>
                  </a:lnTo>
                  <a:lnTo>
                    <a:pt x="143852" y="93980"/>
                  </a:lnTo>
                  <a:lnTo>
                    <a:pt x="143598" y="95250"/>
                  </a:lnTo>
                  <a:lnTo>
                    <a:pt x="143256" y="95250"/>
                  </a:lnTo>
                  <a:lnTo>
                    <a:pt x="142760" y="96520"/>
                  </a:lnTo>
                  <a:lnTo>
                    <a:pt x="142417" y="96520"/>
                  </a:lnTo>
                  <a:lnTo>
                    <a:pt x="141808" y="97790"/>
                  </a:lnTo>
                  <a:lnTo>
                    <a:pt x="141249" y="99060"/>
                  </a:lnTo>
                  <a:lnTo>
                    <a:pt x="140804" y="99060"/>
                  </a:lnTo>
                  <a:lnTo>
                    <a:pt x="140563" y="100330"/>
                  </a:lnTo>
                  <a:lnTo>
                    <a:pt x="140220" y="101600"/>
                  </a:lnTo>
                  <a:lnTo>
                    <a:pt x="140868" y="102654"/>
                  </a:lnTo>
                  <a:lnTo>
                    <a:pt x="141249" y="102870"/>
                  </a:lnTo>
                  <a:lnTo>
                    <a:pt x="141008" y="102870"/>
                  </a:lnTo>
                  <a:lnTo>
                    <a:pt x="140868" y="102654"/>
                  </a:lnTo>
                  <a:lnTo>
                    <a:pt x="139065" y="101600"/>
                  </a:lnTo>
                  <a:lnTo>
                    <a:pt x="138442" y="100330"/>
                  </a:lnTo>
                  <a:lnTo>
                    <a:pt x="138747" y="97790"/>
                  </a:lnTo>
                  <a:lnTo>
                    <a:pt x="139065" y="96520"/>
                  </a:lnTo>
                  <a:lnTo>
                    <a:pt x="139598" y="95250"/>
                  </a:lnTo>
                  <a:lnTo>
                    <a:pt x="140563" y="93980"/>
                  </a:lnTo>
                  <a:lnTo>
                    <a:pt x="140804" y="93980"/>
                  </a:lnTo>
                  <a:lnTo>
                    <a:pt x="141008" y="92710"/>
                  </a:lnTo>
                  <a:lnTo>
                    <a:pt x="143446" y="92710"/>
                  </a:lnTo>
                  <a:lnTo>
                    <a:pt x="143852" y="93980"/>
                  </a:lnTo>
                  <a:lnTo>
                    <a:pt x="143852" y="90512"/>
                  </a:lnTo>
                  <a:lnTo>
                    <a:pt x="143789" y="86360"/>
                  </a:lnTo>
                  <a:lnTo>
                    <a:pt x="143446" y="86360"/>
                  </a:lnTo>
                  <a:lnTo>
                    <a:pt x="142913" y="85090"/>
                  </a:lnTo>
                  <a:lnTo>
                    <a:pt x="142570" y="85090"/>
                  </a:lnTo>
                  <a:lnTo>
                    <a:pt x="141452" y="82550"/>
                  </a:lnTo>
                  <a:lnTo>
                    <a:pt x="141249" y="82550"/>
                  </a:lnTo>
                  <a:lnTo>
                    <a:pt x="141249" y="88900"/>
                  </a:lnTo>
                  <a:lnTo>
                    <a:pt x="141224" y="90170"/>
                  </a:lnTo>
                  <a:lnTo>
                    <a:pt x="140563" y="90170"/>
                  </a:lnTo>
                  <a:lnTo>
                    <a:pt x="138645" y="92710"/>
                  </a:lnTo>
                  <a:lnTo>
                    <a:pt x="137744" y="93980"/>
                  </a:lnTo>
                  <a:lnTo>
                    <a:pt x="137337" y="93472"/>
                  </a:lnTo>
                  <a:lnTo>
                    <a:pt x="137337" y="95250"/>
                  </a:lnTo>
                  <a:lnTo>
                    <a:pt x="137337" y="96520"/>
                  </a:lnTo>
                  <a:lnTo>
                    <a:pt x="137185" y="97790"/>
                  </a:lnTo>
                  <a:lnTo>
                    <a:pt x="136893" y="97790"/>
                  </a:lnTo>
                  <a:lnTo>
                    <a:pt x="136740" y="99060"/>
                  </a:lnTo>
                  <a:lnTo>
                    <a:pt x="136461" y="100330"/>
                  </a:lnTo>
                  <a:lnTo>
                    <a:pt x="136740" y="101600"/>
                  </a:lnTo>
                  <a:lnTo>
                    <a:pt x="135674" y="101600"/>
                  </a:lnTo>
                  <a:lnTo>
                    <a:pt x="135394" y="100330"/>
                  </a:lnTo>
                  <a:lnTo>
                    <a:pt x="134734" y="99060"/>
                  </a:lnTo>
                  <a:lnTo>
                    <a:pt x="134734" y="97790"/>
                  </a:lnTo>
                  <a:lnTo>
                    <a:pt x="135013" y="96520"/>
                  </a:lnTo>
                  <a:lnTo>
                    <a:pt x="135750" y="95250"/>
                  </a:lnTo>
                  <a:lnTo>
                    <a:pt x="136029" y="93980"/>
                  </a:lnTo>
                  <a:lnTo>
                    <a:pt x="137185" y="93980"/>
                  </a:lnTo>
                  <a:lnTo>
                    <a:pt x="137337" y="95250"/>
                  </a:lnTo>
                  <a:lnTo>
                    <a:pt x="137337" y="93472"/>
                  </a:lnTo>
                  <a:lnTo>
                    <a:pt x="136740" y="92710"/>
                  </a:lnTo>
                  <a:lnTo>
                    <a:pt x="136461" y="91440"/>
                  </a:lnTo>
                  <a:lnTo>
                    <a:pt x="137033" y="90170"/>
                  </a:lnTo>
                  <a:lnTo>
                    <a:pt x="137452" y="90170"/>
                  </a:lnTo>
                  <a:lnTo>
                    <a:pt x="138645" y="87630"/>
                  </a:lnTo>
                  <a:lnTo>
                    <a:pt x="139598" y="86360"/>
                  </a:lnTo>
                  <a:lnTo>
                    <a:pt x="140804" y="86360"/>
                  </a:lnTo>
                  <a:lnTo>
                    <a:pt x="140804" y="87630"/>
                  </a:lnTo>
                  <a:lnTo>
                    <a:pt x="141008" y="88900"/>
                  </a:lnTo>
                  <a:lnTo>
                    <a:pt x="141249" y="88900"/>
                  </a:lnTo>
                  <a:lnTo>
                    <a:pt x="141249" y="82550"/>
                  </a:lnTo>
                  <a:lnTo>
                    <a:pt x="141008" y="82550"/>
                  </a:lnTo>
                  <a:lnTo>
                    <a:pt x="140804" y="81280"/>
                  </a:lnTo>
                  <a:lnTo>
                    <a:pt x="140436" y="80010"/>
                  </a:lnTo>
                  <a:lnTo>
                    <a:pt x="140563" y="78740"/>
                  </a:lnTo>
                  <a:lnTo>
                    <a:pt x="141376" y="78740"/>
                  </a:lnTo>
                  <a:lnTo>
                    <a:pt x="142201" y="77470"/>
                  </a:lnTo>
                  <a:lnTo>
                    <a:pt x="143446" y="76200"/>
                  </a:lnTo>
                  <a:lnTo>
                    <a:pt x="141655" y="76200"/>
                  </a:lnTo>
                  <a:lnTo>
                    <a:pt x="140804" y="77470"/>
                  </a:lnTo>
                  <a:lnTo>
                    <a:pt x="140119" y="78740"/>
                  </a:lnTo>
                  <a:lnTo>
                    <a:pt x="139458" y="77470"/>
                  </a:lnTo>
                  <a:lnTo>
                    <a:pt x="138645" y="76200"/>
                  </a:lnTo>
                  <a:lnTo>
                    <a:pt x="138557" y="82550"/>
                  </a:lnTo>
                  <a:lnTo>
                    <a:pt x="138239" y="83820"/>
                  </a:lnTo>
                  <a:lnTo>
                    <a:pt x="136893" y="86360"/>
                  </a:lnTo>
                  <a:lnTo>
                    <a:pt x="136029" y="87630"/>
                  </a:lnTo>
                  <a:lnTo>
                    <a:pt x="135039" y="88900"/>
                  </a:lnTo>
                  <a:lnTo>
                    <a:pt x="134581" y="90170"/>
                  </a:lnTo>
                  <a:lnTo>
                    <a:pt x="133604" y="90170"/>
                  </a:lnTo>
                  <a:lnTo>
                    <a:pt x="133337" y="88900"/>
                  </a:lnTo>
                  <a:lnTo>
                    <a:pt x="133096" y="88900"/>
                  </a:lnTo>
                  <a:lnTo>
                    <a:pt x="132981" y="87630"/>
                  </a:lnTo>
                  <a:lnTo>
                    <a:pt x="132829" y="87630"/>
                  </a:lnTo>
                  <a:lnTo>
                    <a:pt x="132829" y="101600"/>
                  </a:lnTo>
                  <a:lnTo>
                    <a:pt x="131927" y="102870"/>
                  </a:lnTo>
                  <a:lnTo>
                    <a:pt x="129819" y="102870"/>
                  </a:lnTo>
                  <a:lnTo>
                    <a:pt x="129717" y="101600"/>
                  </a:lnTo>
                  <a:lnTo>
                    <a:pt x="129070" y="100330"/>
                  </a:lnTo>
                  <a:lnTo>
                    <a:pt x="128028" y="100330"/>
                  </a:lnTo>
                  <a:lnTo>
                    <a:pt x="128028" y="105410"/>
                  </a:lnTo>
                  <a:lnTo>
                    <a:pt x="127152" y="106680"/>
                  </a:lnTo>
                  <a:lnTo>
                    <a:pt x="126593" y="107048"/>
                  </a:lnTo>
                  <a:lnTo>
                    <a:pt x="126593" y="114300"/>
                  </a:lnTo>
                  <a:lnTo>
                    <a:pt x="126250" y="115570"/>
                  </a:lnTo>
                  <a:lnTo>
                    <a:pt x="126022" y="116840"/>
                  </a:lnTo>
                  <a:lnTo>
                    <a:pt x="126022" y="121920"/>
                  </a:lnTo>
                  <a:lnTo>
                    <a:pt x="125958" y="122123"/>
                  </a:lnTo>
                  <a:lnTo>
                    <a:pt x="125564" y="123190"/>
                  </a:lnTo>
                  <a:lnTo>
                    <a:pt x="124561" y="123190"/>
                  </a:lnTo>
                  <a:lnTo>
                    <a:pt x="123964" y="124460"/>
                  </a:lnTo>
                  <a:lnTo>
                    <a:pt x="123456" y="123190"/>
                  </a:lnTo>
                  <a:lnTo>
                    <a:pt x="123024" y="123190"/>
                  </a:lnTo>
                  <a:lnTo>
                    <a:pt x="123024" y="128270"/>
                  </a:lnTo>
                  <a:lnTo>
                    <a:pt x="123024" y="129540"/>
                  </a:lnTo>
                  <a:lnTo>
                    <a:pt x="122885" y="130810"/>
                  </a:lnTo>
                  <a:lnTo>
                    <a:pt x="122529" y="132080"/>
                  </a:lnTo>
                  <a:lnTo>
                    <a:pt x="122021" y="132080"/>
                  </a:lnTo>
                  <a:lnTo>
                    <a:pt x="121386" y="133350"/>
                  </a:lnTo>
                  <a:lnTo>
                    <a:pt x="120319" y="133350"/>
                  </a:lnTo>
                  <a:lnTo>
                    <a:pt x="121716" y="132080"/>
                  </a:lnTo>
                  <a:lnTo>
                    <a:pt x="121386" y="130810"/>
                  </a:lnTo>
                  <a:lnTo>
                    <a:pt x="120764" y="129540"/>
                  </a:lnTo>
                  <a:lnTo>
                    <a:pt x="120408" y="128270"/>
                  </a:lnTo>
                  <a:lnTo>
                    <a:pt x="120040" y="128270"/>
                  </a:lnTo>
                  <a:lnTo>
                    <a:pt x="119989" y="127000"/>
                  </a:lnTo>
                  <a:lnTo>
                    <a:pt x="119722" y="127000"/>
                  </a:lnTo>
                  <a:lnTo>
                    <a:pt x="119989" y="125730"/>
                  </a:lnTo>
                  <a:lnTo>
                    <a:pt x="122199" y="125730"/>
                  </a:lnTo>
                  <a:lnTo>
                    <a:pt x="122301" y="125945"/>
                  </a:lnTo>
                  <a:lnTo>
                    <a:pt x="122770" y="127000"/>
                  </a:lnTo>
                  <a:lnTo>
                    <a:pt x="123024" y="128270"/>
                  </a:lnTo>
                  <a:lnTo>
                    <a:pt x="123024" y="123190"/>
                  </a:lnTo>
                  <a:lnTo>
                    <a:pt x="123024" y="121920"/>
                  </a:lnTo>
                  <a:lnTo>
                    <a:pt x="120319" y="121920"/>
                  </a:lnTo>
                  <a:lnTo>
                    <a:pt x="120421" y="119303"/>
                  </a:lnTo>
                  <a:lnTo>
                    <a:pt x="123952" y="119303"/>
                  </a:lnTo>
                  <a:lnTo>
                    <a:pt x="124206" y="120650"/>
                  </a:lnTo>
                  <a:lnTo>
                    <a:pt x="125222" y="120650"/>
                  </a:lnTo>
                  <a:lnTo>
                    <a:pt x="126022" y="121920"/>
                  </a:lnTo>
                  <a:lnTo>
                    <a:pt x="126022" y="116840"/>
                  </a:lnTo>
                  <a:lnTo>
                    <a:pt x="124612" y="116840"/>
                  </a:lnTo>
                  <a:lnTo>
                    <a:pt x="124142" y="114300"/>
                  </a:lnTo>
                  <a:lnTo>
                    <a:pt x="122770" y="113030"/>
                  </a:lnTo>
                  <a:lnTo>
                    <a:pt x="120548" y="111760"/>
                  </a:lnTo>
                  <a:lnTo>
                    <a:pt x="120764" y="111760"/>
                  </a:lnTo>
                  <a:lnTo>
                    <a:pt x="120916" y="110490"/>
                  </a:lnTo>
                  <a:lnTo>
                    <a:pt x="121386" y="109220"/>
                  </a:lnTo>
                  <a:lnTo>
                    <a:pt x="122021" y="109220"/>
                  </a:lnTo>
                  <a:lnTo>
                    <a:pt x="122377" y="107950"/>
                  </a:lnTo>
                  <a:lnTo>
                    <a:pt x="122770" y="109220"/>
                  </a:lnTo>
                  <a:lnTo>
                    <a:pt x="123837" y="109220"/>
                  </a:lnTo>
                  <a:lnTo>
                    <a:pt x="123837" y="111760"/>
                  </a:lnTo>
                  <a:lnTo>
                    <a:pt x="124561" y="111760"/>
                  </a:lnTo>
                  <a:lnTo>
                    <a:pt x="126022" y="113030"/>
                  </a:lnTo>
                  <a:lnTo>
                    <a:pt x="126593" y="114300"/>
                  </a:lnTo>
                  <a:lnTo>
                    <a:pt x="126593" y="107048"/>
                  </a:lnTo>
                  <a:lnTo>
                    <a:pt x="125222" y="107950"/>
                  </a:lnTo>
                  <a:lnTo>
                    <a:pt x="124968" y="107950"/>
                  </a:lnTo>
                  <a:lnTo>
                    <a:pt x="126022" y="106680"/>
                  </a:lnTo>
                  <a:lnTo>
                    <a:pt x="124612" y="105410"/>
                  </a:lnTo>
                  <a:lnTo>
                    <a:pt x="123177" y="105410"/>
                  </a:lnTo>
                  <a:lnTo>
                    <a:pt x="122770" y="104140"/>
                  </a:lnTo>
                  <a:lnTo>
                    <a:pt x="122021" y="104140"/>
                  </a:lnTo>
                  <a:lnTo>
                    <a:pt x="121119" y="102870"/>
                  </a:lnTo>
                  <a:lnTo>
                    <a:pt x="121221" y="102654"/>
                  </a:lnTo>
                  <a:lnTo>
                    <a:pt x="121716" y="101600"/>
                  </a:lnTo>
                  <a:lnTo>
                    <a:pt x="123520" y="100330"/>
                  </a:lnTo>
                  <a:lnTo>
                    <a:pt x="124206" y="100330"/>
                  </a:lnTo>
                  <a:lnTo>
                    <a:pt x="124206" y="96520"/>
                  </a:lnTo>
                  <a:lnTo>
                    <a:pt x="122377" y="96520"/>
                  </a:lnTo>
                  <a:lnTo>
                    <a:pt x="122021" y="95656"/>
                  </a:lnTo>
                  <a:lnTo>
                    <a:pt x="122021" y="97790"/>
                  </a:lnTo>
                  <a:lnTo>
                    <a:pt x="120764" y="100330"/>
                  </a:lnTo>
                  <a:lnTo>
                    <a:pt x="119989" y="100774"/>
                  </a:lnTo>
                  <a:lnTo>
                    <a:pt x="119989" y="114300"/>
                  </a:lnTo>
                  <a:lnTo>
                    <a:pt x="119722" y="115570"/>
                  </a:lnTo>
                  <a:lnTo>
                    <a:pt x="119392" y="116141"/>
                  </a:lnTo>
                  <a:lnTo>
                    <a:pt x="119392" y="132080"/>
                  </a:lnTo>
                  <a:lnTo>
                    <a:pt x="119392" y="133350"/>
                  </a:lnTo>
                  <a:lnTo>
                    <a:pt x="117538" y="133350"/>
                  </a:lnTo>
                  <a:lnTo>
                    <a:pt x="117538" y="132080"/>
                  </a:lnTo>
                  <a:lnTo>
                    <a:pt x="117690" y="130810"/>
                  </a:lnTo>
                  <a:lnTo>
                    <a:pt x="118795" y="130810"/>
                  </a:lnTo>
                  <a:lnTo>
                    <a:pt x="119176" y="132080"/>
                  </a:lnTo>
                  <a:lnTo>
                    <a:pt x="119392" y="132080"/>
                  </a:lnTo>
                  <a:lnTo>
                    <a:pt x="119392" y="116141"/>
                  </a:lnTo>
                  <a:lnTo>
                    <a:pt x="118973" y="116840"/>
                  </a:lnTo>
                  <a:lnTo>
                    <a:pt x="118541" y="116840"/>
                  </a:lnTo>
                  <a:lnTo>
                    <a:pt x="118351" y="117195"/>
                  </a:lnTo>
                  <a:lnTo>
                    <a:pt x="118351" y="123190"/>
                  </a:lnTo>
                  <a:lnTo>
                    <a:pt x="117843" y="124460"/>
                  </a:lnTo>
                  <a:lnTo>
                    <a:pt x="116255" y="124460"/>
                  </a:lnTo>
                  <a:lnTo>
                    <a:pt x="116255" y="132080"/>
                  </a:lnTo>
                  <a:lnTo>
                    <a:pt x="116014" y="133350"/>
                  </a:lnTo>
                  <a:lnTo>
                    <a:pt x="115531" y="133350"/>
                  </a:lnTo>
                  <a:lnTo>
                    <a:pt x="115087" y="134620"/>
                  </a:lnTo>
                  <a:lnTo>
                    <a:pt x="114592" y="134620"/>
                  </a:lnTo>
                  <a:lnTo>
                    <a:pt x="114185" y="133350"/>
                  </a:lnTo>
                  <a:lnTo>
                    <a:pt x="113093" y="132080"/>
                  </a:lnTo>
                  <a:lnTo>
                    <a:pt x="113093" y="139700"/>
                  </a:lnTo>
                  <a:lnTo>
                    <a:pt x="111480" y="139700"/>
                  </a:lnTo>
                  <a:lnTo>
                    <a:pt x="111061" y="138430"/>
                  </a:lnTo>
                  <a:lnTo>
                    <a:pt x="112991" y="138430"/>
                  </a:lnTo>
                  <a:lnTo>
                    <a:pt x="113093" y="139700"/>
                  </a:lnTo>
                  <a:lnTo>
                    <a:pt x="113093" y="132080"/>
                  </a:lnTo>
                  <a:lnTo>
                    <a:pt x="112369" y="132080"/>
                  </a:lnTo>
                  <a:lnTo>
                    <a:pt x="112369" y="135890"/>
                  </a:lnTo>
                  <a:lnTo>
                    <a:pt x="111861" y="135890"/>
                  </a:lnTo>
                  <a:lnTo>
                    <a:pt x="111620" y="134620"/>
                  </a:lnTo>
                  <a:lnTo>
                    <a:pt x="110794" y="134620"/>
                  </a:lnTo>
                  <a:lnTo>
                    <a:pt x="110337" y="133350"/>
                  </a:lnTo>
                  <a:lnTo>
                    <a:pt x="111988" y="133350"/>
                  </a:lnTo>
                  <a:lnTo>
                    <a:pt x="112153" y="134620"/>
                  </a:lnTo>
                  <a:lnTo>
                    <a:pt x="112369" y="135890"/>
                  </a:lnTo>
                  <a:lnTo>
                    <a:pt x="112369" y="132080"/>
                  </a:lnTo>
                  <a:lnTo>
                    <a:pt x="112077" y="132080"/>
                  </a:lnTo>
                  <a:lnTo>
                    <a:pt x="111620" y="130810"/>
                  </a:lnTo>
                  <a:lnTo>
                    <a:pt x="111061" y="129540"/>
                  </a:lnTo>
                  <a:lnTo>
                    <a:pt x="111061" y="128270"/>
                  </a:lnTo>
                  <a:lnTo>
                    <a:pt x="111061" y="127000"/>
                  </a:lnTo>
                  <a:lnTo>
                    <a:pt x="111480" y="125730"/>
                  </a:lnTo>
                  <a:lnTo>
                    <a:pt x="111620" y="124460"/>
                  </a:lnTo>
                  <a:lnTo>
                    <a:pt x="110896" y="124460"/>
                  </a:lnTo>
                  <a:lnTo>
                    <a:pt x="110553" y="123190"/>
                  </a:lnTo>
                  <a:lnTo>
                    <a:pt x="109651" y="123190"/>
                  </a:lnTo>
                  <a:lnTo>
                    <a:pt x="109804" y="121920"/>
                  </a:lnTo>
                  <a:lnTo>
                    <a:pt x="111988" y="121920"/>
                  </a:lnTo>
                  <a:lnTo>
                    <a:pt x="113474" y="123190"/>
                  </a:lnTo>
                  <a:lnTo>
                    <a:pt x="113601" y="125730"/>
                  </a:lnTo>
                  <a:lnTo>
                    <a:pt x="113804" y="125730"/>
                  </a:lnTo>
                  <a:lnTo>
                    <a:pt x="113855" y="125945"/>
                  </a:lnTo>
                  <a:lnTo>
                    <a:pt x="114376" y="128270"/>
                  </a:lnTo>
                  <a:lnTo>
                    <a:pt x="114846" y="128270"/>
                  </a:lnTo>
                  <a:lnTo>
                    <a:pt x="115595" y="130810"/>
                  </a:lnTo>
                  <a:lnTo>
                    <a:pt x="116255" y="132080"/>
                  </a:lnTo>
                  <a:lnTo>
                    <a:pt x="116255" y="124460"/>
                  </a:lnTo>
                  <a:lnTo>
                    <a:pt x="116014" y="124460"/>
                  </a:lnTo>
                  <a:lnTo>
                    <a:pt x="116255" y="123190"/>
                  </a:lnTo>
                  <a:lnTo>
                    <a:pt x="116433" y="123190"/>
                  </a:lnTo>
                  <a:lnTo>
                    <a:pt x="116255" y="121920"/>
                  </a:lnTo>
                  <a:lnTo>
                    <a:pt x="114592" y="120650"/>
                  </a:lnTo>
                  <a:lnTo>
                    <a:pt x="113601" y="120650"/>
                  </a:lnTo>
                  <a:lnTo>
                    <a:pt x="111366" y="119303"/>
                  </a:lnTo>
                  <a:lnTo>
                    <a:pt x="110794" y="118110"/>
                  </a:lnTo>
                  <a:lnTo>
                    <a:pt x="110896" y="115570"/>
                  </a:lnTo>
                  <a:lnTo>
                    <a:pt x="111061" y="114300"/>
                  </a:lnTo>
                  <a:lnTo>
                    <a:pt x="111277" y="113030"/>
                  </a:lnTo>
                  <a:lnTo>
                    <a:pt x="111709" y="113030"/>
                  </a:lnTo>
                  <a:lnTo>
                    <a:pt x="112077" y="114300"/>
                  </a:lnTo>
                  <a:lnTo>
                    <a:pt x="112649" y="114300"/>
                  </a:lnTo>
                  <a:lnTo>
                    <a:pt x="112877" y="115570"/>
                  </a:lnTo>
                  <a:lnTo>
                    <a:pt x="113245" y="115570"/>
                  </a:lnTo>
                  <a:lnTo>
                    <a:pt x="113753" y="116840"/>
                  </a:lnTo>
                  <a:lnTo>
                    <a:pt x="114884" y="119303"/>
                  </a:lnTo>
                  <a:lnTo>
                    <a:pt x="115493" y="119303"/>
                  </a:lnTo>
                  <a:lnTo>
                    <a:pt x="116255" y="120650"/>
                  </a:lnTo>
                  <a:lnTo>
                    <a:pt x="117182" y="120650"/>
                  </a:lnTo>
                  <a:lnTo>
                    <a:pt x="117297" y="121920"/>
                  </a:lnTo>
                  <a:lnTo>
                    <a:pt x="118351" y="123190"/>
                  </a:lnTo>
                  <a:lnTo>
                    <a:pt x="118351" y="117195"/>
                  </a:lnTo>
                  <a:lnTo>
                    <a:pt x="117843" y="118110"/>
                  </a:lnTo>
                  <a:lnTo>
                    <a:pt x="116433" y="118110"/>
                  </a:lnTo>
                  <a:lnTo>
                    <a:pt x="115963" y="119303"/>
                  </a:lnTo>
                  <a:lnTo>
                    <a:pt x="115595" y="119303"/>
                  </a:lnTo>
                  <a:lnTo>
                    <a:pt x="115633" y="118110"/>
                  </a:lnTo>
                  <a:lnTo>
                    <a:pt x="116382" y="116840"/>
                  </a:lnTo>
                  <a:lnTo>
                    <a:pt x="116382" y="115570"/>
                  </a:lnTo>
                  <a:lnTo>
                    <a:pt x="115595" y="114300"/>
                  </a:lnTo>
                  <a:lnTo>
                    <a:pt x="114655" y="113030"/>
                  </a:lnTo>
                  <a:lnTo>
                    <a:pt x="113601" y="113030"/>
                  </a:lnTo>
                  <a:lnTo>
                    <a:pt x="112610" y="111760"/>
                  </a:lnTo>
                  <a:lnTo>
                    <a:pt x="111620" y="110490"/>
                  </a:lnTo>
                  <a:lnTo>
                    <a:pt x="111620" y="109220"/>
                  </a:lnTo>
                  <a:lnTo>
                    <a:pt x="112877" y="109220"/>
                  </a:lnTo>
                  <a:lnTo>
                    <a:pt x="111277" y="106680"/>
                  </a:lnTo>
                  <a:lnTo>
                    <a:pt x="110553" y="105410"/>
                  </a:lnTo>
                  <a:lnTo>
                    <a:pt x="110896" y="104140"/>
                  </a:lnTo>
                  <a:lnTo>
                    <a:pt x="111620" y="104140"/>
                  </a:lnTo>
                  <a:lnTo>
                    <a:pt x="112877" y="105410"/>
                  </a:lnTo>
                  <a:lnTo>
                    <a:pt x="113804" y="106680"/>
                  </a:lnTo>
                  <a:lnTo>
                    <a:pt x="115087" y="107950"/>
                  </a:lnTo>
                  <a:lnTo>
                    <a:pt x="115087" y="109220"/>
                  </a:lnTo>
                  <a:lnTo>
                    <a:pt x="115252" y="109220"/>
                  </a:lnTo>
                  <a:lnTo>
                    <a:pt x="115633" y="110490"/>
                  </a:lnTo>
                  <a:lnTo>
                    <a:pt x="116979" y="110490"/>
                  </a:lnTo>
                  <a:lnTo>
                    <a:pt x="117538" y="111760"/>
                  </a:lnTo>
                  <a:lnTo>
                    <a:pt x="119634" y="111760"/>
                  </a:lnTo>
                  <a:lnTo>
                    <a:pt x="119761" y="113030"/>
                  </a:lnTo>
                  <a:lnTo>
                    <a:pt x="119989" y="114300"/>
                  </a:lnTo>
                  <a:lnTo>
                    <a:pt x="119989" y="100774"/>
                  </a:lnTo>
                  <a:lnTo>
                    <a:pt x="118541" y="101600"/>
                  </a:lnTo>
                  <a:lnTo>
                    <a:pt x="116014" y="101600"/>
                  </a:lnTo>
                  <a:lnTo>
                    <a:pt x="116827" y="102870"/>
                  </a:lnTo>
                  <a:lnTo>
                    <a:pt x="118351" y="102870"/>
                  </a:lnTo>
                  <a:lnTo>
                    <a:pt x="119392" y="104140"/>
                  </a:lnTo>
                  <a:lnTo>
                    <a:pt x="119634" y="104140"/>
                  </a:lnTo>
                  <a:lnTo>
                    <a:pt x="119570" y="106680"/>
                  </a:lnTo>
                  <a:lnTo>
                    <a:pt x="119392" y="107950"/>
                  </a:lnTo>
                  <a:lnTo>
                    <a:pt x="118351" y="107950"/>
                  </a:lnTo>
                  <a:lnTo>
                    <a:pt x="118021" y="109220"/>
                  </a:lnTo>
                  <a:lnTo>
                    <a:pt x="116255" y="109220"/>
                  </a:lnTo>
                  <a:lnTo>
                    <a:pt x="116014" y="107950"/>
                  </a:lnTo>
                  <a:lnTo>
                    <a:pt x="115938" y="105410"/>
                  </a:lnTo>
                  <a:lnTo>
                    <a:pt x="115087" y="105410"/>
                  </a:lnTo>
                  <a:lnTo>
                    <a:pt x="114376" y="104140"/>
                  </a:lnTo>
                  <a:lnTo>
                    <a:pt x="112153" y="104140"/>
                  </a:lnTo>
                  <a:lnTo>
                    <a:pt x="112052" y="102654"/>
                  </a:lnTo>
                  <a:lnTo>
                    <a:pt x="111709" y="100330"/>
                  </a:lnTo>
                  <a:lnTo>
                    <a:pt x="111709" y="96520"/>
                  </a:lnTo>
                  <a:lnTo>
                    <a:pt x="112877" y="96520"/>
                  </a:lnTo>
                  <a:lnTo>
                    <a:pt x="113474" y="97790"/>
                  </a:lnTo>
                  <a:lnTo>
                    <a:pt x="114185" y="99060"/>
                  </a:lnTo>
                  <a:lnTo>
                    <a:pt x="114655" y="100330"/>
                  </a:lnTo>
                  <a:lnTo>
                    <a:pt x="115087" y="100330"/>
                  </a:lnTo>
                  <a:lnTo>
                    <a:pt x="116014" y="101600"/>
                  </a:lnTo>
                  <a:lnTo>
                    <a:pt x="116560" y="100330"/>
                  </a:lnTo>
                  <a:lnTo>
                    <a:pt x="116827" y="99060"/>
                  </a:lnTo>
                  <a:lnTo>
                    <a:pt x="117297" y="99060"/>
                  </a:lnTo>
                  <a:lnTo>
                    <a:pt x="117297" y="97790"/>
                  </a:lnTo>
                  <a:lnTo>
                    <a:pt x="116382" y="97790"/>
                  </a:lnTo>
                  <a:lnTo>
                    <a:pt x="115354" y="96520"/>
                  </a:lnTo>
                  <a:lnTo>
                    <a:pt x="114376" y="95250"/>
                  </a:lnTo>
                  <a:lnTo>
                    <a:pt x="113245" y="95250"/>
                  </a:lnTo>
                  <a:lnTo>
                    <a:pt x="112153" y="93980"/>
                  </a:lnTo>
                  <a:lnTo>
                    <a:pt x="112560" y="92710"/>
                  </a:lnTo>
                  <a:lnTo>
                    <a:pt x="112649" y="90170"/>
                  </a:lnTo>
                  <a:lnTo>
                    <a:pt x="114655" y="90170"/>
                  </a:lnTo>
                  <a:lnTo>
                    <a:pt x="114769" y="90424"/>
                  </a:lnTo>
                  <a:lnTo>
                    <a:pt x="115252" y="91440"/>
                  </a:lnTo>
                  <a:lnTo>
                    <a:pt x="115633" y="91440"/>
                  </a:lnTo>
                  <a:lnTo>
                    <a:pt x="116433" y="92710"/>
                  </a:lnTo>
                  <a:lnTo>
                    <a:pt x="117182" y="92710"/>
                  </a:lnTo>
                  <a:lnTo>
                    <a:pt x="118021" y="93980"/>
                  </a:lnTo>
                  <a:lnTo>
                    <a:pt x="119570" y="95250"/>
                  </a:lnTo>
                  <a:lnTo>
                    <a:pt x="120319" y="96520"/>
                  </a:lnTo>
                  <a:lnTo>
                    <a:pt x="122021" y="97790"/>
                  </a:lnTo>
                  <a:lnTo>
                    <a:pt x="122021" y="95656"/>
                  </a:lnTo>
                  <a:lnTo>
                    <a:pt x="121856" y="95250"/>
                  </a:lnTo>
                  <a:lnTo>
                    <a:pt x="121386" y="95250"/>
                  </a:lnTo>
                  <a:lnTo>
                    <a:pt x="120408" y="93980"/>
                  </a:lnTo>
                  <a:lnTo>
                    <a:pt x="120980" y="92710"/>
                  </a:lnTo>
                  <a:lnTo>
                    <a:pt x="122529" y="91440"/>
                  </a:lnTo>
                  <a:lnTo>
                    <a:pt x="124206" y="91440"/>
                  </a:lnTo>
                  <a:lnTo>
                    <a:pt x="126022" y="92710"/>
                  </a:lnTo>
                  <a:lnTo>
                    <a:pt x="126136" y="95250"/>
                  </a:lnTo>
                  <a:lnTo>
                    <a:pt x="126250" y="96520"/>
                  </a:lnTo>
                  <a:lnTo>
                    <a:pt x="125691" y="97790"/>
                  </a:lnTo>
                  <a:lnTo>
                    <a:pt x="124866" y="99060"/>
                  </a:lnTo>
                  <a:lnTo>
                    <a:pt x="124561" y="99060"/>
                  </a:lnTo>
                  <a:lnTo>
                    <a:pt x="124206" y="100330"/>
                  </a:lnTo>
                  <a:lnTo>
                    <a:pt x="126339" y="102870"/>
                  </a:lnTo>
                  <a:lnTo>
                    <a:pt x="126936" y="102870"/>
                  </a:lnTo>
                  <a:lnTo>
                    <a:pt x="128028" y="105410"/>
                  </a:lnTo>
                  <a:lnTo>
                    <a:pt x="128028" y="100330"/>
                  </a:lnTo>
                  <a:lnTo>
                    <a:pt x="127749" y="99060"/>
                  </a:lnTo>
                  <a:lnTo>
                    <a:pt x="128828" y="97790"/>
                  </a:lnTo>
                  <a:lnTo>
                    <a:pt x="131572" y="97790"/>
                  </a:lnTo>
                  <a:lnTo>
                    <a:pt x="132765" y="99060"/>
                  </a:lnTo>
                  <a:lnTo>
                    <a:pt x="132829" y="101600"/>
                  </a:lnTo>
                  <a:lnTo>
                    <a:pt x="132829" y="87630"/>
                  </a:lnTo>
                  <a:lnTo>
                    <a:pt x="132829" y="86360"/>
                  </a:lnTo>
                  <a:lnTo>
                    <a:pt x="132981" y="86360"/>
                  </a:lnTo>
                  <a:lnTo>
                    <a:pt x="132981" y="85090"/>
                  </a:lnTo>
                  <a:lnTo>
                    <a:pt x="132765" y="83820"/>
                  </a:lnTo>
                  <a:lnTo>
                    <a:pt x="131635" y="83820"/>
                  </a:lnTo>
                  <a:lnTo>
                    <a:pt x="131635" y="91440"/>
                  </a:lnTo>
                  <a:lnTo>
                    <a:pt x="131572" y="92710"/>
                  </a:lnTo>
                  <a:lnTo>
                    <a:pt x="131267" y="93980"/>
                  </a:lnTo>
                  <a:lnTo>
                    <a:pt x="130111" y="95250"/>
                  </a:lnTo>
                  <a:lnTo>
                    <a:pt x="127749" y="95250"/>
                  </a:lnTo>
                  <a:lnTo>
                    <a:pt x="128028" y="93980"/>
                  </a:lnTo>
                  <a:lnTo>
                    <a:pt x="128828" y="93980"/>
                  </a:lnTo>
                  <a:lnTo>
                    <a:pt x="128828" y="92710"/>
                  </a:lnTo>
                  <a:lnTo>
                    <a:pt x="127431" y="92710"/>
                  </a:lnTo>
                  <a:lnTo>
                    <a:pt x="127152" y="91440"/>
                  </a:lnTo>
                  <a:lnTo>
                    <a:pt x="126936" y="91440"/>
                  </a:lnTo>
                  <a:lnTo>
                    <a:pt x="126593" y="90170"/>
                  </a:lnTo>
                  <a:lnTo>
                    <a:pt x="127342" y="88900"/>
                  </a:lnTo>
                  <a:lnTo>
                    <a:pt x="130797" y="88900"/>
                  </a:lnTo>
                  <a:lnTo>
                    <a:pt x="131635" y="91440"/>
                  </a:lnTo>
                  <a:lnTo>
                    <a:pt x="131635" y="83820"/>
                  </a:lnTo>
                  <a:lnTo>
                    <a:pt x="131394" y="82550"/>
                  </a:lnTo>
                  <a:lnTo>
                    <a:pt x="131165" y="82550"/>
                  </a:lnTo>
                  <a:lnTo>
                    <a:pt x="130314" y="81280"/>
                  </a:lnTo>
                  <a:lnTo>
                    <a:pt x="129819" y="81280"/>
                  </a:lnTo>
                  <a:lnTo>
                    <a:pt x="129781" y="80010"/>
                  </a:lnTo>
                  <a:lnTo>
                    <a:pt x="129717" y="77470"/>
                  </a:lnTo>
                  <a:lnTo>
                    <a:pt x="129717" y="85090"/>
                  </a:lnTo>
                  <a:lnTo>
                    <a:pt x="129717" y="86360"/>
                  </a:lnTo>
                  <a:lnTo>
                    <a:pt x="128828" y="87630"/>
                  </a:lnTo>
                  <a:lnTo>
                    <a:pt x="126339" y="87630"/>
                  </a:lnTo>
                  <a:lnTo>
                    <a:pt x="126250" y="86360"/>
                  </a:lnTo>
                  <a:lnTo>
                    <a:pt x="126022" y="85090"/>
                  </a:lnTo>
                  <a:lnTo>
                    <a:pt x="125222" y="85090"/>
                  </a:lnTo>
                  <a:lnTo>
                    <a:pt x="125222" y="87630"/>
                  </a:lnTo>
                  <a:lnTo>
                    <a:pt x="124968" y="88900"/>
                  </a:lnTo>
                  <a:lnTo>
                    <a:pt x="124561" y="88900"/>
                  </a:lnTo>
                  <a:lnTo>
                    <a:pt x="123837" y="90170"/>
                  </a:lnTo>
                  <a:lnTo>
                    <a:pt x="121119" y="90170"/>
                  </a:lnTo>
                  <a:lnTo>
                    <a:pt x="121488" y="88900"/>
                  </a:lnTo>
                  <a:lnTo>
                    <a:pt x="121716" y="88900"/>
                  </a:lnTo>
                  <a:lnTo>
                    <a:pt x="122377" y="87630"/>
                  </a:lnTo>
                  <a:lnTo>
                    <a:pt x="122199" y="86360"/>
                  </a:lnTo>
                  <a:lnTo>
                    <a:pt x="120548" y="86360"/>
                  </a:lnTo>
                  <a:lnTo>
                    <a:pt x="120319" y="85090"/>
                  </a:lnTo>
                  <a:lnTo>
                    <a:pt x="119570" y="85090"/>
                  </a:lnTo>
                  <a:lnTo>
                    <a:pt x="119570" y="88900"/>
                  </a:lnTo>
                  <a:lnTo>
                    <a:pt x="119176" y="90170"/>
                  </a:lnTo>
                  <a:lnTo>
                    <a:pt x="118643" y="90170"/>
                  </a:lnTo>
                  <a:lnTo>
                    <a:pt x="117843" y="91440"/>
                  </a:lnTo>
                  <a:lnTo>
                    <a:pt x="115938" y="91440"/>
                  </a:lnTo>
                  <a:lnTo>
                    <a:pt x="115938" y="90170"/>
                  </a:lnTo>
                  <a:lnTo>
                    <a:pt x="115938" y="88900"/>
                  </a:lnTo>
                  <a:lnTo>
                    <a:pt x="115354" y="87630"/>
                  </a:lnTo>
                  <a:lnTo>
                    <a:pt x="112991" y="87630"/>
                  </a:lnTo>
                  <a:lnTo>
                    <a:pt x="111988" y="86360"/>
                  </a:lnTo>
                  <a:lnTo>
                    <a:pt x="111061" y="86360"/>
                  </a:lnTo>
                  <a:lnTo>
                    <a:pt x="111061" y="91440"/>
                  </a:lnTo>
                  <a:lnTo>
                    <a:pt x="110553" y="92964"/>
                  </a:lnTo>
                  <a:lnTo>
                    <a:pt x="110553" y="99060"/>
                  </a:lnTo>
                  <a:lnTo>
                    <a:pt x="109982" y="99060"/>
                  </a:lnTo>
                  <a:lnTo>
                    <a:pt x="109626" y="100330"/>
                  </a:lnTo>
                  <a:lnTo>
                    <a:pt x="108966" y="101600"/>
                  </a:lnTo>
                  <a:lnTo>
                    <a:pt x="108077" y="102870"/>
                  </a:lnTo>
                  <a:lnTo>
                    <a:pt x="105359" y="102870"/>
                  </a:lnTo>
                  <a:lnTo>
                    <a:pt x="105359" y="104140"/>
                  </a:lnTo>
                  <a:lnTo>
                    <a:pt x="105892" y="104140"/>
                  </a:lnTo>
                  <a:lnTo>
                    <a:pt x="106578" y="105410"/>
                  </a:lnTo>
                  <a:lnTo>
                    <a:pt x="108737" y="105410"/>
                  </a:lnTo>
                  <a:lnTo>
                    <a:pt x="109512" y="106680"/>
                  </a:lnTo>
                  <a:lnTo>
                    <a:pt x="109982" y="106680"/>
                  </a:lnTo>
                  <a:lnTo>
                    <a:pt x="110553" y="107950"/>
                  </a:lnTo>
                  <a:lnTo>
                    <a:pt x="110553" y="109220"/>
                  </a:lnTo>
                  <a:lnTo>
                    <a:pt x="109626" y="109220"/>
                  </a:lnTo>
                  <a:lnTo>
                    <a:pt x="109512" y="109410"/>
                  </a:lnTo>
                  <a:lnTo>
                    <a:pt x="109512" y="153670"/>
                  </a:lnTo>
                  <a:lnTo>
                    <a:pt x="109486" y="156210"/>
                  </a:lnTo>
                  <a:lnTo>
                    <a:pt x="109359" y="157480"/>
                  </a:lnTo>
                  <a:lnTo>
                    <a:pt x="109296" y="158750"/>
                  </a:lnTo>
                  <a:lnTo>
                    <a:pt x="108546" y="163830"/>
                  </a:lnTo>
                  <a:lnTo>
                    <a:pt x="107861" y="170180"/>
                  </a:lnTo>
                  <a:lnTo>
                    <a:pt x="107657" y="170180"/>
                  </a:lnTo>
                  <a:lnTo>
                    <a:pt x="107607" y="171450"/>
                  </a:lnTo>
                  <a:lnTo>
                    <a:pt x="107175" y="171450"/>
                  </a:lnTo>
                  <a:lnTo>
                    <a:pt x="107175" y="172720"/>
                  </a:lnTo>
                  <a:lnTo>
                    <a:pt x="106197" y="172720"/>
                  </a:lnTo>
                  <a:lnTo>
                    <a:pt x="106045" y="171450"/>
                  </a:lnTo>
                  <a:lnTo>
                    <a:pt x="105537" y="168910"/>
                  </a:lnTo>
                  <a:lnTo>
                    <a:pt x="104965" y="166370"/>
                  </a:lnTo>
                  <a:lnTo>
                    <a:pt x="104381" y="165100"/>
                  </a:lnTo>
                  <a:lnTo>
                    <a:pt x="103378" y="158750"/>
                  </a:lnTo>
                  <a:lnTo>
                    <a:pt x="103378" y="154940"/>
                  </a:lnTo>
                  <a:lnTo>
                    <a:pt x="103098" y="153670"/>
                  </a:lnTo>
                  <a:lnTo>
                    <a:pt x="102984" y="152400"/>
                  </a:lnTo>
                  <a:lnTo>
                    <a:pt x="101866" y="152400"/>
                  </a:lnTo>
                  <a:lnTo>
                    <a:pt x="101993" y="161290"/>
                  </a:lnTo>
                  <a:lnTo>
                    <a:pt x="102069" y="170180"/>
                  </a:lnTo>
                  <a:lnTo>
                    <a:pt x="102730" y="173990"/>
                  </a:lnTo>
                  <a:lnTo>
                    <a:pt x="103212" y="176530"/>
                  </a:lnTo>
                  <a:lnTo>
                    <a:pt x="104635" y="181610"/>
                  </a:lnTo>
                  <a:lnTo>
                    <a:pt x="104635" y="182880"/>
                  </a:lnTo>
                  <a:lnTo>
                    <a:pt x="105752" y="185420"/>
                  </a:lnTo>
                  <a:lnTo>
                    <a:pt x="105752" y="186690"/>
                  </a:lnTo>
                  <a:lnTo>
                    <a:pt x="105537" y="187960"/>
                  </a:lnTo>
                  <a:lnTo>
                    <a:pt x="105359" y="189230"/>
                  </a:lnTo>
                  <a:lnTo>
                    <a:pt x="104965" y="190500"/>
                  </a:lnTo>
                  <a:lnTo>
                    <a:pt x="104876" y="195580"/>
                  </a:lnTo>
                  <a:lnTo>
                    <a:pt x="103924" y="196850"/>
                  </a:lnTo>
                  <a:lnTo>
                    <a:pt x="103378" y="198120"/>
                  </a:lnTo>
                  <a:lnTo>
                    <a:pt x="102882" y="199390"/>
                  </a:lnTo>
                  <a:lnTo>
                    <a:pt x="102222" y="200660"/>
                  </a:lnTo>
                  <a:lnTo>
                    <a:pt x="102069" y="201930"/>
                  </a:lnTo>
                  <a:lnTo>
                    <a:pt x="101866" y="201930"/>
                  </a:lnTo>
                  <a:lnTo>
                    <a:pt x="101866" y="203200"/>
                  </a:lnTo>
                  <a:lnTo>
                    <a:pt x="102069" y="204470"/>
                  </a:lnTo>
                  <a:lnTo>
                    <a:pt x="102438" y="205740"/>
                  </a:lnTo>
                  <a:lnTo>
                    <a:pt x="103378" y="207010"/>
                  </a:lnTo>
                  <a:lnTo>
                    <a:pt x="104444" y="208280"/>
                  </a:lnTo>
                  <a:lnTo>
                    <a:pt x="104381" y="210820"/>
                  </a:lnTo>
                  <a:lnTo>
                    <a:pt x="103657" y="212090"/>
                  </a:lnTo>
                  <a:lnTo>
                    <a:pt x="103098" y="212090"/>
                  </a:lnTo>
                  <a:lnTo>
                    <a:pt x="102222" y="213360"/>
                  </a:lnTo>
                  <a:lnTo>
                    <a:pt x="92316" y="213360"/>
                  </a:lnTo>
                  <a:lnTo>
                    <a:pt x="91414" y="212090"/>
                  </a:lnTo>
                  <a:lnTo>
                    <a:pt x="91986" y="210820"/>
                  </a:lnTo>
                  <a:lnTo>
                    <a:pt x="91414" y="209550"/>
                  </a:lnTo>
                  <a:lnTo>
                    <a:pt x="90690" y="208280"/>
                  </a:lnTo>
                  <a:lnTo>
                    <a:pt x="90131" y="208280"/>
                  </a:lnTo>
                  <a:lnTo>
                    <a:pt x="90043" y="207010"/>
                  </a:lnTo>
                  <a:lnTo>
                    <a:pt x="91173" y="205740"/>
                  </a:lnTo>
                  <a:lnTo>
                    <a:pt x="91173" y="204470"/>
                  </a:lnTo>
                  <a:lnTo>
                    <a:pt x="90309" y="203200"/>
                  </a:lnTo>
                  <a:lnTo>
                    <a:pt x="89916" y="201930"/>
                  </a:lnTo>
                  <a:lnTo>
                    <a:pt x="89776" y="201930"/>
                  </a:lnTo>
                  <a:lnTo>
                    <a:pt x="89776" y="200660"/>
                  </a:lnTo>
                  <a:lnTo>
                    <a:pt x="89916" y="199390"/>
                  </a:lnTo>
                  <a:lnTo>
                    <a:pt x="89941" y="196850"/>
                  </a:lnTo>
                  <a:lnTo>
                    <a:pt x="90131" y="195580"/>
                  </a:lnTo>
                  <a:lnTo>
                    <a:pt x="90131" y="193040"/>
                  </a:lnTo>
                  <a:lnTo>
                    <a:pt x="89560" y="191770"/>
                  </a:lnTo>
                  <a:lnTo>
                    <a:pt x="89293" y="190500"/>
                  </a:lnTo>
                  <a:lnTo>
                    <a:pt x="89217" y="185420"/>
                  </a:lnTo>
                  <a:lnTo>
                    <a:pt x="89331" y="184150"/>
                  </a:lnTo>
                  <a:lnTo>
                    <a:pt x="89446" y="182880"/>
                  </a:lnTo>
                  <a:lnTo>
                    <a:pt x="89560" y="181610"/>
                  </a:lnTo>
                  <a:lnTo>
                    <a:pt x="90817" y="177800"/>
                  </a:lnTo>
                  <a:lnTo>
                    <a:pt x="91033" y="176530"/>
                  </a:lnTo>
                  <a:lnTo>
                    <a:pt x="91173" y="176530"/>
                  </a:lnTo>
                  <a:lnTo>
                    <a:pt x="91770" y="175260"/>
                  </a:lnTo>
                  <a:lnTo>
                    <a:pt x="91986" y="175260"/>
                  </a:lnTo>
                  <a:lnTo>
                    <a:pt x="91770" y="173990"/>
                  </a:lnTo>
                  <a:lnTo>
                    <a:pt x="91643" y="168910"/>
                  </a:lnTo>
                  <a:lnTo>
                    <a:pt x="91567" y="167640"/>
                  </a:lnTo>
                  <a:lnTo>
                    <a:pt x="91478" y="166370"/>
                  </a:lnTo>
                  <a:lnTo>
                    <a:pt x="91401" y="165100"/>
                  </a:lnTo>
                  <a:lnTo>
                    <a:pt x="91325" y="163830"/>
                  </a:lnTo>
                  <a:lnTo>
                    <a:pt x="91224" y="153670"/>
                  </a:lnTo>
                  <a:lnTo>
                    <a:pt x="91694" y="152400"/>
                  </a:lnTo>
                  <a:lnTo>
                    <a:pt x="91770" y="151130"/>
                  </a:lnTo>
                  <a:lnTo>
                    <a:pt x="92316" y="149860"/>
                  </a:lnTo>
                  <a:lnTo>
                    <a:pt x="93446" y="151130"/>
                  </a:lnTo>
                  <a:lnTo>
                    <a:pt x="94513" y="151130"/>
                  </a:lnTo>
                  <a:lnTo>
                    <a:pt x="96393" y="149860"/>
                  </a:lnTo>
                  <a:lnTo>
                    <a:pt x="97688" y="149860"/>
                  </a:lnTo>
                  <a:lnTo>
                    <a:pt x="99060" y="151130"/>
                  </a:lnTo>
                  <a:lnTo>
                    <a:pt x="100558" y="151130"/>
                  </a:lnTo>
                  <a:lnTo>
                    <a:pt x="101663" y="151130"/>
                  </a:lnTo>
                  <a:lnTo>
                    <a:pt x="102882" y="151130"/>
                  </a:lnTo>
                  <a:lnTo>
                    <a:pt x="102882" y="149860"/>
                  </a:lnTo>
                  <a:lnTo>
                    <a:pt x="102730" y="148590"/>
                  </a:lnTo>
                  <a:lnTo>
                    <a:pt x="102527" y="147320"/>
                  </a:lnTo>
                  <a:lnTo>
                    <a:pt x="103098" y="146050"/>
                  </a:lnTo>
                  <a:lnTo>
                    <a:pt x="104635" y="144780"/>
                  </a:lnTo>
                  <a:lnTo>
                    <a:pt x="107543" y="144780"/>
                  </a:lnTo>
                  <a:lnTo>
                    <a:pt x="107988" y="146050"/>
                  </a:lnTo>
                  <a:lnTo>
                    <a:pt x="108077" y="148590"/>
                  </a:lnTo>
                  <a:lnTo>
                    <a:pt x="108140" y="149860"/>
                  </a:lnTo>
                  <a:lnTo>
                    <a:pt x="108229" y="151130"/>
                  </a:lnTo>
                  <a:lnTo>
                    <a:pt x="108292" y="152400"/>
                  </a:lnTo>
                  <a:lnTo>
                    <a:pt x="108546" y="152400"/>
                  </a:lnTo>
                  <a:lnTo>
                    <a:pt x="109029" y="153670"/>
                  </a:lnTo>
                  <a:lnTo>
                    <a:pt x="109512" y="153670"/>
                  </a:lnTo>
                  <a:lnTo>
                    <a:pt x="109512" y="109410"/>
                  </a:lnTo>
                  <a:lnTo>
                    <a:pt x="109423" y="109550"/>
                  </a:lnTo>
                  <a:lnTo>
                    <a:pt x="109423" y="115570"/>
                  </a:lnTo>
                  <a:lnTo>
                    <a:pt x="109296" y="116840"/>
                  </a:lnTo>
                  <a:lnTo>
                    <a:pt x="109296" y="125730"/>
                  </a:lnTo>
                  <a:lnTo>
                    <a:pt x="109245" y="125945"/>
                  </a:lnTo>
                  <a:lnTo>
                    <a:pt x="108953" y="127000"/>
                  </a:lnTo>
                  <a:lnTo>
                    <a:pt x="108826" y="127000"/>
                  </a:lnTo>
                  <a:lnTo>
                    <a:pt x="108826" y="133350"/>
                  </a:lnTo>
                  <a:lnTo>
                    <a:pt x="108826" y="135890"/>
                  </a:lnTo>
                  <a:lnTo>
                    <a:pt x="108521" y="135890"/>
                  </a:lnTo>
                  <a:lnTo>
                    <a:pt x="107086" y="137160"/>
                  </a:lnTo>
                  <a:lnTo>
                    <a:pt x="106045" y="137160"/>
                  </a:lnTo>
                  <a:lnTo>
                    <a:pt x="106045" y="140970"/>
                  </a:lnTo>
                  <a:lnTo>
                    <a:pt x="105752" y="142240"/>
                  </a:lnTo>
                  <a:lnTo>
                    <a:pt x="105206" y="143510"/>
                  </a:lnTo>
                  <a:lnTo>
                    <a:pt x="103784" y="143510"/>
                  </a:lnTo>
                  <a:lnTo>
                    <a:pt x="104381" y="142240"/>
                  </a:lnTo>
                  <a:lnTo>
                    <a:pt x="104444" y="139700"/>
                  </a:lnTo>
                  <a:lnTo>
                    <a:pt x="105752" y="139700"/>
                  </a:lnTo>
                  <a:lnTo>
                    <a:pt x="106045" y="140970"/>
                  </a:lnTo>
                  <a:lnTo>
                    <a:pt x="106045" y="137160"/>
                  </a:lnTo>
                  <a:lnTo>
                    <a:pt x="104876" y="137160"/>
                  </a:lnTo>
                  <a:lnTo>
                    <a:pt x="105537" y="135890"/>
                  </a:lnTo>
                  <a:lnTo>
                    <a:pt x="105206" y="133350"/>
                  </a:lnTo>
                  <a:lnTo>
                    <a:pt x="104965" y="132080"/>
                  </a:lnTo>
                  <a:lnTo>
                    <a:pt x="104965" y="130810"/>
                  </a:lnTo>
                  <a:lnTo>
                    <a:pt x="106197" y="130810"/>
                  </a:lnTo>
                  <a:lnTo>
                    <a:pt x="107772" y="132080"/>
                  </a:lnTo>
                  <a:lnTo>
                    <a:pt x="108826" y="133350"/>
                  </a:lnTo>
                  <a:lnTo>
                    <a:pt x="108826" y="127000"/>
                  </a:lnTo>
                  <a:lnTo>
                    <a:pt x="108292" y="128270"/>
                  </a:lnTo>
                  <a:lnTo>
                    <a:pt x="107988" y="127000"/>
                  </a:lnTo>
                  <a:lnTo>
                    <a:pt x="107289" y="127000"/>
                  </a:lnTo>
                  <a:lnTo>
                    <a:pt x="107175" y="125730"/>
                  </a:lnTo>
                  <a:lnTo>
                    <a:pt x="106972" y="125730"/>
                  </a:lnTo>
                  <a:lnTo>
                    <a:pt x="106578" y="124460"/>
                  </a:lnTo>
                  <a:lnTo>
                    <a:pt x="106045" y="124460"/>
                  </a:lnTo>
                  <a:lnTo>
                    <a:pt x="106375" y="123190"/>
                  </a:lnTo>
                  <a:lnTo>
                    <a:pt x="108140" y="123190"/>
                  </a:lnTo>
                  <a:lnTo>
                    <a:pt x="108610" y="124460"/>
                  </a:lnTo>
                  <a:lnTo>
                    <a:pt x="109296" y="125730"/>
                  </a:lnTo>
                  <a:lnTo>
                    <a:pt x="109296" y="116840"/>
                  </a:lnTo>
                  <a:lnTo>
                    <a:pt x="108966" y="118110"/>
                  </a:lnTo>
                  <a:lnTo>
                    <a:pt x="108038" y="119303"/>
                  </a:lnTo>
                  <a:lnTo>
                    <a:pt x="105892" y="119303"/>
                  </a:lnTo>
                  <a:lnTo>
                    <a:pt x="106045" y="118110"/>
                  </a:lnTo>
                  <a:lnTo>
                    <a:pt x="106730" y="118110"/>
                  </a:lnTo>
                  <a:lnTo>
                    <a:pt x="106375" y="116840"/>
                  </a:lnTo>
                  <a:lnTo>
                    <a:pt x="105892" y="115570"/>
                  </a:lnTo>
                  <a:lnTo>
                    <a:pt x="104965" y="115570"/>
                  </a:lnTo>
                  <a:lnTo>
                    <a:pt x="104863" y="119303"/>
                  </a:lnTo>
                  <a:lnTo>
                    <a:pt x="104635" y="120738"/>
                  </a:lnTo>
                  <a:lnTo>
                    <a:pt x="104635" y="127000"/>
                  </a:lnTo>
                  <a:lnTo>
                    <a:pt x="104635" y="128270"/>
                  </a:lnTo>
                  <a:lnTo>
                    <a:pt x="104444" y="129540"/>
                  </a:lnTo>
                  <a:lnTo>
                    <a:pt x="104381" y="130810"/>
                  </a:lnTo>
                  <a:lnTo>
                    <a:pt x="103924" y="130810"/>
                  </a:lnTo>
                  <a:lnTo>
                    <a:pt x="103924" y="138430"/>
                  </a:lnTo>
                  <a:lnTo>
                    <a:pt x="103924" y="139700"/>
                  </a:lnTo>
                  <a:lnTo>
                    <a:pt x="102438" y="139700"/>
                  </a:lnTo>
                  <a:lnTo>
                    <a:pt x="102438" y="144780"/>
                  </a:lnTo>
                  <a:lnTo>
                    <a:pt x="102069" y="146050"/>
                  </a:lnTo>
                  <a:lnTo>
                    <a:pt x="101028" y="147320"/>
                  </a:lnTo>
                  <a:lnTo>
                    <a:pt x="99987" y="147320"/>
                  </a:lnTo>
                  <a:lnTo>
                    <a:pt x="99987" y="146050"/>
                  </a:lnTo>
                  <a:lnTo>
                    <a:pt x="100164" y="144780"/>
                  </a:lnTo>
                  <a:lnTo>
                    <a:pt x="102438" y="144780"/>
                  </a:lnTo>
                  <a:lnTo>
                    <a:pt x="102438" y="139700"/>
                  </a:lnTo>
                  <a:lnTo>
                    <a:pt x="101346" y="139700"/>
                  </a:lnTo>
                  <a:lnTo>
                    <a:pt x="99987" y="138430"/>
                  </a:lnTo>
                  <a:lnTo>
                    <a:pt x="99060" y="137160"/>
                  </a:lnTo>
                  <a:lnTo>
                    <a:pt x="99060" y="134620"/>
                  </a:lnTo>
                  <a:lnTo>
                    <a:pt x="98729" y="133350"/>
                  </a:lnTo>
                  <a:lnTo>
                    <a:pt x="98729" y="139700"/>
                  </a:lnTo>
                  <a:lnTo>
                    <a:pt x="98577" y="140970"/>
                  </a:lnTo>
                  <a:lnTo>
                    <a:pt x="98336" y="142240"/>
                  </a:lnTo>
                  <a:lnTo>
                    <a:pt x="97891" y="143510"/>
                  </a:lnTo>
                  <a:lnTo>
                    <a:pt x="97332" y="144780"/>
                  </a:lnTo>
                  <a:lnTo>
                    <a:pt x="96926" y="144780"/>
                  </a:lnTo>
                  <a:lnTo>
                    <a:pt x="95897" y="146050"/>
                  </a:lnTo>
                  <a:lnTo>
                    <a:pt x="95326" y="144780"/>
                  </a:lnTo>
                  <a:lnTo>
                    <a:pt x="95110" y="143510"/>
                  </a:lnTo>
                  <a:lnTo>
                    <a:pt x="95110" y="142240"/>
                  </a:lnTo>
                  <a:lnTo>
                    <a:pt x="95897" y="142240"/>
                  </a:lnTo>
                  <a:lnTo>
                    <a:pt x="95897" y="139700"/>
                  </a:lnTo>
                  <a:lnTo>
                    <a:pt x="98729" y="139700"/>
                  </a:lnTo>
                  <a:lnTo>
                    <a:pt x="98729" y="133350"/>
                  </a:lnTo>
                  <a:lnTo>
                    <a:pt x="98577" y="132080"/>
                  </a:lnTo>
                  <a:lnTo>
                    <a:pt x="99212" y="132080"/>
                  </a:lnTo>
                  <a:lnTo>
                    <a:pt x="100406" y="133350"/>
                  </a:lnTo>
                  <a:lnTo>
                    <a:pt x="101536" y="133350"/>
                  </a:lnTo>
                  <a:lnTo>
                    <a:pt x="102438" y="134620"/>
                  </a:lnTo>
                  <a:lnTo>
                    <a:pt x="103098" y="134620"/>
                  </a:lnTo>
                  <a:lnTo>
                    <a:pt x="103378" y="135890"/>
                  </a:lnTo>
                  <a:lnTo>
                    <a:pt x="103657" y="135890"/>
                  </a:lnTo>
                  <a:lnTo>
                    <a:pt x="103378" y="137160"/>
                  </a:lnTo>
                  <a:lnTo>
                    <a:pt x="102400" y="137160"/>
                  </a:lnTo>
                  <a:lnTo>
                    <a:pt x="102730" y="138430"/>
                  </a:lnTo>
                  <a:lnTo>
                    <a:pt x="103924" y="138430"/>
                  </a:lnTo>
                  <a:lnTo>
                    <a:pt x="103924" y="130810"/>
                  </a:lnTo>
                  <a:lnTo>
                    <a:pt x="102527" y="130810"/>
                  </a:lnTo>
                  <a:lnTo>
                    <a:pt x="101663" y="129540"/>
                  </a:lnTo>
                  <a:lnTo>
                    <a:pt x="101028" y="129540"/>
                  </a:lnTo>
                  <a:lnTo>
                    <a:pt x="100406" y="128270"/>
                  </a:lnTo>
                  <a:lnTo>
                    <a:pt x="101028" y="127000"/>
                  </a:lnTo>
                  <a:lnTo>
                    <a:pt x="101346" y="127000"/>
                  </a:lnTo>
                  <a:lnTo>
                    <a:pt x="100558" y="125730"/>
                  </a:lnTo>
                  <a:lnTo>
                    <a:pt x="99987" y="125730"/>
                  </a:lnTo>
                  <a:lnTo>
                    <a:pt x="99364" y="124460"/>
                  </a:lnTo>
                  <a:lnTo>
                    <a:pt x="98336" y="124460"/>
                  </a:lnTo>
                  <a:lnTo>
                    <a:pt x="98247" y="125730"/>
                  </a:lnTo>
                  <a:lnTo>
                    <a:pt x="97116" y="125730"/>
                  </a:lnTo>
                  <a:lnTo>
                    <a:pt x="97116" y="132080"/>
                  </a:lnTo>
                  <a:lnTo>
                    <a:pt x="96634" y="133350"/>
                  </a:lnTo>
                  <a:lnTo>
                    <a:pt x="96342" y="133350"/>
                  </a:lnTo>
                  <a:lnTo>
                    <a:pt x="96202" y="134620"/>
                  </a:lnTo>
                  <a:lnTo>
                    <a:pt x="95770" y="134620"/>
                  </a:lnTo>
                  <a:lnTo>
                    <a:pt x="95478" y="135890"/>
                  </a:lnTo>
                  <a:lnTo>
                    <a:pt x="94792" y="135890"/>
                  </a:lnTo>
                  <a:lnTo>
                    <a:pt x="94132" y="137160"/>
                  </a:lnTo>
                  <a:lnTo>
                    <a:pt x="93446" y="137160"/>
                  </a:lnTo>
                  <a:lnTo>
                    <a:pt x="92976" y="138430"/>
                  </a:lnTo>
                  <a:lnTo>
                    <a:pt x="91986" y="138430"/>
                  </a:lnTo>
                  <a:lnTo>
                    <a:pt x="91986" y="140970"/>
                  </a:lnTo>
                  <a:lnTo>
                    <a:pt x="91770" y="140970"/>
                  </a:lnTo>
                  <a:lnTo>
                    <a:pt x="91173" y="142240"/>
                  </a:lnTo>
                  <a:lnTo>
                    <a:pt x="90690" y="142240"/>
                  </a:lnTo>
                  <a:lnTo>
                    <a:pt x="90690" y="144780"/>
                  </a:lnTo>
                  <a:lnTo>
                    <a:pt x="90538" y="146050"/>
                  </a:lnTo>
                  <a:lnTo>
                    <a:pt x="90309" y="147320"/>
                  </a:lnTo>
                  <a:lnTo>
                    <a:pt x="89560" y="148590"/>
                  </a:lnTo>
                  <a:lnTo>
                    <a:pt x="88900" y="151130"/>
                  </a:lnTo>
                  <a:lnTo>
                    <a:pt x="88595" y="152400"/>
                  </a:lnTo>
                  <a:lnTo>
                    <a:pt x="88963" y="152400"/>
                  </a:lnTo>
                  <a:lnTo>
                    <a:pt x="89916" y="154940"/>
                  </a:lnTo>
                  <a:lnTo>
                    <a:pt x="89839" y="156210"/>
                  </a:lnTo>
                  <a:lnTo>
                    <a:pt x="89750" y="158750"/>
                  </a:lnTo>
                  <a:lnTo>
                    <a:pt x="89636" y="161290"/>
                  </a:lnTo>
                  <a:lnTo>
                    <a:pt x="89560" y="162560"/>
                  </a:lnTo>
                  <a:lnTo>
                    <a:pt x="89471" y="163830"/>
                  </a:lnTo>
                  <a:lnTo>
                    <a:pt x="89382" y="165100"/>
                  </a:lnTo>
                  <a:lnTo>
                    <a:pt x="89293" y="166370"/>
                  </a:lnTo>
                  <a:lnTo>
                    <a:pt x="88900" y="168910"/>
                  </a:lnTo>
                  <a:lnTo>
                    <a:pt x="88900" y="212090"/>
                  </a:lnTo>
                  <a:lnTo>
                    <a:pt x="88595" y="213360"/>
                  </a:lnTo>
                  <a:lnTo>
                    <a:pt x="87299" y="213360"/>
                  </a:lnTo>
                  <a:lnTo>
                    <a:pt x="87566" y="210820"/>
                  </a:lnTo>
                  <a:lnTo>
                    <a:pt x="87769" y="210820"/>
                  </a:lnTo>
                  <a:lnTo>
                    <a:pt x="87769" y="209550"/>
                  </a:lnTo>
                  <a:lnTo>
                    <a:pt x="87922" y="209550"/>
                  </a:lnTo>
                  <a:lnTo>
                    <a:pt x="87439" y="208280"/>
                  </a:lnTo>
                  <a:lnTo>
                    <a:pt x="86753" y="208280"/>
                  </a:lnTo>
                  <a:lnTo>
                    <a:pt x="86753" y="209550"/>
                  </a:lnTo>
                  <a:lnTo>
                    <a:pt x="86753" y="210820"/>
                  </a:lnTo>
                  <a:lnTo>
                    <a:pt x="85331" y="210820"/>
                  </a:lnTo>
                  <a:lnTo>
                    <a:pt x="85331" y="209550"/>
                  </a:lnTo>
                  <a:lnTo>
                    <a:pt x="86753" y="209550"/>
                  </a:lnTo>
                  <a:lnTo>
                    <a:pt x="86753" y="208280"/>
                  </a:lnTo>
                  <a:lnTo>
                    <a:pt x="85090" y="208280"/>
                  </a:lnTo>
                  <a:lnTo>
                    <a:pt x="84543" y="210820"/>
                  </a:lnTo>
                  <a:lnTo>
                    <a:pt x="84645" y="212090"/>
                  </a:lnTo>
                  <a:lnTo>
                    <a:pt x="85839" y="212090"/>
                  </a:lnTo>
                  <a:lnTo>
                    <a:pt x="86334" y="213360"/>
                  </a:lnTo>
                  <a:lnTo>
                    <a:pt x="84328" y="213360"/>
                  </a:lnTo>
                  <a:lnTo>
                    <a:pt x="84112" y="212090"/>
                  </a:lnTo>
                  <a:lnTo>
                    <a:pt x="84048" y="209550"/>
                  </a:lnTo>
                  <a:lnTo>
                    <a:pt x="83705" y="209550"/>
                  </a:lnTo>
                  <a:lnTo>
                    <a:pt x="84048" y="208280"/>
                  </a:lnTo>
                  <a:lnTo>
                    <a:pt x="84429" y="207010"/>
                  </a:lnTo>
                  <a:lnTo>
                    <a:pt x="87922" y="207010"/>
                  </a:lnTo>
                  <a:lnTo>
                    <a:pt x="88595" y="208280"/>
                  </a:lnTo>
                  <a:lnTo>
                    <a:pt x="88493" y="210820"/>
                  </a:lnTo>
                  <a:lnTo>
                    <a:pt x="88900" y="212090"/>
                  </a:lnTo>
                  <a:lnTo>
                    <a:pt x="88900" y="168910"/>
                  </a:lnTo>
                  <a:lnTo>
                    <a:pt x="88595" y="170815"/>
                  </a:lnTo>
                  <a:lnTo>
                    <a:pt x="88595" y="204470"/>
                  </a:lnTo>
                  <a:lnTo>
                    <a:pt x="87566" y="203200"/>
                  </a:lnTo>
                  <a:lnTo>
                    <a:pt x="87147" y="200558"/>
                  </a:lnTo>
                  <a:lnTo>
                    <a:pt x="87147" y="204470"/>
                  </a:lnTo>
                  <a:lnTo>
                    <a:pt x="87147" y="205740"/>
                  </a:lnTo>
                  <a:lnTo>
                    <a:pt x="84429" y="205740"/>
                  </a:lnTo>
                  <a:lnTo>
                    <a:pt x="84645" y="204470"/>
                  </a:lnTo>
                  <a:lnTo>
                    <a:pt x="85953" y="204470"/>
                  </a:lnTo>
                  <a:lnTo>
                    <a:pt x="86372" y="203200"/>
                  </a:lnTo>
                  <a:lnTo>
                    <a:pt x="86868" y="204470"/>
                  </a:lnTo>
                  <a:lnTo>
                    <a:pt x="87147" y="204470"/>
                  </a:lnTo>
                  <a:lnTo>
                    <a:pt x="87147" y="200558"/>
                  </a:lnTo>
                  <a:lnTo>
                    <a:pt x="86156" y="194310"/>
                  </a:lnTo>
                  <a:lnTo>
                    <a:pt x="86220" y="193040"/>
                  </a:lnTo>
                  <a:lnTo>
                    <a:pt x="86283" y="191770"/>
                  </a:lnTo>
                  <a:lnTo>
                    <a:pt x="86360" y="190500"/>
                  </a:lnTo>
                  <a:lnTo>
                    <a:pt x="86423" y="189230"/>
                  </a:lnTo>
                  <a:lnTo>
                    <a:pt x="86487" y="187960"/>
                  </a:lnTo>
                  <a:lnTo>
                    <a:pt x="86614" y="186690"/>
                  </a:lnTo>
                  <a:lnTo>
                    <a:pt x="87299" y="185420"/>
                  </a:lnTo>
                  <a:lnTo>
                    <a:pt x="87566" y="185420"/>
                  </a:lnTo>
                  <a:lnTo>
                    <a:pt x="87668" y="193040"/>
                  </a:lnTo>
                  <a:lnTo>
                    <a:pt x="87769" y="194310"/>
                  </a:lnTo>
                  <a:lnTo>
                    <a:pt x="88315" y="198120"/>
                  </a:lnTo>
                  <a:lnTo>
                    <a:pt x="88404" y="199390"/>
                  </a:lnTo>
                  <a:lnTo>
                    <a:pt x="88531" y="201930"/>
                  </a:lnTo>
                  <a:lnTo>
                    <a:pt x="88595" y="204470"/>
                  </a:lnTo>
                  <a:lnTo>
                    <a:pt x="88595" y="170815"/>
                  </a:lnTo>
                  <a:lnTo>
                    <a:pt x="88493" y="171450"/>
                  </a:lnTo>
                  <a:lnTo>
                    <a:pt x="87922" y="172720"/>
                  </a:lnTo>
                  <a:lnTo>
                    <a:pt x="87299" y="173990"/>
                  </a:lnTo>
                  <a:lnTo>
                    <a:pt x="86753" y="175260"/>
                  </a:lnTo>
                  <a:lnTo>
                    <a:pt x="86372" y="176530"/>
                  </a:lnTo>
                  <a:lnTo>
                    <a:pt x="85496" y="176530"/>
                  </a:lnTo>
                  <a:lnTo>
                    <a:pt x="85432" y="176352"/>
                  </a:lnTo>
                  <a:lnTo>
                    <a:pt x="85432" y="181610"/>
                  </a:lnTo>
                  <a:lnTo>
                    <a:pt x="85331" y="182880"/>
                  </a:lnTo>
                  <a:lnTo>
                    <a:pt x="85090" y="182880"/>
                  </a:lnTo>
                  <a:lnTo>
                    <a:pt x="84937" y="184150"/>
                  </a:lnTo>
                  <a:lnTo>
                    <a:pt x="84645" y="182880"/>
                  </a:lnTo>
                  <a:lnTo>
                    <a:pt x="84429" y="182880"/>
                  </a:lnTo>
                  <a:lnTo>
                    <a:pt x="84213" y="181610"/>
                  </a:lnTo>
                  <a:lnTo>
                    <a:pt x="83350" y="180340"/>
                  </a:lnTo>
                  <a:lnTo>
                    <a:pt x="82664" y="180340"/>
                  </a:lnTo>
                  <a:lnTo>
                    <a:pt x="82664" y="181610"/>
                  </a:lnTo>
                  <a:lnTo>
                    <a:pt x="82892" y="181610"/>
                  </a:lnTo>
                  <a:lnTo>
                    <a:pt x="83083" y="182880"/>
                  </a:lnTo>
                  <a:lnTo>
                    <a:pt x="83616" y="182880"/>
                  </a:lnTo>
                  <a:lnTo>
                    <a:pt x="84048" y="184150"/>
                  </a:lnTo>
                  <a:lnTo>
                    <a:pt x="84112" y="186690"/>
                  </a:lnTo>
                  <a:lnTo>
                    <a:pt x="84429" y="189230"/>
                  </a:lnTo>
                  <a:lnTo>
                    <a:pt x="85331" y="191770"/>
                  </a:lnTo>
                  <a:lnTo>
                    <a:pt x="85331" y="193040"/>
                  </a:lnTo>
                  <a:lnTo>
                    <a:pt x="84645" y="194310"/>
                  </a:lnTo>
                  <a:lnTo>
                    <a:pt x="84543" y="195580"/>
                  </a:lnTo>
                  <a:lnTo>
                    <a:pt x="84328" y="195580"/>
                  </a:lnTo>
                  <a:lnTo>
                    <a:pt x="84328" y="205740"/>
                  </a:lnTo>
                  <a:lnTo>
                    <a:pt x="84048" y="207010"/>
                  </a:lnTo>
                  <a:lnTo>
                    <a:pt x="83083" y="207010"/>
                  </a:lnTo>
                  <a:lnTo>
                    <a:pt x="82994" y="208280"/>
                  </a:lnTo>
                  <a:lnTo>
                    <a:pt x="82892" y="209550"/>
                  </a:lnTo>
                  <a:lnTo>
                    <a:pt x="82664" y="210820"/>
                  </a:lnTo>
                  <a:lnTo>
                    <a:pt x="82638" y="213360"/>
                  </a:lnTo>
                  <a:lnTo>
                    <a:pt x="83083" y="213360"/>
                  </a:lnTo>
                  <a:lnTo>
                    <a:pt x="83350" y="214630"/>
                  </a:lnTo>
                  <a:lnTo>
                    <a:pt x="83083" y="214630"/>
                  </a:lnTo>
                  <a:lnTo>
                    <a:pt x="82016" y="215900"/>
                  </a:lnTo>
                  <a:lnTo>
                    <a:pt x="80632" y="218440"/>
                  </a:lnTo>
                  <a:lnTo>
                    <a:pt x="79438" y="218440"/>
                  </a:lnTo>
                  <a:lnTo>
                    <a:pt x="79171" y="217170"/>
                  </a:lnTo>
                  <a:lnTo>
                    <a:pt x="79565" y="215900"/>
                  </a:lnTo>
                  <a:lnTo>
                    <a:pt x="80137" y="214630"/>
                  </a:lnTo>
                  <a:lnTo>
                    <a:pt x="80911" y="214630"/>
                  </a:lnTo>
                  <a:lnTo>
                    <a:pt x="81915" y="213360"/>
                  </a:lnTo>
                  <a:lnTo>
                    <a:pt x="81648" y="212090"/>
                  </a:lnTo>
                  <a:lnTo>
                    <a:pt x="82016" y="210820"/>
                  </a:lnTo>
                  <a:lnTo>
                    <a:pt x="82308" y="210820"/>
                  </a:lnTo>
                  <a:lnTo>
                    <a:pt x="82308" y="209550"/>
                  </a:lnTo>
                  <a:lnTo>
                    <a:pt x="81648" y="208280"/>
                  </a:lnTo>
                  <a:lnTo>
                    <a:pt x="81318" y="208280"/>
                  </a:lnTo>
                  <a:lnTo>
                    <a:pt x="81229" y="207010"/>
                  </a:lnTo>
                  <a:lnTo>
                    <a:pt x="80911" y="205740"/>
                  </a:lnTo>
                  <a:lnTo>
                    <a:pt x="80822" y="204470"/>
                  </a:lnTo>
                  <a:lnTo>
                    <a:pt x="80289" y="203200"/>
                  </a:lnTo>
                  <a:lnTo>
                    <a:pt x="80137" y="203200"/>
                  </a:lnTo>
                  <a:lnTo>
                    <a:pt x="79565" y="201930"/>
                  </a:lnTo>
                  <a:lnTo>
                    <a:pt x="79197" y="203200"/>
                  </a:lnTo>
                  <a:lnTo>
                    <a:pt x="78574" y="204470"/>
                  </a:lnTo>
                  <a:lnTo>
                    <a:pt x="78066" y="205740"/>
                  </a:lnTo>
                  <a:lnTo>
                    <a:pt x="76695" y="205740"/>
                  </a:lnTo>
                  <a:lnTo>
                    <a:pt x="76365" y="207010"/>
                  </a:lnTo>
                  <a:lnTo>
                    <a:pt x="77851" y="207010"/>
                  </a:lnTo>
                  <a:lnTo>
                    <a:pt x="79197" y="208280"/>
                  </a:lnTo>
                  <a:lnTo>
                    <a:pt x="80137" y="208280"/>
                  </a:lnTo>
                  <a:lnTo>
                    <a:pt x="80137" y="210820"/>
                  </a:lnTo>
                  <a:lnTo>
                    <a:pt x="79565" y="212090"/>
                  </a:lnTo>
                  <a:lnTo>
                    <a:pt x="78447" y="213360"/>
                  </a:lnTo>
                  <a:lnTo>
                    <a:pt x="80137" y="213360"/>
                  </a:lnTo>
                  <a:lnTo>
                    <a:pt x="79565" y="214630"/>
                  </a:lnTo>
                  <a:lnTo>
                    <a:pt x="78574" y="214630"/>
                  </a:lnTo>
                  <a:lnTo>
                    <a:pt x="77851" y="215900"/>
                  </a:lnTo>
                  <a:lnTo>
                    <a:pt x="77406" y="215900"/>
                  </a:lnTo>
                  <a:lnTo>
                    <a:pt x="77470" y="218440"/>
                  </a:lnTo>
                  <a:lnTo>
                    <a:pt x="74523" y="218440"/>
                  </a:lnTo>
                  <a:lnTo>
                    <a:pt x="74752" y="217170"/>
                  </a:lnTo>
                  <a:lnTo>
                    <a:pt x="75476" y="215900"/>
                  </a:lnTo>
                  <a:lnTo>
                    <a:pt x="75996" y="215900"/>
                  </a:lnTo>
                  <a:lnTo>
                    <a:pt x="76466" y="214630"/>
                  </a:lnTo>
                  <a:lnTo>
                    <a:pt x="76784" y="214630"/>
                  </a:lnTo>
                  <a:lnTo>
                    <a:pt x="76885" y="214426"/>
                  </a:lnTo>
                  <a:lnTo>
                    <a:pt x="77406" y="213360"/>
                  </a:lnTo>
                  <a:lnTo>
                    <a:pt x="78447" y="213360"/>
                  </a:lnTo>
                  <a:lnTo>
                    <a:pt x="78447" y="209550"/>
                  </a:lnTo>
                  <a:lnTo>
                    <a:pt x="77762" y="208661"/>
                  </a:lnTo>
                  <a:lnTo>
                    <a:pt x="77762" y="210820"/>
                  </a:lnTo>
                  <a:lnTo>
                    <a:pt x="77470" y="212090"/>
                  </a:lnTo>
                  <a:lnTo>
                    <a:pt x="77025" y="212090"/>
                  </a:lnTo>
                  <a:lnTo>
                    <a:pt x="76123" y="210820"/>
                  </a:lnTo>
                  <a:lnTo>
                    <a:pt x="76365" y="210820"/>
                  </a:lnTo>
                  <a:lnTo>
                    <a:pt x="76466" y="209550"/>
                  </a:lnTo>
                  <a:lnTo>
                    <a:pt x="77406" y="209550"/>
                  </a:lnTo>
                  <a:lnTo>
                    <a:pt x="77762" y="210820"/>
                  </a:lnTo>
                  <a:lnTo>
                    <a:pt x="77762" y="208661"/>
                  </a:lnTo>
                  <a:lnTo>
                    <a:pt x="77470" y="208280"/>
                  </a:lnTo>
                  <a:lnTo>
                    <a:pt x="75590" y="208280"/>
                  </a:lnTo>
                  <a:lnTo>
                    <a:pt x="75260" y="209550"/>
                  </a:lnTo>
                  <a:lnTo>
                    <a:pt x="74879" y="209550"/>
                  </a:lnTo>
                  <a:lnTo>
                    <a:pt x="75082" y="210820"/>
                  </a:lnTo>
                  <a:lnTo>
                    <a:pt x="75463" y="210820"/>
                  </a:lnTo>
                  <a:lnTo>
                    <a:pt x="75590" y="212090"/>
                  </a:lnTo>
                  <a:lnTo>
                    <a:pt x="75806" y="212090"/>
                  </a:lnTo>
                  <a:lnTo>
                    <a:pt x="75463" y="213360"/>
                  </a:lnTo>
                  <a:lnTo>
                    <a:pt x="73710" y="213360"/>
                  </a:lnTo>
                  <a:lnTo>
                    <a:pt x="73710" y="214630"/>
                  </a:lnTo>
                  <a:lnTo>
                    <a:pt x="73317" y="215900"/>
                  </a:lnTo>
                  <a:lnTo>
                    <a:pt x="72605" y="215900"/>
                  </a:lnTo>
                  <a:lnTo>
                    <a:pt x="72237" y="216877"/>
                  </a:lnTo>
                  <a:lnTo>
                    <a:pt x="72237" y="223520"/>
                  </a:lnTo>
                  <a:lnTo>
                    <a:pt x="71742" y="224790"/>
                  </a:lnTo>
                  <a:lnTo>
                    <a:pt x="71208" y="226060"/>
                  </a:lnTo>
                  <a:lnTo>
                    <a:pt x="70523" y="226060"/>
                  </a:lnTo>
                  <a:lnTo>
                    <a:pt x="69494" y="227330"/>
                  </a:lnTo>
                  <a:lnTo>
                    <a:pt x="68478" y="227330"/>
                  </a:lnTo>
                  <a:lnTo>
                    <a:pt x="68478" y="228600"/>
                  </a:lnTo>
                  <a:lnTo>
                    <a:pt x="69494" y="228600"/>
                  </a:lnTo>
                  <a:lnTo>
                    <a:pt x="69761" y="229870"/>
                  </a:lnTo>
                  <a:lnTo>
                    <a:pt x="70523" y="229870"/>
                  </a:lnTo>
                  <a:lnTo>
                    <a:pt x="70180" y="231140"/>
                  </a:lnTo>
                  <a:lnTo>
                    <a:pt x="68300" y="231140"/>
                  </a:lnTo>
                  <a:lnTo>
                    <a:pt x="67856" y="232410"/>
                  </a:lnTo>
                  <a:lnTo>
                    <a:pt x="68668" y="232410"/>
                  </a:lnTo>
                  <a:lnTo>
                    <a:pt x="68859" y="233680"/>
                  </a:lnTo>
                  <a:lnTo>
                    <a:pt x="68478" y="233680"/>
                  </a:lnTo>
                  <a:lnTo>
                    <a:pt x="67729" y="234950"/>
                  </a:lnTo>
                  <a:lnTo>
                    <a:pt x="68478" y="234950"/>
                  </a:lnTo>
                  <a:lnTo>
                    <a:pt x="68859" y="236220"/>
                  </a:lnTo>
                  <a:lnTo>
                    <a:pt x="68186" y="237490"/>
                  </a:lnTo>
                  <a:lnTo>
                    <a:pt x="67284" y="237490"/>
                  </a:lnTo>
                  <a:lnTo>
                    <a:pt x="67322" y="238760"/>
                  </a:lnTo>
                  <a:lnTo>
                    <a:pt x="68300" y="238760"/>
                  </a:lnTo>
                  <a:lnTo>
                    <a:pt x="68351" y="239090"/>
                  </a:lnTo>
                  <a:lnTo>
                    <a:pt x="68478" y="240030"/>
                  </a:lnTo>
                  <a:lnTo>
                    <a:pt x="67411" y="240030"/>
                  </a:lnTo>
                  <a:lnTo>
                    <a:pt x="67411" y="241300"/>
                  </a:lnTo>
                  <a:lnTo>
                    <a:pt x="67640" y="241300"/>
                  </a:lnTo>
                  <a:lnTo>
                    <a:pt x="67729" y="242570"/>
                  </a:lnTo>
                  <a:lnTo>
                    <a:pt x="67322" y="242570"/>
                  </a:lnTo>
                  <a:lnTo>
                    <a:pt x="67043" y="243840"/>
                  </a:lnTo>
                  <a:lnTo>
                    <a:pt x="65100" y="243840"/>
                  </a:lnTo>
                  <a:lnTo>
                    <a:pt x="64096" y="245110"/>
                  </a:lnTo>
                  <a:lnTo>
                    <a:pt x="57861" y="245110"/>
                  </a:lnTo>
                  <a:lnTo>
                    <a:pt x="58089" y="246380"/>
                  </a:lnTo>
                  <a:lnTo>
                    <a:pt x="59270" y="246380"/>
                  </a:lnTo>
                  <a:lnTo>
                    <a:pt x="59651" y="247650"/>
                  </a:lnTo>
                  <a:lnTo>
                    <a:pt x="59651" y="248920"/>
                  </a:lnTo>
                  <a:lnTo>
                    <a:pt x="59372" y="251460"/>
                  </a:lnTo>
                  <a:lnTo>
                    <a:pt x="60655" y="252730"/>
                  </a:lnTo>
                  <a:lnTo>
                    <a:pt x="62839" y="255270"/>
                  </a:lnTo>
                  <a:lnTo>
                    <a:pt x="63373" y="256540"/>
                  </a:lnTo>
                  <a:lnTo>
                    <a:pt x="65646" y="256540"/>
                  </a:lnTo>
                  <a:lnTo>
                    <a:pt x="66421" y="257721"/>
                  </a:lnTo>
                  <a:lnTo>
                    <a:pt x="68122" y="257721"/>
                  </a:lnTo>
                  <a:lnTo>
                    <a:pt x="67411" y="260350"/>
                  </a:lnTo>
                  <a:lnTo>
                    <a:pt x="67081" y="260350"/>
                  </a:lnTo>
                  <a:lnTo>
                    <a:pt x="67284" y="261620"/>
                  </a:lnTo>
                  <a:lnTo>
                    <a:pt x="68186" y="261620"/>
                  </a:lnTo>
                  <a:lnTo>
                    <a:pt x="69176" y="260350"/>
                  </a:lnTo>
                  <a:lnTo>
                    <a:pt x="69494" y="261620"/>
                  </a:lnTo>
                  <a:lnTo>
                    <a:pt x="69913" y="262890"/>
                  </a:lnTo>
                  <a:lnTo>
                    <a:pt x="70180" y="262890"/>
                  </a:lnTo>
                  <a:lnTo>
                    <a:pt x="70523" y="264160"/>
                  </a:lnTo>
                  <a:lnTo>
                    <a:pt x="70929" y="264160"/>
                  </a:lnTo>
                  <a:lnTo>
                    <a:pt x="71678" y="265430"/>
                  </a:lnTo>
                  <a:lnTo>
                    <a:pt x="71450" y="266623"/>
                  </a:lnTo>
                  <a:lnTo>
                    <a:pt x="71094" y="266623"/>
                  </a:lnTo>
                  <a:lnTo>
                    <a:pt x="70929" y="267970"/>
                  </a:lnTo>
                  <a:lnTo>
                    <a:pt x="69710" y="267970"/>
                  </a:lnTo>
                  <a:lnTo>
                    <a:pt x="69710" y="269240"/>
                  </a:lnTo>
                  <a:lnTo>
                    <a:pt x="68922" y="270510"/>
                  </a:lnTo>
                  <a:lnTo>
                    <a:pt x="67729" y="270510"/>
                  </a:lnTo>
                  <a:lnTo>
                    <a:pt x="67284" y="271780"/>
                  </a:lnTo>
                  <a:lnTo>
                    <a:pt x="66751" y="271780"/>
                  </a:lnTo>
                  <a:lnTo>
                    <a:pt x="67322" y="273050"/>
                  </a:lnTo>
                  <a:lnTo>
                    <a:pt x="67856" y="273050"/>
                  </a:lnTo>
                  <a:lnTo>
                    <a:pt x="66751" y="274320"/>
                  </a:lnTo>
                  <a:lnTo>
                    <a:pt x="66611" y="274320"/>
                  </a:lnTo>
                  <a:lnTo>
                    <a:pt x="66611" y="276796"/>
                  </a:lnTo>
                  <a:lnTo>
                    <a:pt x="66357" y="278130"/>
                  </a:lnTo>
                  <a:lnTo>
                    <a:pt x="63792" y="278130"/>
                  </a:lnTo>
                  <a:lnTo>
                    <a:pt x="64109" y="276796"/>
                  </a:lnTo>
                  <a:lnTo>
                    <a:pt x="66611" y="276796"/>
                  </a:lnTo>
                  <a:lnTo>
                    <a:pt x="66611" y="274320"/>
                  </a:lnTo>
                  <a:lnTo>
                    <a:pt x="65468" y="274320"/>
                  </a:lnTo>
                  <a:lnTo>
                    <a:pt x="64630" y="273050"/>
                  </a:lnTo>
                  <a:lnTo>
                    <a:pt x="64312" y="273050"/>
                  </a:lnTo>
                  <a:lnTo>
                    <a:pt x="63792" y="271780"/>
                  </a:lnTo>
                  <a:lnTo>
                    <a:pt x="63944" y="270510"/>
                  </a:lnTo>
                  <a:lnTo>
                    <a:pt x="65913" y="270510"/>
                  </a:lnTo>
                  <a:lnTo>
                    <a:pt x="66598" y="269240"/>
                  </a:lnTo>
                  <a:lnTo>
                    <a:pt x="69710" y="269240"/>
                  </a:lnTo>
                  <a:lnTo>
                    <a:pt x="69710" y="267970"/>
                  </a:lnTo>
                  <a:lnTo>
                    <a:pt x="67945" y="267970"/>
                  </a:lnTo>
                  <a:lnTo>
                    <a:pt x="68110" y="266623"/>
                  </a:lnTo>
                  <a:lnTo>
                    <a:pt x="69011" y="266623"/>
                  </a:lnTo>
                  <a:lnTo>
                    <a:pt x="68986" y="266471"/>
                  </a:lnTo>
                  <a:lnTo>
                    <a:pt x="68859" y="265430"/>
                  </a:lnTo>
                  <a:lnTo>
                    <a:pt x="68186" y="264160"/>
                  </a:lnTo>
                  <a:lnTo>
                    <a:pt x="67081" y="262890"/>
                  </a:lnTo>
                  <a:lnTo>
                    <a:pt x="66484" y="262191"/>
                  </a:lnTo>
                  <a:lnTo>
                    <a:pt x="66484" y="264160"/>
                  </a:lnTo>
                  <a:lnTo>
                    <a:pt x="66357" y="265430"/>
                  </a:lnTo>
                  <a:lnTo>
                    <a:pt x="66065" y="265430"/>
                  </a:lnTo>
                  <a:lnTo>
                    <a:pt x="65925" y="266623"/>
                  </a:lnTo>
                  <a:lnTo>
                    <a:pt x="65468" y="266623"/>
                  </a:lnTo>
                  <a:lnTo>
                    <a:pt x="65405" y="267970"/>
                  </a:lnTo>
                  <a:lnTo>
                    <a:pt x="63652" y="267970"/>
                  </a:lnTo>
                  <a:lnTo>
                    <a:pt x="63652" y="283210"/>
                  </a:lnTo>
                  <a:lnTo>
                    <a:pt x="62839" y="284480"/>
                  </a:lnTo>
                  <a:lnTo>
                    <a:pt x="62280" y="283210"/>
                  </a:lnTo>
                  <a:lnTo>
                    <a:pt x="61137" y="283210"/>
                  </a:lnTo>
                  <a:lnTo>
                    <a:pt x="60452" y="281940"/>
                  </a:lnTo>
                  <a:lnTo>
                    <a:pt x="60299" y="280670"/>
                  </a:lnTo>
                  <a:lnTo>
                    <a:pt x="60452" y="279400"/>
                  </a:lnTo>
                  <a:lnTo>
                    <a:pt x="63093" y="279400"/>
                  </a:lnTo>
                  <a:lnTo>
                    <a:pt x="63258" y="280670"/>
                  </a:lnTo>
                  <a:lnTo>
                    <a:pt x="63373" y="281940"/>
                  </a:lnTo>
                  <a:lnTo>
                    <a:pt x="63652" y="283210"/>
                  </a:lnTo>
                  <a:lnTo>
                    <a:pt x="63652" y="267970"/>
                  </a:lnTo>
                  <a:lnTo>
                    <a:pt x="63373" y="267970"/>
                  </a:lnTo>
                  <a:lnTo>
                    <a:pt x="63373" y="269240"/>
                  </a:lnTo>
                  <a:lnTo>
                    <a:pt x="63258" y="270510"/>
                  </a:lnTo>
                  <a:lnTo>
                    <a:pt x="62242" y="270510"/>
                  </a:lnTo>
                  <a:lnTo>
                    <a:pt x="62509" y="271780"/>
                  </a:lnTo>
                  <a:lnTo>
                    <a:pt x="62839" y="273050"/>
                  </a:lnTo>
                  <a:lnTo>
                    <a:pt x="63258" y="273050"/>
                  </a:lnTo>
                  <a:lnTo>
                    <a:pt x="63119" y="273291"/>
                  </a:lnTo>
                  <a:lnTo>
                    <a:pt x="63119" y="276796"/>
                  </a:lnTo>
                  <a:lnTo>
                    <a:pt x="62623" y="278130"/>
                  </a:lnTo>
                  <a:lnTo>
                    <a:pt x="60299" y="278130"/>
                  </a:lnTo>
                  <a:lnTo>
                    <a:pt x="60464" y="276796"/>
                  </a:lnTo>
                  <a:lnTo>
                    <a:pt x="63119" y="276796"/>
                  </a:lnTo>
                  <a:lnTo>
                    <a:pt x="63119" y="273291"/>
                  </a:lnTo>
                  <a:lnTo>
                    <a:pt x="62509" y="274320"/>
                  </a:lnTo>
                  <a:lnTo>
                    <a:pt x="61772" y="274320"/>
                  </a:lnTo>
                  <a:lnTo>
                    <a:pt x="61226" y="273050"/>
                  </a:lnTo>
                  <a:lnTo>
                    <a:pt x="59740" y="271780"/>
                  </a:lnTo>
                  <a:lnTo>
                    <a:pt x="59740" y="270510"/>
                  </a:lnTo>
                  <a:lnTo>
                    <a:pt x="61582" y="269240"/>
                  </a:lnTo>
                  <a:lnTo>
                    <a:pt x="63373" y="269240"/>
                  </a:lnTo>
                  <a:lnTo>
                    <a:pt x="63373" y="267970"/>
                  </a:lnTo>
                  <a:lnTo>
                    <a:pt x="62242" y="267970"/>
                  </a:lnTo>
                  <a:lnTo>
                    <a:pt x="62649" y="266623"/>
                  </a:lnTo>
                  <a:lnTo>
                    <a:pt x="63169" y="266623"/>
                  </a:lnTo>
                  <a:lnTo>
                    <a:pt x="64312" y="265430"/>
                  </a:lnTo>
                  <a:lnTo>
                    <a:pt x="64312" y="264160"/>
                  </a:lnTo>
                  <a:lnTo>
                    <a:pt x="63792" y="264160"/>
                  </a:lnTo>
                  <a:lnTo>
                    <a:pt x="63373" y="261620"/>
                  </a:lnTo>
                  <a:lnTo>
                    <a:pt x="62623" y="260350"/>
                  </a:lnTo>
                  <a:lnTo>
                    <a:pt x="62242" y="260350"/>
                  </a:lnTo>
                  <a:lnTo>
                    <a:pt x="62242" y="262890"/>
                  </a:lnTo>
                  <a:lnTo>
                    <a:pt x="62179" y="264160"/>
                  </a:lnTo>
                  <a:lnTo>
                    <a:pt x="62103" y="265430"/>
                  </a:lnTo>
                  <a:lnTo>
                    <a:pt x="62039" y="266623"/>
                  </a:lnTo>
                  <a:lnTo>
                    <a:pt x="61544" y="266623"/>
                  </a:lnTo>
                  <a:lnTo>
                    <a:pt x="60185" y="267970"/>
                  </a:lnTo>
                  <a:lnTo>
                    <a:pt x="59372" y="267970"/>
                  </a:lnTo>
                  <a:lnTo>
                    <a:pt x="59969" y="269240"/>
                  </a:lnTo>
                  <a:lnTo>
                    <a:pt x="58902" y="269240"/>
                  </a:lnTo>
                  <a:lnTo>
                    <a:pt x="58178" y="270510"/>
                  </a:lnTo>
                  <a:lnTo>
                    <a:pt x="58902" y="271780"/>
                  </a:lnTo>
                  <a:lnTo>
                    <a:pt x="59372" y="271780"/>
                  </a:lnTo>
                  <a:lnTo>
                    <a:pt x="59740" y="273050"/>
                  </a:lnTo>
                  <a:lnTo>
                    <a:pt x="59283" y="273050"/>
                  </a:lnTo>
                  <a:lnTo>
                    <a:pt x="59283" y="276796"/>
                  </a:lnTo>
                  <a:lnTo>
                    <a:pt x="58902" y="278130"/>
                  </a:lnTo>
                  <a:lnTo>
                    <a:pt x="57861" y="278130"/>
                  </a:lnTo>
                  <a:lnTo>
                    <a:pt x="57861" y="281940"/>
                  </a:lnTo>
                  <a:lnTo>
                    <a:pt x="57861" y="283210"/>
                  </a:lnTo>
                  <a:lnTo>
                    <a:pt x="57048" y="283210"/>
                  </a:lnTo>
                  <a:lnTo>
                    <a:pt x="56210" y="284480"/>
                  </a:lnTo>
                  <a:lnTo>
                    <a:pt x="55765" y="283210"/>
                  </a:lnTo>
                  <a:lnTo>
                    <a:pt x="55549" y="283210"/>
                  </a:lnTo>
                  <a:lnTo>
                    <a:pt x="55041" y="281940"/>
                  </a:lnTo>
                  <a:lnTo>
                    <a:pt x="55041" y="279400"/>
                  </a:lnTo>
                  <a:lnTo>
                    <a:pt x="56667" y="279400"/>
                  </a:lnTo>
                  <a:lnTo>
                    <a:pt x="57404" y="280670"/>
                  </a:lnTo>
                  <a:lnTo>
                    <a:pt x="57670" y="281940"/>
                  </a:lnTo>
                  <a:lnTo>
                    <a:pt x="57861" y="281940"/>
                  </a:lnTo>
                  <a:lnTo>
                    <a:pt x="57861" y="278130"/>
                  </a:lnTo>
                  <a:lnTo>
                    <a:pt x="56769" y="278130"/>
                  </a:lnTo>
                  <a:lnTo>
                    <a:pt x="56769" y="276796"/>
                  </a:lnTo>
                  <a:lnTo>
                    <a:pt x="59283" y="276796"/>
                  </a:lnTo>
                  <a:lnTo>
                    <a:pt x="59283" y="273050"/>
                  </a:lnTo>
                  <a:lnTo>
                    <a:pt x="56426" y="273050"/>
                  </a:lnTo>
                  <a:lnTo>
                    <a:pt x="55778" y="271805"/>
                  </a:lnTo>
                  <a:lnTo>
                    <a:pt x="55778" y="276796"/>
                  </a:lnTo>
                  <a:lnTo>
                    <a:pt x="55549" y="278130"/>
                  </a:lnTo>
                  <a:lnTo>
                    <a:pt x="53352" y="278130"/>
                  </a:lnTo>
                  <a:lnTo>
                    <a:pt x="53619" y="276796"/>
                  </a:lnTo>
                  <a:lnTo>
                    <a:pt x="55778" y="276796"/>
                  </a:lnTo>
                  <a:lnTo>
                    <a:pt x="55778" y="271805"/>
                  </a:lnTo>
                  <a:lnTo>
                    <a:pt x="56603" y="269240"/>
                  </a:lnTo>
                  <a:lnTo>
                    <a:pt x="57162" y="269240"/>
                  </a:lnTo>
                  <a:lnTo>
                    <a:pt x="58178" y="267970"/>
                  </a:lnTo>
                  <a:lnTo>
                    <a:pt x="54749" y="267970"/>
                  </a:lnTo>
                  <a:lnTo>
                    <a:pt x="55918" y="269240"/>
                  </a:lnTo>
                  <a:lnTo>
                    <a:pt x="55041" y="269240"/>
                  </a:lnTo>
                  <a:lnTo>
                    <a:pt x="54444" y="270510"/>
                  </a:lnTo>
                  <a:lnTo>
                    <a:pt x="54952" y="271780"/>
                  </a:lnTo>
                  <a:lnTo>
                    <a:pt x="55346" y="273050"/>
                  </a:lnTo>
                  <a:lnTo>
                    <a:pt x="52984" y="273050"/>
                  </a:lnTo>
                  <a:lnTo>
                    <a:pt x="52235" y="271983"/>
                  </a:lnTo>
                  <a:lnTo>
                    <a:pt x="52235" y="276796"/>
                  </a:lnTo>
                  <a:lnTo>
                    <a:pt x="51816" y="278130"/>
                  </a:lnTo>
                  <a:lnTo>
                    <a:pt x="51701" y="279400"/>
                  </a:lnTo>
                  <a:lnTo>
                    <a:pt x="51663" y="283210"/>
                  </a:lnTo>
                  <a:lnTo>
                    <a:pt x="50533" y="283210"/>
                  </a:lnTo>
                  <a:lnTo>
                    <a:pt x="49847" y="281940"/>
                  </a:lnTo>
                  <a:lnTo>
                    <a:pt x="49644" y="281940"/>
                  </a:lnTo>
                  <a:lnTo>
                    <a:pt x="49745" y="280670"/>
                  </a:lnTo>
                  <a:lnTo>
                    <a:pt x="49847" y="279400"/>
                  </a:lnTo>
                  <a:lnTo>
                    <a:pt x="51701" y="279400"/>
                  </a:lnTo>
                  <a:lnTo>
                    <a:pt x="51701" y="278130"/>
                  </a:lnTo>
                  <a:lnTo>
                    <a:pt x="50088" y="278130"/>
                  </a:lnTo>
                  <a:lnTo>
                    <a:pt x="50342" y="276796"/>
                  </a:lnTo>
                  <a:lnTo>
                    <a:pt x="52235" y="276796"/>
                  </a:lnTo>
                  <a:lnTo>
                    <a:pt x="52235" y="271983"/>
                  </a:lnTo>
                  <a:lnTo>
                    <a:pt x="52095" y="271780"/>
                  </a:lnTo>
                  <a:lnTo>
                    <a:pt x="52095" y="270510"/>
                  </a:lnTo>
                  <a:lnTo>
                    <a:pt x="53352" y="269240"/>
                  </a:lnTo>
                  <a:lnTo>
                    <a:pt x="54749" y="267970"/>
                  </a:lnTo>
                  <a:lnTo>
                    <a:pt x="51523" y="267970"/>
                  </a:lnTo>
                  <a:lnTo>
                    <a:pt x="52260" y="269240"/>
                  </a:lnTo>
                  <a:lnTo>
                    <a:pt x="50774" y="269240"/>
                  </a:lnTo>
                  <a:lnTo>
                    <a:pt x="50330" y="270510"/>
                  </a:lnTo>
                  <a:lnTo>
                    <a:pt x="50533" y="270510"/>
                  </a:lnTo>
                  <a:lnTo>
                    <a:pt x="50838" y="271780"/>
                  </a:lnTo>
                  <a:lnTo>
                    <a:pt x="51130" y="271780"/>
                  </a:lnTo>
                  <a:lnTo>
                    <a:pt x="51219" y="273050"/>
                  </a:lnTo>
                  <a:lnTo>
                    <a:pt x="49491" y="273050"/>
                  </a:lnTo>
                  <a:lnTo>
                    <a:pt x="49491" y="276796"/>
                  </a:lnTo>
                  <a:lnTo>
                    <a:pt x="49022" y="278130"/>
                  </a:lnTo>
                  <a:lnTo>
                    <a:pt x="47307" y="278130"/>
                  </a:lnTo>
                  <a:lnTo>
                    <a:pt x="47663" y="276796"/>
                  </a:lnTo>
                  <a:lnTo>
                    <a:pt x="49491" y="276796"/>
                  </a:lnTo>
                  <a:lnTo>
                    <a:pt x="49491" y="273050"/>
                  </a:lnTo>
                  <a:lnTo>
                    <a:pt x="48742" y="273050"/>
                  </a:lnTo>
                  <a:lnTo>
                    <a:pt x="47942" y="270510"/>
                  </a:lnTo>
                  <a:lnTo>
                    <a:pt x="48742" y="269240"/>
                  </a:lnTo>
                  <a:lnTo>
                    <a:pt x="49644" y="269240"/>
                  </a:lnTo>
                  <a:lnTo>
                    <a:pt x="50774" y="267970"/>
                  </a:lnTo>
                  <a:lnTo>
                    <a:pt x="47371" y="267970"/>
                  </a:lnTo>
                  <a:lnTo>
                    <a:pt x="47942" y="269240"/>
                  </a:lnTo>
                  <a:lnTo>
                    <a:pt x="46266" y="269240"/>
                  </a:lnTo>
                  <a:lnTo>
                    <a:pt x="45300" y="270510"/>
                  </a:lnTo>
                  <a:lnTo>
                    <a:pt x="45897" y="270510"/>
                  </a:lnTo>
                  <a:lnTo>
                    <a:pt x="46266" y="271780"/>
                  </a:lnTo>
                  <a:lnTo>
                    <a:pt x="46621" y="271780"/>
                  </a:lnTo>
                  <a:lnTo>
                    <a:pt x="46494" y="272148"/>
                  </a:lnTo>
                  <a:lnTo>
                    <a:pt x="46494" y="276796"/>
                  </a:lnTo>
                  <a:lnTo>
                    <a:pt x="46266" y="278130"/>
                  </a:lnTo>
                  <a:lnTo>
                    <a:pt x="46266" y="279400"/>
                  </a:lnTo>
                  <a:lnTo>
                    <a:pt x="46177" y="280670"/>
                  </a:lnTo>
                  <a:lnTo>
                    <a:pt x="45999" y="281940"/>
                  </a:lnTo>
                  <a:lnTo>
                    <a:pt x="45897" y="283210"/>
                  </a:lnTo>
                  <a:lnTo>
                    <a:pt x="44450" y="283210"/>
                  </a:lnTo>
                  <a:lnTo>
                    <a:pt x="44272" y="281940"/>
                  </a:lnTo>
                  <a:lnTo>
                    <a:pt x="44208" y="279400"/>
                  </a:lnTo>
                  <a:lnTo>
                    <a:pt x="46266" y="279400"/>
                  </a:lnTo>
                  <a:lnTo>
                    <a:pt x="46266" y="278130"/>
                  </a:lnTo>
                  <a:lnTo>
                    <a:pt x="44615" y="278130"/>
                  </a:lnTo>
                  <a:lnTo>
                    <a:pt x="44754" y="276796"/>
                  </a:lnTo>
                  <a:lnTo>
                    <a:pt x="46494" y="276796"/>
                  </a:lnTo>
                  <a:lnTo>
                    <a:pt x="46494" y="272148"/>
                  </a:lnTo>
                  <a:lnTo>
                    <a:pt x="46177" y="273050"/>
                  </a:lnTo>
                  <a:lnTo>
                    <a:pt x="44894" y="273050"/>
                  </a:lnTo>
                  <a:lnTo>
                    <a:pt x="44018" y="271780"/>
                  </a:lnTo>
                  <a:lnTo>
                    <a:pt x="43878" y="271780"/>
                  </a:lnTo>
                  <a:lnTo>
                    <a:pt x="43878" y="276796"/>
                  </a:lnTo>
                  <a:lnTo>
                    <a:pt x="43459" y="278130"/>
                  </a:lnTo>
                  <a:lnTo>
                    <a:pt x="42062" y="278130"/>
                  </a:lnTo>
                  <a:lnTo>
                    <a:pt x="42214" y="276796"/>
                  </a:lnTo>
                  <a:lnTo>
                    <a:pt x="43878" y="276796"/>
                  </a:lnTo>
                  <a:lnTo>
                    <a:pt x="43878" y="271780"/>
                  </a:lnTo>
                  <a:lnTo>
                    <a:pt x="43459" y="271780"/>
                  </a:lnTo>
                  <a:lnTo>
                    <a:pt x="42735" y="270510"/>
                  </a:lnTo>
                  <a:lnTo>
                    <a:pt x="42951" y="269240"/>
                  </a:lnTo>
                  <a:lnTo>
                    <a:pt x="45199" y="269240"/>
                  </a:lnTo>
                  <a:lnTo>
                    <a:pt x="46482" y="267970"/>
                  </a:lnTo>
                  <a:lnTo>
                    <a:pt x="41071" y="267970"/>
                  </a:lnTo>
                  <a:lnTo>
                    <a:pt x="42418" y="269240"/>
                  </a:lnTo>
                  <a:lnTo>
                    <a:pt x="41846" y="269240"/>
                  </a:lnTo>
                  <a:lnTo>
                    <a:pt x="40754" y="270510"/>
                  </a:lnTo>
                  <a:lnTo>
                    <a:pt x="41313" y="270510"/>
                  </a:lnTo>
                  <a:lnTo>
                    <a:pt x="41071" y="271780"/>
                  </a:lnTo>
                  <a:lnTo>
                    <a:pt x="41071" y="276796"/>
                  </a:lnTo>
                  <a:lnTo>
                    <a:pt x="41008" y="278130"/>
                  </a:lnTo>
                  <a:lnTo>
                    <a:pt x="39966" y="278130"/>
                  </a:lnTo>
                  <a:lnTo>
                    <a:pt x="40093" y="276796"/>
                  </a:lnTo>
                  <a:lnTo>
                    <a:pt x="41071" y="276796"/>
                  </a:lnTo>
                  <a:lnTo>
                    <a:pt x="41071" y="271780"/>
                  </a:lnTo>
                  <a:lnTo>
                    <a:pt x="40297" y="271780"/>
                  </a:lnTo>
                  <a:lnTo>
                    <a:pt x="39636" y="270510"/>
                  </a:lnTo>
                  <a:lnTo>
                    <a:pt x="39039" y="270510"/>
                  </a:lnTo>
                  <a:lnTo>
                    <a:pt x="38684" y="269240"/>
                  </a:lnTo>
                  <a:lnTo>
                    <a:pt x="39725" y="267970"/>
                  </a:lnTo>
                  <a:lnTo>
                    <a:pt x="37592" y="267970"/>
                  </a:lnTo>
                  <a:lnTo>
                    <a:pt x="38265" y="269240"/>
                  </a:lnTo>
                  <a:lnTo>
                    <a:pt x="37630" y="269240"/>
                  </a:lnTo>
                  <a:lnTo>
                    <a:pt x="37007" y="270510"/>
                  </a:lnTo>
                  <a:lnTo>
                    <a:pt x="37592" y="270510"/>
                  </a:lnTo>
                  <a:lnTo>
                    <a:pt x="37630" y="271780"/>
                  </a:lnTo>
                  <a:lnTo>
                    <a:pt x="36334" y="271780"/>
                  </a:lnTo>
                  <a:lnTo>
                    <a:pt x="35902" y="270510"/>
                  </a:lnTo>
                  <a:lnTo>
                    <a:pt x="35674" y="269240"/>
                  </a:lnTo>
                  <a:lnTo>
                    <a:pt x="36182" y="269240"/>
                  </a:lnTo>
                  <a:lnTo>
                    <a:pt x="37160" y="267970"/>
                  </a:lnTo>
                  <a:lnTo>
                    <a:pt x="36499" y="267970"/>
                  </a:lnTo>
                  <a:lnTo>
                    <a:pt x="36029" y="267411"/>
                  </a:lnTo>
                  <a:lnTo>
                    <a:pt x="37007" y="267411"/>
                  </a:lnTo>
                  <a:lnTo>
                    <a:pt x="37007" y="266319"/>
                  </a:lnTo>
                  <a:lnTo>
                    <a:pt x="35674" y="266319"/>
                  </a:lnTo>
                  <a:lnTo>
                    <a:pt x="35674" y="266966"/>
                  </a:lnTo>
                  <a:lnTo>
                    <a:pt x="35394" y="266623"/>
                  </a:lnTo>
                  <a:lnTo>
                    <a:pt x="34963" y="266623"/>
                  </a:lnTo>
                  <a:lnTo>
                    <a:pt x="34963" y="269240"/>
                  </a:lnTo>
                  <a:lnTo>
                    <a:pt x="33807" y="269240"/>
                  </a:lnTo>
                  <a:lnTo>
                    <a:pt x="34747" y="271780"/>
                  </a:lnTo>
                  <a:lnTo>
                    <a:pt x="32829" y="271780"/>
                  </a:lnTo>
                  <a:lnTo>
                    <a:pt x="32448" y="270510"/>
                  </a:lnTo>
                  <a:lnTo>
                    <a:pt x="31953" y="270510"/>
                  </a:lnTo>
                  <a:lnTo>
                    <a:pt x="32448" y="269240"/>
                  </a:lnTo>
                  <a:lnTo>
                    <a:pt x="33337" y="267970"/>
                  </a:lnTo>
                  <a:lnTo>
                    <a:pt x="34391" y="267970"/>
                  </a:lnTo>
                  <a:lnTo>
                    <a:pt x="34963" y="269240"/>
                  </a:lnTo>
                  <a:lnTo>
                    <a:pt x="34963" y="266623"/>
                  </a:lnTo>
                  <a:lnTo>
                    <a:pt x="33883" y="266623"/>
                  </a:lnTo>
                  <a:lnTo>
                    <a:pt x="33845" y="266471"/>
                  </a:lnTo>
                  <a:lnTo>
                    <a:pt x="33553" y="265430"/>
                  </a:lnTo>
                  <a:lnTo>
                    <a:pt x="34023" y="265430"/>
                  </a:lnTo>
                  <a:lnTo>
                    <a:pt x="34023" y="264160"/>
                  </a:lnTo>
                  <a:lnTo>
                    <a:pt x="33108" y="264160"/>
                  </a:lnTo>
                  <a:lnTo>
                    <a:pt x="33108" y="262890"/>
                  </a:lnTo>
                  <a:lnTo>
                    <a:pt x="32613" y="262890"/>
                  </a:lnTo>
                  <a:lnTo>
                    <a:pt x="32080" y="261620"/>
                  </a:lnTo>
                  <a:lnTo>
                    <a:pt x="31610" y="262890"/>
                  </a:lnTo>
                  <a:lnTo>
                    <a:pt x="30886" y="262890"/>
                  </a:lnTo>
                  <a:lnTo>
                    <a:pt x="30886" y="261620"/>
                  </a:lnTo>
                  <a:lnTo>
                    <a:pt x="31038" y="260350"/>
                  </a:lnTo>
                  <a:lnTo>
                    <a:pt x="31305" y="259080"/>
                  </a:lnTo>
                  <a:lnTo>
                    <a:pt x="33896" y="259080"/>
                  </a:lnTo>
                  <a:lnTo>
                    <a:pt x="35775" y="257721"/>
                  </a:lnTo>
                  <a:lnTo>
                    <a:pt x="37007" y="256540"/>
                  </a:lnTo>
                  <a:lnTo>
                    <a:pt x="37998" y="255270"/>
                  </a:lnTo>
                  <a:lnTo>
                    <a:pt x="40754" y="255270"/>
                  </a:lnTo>
                  <a:lnTo>
                    <a:pt x="42418" y="256540"/>
                  </a:lnTo>
                  <a:lnTo>
                    <a:pt x="43345" y="256540"/>
                  </a:lnTo>
                  <a:lnTo>
                    <a:pt x="43345" y="257721"/>
                  </a:lnTo>
                  <a:lnTo>
                    <a:pt x="53581" y="257721"/>
                  </a:lnTo>
                  <a:lnTo>
                    <a:pt x="54038" y="259080"/>
                  </a:lnTo>
                  <a:lnTo>
                    <a:pt x="55041" y="259080"/>
                  </a:lnTo>
                  <a:lnTo>
                    <a:pt x="54749" y="260350"/>
                  </a:lnTo>
                  <a:lnTo>
                    <a:pt x="55448" y="260350"/>
                  </a:lnTo>
                  <a:lnTo>
                    <a:pt x="55918" y="261620"/>
                  </a:lnTo>
                  <a:lnTo>
                    <a:pt x="56426" y="260350"/>
                  </a:lnTo>
                  <a:lnTo>
                    <a:pt x="57861" y="260350"/>
                  </a:lnTo>
                  <a:lnTo>
                    <a:pt x="58902" y="261620"/>
                  </a:lnTo>
                  <a:lnTo>
                    <a:pt x="59740" y="261620"/>
                  </a:lnTo>
                  <a:lnTo>
                    <a:pt x="61493" y="262890"/>
                  </a:lnTo>
                  <a:lnTo>
                    <a:pt x="62242" y="262890"/>
                  </a:lnTo>
                  <a:lnTo>
                    <a:pt x="62242" y="260350"/>
                  </a:lnTo>
                  <a:lnTo>
                    <a:pt x="61493" y="260350"/>
                  </a:lnTo>
                  <a:lnTo>
                    <a:pt x="60807" y="259080"/>
                  </a:lnTo>
                  <a:lnTo>
                    <a:pt x="58775" y="259080"/>
                  </a:lnTo>
                  <a:lnTo>
                    <a:pt x="58394" y="257721"/>
                  </a:lnTo>
                  <a:lnTo>
                    <a:pt x="59664" y="257721"/>
                  </a:lnTo>
                  <a:lnTo>
                    <a:pt x="60807" y="259080"/>
                  </a:lnTo>
                  <a:lnTo>
                    <a:pt x="62090" y="259080"/>
                  </a:lnTo>
                  <a:lnTo>
                    <a:pt x="63258" y="260350"/>
                  </a:lnTo>
                  <a:lnTo>
                    <a:pt x="64477" y="261620"/>
                  </a:lnTo>
                  <a:lnTo>
                    <a:pt x="65468" y="262890"/>
                  </a:lnTo>
                  <a:lnTo>
                    <a:pt x="66255" y="264160"/>
                  </a:lnTo>
                  <a:lnTo>
                    <a:pt x="66484" y="264160"/>
                  </a:lnTo>
                  <a:lnTo>
                    <a:pt x="66484" y="262191"/>
                  </a:lnTo>
                  <a:lnTo>
                    <a:pt x="66001" y="261620"/>
                  </a:lnTo>
                  <a:lnTo>
                    <a:pt x="64820" y="260350"/>
                  </a:lnTo>
                  <a:lnTo>
                    <a:pt x="64630" y="260350"/>
                  </a:lnTo>
                  <a:lnTo>
                    <a:pt x="64477" y="259080"/>
                  </a:lnTo>
                  <a:lnTo>
                    <a:pt x="62839" y="259080"/>
                  </a:lnTo>
                  <a:lnTo>
                    <a:pt x="61493" y="257721"/>
                  </a:lnTo>
                  <a:lnTo>
                    <a:pt x="60261" y="257721"/>
                  </a:lnTo>
                  <a:lnTo>
                    <a:pt x="59740" y="256540"/>
                  </a:lnTo>
                  <a:lnTo>
                    <a:pt x="55346" y="256540"/>
                  </a:lnTo>
                  <a:lnTo>
                    <a:pt x="52984" y="255270"/>
                  </a:lnTo>
                  <a:lnTo>
                    <a:pt x="50990" y="254000"/>
                  </a:lnTo>
                  <a:lnTo>
                    <a:pt x="50088" y="254000"/>
                  </a:lnTo>
                  <a:lnTo>
                    <a:pt x="49466" y="252730"/>
                  </a:lnTo>
                  <a:lnTo>
                    <a:pt x="48437" y="252730"/>
                  </a:lnTo>
                  <a:lnTo>
                    <a:pt x="47993" y="251460"/>
                  </a:lnTo>
                  <a:lnTo>
                    <a:pt x="47675" y="251460"/>
                  </a:lnTo>
                  <a:lnTo>
                    <a:pt x="47307" y="252730"/>
                  </a:lnTo>
                  <a:lnTo>
                    <a:pt x="47307" y="254000"/>
                  </a:lnTo>
                  <a:lnTo>
                    <a:pt x="46177" y="255270"/>
                  </a:lnTo>
                  <a:lnTo>
                    <a:pt x="44424" y="255270"/>
                  </a:lnTo>
                  <a:lnTo>
                    <a:pt x="43916" y="254000"/>
                  </a:lnTo>
                  <a:lnTo>
                    <a:pt x="42887" y="254000"/>
                  </a:lnTo>
                  <a:lnTo>
                    <a:pt x="42735" y="252730"/>
                  </a:lnTo>
                  <a:lnTo>
                    <a:pt x="42062" y="252730"/>
                  </a:lnTo>
                  <a:lnTo>
                    <a:pt x="41313" y="251460"/>
                  </a:lnTo>
                  <a:lnTo>
                    <a:pt x="39281" y="251460"/>
                  </a:lnTo>
                  <a:lnTo>
                    <a:pt x="39039" y="250190"/>
                  </a:lnTo>
                  <a:lnTo>
                    <a:pt x="38684" y="250190"/>
                  </a:lnTo>
                  <a:lnTo>
                    <a:pt x="37630" y="247650"/>
                  </a:lnTo>
                  <a:lnTo>
                    <a:pt x="37630" y="250190"/>
                  </a:lnTo>
                  <a:lnTo>
                    <a:pt x="37998" y="252730"/>
                  </a:lnTo>
                  <a:lnTo>
                    <a:pt x="37312" y="252730"/>
                  </a:lnTo>
                  <a:lnTo>
                    <a:pt x="36626" y="254000"/>
                  </a:lnTo>
                  <a:lnTo>
                    <a:pt x="35674" y="255270"/>
                  </a:lnTo>
                  <a:lnTo>
                    <a:pt x="34963" y="256540"/>
                  </a:lnTo>
                  <a:lnTo>
                    <a:pt x="31038" y="256540"/>
                  </a:lnTo>
                  <a:lnTo>
                    <a:pt x="29629" y="257721"/>
                  </a:lnTo>
                  <a:lnTo>
                    <a:pt x="28816" y="257721"/>
                  </a:lnTo>
                  <a:lnTo>
                    <a:pt x="28473" y="259080"/>
                  </a:lnTo>
                  <a:lnTo>
                    <a:pt x="29044" y="259080"/>
                  </a:lnTo>
                  <a:lnTo>
                    <a:pt x="29514" y="260350"/>
                  </a:lnTo>
                  <a:lnTo>
                    <a:pt x="29286" y="260350"/>
                  </a:lnTo>
                  <a:lnTo>
                    <a:pt x="29286" y="264160"/>
                  </a:lnTo>
                  <a:lnTo>
                    <a:pt x="31953" y="264160"/>
                  </a:lnTo>
                  <a:lnTo>
                    <a:pt x="32080" y="265430"/>
                  </a:lnTo>
                  <a:lnTo>
                    <a:pt x="32359" y="265430"/>
                  </a:lnTo>
                  <a:lnTo>
                    <a:pt x="32512" y="266623"/>
                  </a:lnTo>
                  <a:lnTo>
                    <a:pt x="31038" y="266623"/>
                  </a:lnTo>
                  <a:lnTo>
                    <a:pt x="31038" y="267970"/>
                  </a:lnTo>
                  <a:lnTo>
                    <a:pt x="30264" y="269240"/>
                  </a:lnTo>
                  <a:lnTo>
                    <a:pt x="29514" y="269240"/>
                  </a:lnTo>
                  <a:lnTo>
                    <a:pt x="29984" y="270510"/>
                  </a:lnTo>
                  <a:lnTo>
                    <a:pt x="30886" y="270510"/>
                  </a:lnTo>
                  <a:lnTo>
                    <a:pt x="29984" y="271780"/>
                  </a:lnTo>
                  <a:lnTo>
                    <a:pt x="29514" y="271780"/>
                  </a:lnTo>
                  <a:lnTo>
                    <a:pt x="29044" y="270510"/>
                  </a:lnTo>
                  <a:lnTo>
                    <a:pt x="27609" y="269240"/>
                  </a:lnTo>
                  <a:lnTo>
                    <a:pt x="29514" y="267970"/>
                  </a:lnTo>
                  <a:lnTo>
                    <a:pt x="31038" y="267970"/>
                  </a:lnTo>
                  <a:lnTo>
                    <a:pt x="31038" y="266623"/>
                  </a:lnTo>
                  <a:lnTo>
                    <a:pt x="29667" y="266623"/>
                  </a:lnTo>
                  <a:lnTo>
                    <a:pt x="27787" y="265430"/>
                  </a:lnTo>
                  <a:lnTo>
                    <a:pt x="26949" y="264160"/>
                  </a:lnTo>
                  <a:lnTo>
                    <a:pt x="26949" y="260350"/>
                  </a:lnTo>
                  <a:lnTo>
                    <a:pt x="27279" y="260350"/>
                  </a:lnTo>
                  <a:lnTo>
                    <a:pt x="27279" y="259080"/>
                  </a:lnTo>
                  <a:lnTo>
                    <a:pt x="26949" y="259080"/>
                  </a:lnTo>
                  <a:lnTo>
                    <a:pt x="26568" y="257721"/>
                  </a:lnTo>
                  <a:lnTo>
                    <a:pt x="27038" y="257721"/>
                  </a:lnTo>
                  <a:lnTo>
                    <a:pt x="29514" y="255270"/>
                  </a:lnTo>
                  <a:lnTo>
                    <a:pt x="31737" y="255270"/>
                  </a:lnTo>
                  <a:lnTo>
                    <a:pt x="32448" y="254000"/>
                  </a:lnTo>
                  <a:lnTo>
                    <a:pt x="31953" y="252730"/>
                  </a:lnTo>
                  <a:lnTo>
                    <a:pt x="30264" y="251460"/>
                  </a:lnTo>
                  <a:lnTo>
                    <a:pt x="30543" y="248920"/>
                  </a:lnTo>
                  <a:lnTo>
                    <a:pt x="31038" y="247650"/>
                  </a:lnTo>
                  <a:lnTo>
                    <a:pt x="31038" y="246380"/>
                  </a:lnTo>
                  <a:lnTo>
                    <a:pt x="31737" y="246380"/>
                  </a:lnTo>
                  <a:lnTo>
                    <a:pt x="32080" y="245110"/>
                  </a:lnTo>
                  <a:lnTo>
                    <a:pt x="32829" y="245110"/>
                  </a:lnTo>
                  <a:lnTo>
                    <a:pt x="33108" y="243840"/>
                  </a:lnTo>
                  <a:lnTo>
                    <a:pt x="33337" y="243840"/>
                  </a:lnTo>
                  <a:lnTo>
                    <a:pt x="33553" y="242570"/>
                  </a:lnTo>
                  <a:lnTo>
                    <a:pt x="31305" y="242570"/>
                  </a:lnTo>
                  <a:lnTo>
                    <a:pt x="31419" y="239090"/>
                  </a:lnTo>
                  <a:lnTo>
                    <a:pt x="31457" y="238760"/>
                  </a:lnTo>
                  <a:lnTo>
                    <a:pt x="32169" y="238760"/>
                  </a:lnTo>
                  <a:lnTo>
                    <a:pt x="32169" y="236220"/>
                  </a:lnTo>
                  <a:lnTo>
                    <a:pt x="32448" y="236220"/>
                  </a:lnTo>
                  <a:lnTo>
                    <a:pt x="32524" y="234950"/>
                  </a:lnTo>
                  <a:lnTo>
                    <a:pt x="32804" y="234950"/>
                  </a:lnTo>
                  <a:lnTo>
                    <a:pt x="32829" y="233680"/>
                  </a:lnTo>
                  <a:lnTo>
                    <a:pt x="32448" y="232410"/>
                  </a:lnTo>
                  <a:lnTo>
                    <a:pt x="31851" y="232410"/>
                  </a:lnTo>
                  <a:lnTo>
                    <a:pt x="31953" y="228600"/>
                  </a:lnTo>
                  <a:lnTo>
                    <a:pt x="31305" y="228600"/>
                  </a:lnTo>
                  <a:lnTo>
                    <a:pt x="31038" y="227330"/>
                  </a:lnTo>
                  <a:lnTo>
                    <a:pt x="29984" y="227330"/>
                  </a:lnTo>
                  <a:lnTo>
                    <a:pt x="30264" y="228600"/>
                  </a:lnTo>
                  <a:lnTo>
                    <a:pt x="30543" y="228600"/>
                  </a:lnTo>
                  <a:lnTo>
                    <a:pt x="31305" y="229870"/>
                  </a:lnTo>
                  <a:lnTo>
                    <a:pt x="31610" y="231140"/>
                  </a:lnTo>
                  <a:lnTo>
                    <a:pt x="31457" y="232410"/>
                  </a:lnTo>
                  <a:lnTo>
                    <a:pt x="30670" y="233680"/>
                  </a:lnTo>
                  <a:lnTo>
                    <a:pt x="30543" y="233680"/>
                  </a:lnTo>
                  <a:lnTo>
                    <a:pt x="30391" y="234950"/>
                  </a:lnTo>
                  <a:lnTo>
                    <a:pt x="30391" y="247650"/>
                  </a:lnTo>
                  <a:lnTo>
                    <a:pt x="29984" y="248920"/>
                  </a:lnTo>
                  <a:lnTo>
                    <a:pt x="29044" y="248920"/>
                  </a:lnTo>
                  <a:lnTo>
                    <a:pt x="29044" y="254000"/>
                  </a:lnTo>
                  <a:lnTo>
                    <a:pt x="28803" y="254000"/>
                  </a:lnTo>
                  <a:lnTo>
                    <a:pt x="28473" y="255270"/>
                  </a:lnTo>
                  <a:lnTo>
                    <a:pt x="27063" y="255270"/>
                  </a:lnTo>
                  <a:lnTo>
                    <a:pt x="26225" y="256540"/>
                  </a:lnTo>
                  <a:lnTo>
                    <a:pt x="25819" y="256540"/>
                  </a:lnTo>
                  <a:lnTo>
                    <a:pt x="25819" y="257721"/>
                  </a:lnTo>
                  <a:lnTo>
                    <a:pt x="25539" y="259080"/>
                  </a:lnTo>
                  <a:lnTo>
                    <a:pt x="25463" y="260350"/>
                  </a:lnTo>
                  <a:lnTo>
                    <a:pt x="25400" y="261620"/>
                  </a:lnTo>
                  <a:lnTo>
                    <a:pt x="25184" y="262890"/>
                  </a:lnTo>
                  <a:lnTo>
                    <a:pt x="25095" y="265430"/>
                  </a:lnTo>
                  <a:lnTo>
                    <a:pt x="24650" y="266623"/>
                  </a:lnTo>
                  <a:lnTo>
                    <a:pt x="23063" y="266623"/>
                  </a:lnTo>
                  <a:lnTo>
                    <a:pt x="23164" y="266471"/>
                  </a:lnTo>
                  <a:lnTo>
                    <a:pt x="23901" y="265430"/>
                  </a:lnTo>
                  <a:lnTo>
                    <a:pt x="24117" y="264160"/>
                  </a:lnTo>
                  <a:lnTo>
                    <a:pt x="24117" y="254000"/>
                  </a:lnTo>
                  <a:lnTo>
                    <a:pt x="24345" y="252730"/>
                  </a:lnTo>
                  <a:lnTo>
                    <a:pt x="28600" y="252730"/>
                  </a:lnTo>
                  <a:lnTo>
                    <a:pt x="29044" y="254000"/>
                  </a:lnTo>
                  <a:lnTo>
                    <a:pt x="29044" y="248920"/>
                  </a:lnTo>
                  <a:lnTo>
                    <a:pt x="28600" y="248920"/>
                  </a:lnTo>
                  <a:lnTo>
                    <a:pt x="28473" y="251460"/>
                  </a:lnTo>
                  <a:lnTo>
                    <a:pt x="25400" y="251460"/>
                  </a:lnTo>
                  <a:lnTo>
                    <a:pt x="25819" y="250190"/>
                  </a:lnTo>
                  <a:lnTo>
                    <a:pt x="26263" y="248920"/>
                  </a:lnTo>
                  <a:lnTo>
                    <a:pt x="27063" y="247650"/>
                  </a:lnTo>
                  <a:lnTo>
                    <a:pt x="30391" y="247650"/>
                  </a:lnTo>
                  <a:lnTo>
                    <a:pt x="30391" y="234950"/>
                  </a:lnTo>
                  <a:lnTo>
                    <a:pt x="29984" y="234950"/>
                  </a:lnTo>
                  <a:lnTo>
                    <a:pt x="30264" y="236220"/>
                  </a:lnTo>
                  <a:lnTo>
                    <a:pt x="30264" y="240030"/>
                  </a:lnTo>
                  <a:lnTo>
                    <a:pt x="29984" y="240030"/>
                  </a:lnTo>
                  <a:lnTo>
                    <a:pt x="29895" y="241300"/>
                  </a:lnTo>
                  <a:lnTo>
                    <a:pt x="29794" y="242570"/>
                  </a:lnTo>
                  <a:lnTo>
                    <a:pt x="29286" y="243840"/>
                  </a:lnTo>
                  <a:lnTo>
                    <a:pt x="28689" y="245110"/>
                  </a:lnTo>
                  <a:lnTo>
                    <a:pt x="28600" y="246380"/>
                  </a:lnTo>
                  <a:lnTo>
                    <a:pt x="27317" y="246380"/>
                  </a:lnTo>
                  <a:lnTo>
                    <a:pt x="27063" y="245110"/>
                  </a:lnTo>
                  <a:lnTo>
                    <a:pt x="26949" y="243840"/>
                  </a:lnTo>
                  <a:lnTo>
                    <a:pt x="26720" y="242570"/>
                  </a:lnTo>
                  <a:lnTo>
                    <a:pt x="26720" y="243840"/>
                  </a:lnTo>
                  <a:lnTo>
                    <a:pt x="26860" y="245110"/>
                  </a:lnTo>
                  <a:lnTo>
                    <a:pt x="26949" y="246380"/>
                  </a:lnTo>
                  <a:lnTo>
                    <a:pt x="26441" y="247650"/>
                  </a:lnTo>
                  <a:lnTo>
                    <a:pt x="24625" y="250190"/>
                  </a:lnTo>
                  <a:lnTo>
                    <a:pt x="24536" y="248920"/>
                  </a:lnTo>
                  <a:lnTo>
                    <a:pt x="24460" y="247650"/>
                  </a:lnTo>
                  <a:lnTo>
                    <a:pt x="24371" y="246380"/>
                  </a:lnTo>
                  <a:lnTo>
                    <a:pt x="24282" y="245110"/>
                  </a:lnTo>
                  <a:lnTo>
                    <a:pt x="24206" y="243840"/>
                  </a:lnTo>
                  <a:lnTo>
                    <a:pt x="24117" y="242570"/>
                  </a:lnTo>
                  <a:lnTo>
                    <a:pt x="24053" y="241922"/>
                  </a:lnTo>
                  <a:lnTo>
                    <a:pt x="23990" y="241300"/>
                  </a:lnTo>
                  <a:lnTo>
                    <a:pt x="23342" y="234950"/>
                  </a:lnTo>
                  <a:lnTo>
                    <a:pt x="23342" y="260350"/>
                  </a:lnTo>
                  <a:lnTo>
                    <a:pt x="22999" y="262890"/>
                  </a:lnTo>
                  <a:lnTo>
                    <a:pt x="22707" y="264160"/>
                  </a:lnTo>
                  <a:lnTo>
                    <a:pt x="22377" y="265430"/>
                  </a:lnTo>
                  <a:lnTo>
                    <a:pt x="21539" y="266623"/>
                  </a:lnTo>
                  <a:lnTo>
                    <a:pt x="21183" y="267970"/>
                  </a:lnTo>
                  <a:lnTo>
                    <a:pt x="20650" y="267970"/>
                  </a:lnTo>
                  <a:lnTo>
                    <a:pt x="20688" y="266623"/>
                  </a:lnTo>
                  <a:lnTo>
                    <a:pt x="20980" y="266623"/>
                  </a:lnTo>
                  <a:lnTo>
                    <a:pt x="21031" y="266471"/>
                  </a:lnTo>
                  <a:lnTo>
                    <a:pt x="21361" y="265430"/>
                  </a:lnTo>
                  <a:lnTo>
                    <a:pt x="21488" y="264160"/>
                  </a:lnTo>
                  <a:lnTo>
                    <a:pt x="21640" y="262890"/>
                  </a:lnTo>
                  <a:lnTo>
                    <a:pt x="21717" y="261620"/>
                  </a:lnTo>
                  <a:lnTo>
                    <a:pt x="21793" y="260350"/>
                  </a:lnTo>
                  <a:lnTo>
                    <a:pt x="21907" y="237490"/>
                  </a:lnTo>
                  <a:lnTo>
                    <a:pt x="21361" y="232410"/>
                  </a:lnTo>
                  <a:lnTo>
                    <a:pt x="21285" y="229870"/>
                  </a:lnTo>
                  <a:lnTo>
                    <a:pt x="21183" y="226060"/>
                  </a:lnTo>
                  <a:lnTo>
                    <a:pt x="21640" y="226060"/>
                  </a:lnTo>
                  <a:lnTo>
                    <a:pt x="22555" y="228600"/>
                  </a:lnTo>
                  <a:lnTo>
                    <a:pt x="23126" y="232410"/>
                  </a:lnTo>
                  <a:lnTo>
                    <a:pt x="23241" y="243840"/>
                  </a:lnTo>
                  <a:lnTo>
                    <a:pt x="23342" y="260350"/>
                  </a:lnTo>
                  <a:lnTo>
                    <a:pt x="23342" y="234950"/>
                  </a:lnTo>
                  <a:lnTo>
                    <a:pt x="23456" y="232410"/>
                  </a:lnTo>
                  <a:lnTo>
                    <a:pt x="23571" y="229870"/>
                  </a:lnTo>
                  <a:lnTo>
                    <a:pt x="23698" y="227330"/>
                  </a:lnTo>
                  <a:lnTo>
                    <a:pt x="24625" y="229870"/>
                  </a:lnTo>
                  <a:lnTo>
                    <a:pt x="25158" y="233680"/>
                  </a:lnTo>
                  <a:lnTo>
                    <a:pt x="25819" y="236220"/>
                  </a:lnTo>
                  <a:lnTo>
                    <a:pt x="25996" y="237490"/>
                  </a:lnTo>
                  <a:lnTo>
                    <a:pt x="26263" y="238760"/>
                  </a:lnTo>
                  <a:lnTo>
                    <a:pt x="26593" y="236220"/>
                  </a:lnTo>
                  <a:lnTo>
                    <a:pt x="27279" y="236220"/>
                  </a:lnTo>
                  <a:lnTo>
                    <a:pt x="28232" y="237490"/>
                  </a:lnTo>
                  <a:lnTo>
                    <a:pt x="29070" y="238760"/>
                  </a:lnTo>
                  <a:lnTo>
                    <a:pt x="29857" y="238760"/>
                  </a:lnTo>
                  <a:lnTo>
                    <a:pt x="29959" y="239090"/>
                  </a:lnTo>
                  <a:lnTo>
                    <a:pt x="30264" y="240030"/>
                  </a:lnTo>
                  <a:lnTo>
                    <a:pt x="30264" y="236220"/>
                  </a:lnTo>
                  <a:lnTo>
                    <a:pt x="27787" y="236220"/>
                  </a:lnTo>
                  <a:lnTo>
                    <a:pt x="27279" y="233680"/>
                  </a:lnTo>
                  <a:lnTo>
                    <a:pt x="27609" y="232410"/>
                  </a:lnTo>
                  <a:lnTo>
                    <a:pt x="28473" y="232410"/>
                  </a:lnTo>
                  <a:lnTo>
                    <a:pt x="28321" y="231140"/>
                  </a:lnTo>
                  <a:lnTo>
                    <a:pt x="28321" y="228600"/>
                  </a:lnTo>
                  <a:lnTo>
                    <a:pt x="29070" y="228600"/>
                  </a:lnTo>
                  <a:lnTo>
                    <a:pt x="28981" y="227330"/>
                  </a:lnTo>
                  <a:lnTo>
                    <a:pt x="28803" y="226060"/>
                  </a:lnTo>
                  <a:lnTo>
                    <a:pt x="29514" y="224790"/>
                  </a:lnTo>
                  <a:lnTo>
                    <a:pt x="29857" y="224790"/>
                  </a:lnTo>
                  <a:lnTo>
                    <a:pt x="29984" y="223520"/>
                  </a:lnTo>
                  <a:lnTo>
                    <a:pt x="30391" y="222250"/>
                  </a:lnTo>
                  <a:lnTo>
                    <a:pt x="31953" y="222250"/>
                  </a:lnTo>
                  <a:lnTo>
                    <a:pt x="32804" y="220980"/>
                  </a:lnTo>
                  <a:lnTo>
                    <a:pt x="37820" y="220980"/>
                  </a:lnTo>
                  <a:lnTo>
                    <a:pt x="38265" y="222250"/>
                  </a:lnTo>
                  <a:lnTo>
                    <a:pt x="37630" y="223520"/>
                  </a:lnTo>
                  <a:lnTo>
                    <a:pt x="37160" y="223520"/>
                  </a:lnTo>
                  <a:lnTo>
                    <a:pt x="37160" y="224790"/>
                  </a:lnTo>
                  <a:lnTo>
                    <a:pt x="37630" y="226060"/>
                  </a:lnTo>
                  <a:lnTo>
                    <a:pt x="37630" y="224790"/>
                  </a:lnTo>
                  <a:lnTo>
                    <a:pt x="37998" y="224790"/>
                  </a:lnTo>
                  <a:lnTo>
                    <a:pt x="38379" y="223520"/>
                  </a:lnTo>
                  <a:lnTo>
                    <a:pt x="39281" y="223520"/>
                  </a:lnTo>
                  <a:lnTo>
                    <a:pt x="39725" y="222250"/>
                  </a:lnTo>
                  <a:lnTo>
                    <a:pt x="40297" y="223520"/>
                  </a:lnTo>
                  <a:lnTo>
                    <a:pt x="40093" y="224790"/>
                  </a:lnTo>
                  <a:lnTo>
                    <a:pt x="39966" y="226060"/>
                  </a:lnTo>
                  <a:lnTo>
                    <a:pt x="40297" y="226060"/>
                  </a:lnTo>
                  <a:lnTo>
                    <a:pt x="40449" y="224790"/>
                  </a:lnTo>
                  <a:lnTo>
                    <a:pt x="41795" y="224790"/>
                  </a:lnTo>
                  <a:lnTo>
                    <a:pt x="41795" y="226060"/>
                  </a:lnTo>
                  <a:lnTo>
                    <a:pt x="41313" y="227330"/>
                  </a:lnTo>
                  <a:lnTo>
                    <a:pt x="40754" y="227330"/>
                  </a:lnTo>
                  <a:lnTo>
                    <a:pt x="40754" y="228600"/>
                  </a:lnTo>
                  <a:lnTo>
                    <a:pt x="41541" y="228600"/>
                  </a:lnTo>
                  <a:lnTo>
                    <a:pt x="41795" y="227330"/>
                  </a:lnTo>
                  <a:lnTo>
                    <a:pt x="42545" y="228600"/>
                  </a:lnTo>
                  <a:lnTo>
                    <a:pt x="42735" y="228600"/>
                  </a:lnTo>
                  <a:lnTo>
                    <a:pt x="42202" y="229870"/>
                  </a:lnTo>
                  <a:lnTo>
                    <a:pt x="41541" y="229870"/>
                  </a:lnTo>
                  <a:lnTo>
                    <a:pt x="41313" y="231140"/>
                  </a:lnTo>
                  <a:lnTo>
                    <a:pt x="41008" y="231140"/>
                  </a:lnTo>
                  <a:lnTo>
                    <a:pt x="41846" y="232410"/>
                  </a:lnTo>
                  <a:lnTo>
                    <a:pt x="42062" y="231140"/>
                  </a:lnTo>
                  <a:lnTo>
                    <a:pt x="42418" y="231140"/>
                  </a:lnTo>
                  <a:lnTo>
                    <a:pt x="42735" y="229870"/>
                  </a:lnTo>
                  <a:lnTo>
                    <a:pt x="43230" y="231140"/>
                  </a:lnTo>
                  <a:lnTo>
                    <a:pt x="43459" y="231140"/>
                  </a:lnTo>
                  <a:lnTo>
                    <a:pt x="43548" y="232410"/>
                  </a:lnTo>
                  <a:lnTo>
                    <a:pt x="42545" y="232410"/>
                  </a:lnTo>
                  <a:lnTo>
                    <a:pt x="42202" y="233680"/>
                  </a:lnTo>
                  <a:lnTo>
                    <a:pt x="42951" y="233680"/>
                  </a:lnTo>
                  <a:lnTo>
                    <a:pt x="43561" y="232435"/>
                  </a:lnTo>
                  <a:lnTo>
                    <a:pt x="44272" y="233680"/>
                  </a:lnTo>
                  <a:lnTo>
                    <a:pt x="44450" y="233680"/>
                  </a:lnTo>
                  <a:lnTo>
                    <a:pt x="44208" y="234950"/>
                  </a:lnTo>
                  <a:lnTo>
                    <a:pt x="42735" y="234950"/>
                  </a:lnTo>
                  <a:lnTo>
                    <a:pt x="42202" y="236220"/>
                  </a:lnTo>
                  <a:lnTo>
                    <a:pt x="45300" y="236220"/>
                  </a:lnTo>
                  <a:lnTo>
                    <a:pt x="45199" y="237490"/>
                  </a:lnTo>
                  <a:lnTo>
                    <a:pt x="44272" y="238760"/>
                  </a:lnTo>
                  <a:lnTo>
                    <a:pt x="46177" y="238760"/>
                  </a:lnTo>
                  <a:lnTo>
                    <a:pt x="46266" y="240030"/>
                  </a:lnTo>
                  <a:lnTo>
                    <a:pt x="43675" y="240030"/>
                  </a:lnTo>
                  <a:lnTo>
                    <a:pt x="44208" y="241300"/>
                  </a:lnTo>
                  <a:lnTo>
                    <a:pt x="48209" y="241300"/>
                  </a:lnTo>
                  <a:lnTo>
                    <a:pt x="49047" y="242570"/>
                  </a:lnTo>
                  <a:lnTo>
                    <a:pt x="49961" y="242570"/>
                  </a:lnTo>
                  <a:lnTo>
                    <a:pt x="50838" y="241300"/>
                  </a:lnTo>
                  <a:lnTo>
                    <a:pt x="52628" y="240030"/>
                  </a:lnTo>
                  <a:lnTo>
                    <a:pt x="54444" y="241300"/>
                  </a:lnTo>
                  <a:lnTo>
                    <a:pt x="57404" y="241300"/>
                  </a:lnTo>
                  <a:lnTo>
                    <a:pt x="57861" y="242570"/>
                  </a:lnTo>
                  <a:lnTo>
                    <a:pt x="59270" y="243840"/>
                  </a:lnTo>
                  <a:lnTo>
                    <a:pt x="62026" y="243840"/>
                  </a:lnTo>
                  <a:lnTo>
                    <a:pt x="63652" y="242570"/>
                  </a:lnTo>
                  <a:lnTo>
                    <a:pt x="64312" y="241300"/>
                  </a:lnTo>
                  <a:lnTo>
                    <a:pt x="64820" y="240030"/>
                  </a:lnTo>
                  <a:lnTo>
                    <a:pt x="64820" y="237490"/>
                  </a:lnTo>
                  <a:lnTo>
                    <a:pt x="64312" y="236220"/>
                  </a:lnTo>
                  <a:lnTo>
                    <a:pt x="63792" y="236220"/>
                  </a:lnTo>
                  <a:lnTo>
                    <a:pt x="63373" y="234950"/>
                  </a:lnTo>
                  <a:lnTo>
                    <a:pt x="63373" y="233680"/>
                  </a:lnTo>
                  <a:lnTo>
                    <a:pt x="63652" y="232410"/>
                  </a:lnTo>
                  <a:lnTo>
                    <a:pt x="64312" y="232410"/>
                  </a:lnTo>
                  <a:lnTo>
                    <a:pt x="65100" y="231140"/>
                  </a:lnTo>
                  <a:lnTo>
                    <a:pt x="65468" y="231140"/>
                  </a:lnTo>
                  <a:lnTo>
                    <a:pt x="65468" y="228600"/>
                  </a:lnTo>
                  <a:lnTo>
                    <a:pt x="65913" y="228600"/>
                  </a:lnTo>
                  <a:lnTo>
                    <a:pt x="66281" y="227330"/>
                  </a:lnTo>
                  <a:lnTo>
                    <a:pt x="67640" y="227330"/>
                  </a:lnTo>
                  <a:lnTo>
                    <a:pt x="68478" y="226060"/>
                  </a:lnTo>
                  <a:lnTo>
                    <a:pt x="68922" y="226060"/>
                  </a:lnTo>
                  <a:lnTo>
                    <a:pt x="69494" y="224790"/>
                  </a:lnTo>
                  <a:lnTo>
                    <a:pt x="69710" y="224790"/>
                  </a:lnTo>
                  <a:lnTo>
                    <a:pt x="69761" y="223520"/>
                  </a:lnTo>
                  <a:lnTo>
                    <a:pt x="72237" y="223520"/>
                  </a:lnTo>
                  <a:lnTo>
                    <a:pt x="72237" y="216877"/>
                  </a:lnTo>
                  <a:lnTo>
                    <a:pt x="72123" y="217170"/>
                  </a:lnTo>
                  <a:lnTo>
                    <a:pt x="72034" y="218440"/>
                  </a:lnTo>
                  <a:lnTo>
                    <a:pt x="70929" y="219710"/>
                  </a:lnTo>
                  <a:lnTo>
                    <a:pt x="70180" y="218440"/>
                  </a:lnTo>
                  <a:lnTo>
                    <a:pt x="69710" y="218440"/>
                  </a:lnTo>
                  <a:lnTo>
                    <a:pt x="69710" y="222250"/>
                  </a:lnTo>
                  <a:lnTo>
                    <a:pt x="69176" y="223520"/>
                  </a:lnTo>
                  <a:lnTo>
                    <a:pt x="68872" y="223520"/>
                  </a:lnTo>
                  <a:lnTo>
                    <a:pt x="68872" y="222719"/>
                  </a:lnTo>
                  <a:lnTo>
                    <a:pt x="67411" y="222719"/>
                  </a:lnTo>
                  <a:lnTo>
                    <a:pt x="67411" y="223685"/>
                  </a:lnTo>
                  <a:lnTo>
                    <a:pt x="68808" y="223685"/>
                  </a:lnTo>
                  <a:lnTo>
                    <a:pt x="68478" y="224790"/>
                  </a:lnTo>
                  <a:lnTo>
                    <a:pt x="67640" y="226060"/>
                  </a:lnTo>
                  <a:lnTo>
                    <a:pt x="66751" y="226060"/>
                  </a:lnTo>
                  <a:lnTo>
                    <a:pt x="66484" y="224790"/>
                  </a:lnTo>
                  <a:lnTo>
                    <a:pt x="65100" y="224790"/>
                  </a:lnTo>
                  <a:lnTo>
                    <a:pt x="65100" y="226060"/>
                  </a:lnTo>
                  <a:lnTo>
                    <a:pt x="66065" y="226060"/>
                  </a:lnTo>
                  <a:lnTo>
                    <a:pt x="65468" y="227330"/>
                  </a:lnTo>
                  <a:lnTo>
                    <a:pt x="64312" y="227330"/>
                  </a:lnTo>
                  <a:lnTo>
                    <a:pt x="64096" y="228600"/>
                  </a:lnTo>
                  <a:lnTo>
                    <a:pt x="62623" y="228600"/>
                  </a:lnTo>
                  <a:lnTo>
                    <a:pt x="62623" y="229870"/>
                  </a:lnTo>
                  <a:lnTo>
                    <a:pt x="63373" y="229870"/>
                  </a:lnTo>
                  <a:lnTo>
                    <a:pt x="63258" y="231140"/>
                  </a:lnTo>
                  <a:lnTo>
                    <a:pt x="62623" y="232410"/>
                  </a:lnTo>
                  <a:lnTo>
                    <a:pt x="61772" y="232410"/>
                  </a:lnTo>
                  <a:lnTo>
                    <a:pt x="61468" y="233680"/>
                  </a:lnTo>
                  <a:lnTo>
                    <a:pt x="61226" y="233680"/>
                  </a:lnTo>
                  <a:lnTo>
                    <a:pt x="61379" y="234950"/>
                  </a:lnTo>
                  <a:lnTo>
                    <a:pt x="61493" y="236220"/>
                  </a:lnTo>
                  <a:lnTo>
                    <a:pt x="61023" y="236220"/>
                  </a:lnTo>
                  <a:lnTo>
                    <a:pt x="61023" y="237490"/>
                  </a:lnTo>
                  <a:lnTo>
                    <a:pt x="62623" y="237490"/>
                  </a:lnTo>
                  <a:lnTo>
                    <a:pt x="62839" y="238760"/>
                  </a:lnTo>
                  <a:lnTo>
                    <a:pt x="62839" y="240030"/>
                  </a:lnTo>
                  <a:lnTo>
                    <a:pt x="62623" y="241300"/>
                  </a:lnTo>
                  <a:lnTo>
                    <a:pt x="59372" y="241300"/>
                  </a:lnTo>
                  <a:lnTo>
                    <a:pt x="57048" y="240030"/>
                  </a:lnTo>
                  <a:lnTo>
                    <a:pt x="54444" y="240030"/>
                  </a:lnTo>
                  <a:lnTo>
                    <a:pt x="54444" y="238760"/>
                  </a:lnTo>
                  <a:lnTo>
                    <a:pt x="50901" y="238760"/>
                  </a:lnTo>
                  <a:lnTo>
                    <a:pt x="50812" y="239090"/>
                  </a:lnTo>
                  <a:lnTo>
                    <a:pt x="50533" y="240030"/>
                  </a:lnTo>
                  <a:lnTo>
                    <a:pt x="50088" y="238760"/>
                  </a:lnTo>
                  <a:lnTo>
                    <a:pt x="49593" y="240030"/>
                  </a:lnTo>
                  <a:lnTo>
                    <a:pt x="49466" y="238760"/>
                  </a:lnTo>
                  <a:lnTo>
                    <a:pt x="47739" y="238760"/>
                  </a:lnTo>
                  <a:lnTo>
                    <a:pt x="47498" y="237490"/>
                  </a:lnTo>
                  <a:lnTo>
                    <a:pt x="47307" y="237490"/>
                  </a:lnTo>
                  <a:lnTo>
                    <a:pt x="46926" y="236220"/>
                  </a:lnTo>
                  <a:lnTo>
                    <a:pt x="46710" y="236220"/>
                  </a:lnTo>
                  <a:lnTo>
                    <a:pt x="46621" y="234950"/>
                  </a:lnTo>
                  <a:lnTo>
                    <a:pt x="46266" y="233680"/>
                  </a:lnTo>
                  <a:lnTo>
                    <a:pt x="45999" y="233680"/>
                  </a:lnTo>
                  <a:lnTo>
                    <a:pt x="45859" y="232410"/>
                  </a:lnTo>
                  <a:lnTo>
                    <a:pt x="45300" y="232410"/>
                  </a:lnTo>
                  <a:lnTo>
                    <a:pt x="44424" y="231140"/>
                  </a:lnTo>
                  <a:lnTo>
                    <a:pt x="43916" y="228600"/>
                  </a:lnTo>
                  <a:lnTo>
                    <a:pt x="43548" y="227330"/>
                  </a:lnTo>
                  <a:lnTo>
                    <a:pt x="43230" y="226060"/>
                  </a:lnTo>
                  <a:lnTo>
                    <a:pt x="43078" y="226060"/>
                  </a:lnTo>
                  <a:lnTo>
                    <a:pt x="42900" y="224790"/>
                  </a:lnTo>
                  <a:lnTo>
                    <a:pt x="42735" y="223520"/>
                  </a:lnTo>
                  <a:lnTo>
                    <a:pt x="42735" y="222250"/>
                  </a:lnTo>
                  <a:lnTo>
                    <a:pt x="44894" y="222250"/>
                  </a:lnTo>
                  <a:lnTo>
                    <a:pt x="51701" y="220980"/>
                  </a:lnTo>
                  <a:lnTo>
                    <a:pt x="69176" y="220980"/>
                  </a:lnTo>
                  <a:lnTo>
                    <a:pt x="69710" y="222250"/>
                  </a:lnTo>
                  <a:lnTo>
                    <a:pt x="69710" y="218440"/>
                  </a:lnTo>
                  <a:lnTo>
                    <a:pt x="69265" y="218440"/>
                  </a:lnTo>
                  <a:lnTo>
                    <a:pt x="69494" y="217170"/>
                  </a:lnTo>
                  <a:lnTo>
                    <a:pt x="70040" y="215900"/>
                  </a:lnTo>
                  <a:lnTo>
                    <a:pt x="70929" y="214630"/>
                  </a:lnTo>
                  <a:lnTo>
                    <a:pt x="72034" y="214630"/>
                  </a:lnTo>
                  <a:lnTo>
                    <a:pt x="72872" y="213360"/>
                  </a:lnTo>
                  <a:lnTo>
                    <a:pt x="73710" y="214630"/>
                  </a:lnTo>
                  <a:lnTo>
                    <a:pt x="73710" y="213360"/>
                  </a:lnTo>
                  <a:lnTo>
                    <a:pt x="73647" y="212090"/>
                  </a:lnTo>
                  <a:lnTo>
                    <a:pt x="73367" y="210820"/>
                  </a:lnTo>
                  <a:lnTo>
                    <a:pt x="73317" y="209550"/>
                  </a:lnTo>
                  <a:lnTo>
                    <a:pt x="74523" y="208280"/>
                  </a:lnTo>
                  <a:lnTo>
                    <a:pt x="74815" y="208280"/>
                  </a:lnTo>
                  <a:lnTo>
                    <a:pt x="74866" y="207010"/>
                  </a:lnTo>
                  <a:lnTo>
                    <a:pt x="74968" y="204470"/>
                  </a:lnTo>
                  <a:lnTo>
                    <a:pt x="75082" y="203200"/>
                  </a:lnTo>
                  <a:lnTo>
                    <a:pt x="75463" y="201930"/>
                  </a:lnTo>
                  <a:lnTo>
                    <a:pt x="75806" y="200660"/>
                  </a:lnTo>
                  <a:lnTo>
                    <a:pt x="76784" y="200660"/>
                  </a:lnTo>
                  <a:lnTo>
                    <a:pt x="77406" y="199390"/>
                  </a:lnTo>
                  <a:lnTo>
                    <a:pt x="78155" y="200660"/>
                  </a:lnTo>
                  <a:lnTo>
                    <a:pt x="79679" y="200660"/>
                  </a:lnTo>
                  <a:lnTo>
                    <a:pt x="79819" y="199390"/>
                  </a:lnTo>
                  <a:lnTo>
                    <a:pt x="79679" y="199390"/>
                  </a:lnTo>
                  <a:lnTo>
                    <a:pt x="79679" y="198120"/>
                  </a:lnTo>
                  <a:lnTo>
                    <a:pt x="80289" y="198120"/>
                  </a:lnTo>
                  <a:lnTo>
                    <a:pt x="80632" y="196850"/>
                  </a:lnTo>
                  <a:lnTo>
                    <a:pt x="80822" y="196850"/>
                  </a:lnTo>
                  <a:lnTo>
                    <a:pt x="81318" y="195580"/>
                  </a:lnTo>
                  <a:lnTo>
                    <a:pt x="81508" y="195580"/>
                  </a:lnTo>
                  <a:lnTo>
                    <a:pt x="82308" y="196850"/>
                  </a:lnTo>
                  <a:lnTo>
                    <a:pt x="82638" y="196850"/>
                  </a:lnTo>
                  <a:lnTo>
                    <a:pt x="82638" y="203200"/>
                  </a:lnTo>
                  <a:lnTo>
                    <a:pt x="83705" y="203200"/>
                  </a:lnTo>
                  <a:lnTo>
                    <a:pt x="83616" y="204470"/>
                  </a:lnTo>
                  <a:lnTo>
                    <a:pt x="83324" y="204470"/>
                  </a:lnTo>
                  <a:lnTo>
                    <a:pt x="83705" y="205740"/>
                  </a:lnTo>
                  <a:lnTo>
                    <a:pt x="84328" y="205740"/>
                  </a:lnTo>
                  <a:lnTo>
                    <a:pt x="84328" y="195580"/>
                  </a:lnTo>
                  <a:lnTo>
                    <a:pt x="83616" y="195580"/>
                  </a:lnTo>
                  <a:lnTo>
                    <a:pt x="83083" y="194310"/>
                  </a:lnTo>
                  <a:lnTo>
                    <a:pt x="82892" y="193040"/>
                  </a:lnTo>
                  <a:lnTo>
                    <a:pt x="82638" y="193040"/>
                  </a:lnTo>
                  <a:lnTo>
                    <a:pt x="82308" y="191770"/>
                  </a:lnTo>
                  <a:lnTo>
                    <a:pt x="81915" y="190500"/>
                  </a:lnTo>
                  <a:lnTo>
                    <a:pt x="81508" y="189230"/>
                  </a:lnTo>
                  <a:lnTo>
                    <a:pt x="81318" y="189230"/>
                  </a:lnTo>
                  <a:lnTo>
                    <a:pt x="80911" y="187960"/>
                  </a:lnTo>
                  <a:lnTo>
                    <a:pt x="80911" y="189230"/>
                  </a:lnTo>
                  <a:lnTo>
                    <a:pt x="81229" y="190500"/>
                  </a:lnTo>
                  <a:lnTo>
                    <a:pt x="81318" y="193040"/>
                  </a:lnTo>
                  <a:lnTo>
                    <a:pt x="81508" y="194310"/>
                  </a:lnTo>
                  <a:lnTo>
                    <a:pt x="80911" y="195580"/>
                  </a:lnTo>
                  <a:lnTo>
                    <a:pt x="79438" y="196850"/>
                  </a:lnTo>
                  <a:lnTo>
                    <a:pt x="79019" y="195580"/>
                  </a:lnTo>
                  <a:lnTo>
                    <a:pt x="79019" y="194310"/>
                  </a:lnTo>
                  <a:lnTo>
                    <a:pt x="78574" y="193040"/>
                  </a:lnTo>
                  <a:lnTo>
                    <a:pt x="78447" y="190500"/>
                  </a:lnTo>
                  <a:lnTo>
                    <a:pt x="78155" y="189230"/>
                  </a:lnTo>
                  <a:lnTo>
                    <a:pt x="77851" y="189230"/>
                  </a:lnTo>
                  <a:lnTo>
                    <a:pt x="77762" y="187960"/>
                  </a:lnTo>
                  <a:lnTo>
                    <a:pt x="77470" y="187960"/>
                  </a:lnTo>
                  <a:lnTo>
                    <a:pt x="77470" y="195580"/>
                  </a:lnTo>
                  <a:lnTo>
                    <a:pt x="77101" y="196850"/>
                  </a:lnTo>
                  <a:lnTo>
                    <a:pt x="75260" y="199390"/>
                  </a:lnTo>
                  <a:lnTo>
                    <a:pt x="74752" y="200660"/>
                  </a:lnTo>
                  <a:lnTo>
                    <a:pt x="74028" y="201930"/>
                  </a:lnTo>
                  <a:lnTo>
                    <a:pt x="73431" y="203200"/>
                  </a:lnTo>
                  <a:lnTo>
                    <a:pt x="73152" y="204470"/>
                  </a:lnTo>
                  <a:lnTo>
                    <a:pt x="73317" y="205740"/>
                  </a:lnTo>
                  <a:lnTo>
                    <a:pt x="72936" y="207010"/>
                  </a:lnTo>
                  <a:lnTo>
                    <a:pt x="72656" y="208280"/>
                  </a:lnTo>
                  <a:lnTo>
                    <a:pt x="72542" y="209550"/>
                  </a:lnTo>
                  <a:lnTo>
                    <a:pt x="71894" y="210820"/>
                  </a:lnTo>
                  <a:lnTo>
                    <a:pt x="71678" y="212090"/>
                  </a:lnTo>
                  <a:lnTo>
                    <a:pt x="71894" y="212090"/>
                  </a:lnTo>
                  <a:lnTo>
                    <a:pt x="71894" y="213360"/>
                  </a:lnTo>
                  <a:lnTo>
                    <a:pt x="69761" y="213360"/>
                  </a:lnTo>
                  <a:lnTo>
                    <a:pt x="69888" y="214630"/>
                  </a:lnTo>
                  <a:lnTo>
                    <a:pt x="69176" y="214630"/>
                  </a:lnTo>
                  <a:lnTo>
                    <a:pt x="68478" y="215900"/>
                  </a:lnTo>
                  <a:lnTo>
                    <a:pt x="67856" y="215900"/>
                  </a:lnTo>
                  <a:lnTo>
                    <a:pt x="67411" y="217170"/>
                  </a:lnTo>
                  <a:lnTo>
                    <a:pt x="67284" y="219710"/>
                  </a:lnTo>
                  <a:lnTo>
                    <a:pt x="63792" y="219710"/>
                  </a:lnTo>
                  <a:lnTo>
                    <a:pt x="63373" y="218440"/>
                  </a:lnTo>
                  <a:lnTo>
                    <a:pt x="63652" y="218440"/>
                  </a:lnTo>
                  <a:lnTo>
                    <a:pt x="63944" y="217170"/>
                  </a:lnTo>
                  <a:lnTo>
                    <a:pt x="64630" y="215900"/>
                  </a:lnTo>
                  <a:lnTo>
                    <a:pt x="66598" y="213360"/>
                  </a:lnTo>
                  <a:lnTo>
                    <a:pt x="65100" y="213360"/>
                  </a:lnTo>
                  <a:lnTo>
                    <a:pt x="64630" y="212090"/>
                  </a:lnTo>
                  <a:lnTo>
                    <a:pt x="64477" y="210820"/>
                  </a:lnTo>
                  <a:lnTo>
                    <a:pt x="64630" y="209550"/>
                  </a:lnTo>
                  <a:lnTo>
                    <a:pt x="64935" y="208280"/>
                  </a:lnTo>
                  <a:lnTo>
                    <a:pt x="65468" y="207010"/>
                  </a:lnTo>
                  <a:lnTo>
                    <a:pt x="67411" y="205740"/>
                  </a:lnTo>
                  <a:lnTo>
                    <a:pt x="68821" y="207010"/>
                  </a:lnTo>
                  <a:lnTo>
                    <a:pt x="69176" y="207010"/>
                  </a:lnTo>
                  <a:lnTo>
                    <a:pt x="70180" y="208280"/>
                  </a:lnTo>
                  <a:lnTo>
                    <a:pt x="70523" y="209550"/>
                  </a:lnTo>
                  <a:lnTo>
                    <a:pt x="70180" y="210820"/>
                  </a:lnTo>
                  <a:lnTo>
                    <a:pt x="70866" y="210820"/>
                  </a:lnTo>
                  <a:lnTo>
                    <a:pt x="70929" y="209550"/>
                  </a:lnTo>
                  <a:lnTo>
                    <a:pt x="71081" y="209550"/>
                  </a:lnTo>
                  <a:lnTo>
                    <a:pt x="70866" y="208280"/>
                  </a:lnTo>
                  <a:lnTo>
                    <a:pt x="70929" y="207010"/>
                  </a:lnTo>
                  <a:lnTo>
                    <a:pt x="71589" y="207010"/>
                  </a:lnTo>
                  <a:lnTo>
                    <a:pt x="71678" y="205740"/>
                  </a:lnTo>
                  <a:lnTo>
                    <a:pt x="71894" y="205740"/>
                  </a:lnTo>
                  <a:lnTo>
                    <a:pt x="71894" y="204470"/>
                  </a:lnTo>
                  <a:lnTo>
                    <a:pt x="68668" y="204470"/>
                  </a:lnTo>
                  <a:lnTo>
                    <a:pt x="68668" y="203200"/>
                  </a:lnTo>
                  <a:lnTo>
                    <a:pt x="68859" y="203200"/>
                  </a:lnTo>
                  <a:lnTo>
                    <a:pt x="68859" y="201930"/>
                  </a:lnTo>
                  <a:lnTo>
                    <a:pt x="69176" y="201930"/>
                  </a:lnTo>
                  <a:lnTo>
                    <a:pt x="69265" y="200660"/>
                  </a:lnTo>
                  <a:lnTo>
                    <a:pt x="73152" y="200660"/>
                  </a:lnTo>
                  <a:lnTo>
                    <a:pt x="73494" y="199390"/>
                  </a:lnTo>
                  <a:lnTo>
                    <a:pt x="73710" y="198120"/>
                  </a:lnTo>
                  <a:lnTo>
                    <a:pt x="74129" y="196850"/>
                  </a:lnTo>
                  <a:lnTo>
                    <a:pt x="74396" y="195580"/>
                  </a:lnTo>
                  <a:lnTo>
                    <a:pt x="74815" y="193040"/>
                  </a:lnTo>
                  <a:lnTo>
                    <a:pt x="74968" y="193040"/>
                  </a:lnTo>
                  <a:lnTo>
                    <a:pt x="74968" y="190500"/>
                  </a:lnTo>
                  <a:lnTo>
                    <a:pt x="74523" y="190500"/>
                  </a:lnTo>
                  <a:lnTo>
                    <a:pt x="74333" y="191770"/>
                  </a:lnTo>
                  <a:lnTo>
                    <a:pt x="74129" y="193040"/>
                  </a:lnTo>
                  <a:lnTo>
                    <a:pt x="74028" y="195580"/>
                  </a:lnTo>
                  <a:lnTo>
                    <a:pt x="73317" y="196850"/>
                  </a:lnTo>
                  <a:lnTo>
                    <a:pt x="71589" y="198120"/>
                  </a:lnTo>
                  <a:lnTo>
                    <a:pt x="71297" y="198120"/>
                  </a:lnTo>
                  <a:lnTo>
                    <a:pt x="70726" y="199390"/>
                  </a:lnTo>
                  <a:lnTo>
                    <a:pt x="69761" y="199390"/>
                  </a:lnTo>
                  <a:lnTo>
                    <a:pt x="69494" y="198120"/>
                  </a:lnTo>
                  <a:lnTo>
                    <a:pt x="69494" y="196850"/>
                  </a:lnTo>
                  <a:lnTo>
                    <a:pt x="69710" y="196850"/>
                  </a:lnTo>
                  <a:lnTo>
                    <a:pt x="70180" y="195580"/>
                  </a:lnTo>
                  <a:lnTo>
                    <a:pt x="71589" y="195580"/>
                  </a:lnTo>
                  <a:lnTo>
                    <a:pt x="71678" y="196850"/>
                  </a:lnTo>
                  <a:lnTo>
                    <a:pt x="72364" y="196850"/>
                  </a:lnTo>
                  <a:lnTo>
                    <a:pt x="72364" y="195580"/>
                  </a:lnTo>
                  <a:lnTo>
                    <a:pt x="72364" y="193040"/>
                  </a:lnTo>
                  <a:lnTo>
                    <a:pt x="72123" y="191770"/>
                  </a:lnTo>
                  <a:lnTo>
                    <a:pt x="72237" y="186690"/>
                  </a:lnTo>
                  <a:lnTo>
                    <a:pt x="72339" y="171450"/>
                  </a:lnTo>
                  <a:lnTo>
                    <a:pt x="72364" y="167640"/>
                  </a:lnTo>
                  <a:lnTo>
                    <a:pt x="72034" y="166370"/>
                  </a:lnTo>
                  <a:lnTo>
                    <a:pt x="71894" y="166370"/>
                  </a:lnTo>
                  <a:lnTo>
                    <a:pt x="71589" y="165100"/>
                  </a:lnTo>
                  <a:lnTo>
                    <a:pt x="71208" y="163830"/>
                  </a:lnTo>
                  <a:lnTo>
                    <a:pt x="70929" y="162560"/>
                  </a:lnTo>
                  <a:lnTo>
                    <a:pt x="70523" y="158750"/>
                  </a:lnTo>
                  <a:lnTo>
                    <a:pt x="70180" y="157327"/>
                  </a:lnTo>
                  <a:lnTo>
                    <a:pt x="70180" y="190500"/>
                  </a:lnTo>
                  <a:lnTo>
                    <a:pt x="70180" y="191770"/>
                  </a:lnTo>
                  <a:lnTo>
                    <a:pt x="69913" y="193040"/>
                  </a:lnTo>
                  <a:lnTo>
                    <a:pt x="69710" y="194310"/>
                  </a:lnTo>
                  <a:lnTo>
                    <a:pt x="69265" y="194310"/>
                  </a:lnTo>
                  <a:lnTo>
                    <a:pt x="68478" y="195580"/>
                  </a:lnTo>
                  <a:lnTo>
                    <a:pt x="67856" y="196850"/>
                  </a:lnTo>
                  <a:lnTo>
                    <a:pt x="67411" y="198120"/>
                  </a:lnTo>
                  <a:lnTo>
                    <a:pt x="67284" y="198120"/>
                  </a:lnTo>
                  <a:lnTo>
                    <a:pt x="67284" y="200660"/>
                  </a:lnTo>
                  <a:lnTo>
                    <a:pt x="67284" y="201930"/>
                  </a:lnTo>
                  <a:lnTo>
                    <a:pt x="67043" y="203200"/>
                  </a:lnTo>
                  <a:lnTo>
                    <a:pt x="66484" y="203200"/>
                  </a:lnTo>
                  <a:lnTo>
                    <a:pt x="66001" y="204470"/>
                  </a:lnTo>
                  <a:lnTo>
                    <a:pt x="65468" y="204470"/>
                  </a:lnTo>
                  <a:lnTo>
                    <a:pt x="65100" y="205740"/>
                  </a:lnTo>
                  <a:lnTo>
                    <a:pt x="63944" y="207010"/>
                  </a:lnTo>
                  <a:lnTo>
                    <a:pt x="63792" y="208280"/>
                  </a:lnTo>
                  <a:lnTo>
                    <a:pt x="63792" y="210820"/>
                  </a:lnTo>
                  <a:lnTo>
                    <a:pt x="63652" y="210820"/>
                  </a:lnTo>
                  <a:lnTo>
                    <a:pt x="63652" y="214630"/>
                  </a:lnTo>
                  <a:lnTo>
                    <a:pt x="63258" y="215900"/>
                  </a:lnTo>
                  <a:lnTo>
                    <a:pt x="62242" y="215900"/>
                  </a:lnTo>
                  <a:lnTo>
                    <a:pt x="61582" y="217170"/>
                  </a:lnTo>
                  <a:lnTo>
                    <a:pt x="61379" y="217170"/>
                  </a:lnTo>
                  <a:lnTo>
                    <a:pt x="61379" y="218440"/>
                  </a:lnTo>
                  <a:lnTo>
                    <a:pt x="61226" y="219710"/>
                  </a:lnTo>
                  <a:lnTo>
                    <a:pt x="57492" y="219710"/>
                  </a:lnTo>
                  <a:lnTo>
                    <a:pt x="57492" y="215900"/>
                  </a:lnTo>
                  <a:lnTo>
                    <a:pt x="59715" y="213398"/>
                  </a:lnTo>
                  <a:lnTo>
                    <a:pt x="62623" y="214630"/>
                  </a:lnTo>
                  <a:lnTo>
                    <a:pt x="63652" y="214630"/>
                  </a:lnTo>
                  <a:lnTo>
                    <a:pt x="63652" y="210820"/>
                  </a:lnTo>
                  <a:lnTo>
                    <a:pt x="63373" y="212090"/>
                  </a:lnTo>
                  <a:lnTo>
                    <a:pt x="62623" y="213360"/>
                  </a:lnTo>
                  <a:lnTo>
                    <a:pt x="62509" y="212090"/>
                  </a:lnTo>
                  <a:lnTo>
                    <a:pt x="62839" y="212090"/>
                  </a:lnTo>
                  <a:lnTo>
                    <a:pt x="62839" y="210820"/>
                  </a:lnTo>
                  <a:lnTo>
                    <a:pt x="63093" y="210820"/>
                  </a:lnTo>
                  <a:lnTo>
                    <a:pt x="63093" y="209550"/>
                  </a:lnTo>
                  <a:lnTo>
                    <a:pt x="62839" y="208280"/>
                  </a:lnTo>
                  <a:lnTo>
                    <a:pt x="61912" y="208280"/>
                  </a:lnTo>
                  <a:lnTo>
                    <a:pt x="61912" y="209550"/>
                  </a:lnTo>
                  <a:lnTo>
                    <a:pt x="61772" y="210820"/>
                  </a:lnTo>
                  <a:lnTo>
                    <a:pt x="61582" y="210820"/>
                  </a:lnTo>
                  <a:lnTo>
                    <a:pt x="61137" y="212090"/>
                  </a:lnTo>
                  <a:lnTo>
                    <a:pt x="60655" y="210820"/>
                  </a:lnTo>
                  <a:lnTo>
                    <a:pt x="60655" y="209550"/>
                  </a:lnTo>
                  <a:lnTo>
                    <a:pt x="61912" y="209550"/>
                  </a:lnTo>
                  <a:lnTo>
                    <a:pt x="61912" y="208280"/>
                  </a:lnTo>
                  <a:lnTo>
                    <a:pt x="59740" y="208280"/>
                  </a:lnTo>
                  <a:lnTo>
                    <a:pt x="59651" y="213360"/>
                  </a:lnTo>
                  <a:lnTo>
                    <a:pt x="59270" y="213360"/>
                  </a:lnTo>
                  <a:lnTo>
                    <a:pt x="57861" y="210820"/>
                  </a:lnTo>
                  <a:lnTo>
                    <a:pt x="57975" y="209550"/>
                  </a:lnTo>
                  <a:lnTo>
                    <a:pt x="58089" y="208280"/>
                  </a:lnTo>
                  <a:lnTo>
                    <a:pt x="60299" y="207010"/>
                  </a:lnTo>
                  <a:lnTo>
                    <a:pt x="63093" y="207010"/>
                  </a:lnTo>
                  <a:lnTo>
                    <a:pt x="63944" y="205740"/>
                  </a:lnTo>
                  <a:lnTo>
                    <a:pt x="63944" y="203200"/>
                  </a:lnTo>
                  <a:lnTo>
                    <a:pt x="64312" y="201930"/>
                  </a:lnTo>
                  <a:lnTo>
                    <a:pt x="64630" y="201930"/>
                  </a:lnTo>
                  <a:lnTo>
                    <a:pt x="64935" y="200660"/>
                  </a:lnTo>
                  <a:lnTo>
                    <a:pt x="67284" y="200660"/>
                  </a:lnTo>
                  <a:lnTo>
                    <a:pt x="67284" y="198120"/>
                  </a:lnTo>
                  <a:lnTo>
                    <a:pt x="63258" y="198120"/>
                  </a:lnTo>
                  <a:lnTo>
                    <a:pt x="63093" y="199390"/>
                  </a:lnTo>
                  <a:lnTo>
                    <a:pt x="62509" y="199390"/>
                  </a:lnTo>
                  <a:lnTo>
                    <a:pt x="62509" y="200660"/>
                  </a:lnTo>
                  <a:lnTo>
                    <a:pt x="62509" y="203200"/>
                  </a:lnTo>
                  <a:lnTo>
                    <a:pt x="62026" y="204470"/>
                  </a:lnTo>
                  <a:lnTo>
                    <a:pt x="61226" y="205740"/>
                  </a:lnTo>
                  <a:lnTo>
                    <a:pt x="59270" y="205740"/>
                  </a:lnTo>
                  <a:lnTo>
                    <a:pt x="58420" y="207010"/>
                  </a:lnTo>
                  <a:lnTo>
                    <a:pt x="57670" y="208280"/>
                  </a:lnTo>
                  <a:lnTo>
                    <a:pt x="57404" y="208280"/>
                  </a:lnTo>
                  <a:lnTo>
                    <a:pt x="57404" y="214630"/>
                  </a:lnTo>
                  <a:lnTo>
                    <a:pt x="56667" y="215900"/>
                  </a:lnTo>
                  <a:lnTo>
                    <a:pt x="56121" y="215900"/>
                  </a:lnTo>
                  <a:lnTo>
                    <a:pt x="55765" y="217170"/>
                  </a:lnTo>
                  <a:lnTo>
                    <a:pt x="55346" y="217170"/>
                  </a:lnTo>
                  <a:lnTo>
                    <a:pt x="55041" y="218440"/>
                  </a:lnTo>
                  <a:lnTo>
                    <a:pt x="54952" y="219710"/>
                  </a:lnTo>
                  <a:lnTo>
                    <a:pt x="51701" y="219710"/>
                  </a:lnTo>
                  <a:lnTo>
                    <a:pt x="52095" y="217170"/>
                  </a:lnTo>
                  <a:lnTo>
                    <a:pt x="52844" y="215900"/>
                  </a:lnTo>
                  <a:lnTo>
                    <a:pt x="55041" y="214630"/>
                  </a:lnTo>
                  <a:lnTo>
                    <a:pt x="57404" y="214630"/>
                  </a:lnTo>
                  <a:lnTo>
                    <a:pt x="57404" y="208280"/>
                  </a:lnTo>
                  <a:lnTo>
                    <a:pt x="57162" y="209550"/>
                  </a:lnTo>
                  <a:lnTo>
                    <a:pt x="56667" y="209550"/>
                  </a:lnTo>
                  <a:lnTo>
                    <a:pt x="56070" y="205740"/>
                  </a:lnTo>
                  <a:lnTo>
                    <a:pt x="56210" y="204470"/>
                  </a:lnTo>
                  <a:lnTo>
                    <a:pt x="56426" y="203200"/>
                  </a:lnTo>
                  <a:lnTo>
                    <a:pt x="57861" y="203200"/>
                  </a:lnTo>
                  <a:lnTo>
                    <a:pt x="58775" y="204470"/>
                  </a:lnTo>
                  <a:lnTo>
                    <a:pt x="59651" y="204470"/>
                  </a:lnTo>
                  <a:lnTo>
                    <a:pt x="60185" y="203200"/>
                  </a:lnTo>
                  <a:lnTo>
                    <a:pt x="60452" y="203200"/>
                  </a:lnTo>
                  <a:lnTo>
                    <a:pt x="60833" y="201930"/>
                  </a:lnTo>
                  <a:lnTo>
                    <a:pt x="61226" y="200660"/>
                  </a:lnTo>
                  <a:lnTo>
                    <a:pt x="62509" y="200660"/>
                  </a:lnTo>
                  <a:lnTo>
                    <a:pt x="62509" y="199390"/>
                  </a:lnTo>
                  <a:lnTo>
                    <a:pt x="61772" y="199390"/>
                  </a:lnTo>
                  <a:lnTo>
                    <a:pt x="61810" y="198120"/>
                  </a:lnTo>
                  <a:lnTo>
                    <a:pt x="62280" y="198120"/>
                  </a:lnTo>
                  <a:lnTo>
                    <a:pt x="63373" y="196850"/>
                  </a:lnTo>
                  <a:lnTo>
                    <a:pt x="63944" y="194310"/>
                  </a:lnTo>
                  <a:lnTo>
                    <a:pt x="64630" y="193040"/>
                  </a:lnTo>
                  <a:lnTo>
                    <a:pt x="64935" y="191770"/>
                  </a:lnTo>
                  <a:lnTo>
                    <a:pt x="64935" y="190500"/>
                  </a:lnTo>
                  <a:lnTo>
                    <a:pt x="65100" y="190500"/>
                  </a:lnTo>
                  <a:lnTo>
                    <a:pt x="65024" y="189230"/>
                  </a:lnTo>
                  <a:lnTo>
                    <a:pt x="64935" y="187960"/>
                  </a:lnTo>
                  <a:lnTo>
                    <a:pt x="65405" y="186690"/>
                  </a:lnTo>
                  <a:lnTo>
                    <a:pt x="65646" y="185420"/>
                  </a:lnTo>
                  <a:lnTo>
                    <a:pt x="66255" y="184150"/>
                  </a:lnTo>
                  <a:lnTo>
                    <a:pt x="66725" y="182880"/>
                  </a:lnTo>
                  <a:lnTo>
                    <a:pt x="67081" y="181610"/>
                  </a:lnTo>
                  <a:lnTo>
                    <a:pt x="67284" y="180340"/>
                  </a:lnTo>
                  <a:lnTo>
                    <a:pt x="67081" y="180340"/>
                  </a:lnTo>
                  <a:lnTo>
                    <a:pt x="67081" y="172720"/>
                  </a:lnTo>
                  <a:lnTo>
                    <a:pt x="67284" y="172720"/>
                  </a:lnTo>
                  <a:lnTo>
                    <a:pt x="67411" y="171450"/>
                  </a:lnTo>
                  <a:lnTo>
                    <a:pt x="68478" y="171450"/>
                  </a:lnTo>
                  <a:lnTo>
                    <a:pt x="68516" y="172720"/>
                  </a:lnTo>
                  <a:lnTo>
                    <a:pt x="68668" y="172720"/>
                  </a:lnTo>
                  <a:lnTo>
                    <a:pt x="68668" y="173990"/>
                  </a:lnTo>
                  <a:lnTo>
                    <a:pt x="68516" y="175260"/>
                  </a:lnTo>
                  <a:lnTo>
                    <a:pt x="68478" y="176530"/>
                  </a:lnTo>
                  <a:lnTo>
                    <a:pt x="68300" y="177800"/>
                  </a:lnTo>
                  <a:lnTo>
                    <a:pt x="68300" y="181610"/>
                  </a:lnTo>
                  <a:lnTo>
                    <a:pt x="68478" y="182880"/>
                  </a:lnTo>
                  <a:lnTo>
                    <a:pt x="68516" y="186690"/>
                  </a:lnTo>
                  <a:lnTo>
                    <a:pt x="68922" y="187960"/>
                  </a:lnTo>
                  <a:lnTo>
                    <a:pt x="69913" y="189230"/>
                  </a:lnTo>
                  <a:lnTo>
                    <a:pt x="70180" y="190500"/>
                  </a:lnTo>
                  <a:lnTo>
                    <a:pt x="70180" y="157327"/>
                  </a:lnTo>
                  <a:lnTo>
                    <a:pt x="69913" y="156210"/>
                  </a:lnTo>
                  <a:lnTo>
                    <a:pt x="69799" y="152400"/>
                  </a:lnTo>
                  <a:lnTo>
                    <a:pt x="69710" y="151130"/>
                  </a:lnTo>
                  <a:lnTo>
                    <a:pt x="69494" y="149860"/>
                  </a:lnTo>
                  <a:lnTo>
                    <a:pt x="68922" y="147320"/>
                  </a:lnTo>
                  <a:lnTo>
                    <a:pt x="68478" y="146050"/>
                  </a:lnTo>
                  <a:lnTo>
                    <a:pt x="68478" y="143510"/>
                  </a:lnTo>
                  <a:lnTo>
                    <a:pt x="68859" y="142240"/>
                  </a:lnTo>
                  <a:lnTo>
                    <a:pt x="69176" y="140970"/>
                  </a:lnTo>
                  <a:lnTo>
                    <a:pt x="69494" y="140970"/>
                  </a:lnTo>
                  <a:lnTo>
                    <a:pt x="69761" y="139700"/>
                  </a:lnTo>
                  <a:lnTo>
                    <a:pt x="77025" y="139700"/>
                  </a:lnTo>
                  <a:lnTo>
                    <a:pt x="78574" y="142240"/>
                  </a:lnTo>
                  <a:lnTo>
                    <a:pt x="81318" y="144780"/>
                  </a:lnTo>
                  <a:lnTo>
                    <a:pt x="81915" y="146050"/>
                  </a:lnTo>
                  <a:lnTo>
                    <a:pt x="82207" y="147320"/>
                  </a:lnTo>
                  <a:lnTo>
                    <a:pt x="82308" y="149860"/>
                  </a:lnTo>
                  <a:lnTo>
                    <a:pt x="82638" y="151130"/>
                  </a:lnTo>
                  <a:lnTo>
                    <a:pt x="82016" y="153670"/>
                  </a:lnTo>
                  <a:lnTo>
                    <a:pt x="81915" y="154940"/>
                  </a:lnTo>
                  <a:lnTo>
                    <a:pt x="81318" y="156210"/>
                  </a:lnTo>
                  <a:lnTo>
                    <a:pt x="81229" y="157480"/>
                  </a:lnTo>
                  <a:lnTo>
                    <a:pt x="80911" y="158750"/>
                  </a:lnTo>
                  <a:lnTo>
                    <a:pt x="80911" y="163830"/>
                  </a:lnTo>
                  <a:lnTo>
                    <a:pt x="81229" y="165100"/>
                  </a:lnTo>
                  <a:lnTo>
                    <a:pt x="81318" y="168910"/>
                  </a:lnTo>
                  <a:lnTo>
                    <a:pt x="81432" y="170180"/>
                  </a:lnTo>
                  <a:lnTo>
                    <a:pt x="81534" y="171450"/>
                  </a:lnTo>
                  <a:lnTo>
                    <a:pt x="81648" y="172720"/>
                  </a:lnTo>
                  <a:lnTo>
                    <a:pt x="83350" y="176530"/>
                  </a:lnTo>
                  <a:lnTo>
                    <a:pt x="83705" y="177800"/>
                  </a:lnTo>
                  <a:lnTo>
                    <a:pt x="84328" y="179070"/>
                  </a:lnTo>
                  <a:lnTo>
                    <a:pt x="85090" y="180340"/>
                  </a:lnTo>
                  <a:lnTo>
                    <a:pt x="85432" y="181610"/>
                  </a:lnTo>
                  <a:lnTo>
                    <a:pt x="85432" y="176352"/>
                  </a:lnTo>
                  <a:lnTo>
                    <a:pt x="85051" y="175260"/>
                  </a:lnTo>
                  <a:lnTo>
                    <a:pt x="85051" y="173990"/>
                  </a:lnTo>
                  <a:lnTo>
                    <a:pt x="84836" y="173990"/>
                  </a:lnTo>
                  <a:lnTo>
                    <a:pt x="84937" y="171450"/>
                  </a:lnTo>
                  <a:lnTo>
                    <a:pt x="85051" y="168910"/>
                  </a:lnTo>
                  <a:lnTo>
                    <a:pt x="84543" y="165100"/>
                  </a:lnTo>
                  <a:lnTo>
                    <a:pt x="84442" y="163830"/>
                  </a:lnTo>
                  <a:lnTo>
                    <a:pt x="84328" y="162560"/>
                  </a:lnTo>
                  <a:lnTo>
                    <a:pt x="84213" y="161290"/>
                  </a:lnTo>
                  <a:lnTo>
                    <a:pt x="83705" y="157480"/>
                  </a:lnTo>
                  <a:lnTo>
                    <a:pt x="83616" y="154940"/>
                  </a:lnTo>
                  <a:lnTo>
                    <a:pt x="83350" y="153670"/>
                  </a:lnTo>
                  <a:lnTo>
                    <a:pt x="83324" y="152400"/>
                  </a:lnTo>
                  <a:lnTo>
                    <a:pt x="83197" y="151130"/>
                  </a:lnTo>
                  <a:lnTo>
                    <a:pt x="83083" y="147320"/>
                  </a:lnTo>
                  <a:lnTo>
                    <a:pt x="83616" y="147320"/>
                  </a:lnTo>
                  <a:lnTo>
                    <a:pt x="83705" y="146050"/>
                  </a:lnTo>
                  <a:lnTo>
                    <a:pt x="84048" y="144780"/>
                  </a:lnTo>
                  <a:lnTo>
                    <a:pt x="84328" y="143510"/>
                  </a:lnTo>
                  <a:lnTo>
                    <a:pt x="84937" y="142240"/>
                  </a:lnTo>
                  <a:lnTo>
                    <a:pt x="88150" y="142240"/>
                  </a:lnTo>
                  <a:lnTo>
                    <a:pt x="88963" y="143510"/>
                  </a:lnTo>
                  <a:lnTo>
                    <a:pt x="89293" y="143510"/>
                  </a:lnTo>
                  <a:lnTo>
                    <a:pt x="89776" y="144780"/>
                  </a:lnTo>
                  <a:lnTo>
                    <a:pt x="90690" y="144780"/>
                  </a:lnTo>
                  <a:lnTo>
                    <a:pt x="90690" y="142240"/>
                  </a:lnTo>
                  <a:lnTo>
                    <a:pt x="90220" y="142240"/>
                  </a:lnTo>
                  <a:lnTo>
                    <a:pt x="89941" y="140970"/>
                  </a:lnTo>
                  <a:lnTo>
                    <a:pt x="89712" y="140970"/>
                  </a:lnTo>
                  <a:lnTo>
                    <a:pt x="89293" y="139700"/>
                  </a:lnTo>
                  <a:lnTo>
                    <a:pt x="89293" y="137160"/>
                  </a:lnTo>
                  <a:lnTo>
                    <a:pt x="90043" y="135890"/>
                  </a:lnTo>
                  <a:lnTo>
                    <a:pt x="92075" y="134620"/>
                  </a:lnTo>
                  <a:lnTo>
                    <a:pt x="94284" y="134620"/>
                  </a:lnTo>
                  <a:lnTo>
                    <a:pt x="94919" y="133350"/>
                  </a:lnTo>
                  <a:lnTo>
                    <a:pt x="95326" y="133350"/>
                  </a:lnTo>
                  <a:lnTo>
                    <a:pt x="95681" y="132080"/>
                  </a:lnTo>
                  <a:lnTo>
                    <a:pt x="96202" y="132080"/>
                  </a:lnTo>
                  <a:lnTo>
                    <a:pt x="96634" y="130810"/>
                  </a:lnTo>
                  <a:lnTo>
                    <a:pt x="97116" y="132080"/>
                  </a:lnTo>
                  <a:lnTo>
                    <a:pt x="97116" y="125730"/>
                  </a:lnTo>
                  <a:lnTo>
                    <a:pt x="94703" y="125730"/>
                  </a:lnTo>
                  <a:lnTo>
                    <a:pt x="94602" y="125945"/>
                  </a:lnTo>
                  <a:lnTo>
                    <a:pt x="94132" y="127000"/>
                  </a:lnTo>
                  <a:lnTo>
                    <a:pt x="92570" y="129540"/>
                  </a:lnTo>
                  <a:lnTo>
                    <a:pt x="92976" y="132080"/>
                  </a:lnTo>
                  <a:lnTo>
                    <a:pt x="93141" y="133350"/>
                  </a:lnTo>
                  <a:lnTo>
                    <a:pt x="91694" y="133350"/>
                  </a:lnTo>
                  <a:lnTo>
                    <a:pt x="90817" y="132080"/>
                  </a:lnTo>
                  <a:lnTo>
                    <a:pt x="90131" y="132080"/>
                  </a:lnTo>
                  <a:lnTo>
                    <a:pt x="89293" y="129540"/>
                  </a:lnTo>
                  <a:lnTo>
                    <a:pt x="89560" y="129540"/>
                  </a:lnTo>
                  <a:lnTo>
                    <a:pt x="90220" y="128270"/>
                  </a:lnTo>
                  <a:lnTo>
                    <a:pt x="92075" y="128270"/>
                  </a:lnTo>
                  <a:lnTo>
                    <a:pt x="92570" y="127000"/>
                  </a:lnTo>
                  <a:lnTo>
                    <a:pt x="92608" y="125730"/>
                  </a:lnTo>
                  <a:lnTo>
                    <a:pt x="92633" y="124460"/>
                  </a:lnTo>
                  <a:lnTo>
                    <a:pt x="93014" y="123190"/>
                  </a:lnTo>
                  <a:lnTo>
                    <a:pt x="96202" y="123190"/>
                  </a:lnTo>
                  <a:lnTo>
                    <a:pt x="97180" y="121920"/>
                  </a:lnTo>
                  <a:lnTo>
                    <a:pt x="98247" y="121920"/>
                  </a:lnTo>
                  <a:lnTo>
                    <a:pt x="98336" y="124460"/>
                  </a:lnTo>
                  <a:lnTo>
                    <a:pt x="98577" y="123190"/>
                  </a:lnTo>
                  <a:lnTo>
                    <a:pt x="98844" y="123190"/>
                  </a:lnTo>
                  <a:lnTo>
                    <a:pt x="100406" y="124460"/>
                  </a:lnTo>
                  <a:lnTo>
                    <a:pt x="103657" y="125730"/>
                  </a:lnTo>
                  <a:lnTo>
                    <a:pt x="103784" y="125945"/>
                  </a:lnTo>
                  <a:lnTo>
                    <a:pt x="104381" y="127000"/>
                  </a:lnTo>
                  <a:lnTo>
                    <a:pt x="104635" y="127000"/>
                  </a:lnTo>
                  <a:lnTo>
                    <a:pt x="104635" y="120738"/>
                  </a:lnTo>
                  <a:lnTo>
                    <a:pt x="104444" y="121920"/>
                  </a:lnTo>
                  <a:lnTo>
                    <a:pt x="101536" y="121920"/>
                  </a:lnTo>
                  <a:lnTo>
                    <a:pt x="100406" y="120650"/>
                  </a:lnTo>
                  <a:lnTo>
                    <a:pt x="99301" y="119303"/>
                  </a:lnTo>
                  <a:lnTo>
                    <a:pt x="98564" y="119303"/>
                  </a:lnTo>
                  <a:lnTo>
                    <a:pt x="98247" y="118110"/>
                  </a:lnTo>
                  <a:lnTo>
                    <a:pt x="98247" y="115570"/>
                  </a:lnTo>
                  <a:lnTo>
                    <a:pt x="96926" y="115570"/>
                  </a:lnTo>
                  <a:lnTo>
                    <a:pt x="96735" y="114300"/>
                  </a:lnTo>
                  <a:lnTo>
                    <a:pt x="97180" y="114300"/>
                  </a:lnTo>
                  <a:lnTo>
                    <a:pt x="99060" y="115570"/>
                  </a:lnTo>
                  <a:lnTo>
                    <a:pt x="100812" y="116840"/>
                  </a:lnTo>
                  <a:lnTo>
                    <a:pt x="102730" y="118110"/>
                  </a:lnTo>
                  <a:lnTo>
                    <a:pt x="104635" y="118110"/>
                  </a:lnTo>
                  <a:lnTo>
                    <a:pt x="104863" y="119303"/>
                  </a:lnTo>
                  <a:lnTo>
                    <a:pt x="104863" y="115455"/>
                  </a:lnTo>
                  <a:lnTo>
                    <a:pt x="103924" y="114300"/>
                  </a:lnTo>
                  <a:lnTo>
                    <a:pt x="102730" y="113030"/>
                  </a:lnTo>
                  <a:lnTo>
                    <a:pt x="99707" y="113030"/>
                  </a:lnTo>
                  <a:lnTo>
                    <a:pt x="99060" y="111760"/>
                  </a:lnTo>
                  <a:lnTo>
                    <a:pt x="97980" y="111760"/>
                  </a:lnTo>
                  <a:lnTo>
                    <a:pt x="97891" y="110490"/>
                  </a:lnTo>
                  <a:lnTo>
                    <a:pt x="97561" y="109220"/>
                  </a:lnTo>
                  <a:lnTo>
                    <a:pt x="97332" y="109220"/>
                  </a:lnTo>
                  <a:lnTo>
                    <a:pt x="96393" y="107950"/>
                  </a:lnTo>
                  <a:lnTo>
                    <a:pt x="96202" y="107950"/>
                  </a:lnTo>
                  <a:lnTo>
                    <a:pt x="96202" y="116840"/>
                  </a:lnTo>
                  <a:lnTo>
                    <a:pt x="96202" y="118110"/>
                  </a:lnTo>
                  <a:lnTo>
                    <a:pt x="95681" y="118110"/>
                  </a:lnTo>
                  <a:lnTo>
                    <a:pt x="94068" y="120650"/>
                  </a:lnTo>
                  <a:lnTo>
                    <a:pt x="92976" y="120650"/>
                  </a:lnTo>
                  <a:lnTo>
                    <a:pt x="91719" y="121920"/>
                  </a:lnTo>
                  <a:lnTo>
                    <a:pt x="91173" y="121920"/>
                  </a:lnTo>
                  <a:lnTo>
                    <a:pt x="91097" y="122123"/>
                  </a:lnTo>
                  <a:lnTo>
                    <a:pt x="90690" y="123190"/>
                  </a:lnTo>
                  <a:lnTo>
                    <a:pt x="90690" y="124460"/>
                  </a:lnTo>
                  <a:lnTo>
                    <a:pt x="90436" y="124460"/>
                  </a:lnTo>
                  <a:lnTo>
                    <a:pt x="90131" y="125730"/>
                  </a:lnTo>
                  <a:lnTo>
                    <a:pt x="89560" y="125730"/>
                  </a:lnTo>
                  <a:lnTo>
                    <a:pt x="89217" y="124460"/>
                  </a:lnTo>
                  <a:lnTo>
                    <a:pt x="88595" y="124460"/>
                  </a:lnTo>
                  <a:lnTo>
                    <a:pt x="87439" y="121920"/>
                  </a:lnTo>
                  <a:lnTo>
                    <a:pt x="88176" y="119303"/>
                  </a:lnTo>
                  <a:lnTo>
                    <a:pt x="90563" y="119303"/>
                  </a:lnTo>
                  <a:lnTo>
                    <a:pt x="91033" y="118110"/>
                  </a:lnTo>
                  <a:lnTo>
                    <a:pt x="92570" y="118110"/>
                  </a:lnTo>
                  <a:lnTo>
                    <a:pt x="92570" y="116840"/>
                  </a:lnTo>
                  <a:lnTo>
                    <a:pt x="92570" y="115570"/>
                  </a:lnTo>
                  <a:lnTo>
                    <a:pt x="93014" y="115570"/>
                  </a:lnTo>
                  <a:lnTo>
                    <a:pt x="93510" y="114300"/>
                  </a:lnTo>
                  <a:lnTo>
                    <a:pt x="95237" y="114300"/>
                  </a:lnTo>
                  <a:lnTo>
                    <a:pt x="95592" y="115570"/>
                  </a:lnTo>
                  <a:lnTo>
                    <a:pt x="95897" y="115570"/>
                  </a:lnTo>
                  <a:lnTo>
                    <a:pt x="95897" y="116840"/>
                  </a:lnTo>
                  <a:lnTo>
                    <a:pt x="96202" y="116840"/>
                  </a:lnTo>
                  <a:lnTo>
                    <a:pt x="96202" y="107950"/>
                  </a:lnTo>
                  <a:lnTo>
                    <a:pt x="95897" y="106680"/>
                  </a:lnTo>
                  <a:lnTo>
                    <a:pt x="95478" y="105410"/>
                  </a:lnTo>
                  <a:lnTo>
                    <a:pt x="94513" y="105410"/>
                  </a:lnTo>
                  <a:lnTo>
                    <a:pt x="94513" y="106680"/>
                  </a:lnTo>
                  <a:lnTo>
                    <a:pt x="94792" y="107950"/>
                  </a:lnTo>
                  <a:lnTo>
                    <a:pt x="94284" y="109220"/>
                  </a:lnTo>
                  <a:lnTo>
                    <a:pt x="93078" y="109220"/>
                  </a:lnTo>
                  <a:lnTo>
                    <a:pt x="92075" y="110490"/>
                  </a:lnTo>
                  <a:lnTo>
                    <a:pt x="91694" y="110490"/>
                  </a:lnTo>
                  <a:lnTo>
                    <a:pt x="90690" y="111760"/>
                  </a:lnTo>
                  <a:lnTo>
                    <a:pt x="90220" y="113030"/>
                  </a:lnTo>
                  <a:lnTo>
                    <a:pt x="90131" y="115570"/>
                  </a:lnTo>
                  <a:lnTo>
                    <a:pt x="89941" y="115570"/>
                  </a:lnTo>
                  <a:lnTo>
                    <a:pt x="89293" y="116840"/>
                  </a:lnTo>
                  <a:lnTo>
                    <a:pt x="88900" y="115570"/>
                  </a:lnTo>
                  <a:lnTo>
                    <a:pt x="87769" y="115570"/>
                  </a:lnTo>
                  <a:lnTo>
                    <a:pt x="87147" y="114300"/>
                  </a:lnTo>
                  <a:lnTo>
                    <a:pt x="87147" y="113030"/>
                  </a:lnTo>
                  <a:lnTo>
                    <a:pt x="87439" y="111760"/>
                  </a:lnTo>
                  <a:lnTo>
                    <a:pt x="87566" y="110490"/>
                  </a:lnTo>
                  <a:lnTo>
                    <a:pt x="87769" y="109220"/>
                  </a:lnTo>
                  <a:lnTo>
                    <a:pt x="87922" y="107950"/>
                  </a:lnTo>
                  <a:lnTo>
                    <a:pt x="89255" y="107950"/>
                  </a:lnTo>
                  <a:lnTo>
                    <a:pt x="89560" y="106680"/>
                  </a:lnTo>
                  <a:lnTo>
                    <a:pt x="91173" y="106680"/>
                  </a:lnTo>
                  <a:lnTo>
                    <a:pt x="91694" y="105410"/>
                  </a:lnTo>
                  <a:lnTo>
                    <a:pt x="90817" y="104140"/>
                  </a:lnTo>
                  <a:lnTo>
                    <a:pt x="90436" y="102870"/>
                  </a:lnTo>
                  <a:lnTo>
                    <a:pt x="91224" y="102870"/>
                  </a:lnTo>
                  <a:lnTo>
                    <a:pt x="92316" y="101600"/>
                  </a:lnTo>
                  <a:lnTo>
                    <a:pt x="94513" y="101600"/>
                  </a:lnTo>
                  <a:lnTo>
                    <a:pt x="94843" y="102654"/>
                  </a:lnTo>
                  <a:lnTo>
                    <a:pt x="95110" y="101600"/>
                  </a:lnTo>
                  <a:lnTo>
                    <a:pt x="96926" y="101600"/>
                  </a:lnTo>
                  <a:lnTo>
                    <a:pt x="96964" y="102870"/>
                  </a:lnTo>
                  <a:lnTo>
                    <a:pt x="97116" y="102870"/>
                  </a:lnTo>
                  <a:lnTo>
                    <a:pt x="97040" y="104140"/>
                  </a:lnTo>
                  <a:lnTo>
                    <a:pt x="96964" y="105410"/>
                  </a:lnTo>
                  <a:lnTo>
                    <a:pt x="99060" y="107950"/>
                  </a:lnTo>
                  <a:lnTo>
                    <a:pt x="101536" y="107950"/>
                  </a:lnTo>
                  <a:lnTo>
                    <a:pt x="102069" y="109220"/>
                  </a:lnTo>
                  <a:lnTo>
                    <a:pt x="103657" y="109220"/>
                  </a:lnTo>
                  <a:lnTo>
                    <a:pt x="104127" y="110490"/>
                  </a:lnTo>
                  <a:lnTo>
                    <a:pt x="104127" y="111760"/>
                  </a:lnTo>
                  <a:lnTo>
                    <a:pt x="104635" y="113030"/>
                  </a:lnTo>
                  <a:lnTo>
                    <a:pt x="106045" y="113030"/>
                  </a:lnTo>
                  <a:lnTo>
                    <a:pt x="106972" y="114300"/>
                  </a:lnTo>
                  <a:lnTo>
                    <a:pt x="109029" y="114300"/>
                  </a:lnTo>
                  <a:lnTo>
                    <a:pt x="109423" y="115570"/>
                  </a:lnTo>
                  <a:lnTo>
                    <a:pt x="109423" y="109550"/>
                  </a:lnTo>
                  <a:lnTo>
                    <a:pt x="108826" y="110490"/>
                  </a:lnTo>
                  <a:lnTo>
                    <a:pt x="108077" y="110490"/>
                  </a:lnTo>
                  <a:lnTo>
                    <a:pt x="106730" y="111760"/>
                  </a:lnTo>
                  <a:lnTo>
                    <a:pt x="105206" y="111760"/>
                  </a:lnTo>
                  <a:lnTo>
                    <a:pt x="104965" y="110490"/>
                  </a:lnTo>
                  <a:lnTo>
                    <a:pt x="105206" y="110490"/>
                  </a:lnTo>
                  <a:lnTo>
                    <a:pt x="105752" y="109220"/>
                  </a:lnTo>
                  <a:lnTo>
                    <a:pt x="106730" y="107950"/>
                  </a:lnTo>
                  <a:lnTo>
                    <a:pt x="105752" y="105410"/>
                  </a:lnTo>
                  <a:lnTo>
                    <a:pt x="100558" y="105410"/>
                  </a:lnTo>
                  <a:lnTo>
                    <a:pt x="99364" y="104140"/>
                  </a:lnTo>
                  <a:lnTo>
                    <a:pt x="98336" y="102870"/>
                  </a:lnTo>
                  <a:lnTo>
                    <a:pt x="97891" y="102870"/>
                  </a:lnTo>
                  <a:lnTo>
                    <a:pt x="97866" y="102654"/>
                  </a:lnTo>
                  <a:lnTo>
                    <a:pt x="97688" y="101600"/>
                  </a:lnTo>
                  <a:lnTo>
                    <a:pt x="97891" y="100330"/>
                  </a:lnTo>
                  <a:lnTo>
                    <a:pt x="97891" y="99060"/>
                  </a:lnTo>
                  <a:lnTo>
                    <a:pt x="100342" y="99060"/>
                  </a:lnTo>
                  <a:lnTo>
                    <a:pt x="100812" y="100330"/>
                  </a:lnTo>
                  <a:lnTo>
                    <a:pt x="103098" y="100330"/>
                  </a:lnTo>
                  <a:lnTo>
                    <a:pt x="104965" y="102870"/>
                  </a:lnTo>
                  <a:lnTo>
                    <a:pt x="105206" y="102870"/>
                  </a:lnTo>
                  <a:lnTo>
                    <a:pt x="105206" y="101600"/>
                  </a:lnTo>
                  <a:lnTo>
                    <a:pt x="105359" y="100330"/>
                  </a:lnTo>
                  <a:lnTo>
                    <a:pt x="105359" y="99060"/>
                  </a:lnTo>
                  <a:lnTo>
                    <a:pt x="104635" y="99060"/>
                  </a:lnTo>
                  <a:lnTo>
                    <a:pt x="103924" y="97790"/>
                  </a:lnTo>
                  <a:lnTo>
                    <a:pt x="103098" y="97790"/>
                  </a:lnTo>
                  <a:lnTo>
                    <a:pt x="101346" y="96520"/>
                  </a:lnTo>
                  <a:lnTo>
                    <a:pt x="99987" y="95250"/>
                  </a:lnTo>
                  <a:lnTo>
                    <a:pt x="98336" y="95250"/>
                  </a:lnTo>
                  <a:lnTo>
                    <a:pt x="97180" y="93980"/>
                  </a:lnTo>
                  <a:lnTo>
                    <a:pt x="96202" y="92710"/>
                  </a:lnTo>
                  <a:lnTo>
                    <a:pt x="96202" y="95250"/>
                  </a:lnTo>
                  <a:lnTo>
                    <a:pt x="95237" y="97790"/>
                  </a:lnTo>
                  <a:lnTo>
                    <a:pt x="91224" y="97790"/>
                  </a:lnTo>
                  <a:lnTo>
                    <a:pt x="89027" y="101600"/>
                  </a:lnTo>
                  <a:lnTo>
                    <a:pt x="89027" y="102870"/>
                  </a:lnTo>
                  <a:lnTo>
                    <a:pt x="89255" y="102870"/>
                  </a:lnTo>
                  <a:lnTo>
                    <a:pt x="89560" y="104140"/>
                  </a:lnTo>
                  <a:lnTo>
                    <a:pt x="89941" y="105410"/>
                  </a:lnTo>
                  <a:lnTo>
                    <a:pt x="87147" y="105410"/>
                  </a:lnTo>
                  <a:lnTo>
                    <a:pt x="86372" y="104140"/>
                  </a:lnTo>
                  <a:lnTo>
                    <a:pt x="86372" y="130810"/>
                  </a:lnTo>
                  <a:lnTo>
                    <a:pt x="86372" y="132080"/>
                  </a:lnTo>
                  <a:lnTo>
                    <a:pt x="86156" y="132080"/>
                  </a:lnTo>
                  <a:lnTo>
                    <a:pt x="86156" y="133350"/>
                  </a:lnTo>
                  <a:lnTo>
                    <a:pt x="85432" y="133350"/>
                  </a:lnTo>
                  <a:lnTo>
                    <a:pt x="83705" y="134620"/>
                  </a:lnTo>
                  <a:lnTo>
                    <a:pt x="82892" y="137160"/>
                  </a:lnTo>
                  <a:lnTo>
                    <a:pt x="82664" y="138430"/>
                  </a:lnTo>
                  <a:lnTo>
                    <a:pt x="83324" y="138430"/>
                  </a:lnTo>
                  <a:lnTo>
                    <a:pt x="83350" y="139700"/>
                  </a:lnTo>
                  <a:lnTo>
                    <a:pt x="80822" y="139700"/>
                  </a:lnTo>
                  <a:lnTo>
                    <a:pt x="80289" y="138430"/>
                  </a:lnTo>
                  <a:lnTo>
                    <a:pt x="79819" y="137160"/>
                  </a:lnTo>
                  <a:lnTo>
                    <a:pt x="79819" y="135890"/>
                  </a:lnTo>
                  <a:lnTo>
                    <a:pt x="81229" y="134620"/>
                  </a:lnTo>
                  <a:lnTo>
                    <a:pt x="81318" y="133350"/>
                  </a:lnTo>
                  <a:lnTo>
                    <a:pt x="82207" y="133350"/>
                  </a:lnTo>
                  <a:lnTo>
                    <a:pt x="82664" y="132080"/>
                  </a:lnTo>
                  <a:lnTo>
                    <a:pt x="82664" y="130810"/>
                  </a:lnTo>
                  <a:lnTo>
                    <a:pt x="83616" y="130810"/>
                  </a:lnTo>
                  <a:lnTo>
                    <a:pt x="84645" y="129540"/>
                  </a:lnTo>
                  <a:lnTo>
                    <a:pt x="85839" y="128270"/>
                  </a:lnTo>
                  <a:lnTo>
                    <a:pt x="86017" y="129540"/>
                  </a:lnTo>
                  <a:lnTo>
                    <a:pt x="86156" y="129540"/>
                  </a:lnTo>
                  <a:lnTo>
                    <a:pt x="86372" y="130810"/>
                  </a:lnTo>
                  <a:lnTo>
                    <a:pt x="86372" y="104140"/>
                  </a:lnTo>
                  <a:lnTo>
                    <a:pt x="85674" y="102870"/>
                  </a:lnTo>
                  <a:lnTo>
                    <a:pt x="85623" y="102654"/>
                  </a:lnTo>
                  <a:lnTo>
                    <a:pt x="85331" y="101600"/>
                  </a:lnTo>
                  <a:lnTo>
                    <a:pt x="85674" y="99060"/>
                  </a:lnTo>
                  <a:lnTo>
                    <a:pt x="86156" y="97790"/>
                  </a:lnTo>
                  <a:lnTo>
                    <a:pt x="87922" y="97790"/>
                  </a:lnTo>
                  <a:lnTo>
                    <a:pt x="88493" y="96520"/>
                  </a:lnTo>
                  <a:lnTo>
                    <a:pt x="89941" y="96520"/>
                  </a:lnTo>
                  <a:lnTo>
                    <a:pt x="90373" y="95250"/>
                  </a:lnTo>
                  <a:lnTo>
                    <a:pt x="90436" y="93980"/>
                  </a:lnTo>
                  <a:lnTo>
                    <a:pt x="90690" y="93980"/>
                  </a:lnTo>
                  <a:lnTo>
                    <a:pt x="91109" y="92710"/>
                  </a:lnTo>
                  <a:lnTo>
                    <a:pt x="92570" y="91440"/>
                  </a:lnTo>
                  <a:lnTo>
                    <a:pt x="95592" y="91440"/>
                  </a:lnTo>
                  <a:lnTo>
                    <a:pt x="95897" y="92710"/>
                  </a:lnTo>
                  <a:lnTo>
                    <a:pt x="96202" y="92710"/>
                  </a:lnTo>
                  <a:lnTo>
                    <a:pt x="96202" y="91440"/>
                  </a:lnTo>
                  <a:lnTo>
                    <a:pt x="96304" y="90424"/>
                  </a:lnTo>
                  <a:lnTo>
                    <a:pt x="96342" y="90170"/>
                  </a:lnTo>
                  <a:lnTo>
                    <a:pt x="98247" y="90170"/>
                  </a:lnTo>
                  <a:lnTo>
                    <a:pt x="98336" y="88900"/>
                  </a:lnTo>
                  <a:lnTo>
                    <a:pt x="98577" y="87630"/>
                  </a:lnTo>
                  <a:lnTo>
                    <a:pt x="99987" y="87630"/>
                  </a:lnTo>
                  <a:lnTo>
                    <a:pt x="100342" y="88900"/>
                  </a:lnTo>
                  <a:lnTo>
                    <a:pt x="100558" y="88900"/>
                  </a:lnTo>
                  <a:lnTo>
                    <a:pt x="101663" y="90170"/>
                  </a:lnTo>
                  <a:lnTo>
                    <a:pt x="102882" y="90170"/>
                  </a:lnTo>
                  <a:lnTo>
                    <a:pt x="103784" y="91440"/>
                  </a:lnTo>
                  <a:lnTo>
                    <a:pt x="104381" y="91440"/>
                  </a:lnTo>
                  <a:lnTo>
                    <a:pt x="104444" y="92710"/>
                  </a:lnTo>
                  <a:lnTo>
                    <a:pt x="104876" y="92710"/>
                  </a:lnTo>
                  <a:lnTo>
                    <a:pt x="105206" y="93980"/>
                  </a:lnTo>
                  <a:lnTo>
                    <a:pt x="105359" y="93980"/>
                  </a:lnTo>
                  <a:lnTo>
                    <a:pt x="105752" y="95250"/>
                  </a:lnTo>
                  <a:lnTo>
                    <a:pt x="106197" y="95250"/>
                  </a:lnTo>
                  <a:lnTo>
                    <a:pt x="106730" y="96520"/>
                  </a:lnTo>
                  <a:lnTo>
                    <a:pt x="108826" y="96520"/>
                  </a:lnTo>
                  <a:lnTo>
                    <a:pt x="109359" y="97790"/>
                  </a:lnTo>
                  <a:lnTo>
                    <a:pt x="110337" y="97790"/>
                  </a:lnTo>
                  <a:lnTo>
                    <a:pt x="110553" y="99060"/>
                  </a:lnTo>
                  <a:lnTo>
                    <a:pt x="110553" y="92964"/>
                  </a:lnTo>
                  <a:lnTo>
                    <a:pt x="110210" y="93980"/>
                  </a:lnTo>
                  <a:lnTo>
                    <a:pt x="109512" y="93980"/>
                  </a:lnTo>
                  <a:lnTo>
                    <a:pt x="108140" y="95250"/>
                  </a:lnTo>
                  <a:lnTo>
                    <a:pt x="107607" y="95250"/>
                  </a:lnTo>
                  <a:lnTo>
                    <a:pt x="106730" y="93980"/>
                  </a:lnTo>
                  <a:lnTo>
                    <a:pt x="107175" y="93980"/>
                  </a:lnTo>
                  <a:lnTo>
                    <a:pt x="108521" y="92710"/>
                  </a:lnTo>
                  <a:lnTo>
                    <a:pt x="108229" y="90170"/>
                  </a:lnTo>
                  <a:lnTo>
                    <a:pt x="106045" y="90170"/>
                  </a:lnTo>
                  <a:lnTo>
                    <a:pt x="105537" y="88900"/>
                  </a:lnTo>
                  <a:lnTo>
                    <a:pt x="102882" y="88900"/>
                  </a:lnTo>
                  <a:lnTo>
                    <a:pt x="102120" y="87630"/>
                  </a:lnTo>
                  <a:lnTo>
                    <a:pt x="101346" y="86360"/>
                  </a:lnTo>
                  <a:lnTo>
                    <a:pt x="100812" y="85090"/>
                  </a:lnTo>
                  <a:lnTo>
                    <a:pt x="100406" y="83820"/>
                  </a:lnTo>
                  <a:lnTo>
                    <a:pt x="100342" y="82550"/>
                  </a:lnTo>
                  <a:lnTo>
                    <a:pt x="99364" y="82550"/>
                  </a:lnTo>
                  <a:lnTo>
                    <a:pt x="99364" y="81280"/>
                  </a:lnTo>
                  <a:lnTo>
                    <a:pt x="102438" y="81280"/>
                  </a:lnTo>
                  <a:lnTo>
                    <a:pt x="104381" y="82550"/>
                  </a:lnTo>
                  <a:lnTo>
                    <a:pt x="104876" y="82550"/>
                  </a:lnTo>
                  <a:lnTo>
                    <a:pt x="105359" y="83820"/>
                  </a:lnTo>
                  <a:lnTo>
                    <a:pt x="105752" y="85090"/>
                  </a:lnTo>
                  <a:lnTo>
                    <a:pt x="106197" y="85090"/>
                  </a:lnTo>
                  <a:lnTo>
                    <a:pt x="106972" y="86360"/>
                  </a:lnTo>
                  <a:lnTo>
                    <a:pt x="107657" y="87630"/>
                  </a:lnTo>
                  <a:lnTo>
                    <a:pt x="108826" y="87630"/>
                  </a:lnTo>
                  <a:lnTo>
                    <a:pt x="110553" y="88900"/>
                  </a:lnTo>
                  <a:lnTo>
                    <a:pt x="111061" y="91440"/>
                  </a:lnTo>
                  <a:lnTo>
                    <a:pt x="111061" y="86360"/>
                  </a:lnTo>
                  <a:lnTo>
                    <a:pt x="110896" y="86360"/>
                  </a:lnTo>
                  <a:lnTo>
                    <a:pt x="110337" y="85090"/>
                  </a:lnTo>
                  <a:lnTo>
                    <a:pt x="109359" y="85090"/>
                  </a:lnTo>
                  <a:lnTo>
                    <a:pt x="108966" y="83820"/>
                  </a:lnTo>
                  <a:lnTo>
                    <a:pt x="108546" y="83820"/>
                  </a:lnTo>
                  <a:lnTo>
                    <a:pt x="108229" y="82550"/>
                  </a:lnTo>
                  <a:lnTo>
                    <a:pt x="108610" y="81280"/>
                  </a:lnTo>
                  <a:lnTo>
                    <a:pt x="111988" y="81280"/>
                  </a:lnTo>
                  <a:lnTo>
                    <a:pt x="113093" y="83820"/>
                  </a:lnTo>
                  <a:lnTo>
                    <a:pt x="115252" y="85090"/>
                  </a:lnTo>
                  <a:lnTo>
                    <a:pt x="116433" y="85090"/>
                  </a:lnTo>
                  <a:lnTo>
                    <a:pt x="116979" y="86360"/>
                  </a:lnTo>
                  <a:lnTo>
                    <a:pt x="118224" y="86360"/>
                  </a:lnTo>
                  <a:lnTo>
                    <a:pt x="118643" y="87630"/>
                  </a:lnTo>
                  <a:lnTo>
                    <a:pt x="119176" y="87630"/>
                  </a:lnTo>
                  <a:lnTo>
                    <a:pt x="119570" y="88900"/>
                  </a:lnTo>
                  <a:lnTo>
                    <a:pt x="119570" y="85090"/>
                  </a:lnTo>
                  <a:lnTo>
                    <a:pt x="119418" y="85090"/>
                  </a:lnTo>
                  <a:lnTo>
                    <a:pt x="119634" y="83820"/>
                  </a:lnTo>
                  <a:lnTo>
                    <a:pt x="122885" y="83820"/>
                  </a:lnTo>
                  <a:lnTo>
                    <a:pt x="124968" y="86360"/>
                  </a:lnTo>
                  <a:lnTo>
                    <a:pt x="125222" y="87630"/>
                  </a:lnTo>
                  <a:lnTo>
                    <a:pt x="125222" y="85090"/>
                  </a:lnTo>
                  <a:lnTo>
                    <a:pt x="124561" y="83820"/>
                  </a:lnTo>
                  <a:lnTo>
                    <a:pt x="123837" y="83820"/>
                  </a:lnTo>
                  <a:lnTo>
                    <a:pt x="123456" y="82550"/>
                  </a:lnTo>
                  <a:lnTo>
                    <a:pt x="123837" y="81280"/>
                  </a:lnTo>
                  <a:lnTo>
                    <a:pt x="126771" y="81280"/>
                  </a:lnTo>
                  <a:lnTo>
                    <a:pt x="128028" y="82550"/>
                  </a:lnTo>
                  <a:lnTo>
                    <a:pt x="129070" y="83820"/>
                  </a:lnTo>
                  <a:lnTo>
                    <a:pt x="129387" y="83820"/>
                  </a:lnTo>
                  <a:lnTo>
                    <a:pt x="129717" y="85090"/>
                  </a:lnTo>
                  <a:lnTo>
                    <a:pt x="129717" y="77470"/>
                  </a:lnTo>
                  <a:lnTo>
                    <a:pt x="129425" y="76047"/>
                  </a:lnTo>
                  <a:lnTo>
                    <a:pt x="129260" y="74930"/>
                  </a:lnTo>
                  <a:lnTo>
                    <a:pt x="129070" y="73660"/>
                  </a:lnTo>
                  <a:lnTo>
                    <a:pt x="128803" y="72288"/>
                  </a:lnTo>
                  <a:lnTo>
                    <a:pt x="128270" y="72288"/>
                  </a:lnTo>
                  <a:lnTo>
                    <a:pt x="127368" y="70980"/>
                  </a:lnTo>
                  <a:lnTo>
                    <a:pt x="126339" y="68580"/>
                  </a:lnTo>
                  <a:lnTo>
                    <a:pt x="126250" y="67310"/>
                  </a:lnTo>
                  <a:lnTo>
                    <a:pt x="126250" y="78740"/>
                  </a:lnTo>
                  <a:lnTo>
                    <a:pt x="126022" y="80010"/>
                  </a:lnTo>
                  <a:lnTo>
                    <a:pt x="124206" y="80010"/>
                  </a:lnTo>
                  <a:lnTo>
                    <a:pt x="123964" y="78740"/>
                  </a:lnTo>
                  <a:lnTo>
                    <a:pt x="123837" y="77470"/>
                  </a:lnTo>
                  <a:lnTo>
                    <a:pt x="123024" y="76200"/>
                  </a:lnTo>
                  <a:lnTo>
                    <a:pt x="123456" y="76200"/>
                  </a:lnTo>
                  <a:lnTo>
                    <a:pt x="123520" y="74930"/>
                  </a:lnTo>
                  <a:lnTo>
                    <a:pt x="124561" y="74930"/>
                  </a:lnTo>
                  <a:lnTo>
                    <a:pt x="125222" y="76200"/>
                  </a:lnTo>
                  <a:lnTo>
                    <a:pt x="126022" y="77470"/>
                  </a:lnTo>
                  <a:lnTo>
                    <a:pt x="126250" y="78740"/>
                  </a:lnTo>
                  <a:lnTo>
                    <a:pt x="126250" y="67310"/>
                  </a:lnTo>
                  <a:lnTo>
                    <a:pt x="126936" y="66040"/>
                  </a:lnTo>
                  <a:lnTo>
                    <a:pt x="127342" y="64770"/>
                  </a:lnTo>
                  <a:lnTo>
                    <a:pt x="127431" y="63500"/>
                  </a:lnTo>
                  <a:lnTo>
                    <a:pt x="127749" y="63500"/>
                  </a:lnTo>
                  <a:lnTo>
                    <a:pt x="128028" y="62230"/>
                  </a:lnTo>
                  <a:lnTo>
                    <a:pt x="127749" y="60960"/>
                  </a:lnTo>
                  <a:lnTo>
                    <a:pt x="127431" y="60960"/>
                  </a:lnTo>
                  <a:lnTo>
                    <a:pt x="127635" y="59690"/>
                  </a:lnTo>
                  <a:lnTo>
                    <a:pt x="128168" y="58420"/>
                  </a:lnTo>
                  <a:lnTo>
                    <a:pt x="128346" y="58420"/>
                  </a:lnTo>
                  <a:lnTo>
                    <a:pt x="129387" y="57150"/>
                  </a:lnTo>
                  <a:lnTo>
                    <a:pt x="129819" y="55880"/>
                  </a:lnTo>
                  <a:lnTo>
                    <a:pt x="129819" y="52070"/>
                  </a:lnTo>
                  <a:lnTo>
                    <a:pt x="130644" y="49530"/>
                  </a:lnTo>
                  <a:lnTo>
                    <a:pt x="131572" y="48260"/>
                  </a:lnTo>
                  <a:lnTo>
                    <a:pt x="131927" y="46990"/>
                  </a:lnTo>
                  <a:lnTo>
                    <a:pt x="132524" y="46990"/>
                  </a:lnTo>
                  <a:lnTo>
                    <a:pt x="132448" y="48260"/>
                  </a:lnTo>
                  <a:lnTo>
                    <a:pt x="131927" y="50800"/>
                  </a:lnTo>
                  <a:lnTo>
                    <a:pt x="131813" y="55880"/>
                  </a:lnTo>
                  <a:lnTo>
                    <a:pt x="130797" y="55880"/>
                  </a:lnTo>
                  <a:lnTo>
                    <a:pt x="130111" y="57150"/>
                  </a:lnTo>
                  <a:lnTo>
                    <a:pt x="129387" y="57150"/>
                  </a:lnTo>
                  <a:lnTo>
                    <a:pt x="129159" y="58420"/>
                  </a:lnTo>
                  <a:lnTo>
                    <a:pt x="129070" y="59690"/>
                  </a:lnTo>
                  <a:lnTo>
                    <a:pt x="130111" y="58420"/>
                  </a:lnTo>
                  <a:lnTo>
                    <a:pt x="130568" y="57150"/>
                  </a:lnTo>
                  <a:lnTo>
                    <a:pt x="132105" y="57150"/>
                  </a:lnTo>
                  <a:lnTo>
                    <a:pt x="132105" y="60960"/>
                  </a:lnTo>
                  <a:lnTo>
                    <a:pt x="131813" y="62230"/>
                  </a:lnTo>
                  <a:lnTo>
                    <a:pt x="130479" y="63500"/>
                  </a:lnTo>
                  <a:lnTo>
                    <a:pt x="129070" y="66040"/>
                  </a:lnTo>
                  <a:lnTo>
                    <a:pt x="128828" y="67310"/>
                  </a:lnTo>
                  <a:lnTo>
                    <a:pt x="128828" y="70980"/>
                  </a:lnTo>
                  <a:lnTo>
                    <a:pt x="128993" y="70980"/>
                  </a:lnTo>
                  <a:lnTo>
                    <a:pt x="129730" y="72288"/>
                  </a:lnTo>
                  <a:lnTo>
                    <a:pt x="129819" y="67310"/>
                  </a:lnTo>
                  <a:lnTo>
                    <a:pt x="130314" y="67310"/>
                  </a:lnTo>
                  <a:lnTo>
                    <a:pt x="130822" y="66040"/>
                  </a:lnTo>
                  <a:lnTo>
                    <a:pt x="131572" y="64770"/>
                  </a:lnTo>
                  <a:lnTo>
                    <a:pt x="132105" y="64770"/>
                  </a:lnTo>
                  <a:lnTo>
                    <a:pt x="132448" y="63500"/>
                  </a:lnTo>
                  <a:lnTo>
                    <a:pt x="134200" y="63500"/>
                  </a:lnTo>
                  <a:lnTo>
                    <a:pt x="134581" y="64770"/>
                  </a:lnTo>
                  <a:lnTo>
                    <a:pt x="134734" y="66040"/>
                  </a:lnTo>
                  <a:lnTo>
                    <a:pt x="134734" y="67310"/>
                  </a:lnTo>
                  <a:lnTo>
                    <a:pt x="134023" y="69850"/>
                  </a:lnTo>
                  <a:lnTo>
                    <a:pt x="133883" y="70980"/>
                  </a:lnTo>
                  <a:lnTo>
                    <a:pt x="133642" y="70980"/>
                  </a:lnTo>
                  <a:lnTo>
                    <a:pt x="133273" y="72288"/>
                  </a:lnTo>
                  <a:lnTo>
                    <a:pt x="132600" y="72288"/>
                  </a:lnTo>
                  <a:lnTo>
                    <a:pt x="131635" y="73660"/>
                  </a:lnTo>
                  <a:lnTo>
                    <a:pt x="131254" y="73660"/>
                  </a:lnTo>
                  <a:lnTo>
                    <a:pt x="131127" y="77470"/>
                  </a:lnTo>
                  <a:lnTo>
                    <a:pt x="131572" y="78740"/>
                  </a:lnTo>
                  <a:lnTo>
                    <a:pt x="131813" y="77470"/>
                  </a:lnTo>
                  <a:lnTo>
                    <a:pt x="132105" y="77470"/>
                  </a:lnTo>
                  <a:lnTo>
                    <a:pt x="132854" y="76047"/>
                  </a:lnTo>
                  <a:lnTo>
                    <a:pt x="133489" y="74930"/>
                  </a:lnTo>
                  <a:lnTo>
                    <a:pt x="134734" y="73660"/>
                  </a:lnTo>
                  <a:lnTo>
                    <a:pt x="136372" y="73660"/>
                  </a:lnTo>
                  <a:lnTo>
                    <a:pt x="136461" y="74930"/>
                  </a:lnTo>
                  <a:lnTo>
                    <a:pt x="135674" y="76200"/>
                  </a:lnTo>
                  <a:lnTo>
                    <a:pt x="136144" y="77470"/>
                  </a:lnTo>
                  <a:lnTo>
                    <a:pt x="135089" y="78740"/>
                  </a:lnTo>
                  <a:lnTo>
                    <a:pt x="134734" y="80010"/>
                  </a:lnTo>
                  <a:lnTo>
                    <a:pt x="134200" y="80010"/>
                  </a:lnTo>
                  <a:lnTo>
                    <a:pt x="134023" y="81280"/>
                  </a:lnTo>
                  <a:lnTo>
                    <a:pt x="132829" y="81280"/>
                  </a:lnTo>
                  <a:lnTo>
                    <a:pt x="133870" y="82550"/>
                  </a:lnTo>
                  <a:lnTo>
                    <a:pt x="133604" y="85090"/>
                  </a:lnTo>
                  <a:lnTo>
                    <a:pt x="134023" y="86360"/>
                  </a:lnTo>
                  <a:lnTo>
                    <a:pt x="134391" y="86360"/>
                  </a:lnTo>
                  <a:lnTo>
                    <a:pt x="134391" y="85090"/>
                  </a:lnTo>
                  <a:lnTo>
                    <a:pt x="134734" y="85090"/>
                  </a:lnTo>
                  <a:lnTo>
                    <a:pt x="135394" y="83820"/>
                  </a:lnTo>
                  <a:lnTo>
                    <a:pt x="135839" y="82550"/>
                  </a:lnTo>
                  <a:lnTo>
                    <a:pt x="136893" y="81280"/>
                  </a:lnTo>
                  <a:lnTo>
                    <a:pt x="138442" y="81280"/>
                  </a:lnTo>
                  <a:lnTo>
                    <a:pt x="138557" y="82550"/>
                  </a:lnTo>
                  <a:lnTo>
                    <a:pt x="138557" y="76200"/>
                  </a:lnTo>
                  <a:lnTo>
                    <a:pt x="138049" y="76200"/>
                  </a:lnTo>
                  <a:lnTo>
                    <a:pt x="138074" y="76047"/>
                  </a:lnTo>
                  <a:lnTo>
                    <a:pt x="138341" y="73660"/>
                  </a:lnTo>
                  <a:lnTo>
                    <a:pt x="139700" y="72288"/>
                  </a:lnTo>
                  <a:lnTo>
                    <a:pt x="140335" y="72288"/>
                  </a:lnTo>
                  <a:lnTo>
                    <a:pt x="141643" y="70980"/>
                  </a:lnTo>
                  <a:lnTo>
                    <a:pt x="141782" y="70980"/>
                  </a:lnTo>
                  <a:lnTo>
                    <a:pt x="141503" y="69850"/>
                  </a:lnTo>
                  <a:lnTo>
                    <a:pt x="141376" y="68580"/>
                  </a:lnTo>
                  <a:lnTo>
                    <a:pt x="143548" y="68580"/>
                  </a:lnTo>
                  <a:lnTo>
                    <a:pt x="144983" y="67310"/>
                  </a:lnTo>
                  <a:lnTo>
                    <a:pt x="145846" y="67310"/>
                  </a:lnTo>
                  <a:lnTo>
                    <a:pt x="146532" y="68580"/>
                  </a:lnTo>
                  <a:lnTo>
                    <a:pt x="147421" y="68580"/>
                  </a:lnTo>
                  <a:lnTo>
                    <a:pt x="147104" y="69850"/>
                  </a:lnTo>
                  <a:lnTo>
                    <a:pt x="146773" y="70980"/>
                  </a:lnTo>
                  <a:lnTo>
                    <a:pt x="146558" y="70980"/>
                  </a:lnTo>
                  <a:lnTo>
                    <a:pt x="145821" y="72288"/>
                  </a:lnTo>
                  <a:lnTo>
                    <a:pt x="144767" y="72288"/>
                  </a:lnTo>
                  <a:lnTo>
                    <a:pt x="143256" y="73660"/>
                  </a:lnTo>
                  <a:lnTo>
                    <a:pt x="142760" y="73660"/>
                  </a:lnTo>
                  <a:lnTo>
                    <a:pt x="141376" y="74930"/>
                  </a:lnTo>
                  <a:lnTo>
                    <a:pt x="141630" y="76047"/>
                  </a:lnTo>
                  <a:lnTo>
                    <a:pt x="141757" y="76047"/>
                  </a:lnTo>
                  <a:lnTo>
                    <a:pt x="143637" y="76047"/>
                  </a:lnTo>
                  <a:lnTo>
                    <a:pt x="144983" y="74930"/>
                  </a:lnTo>
                  <a:lnTo>
                    <a:pt x="146735" y="74930"/>
                  </a:lnTo>
                  <a:lnTo>
                    <a:pt x="148297" y="76200"/>
                  </a:lnTo>
                  <a:lnTo>
                    <a:pt x="148297" y="78740"/>
                  </a:lnTo>
                  <a:lnTo>
                    <a:pt x="147180" y="78740"/>
                  </a:lnTo>
                  <a:lnTo>
                    <a:pt x="146227" y="80010"/>
                  </a:lnTo>
                  <a:lnTo>
                    <a:pt x="144983" y="80010"/>
                  </a:lnTo>
                  <a:lnTo>
                    <a:pt x="144259" y="81280"/>
                  </a:lnTo>
                  <a:lnTo>
                    <a:pt x="143598" y="82550"/>
                  </a:lnTo>
                  <a:lnTo>
                    <a:pt x="143256" y="82550"/>
                  </a:lnTo>
                  <a:lnTo>
                    <a:pt x="143598" y="83820"/>
                  </a:lnTo>
                  <a:lnTo>
                    <a:pt x="144767" y="83820"/>
                  </a:lnTo>
                  <a:lnTo>
                    <a:pt x="145846" y="82550"/>
                  </a:lnTo>
                  <a:lnTo>
                    <a:pt x="149148" y="82550"/>
                  </a:lnTo>
                  <a:lnTo>
                    <a:pt x="149898" y="81280"/>
                  </a:lnTo>
                  <a:lnTo>
                    <a:pt x="151612" y="81280"/>
                  </a:lnTo>
                  <a:lnTo>
                    <a:pt x="152349" y="80010"/>
                  </a:lnTo>
                  <a:lnTo>
                    <a:pt x="152654" y="80010"/>
                  </a:lnTo>
                  <a:lnTo>
                    <a:pt x="152654" y="82550"/>
                  </a:lnTo>
                  <a:lnTo>
                    <a:pt x="152349" y="83820"/>
                  </a:lnTo>
                  <a:lnTo>
                    <a:pt x="151396" y="83820"/>
                  </a:lnTo>
                  <a:lnTo>
                    <a:pt x="150901" y="85090"/>
                  </a:lnTo>
                  <a:lnTo>
                    <a:pt x="150202" y="85090"/>
                  </a:lnTo>
                  <a:lnTo>
                    <a:pt x="148120" y="86360"/>
                  </a:lnTo>
                  <a:lnTo>
                    <a:pt x="147104" y="87630"/>
                  </a:lnTo>
                  <a:lnTo>
                    <a:pt x="146735" y="88900"/>
                  </a:lnTo>
                  <a:lnTo>
                    <a:pt x="146481" y="90170"/>
                  </a:lnTo>
                  <a:lnTo>
                    <a:pt x="146608" y="90424"/>
                  </a:lnTo>
                  <a:lnTo>
                    <a:pt x="147104" y="91440"/>
                  </a:lnTo>
                  <a:lnTo>
                    <a:pt x="147612" y="92710"/>
                  </a:lnTo>
                  <a:lnTo>
                    <a:pt x="148120" y="92710"/>
                  </a:lnTo>
                  <a:lnTo>
                    <a:pt x="148501" y="91440"/>
                  </a:lnTo>
                  <a:lnTo>
                    <a:pt x="148805" y="91440"/>
                  </a:lnTo>
                  <a:lnTo>
                    <a:pt x="148894" y="90170"/>
                  </a:lnTo>
                  <a:lnTo>
                    <a:pt x="149186" y="88900"/>
                  </a:lnTo>
                  <a:lnTo>
                    <a:pt x="149898" y="88900"/>
                  </a:lnTo>
                  <a:lnTo>
                    <a:pt x="151091" y="87630"/>
                  </a:lnTo>
                  <a:lnTo>
                    <a:pt x="152971" y="87630"/>
                  </a:lnTo>
                  <a:lnTo>
                    <a:pt x="153695" y="86360"/>
                  </a:lnTo>
                  <a:lnTo>
                    <a:pt x="155638" y="86360"/>
                  </a:lnTo>
                  <a:lnTo>
                    <a:pt x="155702" y="87630"/>
                  </a:lnTo>
                  <a:lnTo>
                    <a:pt x="155486" y="88900"/>
                  </a:lnTo>
                  <a:lnTo>
                    <a:pt x="154863" y="88900"/>
                  </a:lnTo>
                  <a:lnTo>
                    <a:pt x="154063" y="90170"/>
                  </a:lnTo>
                  <a:lnTo>
                    <a:pt x="153695" y="90170"/>
                  </a:lnTo>
                  <a:lnTo>
                    <a:pt x="152184" y="91440"/>
                  </a:lnTo>
                  <a:lnTo>
                    <a:pt x="150685" y="93980"/>
                  </a:lnTo>
                  <a:lnTo>
                    <a:pt x="150685" y="95250"/>
                  </a:lnTo>
                  <a:lnTo>
                    <a:pt x="151091" y="95250"/>
                  </a:lnTo>
                  <a:lnTo>
                    <a:pt x="151307" y="96520"/>
                  </a:lnTo>
                  <a:lnTo>
                    <a:pt x="154406" y="96520"/>
                  </a:lnTo>
                  <a:lnTo>
                    <a:pt x="154406" y="95250"/>
                  </a:lnTo>
                  <a:lnTo>
                    <a:pt x="154749" y="93980"/>
                  </a:lnTo>
                  <a:lnTo>
                    <a:pt x="155816" y="92710"/>
                  </a:lnTo>
                  <a:lnTo>
                    <a:pt x="158508" y="91440"/>
                  </a:lnTo>
                  <a:lnTo>
                    <a:pt x="160235" y="91440"/>
                  </a:lnTo>
                  <a:lnTo>
                    <a:pt x="160858" y="92710"/>
                  </a:lnTo>
                  <a:lnTo>
                    <a:pt x="160921" y="93980"/>
                  </a:lnTo>
                  <a:lnTo>
                    <a:pt x="160921" y="88900"/>
                  </a:lnTo>
                  <a:lnTo>
                    <a:pt x="160477" y="88900"/>
                  </a:lnTo>
                  <a:lnTo>
                    <a:pt x="158165" y="86360"/>
                  </a:lnTo>
                  <a:lnTo>
                    <a:pt x="158445" y="86360"/>
                  </a:lnTo>
                  <a:lnTo>
                    <a:pt x="159080" y="85090"/>
                  </a:lnTo>
                  <a:lnTo>
                    <a:pt x="160274" y="85090"/>
                  </a:lnTo>
                  <a:lnTo>
                    <a:pt x="159880" y="83820"/>
                  </a:lnTo>
                  <a:lnTo>
                    <a:pt x="158508" y="83820"/>
                  </a:lnTo>
                  <a:lnTo>
                    <a:pt x="156768" y="83820"/>
                  </a:lnTo>
                  <a:lnTo>
                    <a:pt x="154406" y="82550"/>
                  </a:lnTo>
                  <a:lnTo>
                    <a:pt x="153784" y="78740"/>
                  </a:lnTo>
                  <a:lnTo>
                    <a:pt x="153847" y="77470"/>
                  </a:lnTo>
                  <a:lnTo>
                    <a:pt x="154292" y="76200"/>
                  </a:lnTo>
                  <a:lnTo>
                    <a:pt x="154355" y="76047"/>
                  </a:lnTo>
                  <a:lnTo>
                    <a:pt x="154749" y="74930"/>
                  </a:lnTo>
                  <a:lnTo>
                    <a:pt x="155105" y="74930"/>
                  </a:lnTo>
                  <a:lnTo>
                    <a:pt x="155702" y="73660"/>
                  </a:lnTo>
                  <a:lnTo>
                    <a:pt x="158445" y="73660"/>
                  </a:lnTo>
                  <a:lnTo>
                    <a:pt x="158381" y="74930"/>
                  </a:lnTo>
                  <a:lnTo>
                    <a:pt x="158051" y="76200"/>
                  </a:lnTo>
                  <a:lnTo>
                    <a:pt x="157480" y="76200"/>
                  </a:lnTo>
                  <a:lnTo>
                    <a:pt x="157314" y="77470"/>
                  </a:lnTo>
                  <a:lnTo>
                    <a:pt x="156768" y="77470"/>
                  </a:lnTo>
                  <a:lnTo>
                    <a:pt x="155702" y="78740"/>
                  </a:lnTo>
                  <a:lnTo>
                    <a:pt x="155816" y="80010"/>
                  </a:lnTo>
                  <a:lnTo>
                    <a:pt x="157137" y="82550"/>
                  </a:lnTo>
                  <a:lnTo>
                    <a:pt x="158508" y="83820"/>
                  </a:lnTo>
                  <a:lnTo>
                    <a:pt x="159512" y="82550"/>
                  </a:lnTo>
                  <a:lnTo>
                    <a:pt x="160083" y="81280"/>
                  </a:lnTo>
                  <a:lnTo>
                    <a:pt x="160477" y="81280"/>
                  </a:lnTo>
                  <a:lnTo>
                    <a:pt x="160896" y="82550"/>
                  </a:lnTo>
                  <a:lnTo>
                    <a:pt x="161188" y="83820"/>
                  </a:lnTo>
                  <a:lnTo>
                    <a:pt x="161188" y="85090"/>
                  </a:lnTo>
                  <a:lnTo>
                    <a:pt x="160896" y="87630"/>
                  </a:lnTo>
                  <a:lnTo>
                    <a:pt x="161429" y="87630"/>
                  </a:lnTo>
                  <a:lnTo>
                    <a:pt x="162534" y="88900"/>
                  </a:lnTo>
                  <a:lnTo>
                    <a:pt x="163080" y="88900"/>
                  </a:lnTo>
                  <a:lnTo>
                    <a:pt x="163245" y="90170"/>
                  </a:lnTo>
                  <a:lnTo>
                    <a:pt x="163245" y="81280"/>
                  </a:lnTo>
                  <a:lnTo>
                    <a:pt x="163080" y="81280"/>
                  </a:lnTo>
                  <a:lnTo>
                    <a:pt x="162534" y="80010"/>
                  </a:lnTo>
                  <a:lnTo>
                    <a:pt x="162090" y="80010"/>
                  </a:lnTo>
                  <a:lnTo>
                    <a:pt x="161759" y="78740"/>
                  </a:lnTo>
                  <a:lnTo>
                    <a:pt x="161429" y="78740"/>
                  </a:lnTo>
                  <a:lnTo>
                    <a:pt x="161302" y="77470"/>
                  </a:lnTo>
                  <a:lnTo>
                    <a:pt x="161048" y="77470"/>
                  </a:lnTo>
                  <a:lnTo>
                    <a:pt x="161607" y="76200"/>
                  </a:lnTo>
                  <a:lnTo>
                    <a:pt x="163969" y="76200"/>
                  </a:lnTo>
                  <a:lnTo>
                    <a:pt x="164299" y="77470"/>
                  </a:lnTo>
                  <a:lnTo>
                    <a:pt x="164680" y="78740"/>
                  </a:lnTo>
                  <a:lnTo>
                    <a:pt x="164744" y="81280"/>
                  </a:lnTo>
                  <a:lnTo>
                    <a:pt x="165341" y="81280"/>
                  </a:lnTo>
                  <a:lnTo>
                    <a:pt x="166268" y="82550"/>
                  </a:lnTo>
                  <a:lnTo>
                    <a:pt x="167474" y="82550"/>
                  </a:lnTo>
                  <a:lnTo>
                    <a:pt x="169138" y="83820"/>
                  </a:lnTo>
                  <a:lnTo>
                    <a:pt x="171043" y="83820"/>
                  </a:lnTo>
                  <a:lnTo>
                    <a:pt x="172364" y="82550"/>
                  </a:lnTo>
                  <a:lnTo>
                    <a:pt x="172923" y="81280"/>
                  </a:lnTo>
                  <a:lnTo>
                    <a:pt x="173393" y="81280"/>
                  </a:lnTo>
                  <a:lnTo>
                    <a:pt x="173710" y="80010"/>
                  </a:lnTo>
                  <a:lnTo>
                    <a:pt x="176123" y="77470"/>
                  </a:lnTo>
                  <a:lnTo>
                    <a:pt x="177584" y="76200"/>
                  </a:lnTo>
                  <a:lnTo>
                    <a:pt x="178333" y="76200"/>
                  </a:lnTo>
                  <a:lnTo>
                    <a:pt x="178384" y="76047"/>
                  </a:lnTo>
                  <a:lnTo>
                    <a:pt x="178777" y="74930"/>
                  </a:lnTo>
                  <a:lnTo>
                    <a:pt x="179044" y="74930"/>
                  </a:lnTo>
                  <a:lnTo>
                    <a:pt x="179285" y="73660"/>
                  </a:lnTo>
                  <a:lnTo>
                    <a:pt x="179628" y="72288"/>
                  </a:lnTo>
                  <a:lnTo>
                    <a:pt x="180809" y="70980"/>
                  </a:lnTo>
                  <a:lnTo>
                    <a:pt x="182333" y="70980"/>
                  </a:lnTo>
                  <a:lnTo>
                    <a:pt x="183375" y="69850"/>
                  </a:lnTo>
                  <a:lnTo>
                    <a:pt x="185699" y="68580"/>
                  </a:lnTo>
                  <a:lnTo>
                    <a:pt x="187934" y="66040"/>
                  </a:lnTo>
                  <a:lnTo>
                    <a:pt x="189776" y="63500"/>
                  </a:lnTo>
                  <a:lnTo>
                    <a:pt x="190931" y="62230"/>
                  </a:lnTo>
                  <a:lnTo>
                    <a:pt x="191795" y="60960"/>
                  </a:lnTo>
                  <a:lnTo>
                    <a:pt x="192252" y="59690"/>
                  </a:lnTo>
                  <a:lnTo>
                    <a:pt x="193001" y="58420"/>
                  </a:lnTo>
                  <a:lnTo>
                    <a:pt x="193001" y="55880"/>
                  </a:lnTo>
                  <a:close/>
                </a:path>
              </a:pathLst>
            </a:custGeom>
            <a:solidFill>
              <a:srgbClr val="D2AC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32306" y="1079575"/>
              <a:ext cx="123189" cy="215900"/>
            </a:xfrm>
            <a:custGeom>
              <a:avLst/>
              <a:gdLst/>
              <a:ahLst/>
              <a:cxnLst/>
              <a:rect l="l" t="t" r="r" b="b"/>
              <a:pathLst>
                <a:path w="123190" h="215900">
                  <a:moveTo>
                    <a:pt x="1371" y="207276"/>
                  </a:moveTo>
                  <a:lnTo>
                    <a:pt x="0" y="207276"/>
                  </a:lnTo>
                  <a:lnTo>
                    <a:pt x="0" y="208191"/>
                  </a:lnTo>
                  <a:lnTo>
                    <a:pt x="1371" y="208191"/>
                  </a:lnTo>
                  <a:lnTo>
                    <a:pt x="1371" y="207276"/>
                  </a:lnTo>
                  <a:close/>
                </a:path>
                <a:path w="123190" h="215900">
                  <a:moveTo>
                    <a:pt x="4178" y="210413"/>
                  </a:moveTo>
                  <a:lnTo>
                    <a:pt x="2844" y="210413"/>
                  </a:lnTo>
                  <a:lnTo>
                    <a:pt x="2844" y="211353"/>
                  </a:lnTo>
                  <a:lnTo>
                    <a:pt x="4178" y="211353"/>
                  </a:lnTo>
                  <a:lnTo>
                    <a:pt x="4178" y="210413"/>
                  </a:lnTo>
                  <a:close/>
                </a:path>
                <a:path w="123190" h="215900">
                  <a:moveTo>
                    <a:pt x="4178" y="207416"/>
                  </a:moveTo>
                  <a:lnTo>
                    <a:pt x="2844" y="207416"/>
                  </a:lnTo>
                  <a:lnTo>
                    <a:pt x="2844" y="208483"/>
                  </a:lnTo>
                  <a:lnTo>
                    <a:pt x="4178" y="208483"/>
                  </a:lnTo>
                  <a:lnTo>
                    <a:pt x="4178" y="207416"/>
                  </a:lnTo>
                  <a:close/>
                </a:path>
                <a:path w="123190" h="215900">
                  <a:moveTo>
                    <a:pt x="6540" y="207365"/>
                  </a:moveTo>
                  <a:lnTo>
                    <a:pt x="4991" y="207365"/>
                  </a:lnTo>
                  <a:lnTo>
                    <a:pt x="4991" y="208483"/>
                  </a:lnTo>
                  <a:lnTo>
                    <a:pt x="6540" y="208483"/>
                  </a:lnTo>
                  <a:lnTo>
                    <a:pt x="6540" y="207365"/>
                  </a:lnTo>
                  <a:close/>
                </a:path>
                <a:path w="123190" h="215900">
                  <a:moveTo>
                    <a:pt x="6896" y="210566"/>
                  </a:moveTo>
                  <a:lnTo>
                    <a:pt x="5422" y="210566"/>
                  </a:lnTo>
                  <a:lnTo>
                    <a:pt x="5422" y="211632"/>
                  </a:lnTo>
                  <a:lnTo>
                    <a:pt x="6896" y="211632"/>
                  </a:lnTo>
                  <a:lnTo>
                    <a:pt x="6896" y="210566"/>
                  </a:lnTo>
                  <a:close/>
                </a:path>
                <a:path w="123190" h="215900">
                  <a:moveTo>
                    <a:pt x="9232" y="210947"/>
                  </a:moveTo>
                  <a:lnTo>
                    <a:pt x="7924" y="210947"/>
                  </a:lnTo>
                  <a:lnTo>
                    <a:pt x="7924" y="212013"/>
                  </a:lnTo>
                  <a:lnTo>
                    <a:pt x="9232" y="212013"/>
                  </a:lnTo>
                  <a:lnTo>
                    <a:pt x="9232" y="210947"/>
                  </a:lnTo>
                  <a:close/>
                </a:path>
                <a:path w="123190" h="215900">
                  <a:moveTo>
                    <a:pt x="11607" y="211086"/>
                  </a:moveTo>
                  <a:lnTo>
                    <a:pt x="10248" y="211086"/>
                  </a:lnTo>
                  <a:lnTo>
                    <a:pt x="10248" y="212178"/>
                  </a:lnTo>
                  <a:lnTo>
                    <a:pt x="11607" y="212178"/>
                  </a:lnTo>
                  <a:lnTo>
                    <a:pt x="11607" y="211086"/>
                  </a:lnTo>
                  <a:close/>
                </a:path>
                <a:path w="123190" h="215900">
                  <a:moveTo>
                    <a:pt x="14185" y="210947"/>
                  </a:moveTo>
                  <a:lnTo>
                    <a:pt x="12839" y="210947"/>
                  </a:lnTo>
                  <a:lnTo>
                    <a:pt x="12839" y="212013"/>
                  </a:lnTo>
                  <a:lnTo>
                    <a:pt x="14185" y="212013"/>
                  </a:lnTo>
                  <a:lnTo>
                    <a:pt x="14185" y="210947"/>
                  </a:lnTo>
                  <a:close/>
                </a:path>
                <a:path w="123190" h="215900">
                  <a:moveTo>
                    <a:pt x="16179" y="207899"/>
                  </a:moveTo>
                  <a:lnTo>
                    <a:pt x="14820" y="207899"/>
                  </a:lnTo>
                  <a:lnTo>
                    <a:pt x="14820" y="209042"/>
                  </a:lnTo>
                  <a:lnTo>
                    <a:pt x="16179" y="209042"/>
                  </a:lnTo>
                  <a:lnTo>
                    <a:pt x="16179" y="207899"/>
                  </a:lnTo>
                  <a:close/>
                </a:path>
                <a:path w="123190" h="215900">
                  <a:moveTo>
                    <a:pt x="16637" y="214058"/>
                  </a:moveTo>
                  <a:lnTo>
                    <a:pt x="15100" y="214058"/>
                  </a:lnTo>
                  <a:lnTo>
                    <a:pt x="15100" y="215011"/>
                  </a:lnTo>
                  <a:lnTo>
                    <a:pt x="16637" y="215011"/>
                  </a:lnTo>
                  <a:lnTo>
                    <a:pt x="16637" y="214058"/>
                  </a:lnTo>
                  <a:close/>
                </a:path>
                <a:path w="123190" h="215900">
                  <a:moveTo>
                    <a:pt x="16637" y="211074"/>
                  </a:moveTo>
                  <a:lnTo>
                    <a:pt x="15049" y="211074"/>
                  </a:lnTo>
                  <a:lnTo>
                    <a:pt x="15049" y="211518"/>
                  </a:lnTo>
                  <a:lnTo>
                    <a:pt x="15113" y="211823"/>
                  </a:lnTo>
                  <a:lnTo>
                    <a:pt x="15113" y="212229"/>
                  </a:lnTo>
                  <a:lnTo>
                    <a:pt x="16637" y="212229"/>
                  </a:lnTo>
                  <a:lnTo>
                    <a:pt x="16637" y="211074"/>
                  </a:lnTo>
                  <a:close/>
                </a:path>
                <a:path w="123190" h="215900">
                  <a:moveTo>
                    <a:pt x="18694" y="207899"/>
                  </a:moveTo>
                  <a:lnTo>
                    <a:pt x="17259" y="207899"/>
                  </a:lnTo>
                  <a:lnTo>
                    <a:pt x="17259" y="209042"/>
                  </a:lnTo>
                  <a:lnTo>
                    <a:pt x="18694" y="209042"/>
                  </a:lnTo>
                  <a:lnTo>
                    <a:pt x="18694" y="207899"/>
                  </a:lnTo>
                  <a:close/>
                </a:path>
                <a:path w="123190" h="215900">
                  <a:moveTo>
                    <a:pt x="18986" y="214071"/>
                  </a:moveTo>
                  <a:lnTo>
                    <a:pt x="17500" y="214071"/>
                  </a:lnTo>
                  <a:lnTo>
                    <a:pt x="17589" y="214401"/>
                  </a:lnTo>
                  <a:lnTo>
                    <a:pt x="17589" y="214718"/>
                  </a:lnTo>
                  <a:lnTo>
                    <a:pt x="17703" y="215011"/>
                  </a:lnTo>
                  <a:lnTo>
                    <a:pt x="18986" y="215011"/>
                  </a:lnTo>
                  <a:lnTo>
                    <a:pt x="18986" y="214071"/>
                  </a:lnTo>
                  <a:close/>
                </a:path>
                <a:path w="123190" h="215900">
                  <a:moveTo>
                    <a:pt x="18986" y="211086"/>
                  </a:moveTo>
                  <a:lnTo>
                    <a:pt x="17703" y="211086"/>
                  </a:lnTo>
                  <a:lnTo>
                    <a:pt x="17703" y="212178"/>
                  </a:lnTo>
                  <a:lnTo>
                    <a:pt x="18986" y="212178"/>
                  </a:lnTo>
                  <a:lnTo>
                    <a:pt x="18986" y="211086"/>
                  </a:lnTo>
                  <a:close/>
                </a:path>
                <a:path w="123190" h="215900">
                  <a:moveTo>
                    <a:pt x="21107" y="210947"/>
                  </a:moveTo>
                  <a:lnTo>
                    <a:pt x="19799" y="210947"/>
                  </a:lnTo>
                  <a:lnTo>
                    <a:pt x="19799" y="212013"/>
                  </a:lnTo>
                  <a:lnTo>
                    <a:pt x="21107" y="212013"/>
                  </a:lnTo>
                  <a:lnTo>
                    <a:pt x="21107" y="210947"/>
                  </a:lnTo>
                  <a:close/>
                </a:path>
                <a:path w="123190" h="215900">
                  <a:moveTo>
                    <a:pt x="23774" y="211086"/>
                  </a:moveTo>
                  <a:lnTo>
                    <a:pt x="22212" y="211086"/>
                  </a:lnTo>
                  <a:lnTo>
                    <a:pt x="22212" y="212178"/>
                  </a:lnTo>
                  <a:lnTo>
                    <a:pt x="23774" y="212178"/>
                  </a:lnTo>
                  <a:lnTo>
                    <a:pt x="23774" y="211086"/>
                  </a:lnTo>
                  <a:close/>
                </a:path>
                <a:path w="123190" h="215900">
                  <a:moveTo>
                    <a:pt x="23825" y="214058"/>
                  </a:moveTo>
                  <a:lnTo>
                    <a:pt x="22225" y="214058"/>
                  </a:lnTo>
                  <a:lnTo>
                    <a:pt x="22225" y="215011"/>
                  </a:lnTo>
                  <a:lnTo>
                    <a:pt x="23774" y="215011"/>
                  </a:lnTo>
                  <a:lnTo>
                    <a:pt x="23774" y="214401"/>
                  </a:lnTo>
                  <a:lnTo>
                    <a:pt x="23825" y="214058"/>
                  </a:lnTo>
                  <a:close/>
                </a:path>
                <a:path w="123190" h="215900">
                  <a:moveTo>
                    <a:pt x="26543" y="211074"/>
                  </a:moveTo>
                  <a:lnTo>
                    <a:pt x="25019" y="211074"/>
                  </a:lnTo>
                  <a:lnTo>
                    <a:pt x="25019" y="211823"/>
                  </a:lnTo>
                  <a:lnTo>
                    <a:pt x="25260" y="212140"/>
                  </a:lnTo>
                  <a:lnTo>
                    <a:pt x="26543" y="212140"/>
                  </a:lnTo>
                  <a:lnTo>
                    <a:pt x="26543" y="211074"/>
                  </a:lnTo>
                  <a:close/>
                </a:path>
                <a:path w="123190" h="215900">
                  <a:moveTo>
                    <a:pt x="30810" y="195110"/>
                  </a:moveTo>
                  <a:lnTo>
                    <a:pt x="29413" y="195110"/>
                  </a:lnTo>
                  <a:lnTo>
                    <a:pt x="29413" y="196265"/>
                  </a:lnTo>
                  <a:lnTo>
                    <a:pt x="29718" y="196265"/>
                  </a:lnTo>
                  <a:lnTo>
                    <a:pt x="30276" y="196265"/>
                  </a:lnTo>
                  <a:lnTo>
                    <a:pt x="30810" y="196265"/>
                  </a:lnTo>
                  <a:lnTo>
                    <a:pt x="30810" y="195110"/>
                  </a:lnTo>
                  <a:close/>
                </a:path>
                <a:path w="123190" h="215900">
                  <a:moveTo>
                    <a:pt x="33528" y="197459"/>
                  </a:moveTo>
                  <a:lnTo>
                    <a:pt x="32105" y="197459"/>
                  </a:lnTo>
                  <a:lnTo>
                    <a:pt x="32105" y="198577"/>
                  </a:lnTo>
                  <a:lnTo>
                    <a:pt x="33528" y="198577"/>
                  </a:lnTo>
                  <a:lnTo>
                    <a:pt x="33528" y="197459"/>
                  </a:lnTo>
                  <a:close/>
                </a:path>
                <a:path w="123190" h="215900">
                  <a:moveTo>
                    <a:pt x="33528" y="195313"/>
                  </a:moveTo>
                  <a:lnTo>
                    <a:pt x="32105" y="195313"/>
                  </a:lnTo>
                  <a:lnTo>
                    <a:pt x="32105" y="196265"/>
                  </a:lnTo>
                  <a:lnTo>
                    <a:pt x="33528" y="196265"/>
                  </a:lnTo>
                  <a:lnTo>
                    <a:pt x="33528" y="195313"/>
                  </a:lnTo>
                  <a:close/>
                </a:path>
                <a:path w="123190" h="215900">
                  <a:moveTo>
                    <a:pt x="33921" y="201206"/>
                  </a:moveTo>
                  <a:lnTo>
                    <a:pt x="32575" y="201206"/>
                  </a:lnTo>
                  <a:lnTo>
                    <a:pt x="32575" y="202196"/>
                  </a:lnTo>
                  <a:lnTo>
                    <a:pt x="33921" y="202196"/>
                  </a:lnTo>
                  <a:lnTo>
                    <a:pt x="33921" y="201206"/>
                  </a:lnTo>
                  <a:close/>
                </a:path>
                <a:path w="123190" h="215900">
                  <a:moveTo>
                    <a:pt x="36106" y="197459"/>
                  </a:moveTo>
                  <a:lnTo>
                    <a:pt x="34582" y="197459"/>
                  </a:lnTo>
                  <a:lnTo>
                    <a:pt x="34582" y="198577"/>
                  </a:lnTo>
                  <a:lnTo>
                    <a:pt x="36106" y="198577"/>
                  </a:lnTo>
                  <a:lnTo>
                    <a:pt x="36106" y="197459"/>
                  </a:lnTo>
                  <a:close/>
                </a:path>
                <a:path w="123190" h="215900">
                  <a:moveTo>
                    <a:pt x="36753" y="200494"/>
                  </a:moveTo>
                  <a:lnTo>
                    <a:pt x="35356" y="200494"/>
                  </a:lnTo>
                  <a:lnTo>
                    <a:pt x="35356" y="201650"/>
                  </a:lnTo>
                  <a:lnTo>
                    <a:pt x="36753" y="201650"/>
                  </a:lnTo>
                  <a:lnTo>
                    <a:pt x="36753" y="200494"/>
                  </a:lnTo>
                  <a:close/>
                </a:path>
                <a:path w="123190" h="215900">
                  <a:moveTo>
                    <a:pt x="39827" y="207594"/>
                  </a:moveTo>
                  <a:lnTo>
                    <a:pt x="38455" y="207594"/>
                  </a:lnTo>
                  <a:lnTo>
                    <a:pt x="38455" y="208648"/>
                  </a:lnTo>
                  <a:lnTo>
                    <a:pt x="39827" y="208648"/>
                  </a:lnTo>
                  <a:lnTo>
                    <a:pt x="39827" y="207594"/>
                  </a:lnTo>
                  <a:close/>
                </a:path>
                <a:path w="123190" h="215900">
                  <a:moveTo>
                    <a:pt x="57835" y="8953"/>
                  </a:moveTo>
                  <a:lnTo>
                    <a:pt x="57607" y="8610"/>
                  </a:lnTo>
                  <a:lnTo>
                    <a:pt x="57607" y="8343"/>
                  </a:lnTo>
                  <a:lnTo>
                    <a:pt x="57480" y="8178"/>
                  </a:lnTo>
                  <a:lnTo>
                    <a:pt x="57213" y="7848"/>
                  </a:lnTo>
                  <a:lnTo>
                    <a:pt x="57086" y="7632"/>
                  </a:lnTo>
                  <a:lnTo>
                    <a:pt x="56730" y="7442"/>
                  </a:lnTo>
                  <a:lnTo>
                    <a:pt x="56388" y="7010"/>
                  </a:lnTo>
                  <a:lnTo>
                    <a:pt x="56070" y="6680"/>
                  </a:lnTo>
                  <a:lnTo>
                    <a:pt x="56070" y="4521"/>
                  </a:lnTo>
                  <a:lnTo>
                    <a:pt x="55333" y="5524"/>
                  </a:lnTo>
                  <a:lnTo>
                    <a:pt x="55092" y="6616"/>
                  </a:lnTo>
                  <a:lnTo>
                    <a:pt x="55664" y="7632"/>
                  </a:lnTo>
                  <a:lnTo>
                    <a:pt x="56070" y="8509"/>
                  </a:lnTo>
                  <a:lnTo>
                    <a:pt x="56883" y="8953"/>
                  </a:lnTo>
                  <a:lnTo>
                    <a:pt x="57835" y="8953"/>
                  </a:lnTo>
                  <a:close/>
                </a:path>
                <a:path w="123190" h="215900">
                  <a:moveTo>
                    <a:pt x="64223" y="2997"/>
                  </a:moveTo>
                  <a:lnTo>
                    <a:pt x="62738" y="2997"/>
                  </a:lnTo>
                  <a:lnTo>
                    <a:pt x="63284" y="3365"/>
                  </a:lnTo>
                  <a:lnTo>
                    <a:pt x="64135" y="3365"/>
                  </a:lnTo>
                  <a:lnTo>
                    <a:pt x="64223" y="2997"/>
                  </a:lnTo>
                  <a:close/>
                </a:path>
                <a:path w="123190" h="215900">
                  <a:moveTo>
                    <a:pt x="64731" y="152"/>
                  </a:moveTo>
                  <a:lnTo>
                    <a:pt x="61899" y="152"/>
                  </a:lnTo>
                  <a:lnTo>
                    <a:pt x="61874" y="0"/>
                  </a:lnTo>
                  <a:lnTo>
                    <a:pt x="61696" y="152"/>
                  </a:lnTo>
                  <a:lnTo>
                    <a:pt x="61963" y="508"/>
                  </a:lnTo>
                  <a:lnTo>
                    <a:pt x="63563" y="508"/>
                  </a:lnTo>
                  <a:lnTo>
                    <a:pt x="63512" y="1092"/>
                  </a:lnTo>
                  <a:lnTo>
                    <a:pt x="61239" y="1092"/>
                  </a:lnTo>
                  <a:lnTo>
                    <a:pt x="61315" y="1397"/>
                  </a:lnTo>
                  <a:lnTo>
                    <a:pt x="61366" y="1625"/>
                  </a:lnTo>
                  <a:lnTo>
                    <a:pt x="61455" y="1993"/>
                  </a:lnTo>
                  <a:lnTo>
                    <a:pt x="61899" y="2489"/>
                  </a:lnTo>
                  <a:lnTo>
                    <a:pt x="64350" y="2489"/>
                  </a:lnTo>
                  <a:lnTo>
                    <a:pt x="64541" y="1993"/>
                  </a:lnTo>
                  <a:lnTo>
                    <a:pt x="64630" y="1625"/>
                  </a:lnTo>
                  <a:lnTo>
                    <a:pt x="64731" y="152"/>
                  </a:lnTo>
                  <a:close/>
                </a:path>
                <a:path w="123190" h="215900">
                  <a:moveTo>
                    <a:pt x="67716" y="189242"/>
                  </a:moveTo>
                  <a:lnTo>
                    <a:pt x="66522" y="188201"/>
                  </a:lnTo>
                  <a:lnTo>
                    <a:pt x="65417" y="188201"/>
                  </a:lnTo>
                  <a:lnTo>
                    <a:pt x="64109" y="188328"/>
                  </a:lnTo>
                  <a:lnTo>
                    <a:pt x="62941" y="189242"/>
                  </a:lnTo>
                  <a:lnTo>
                    <a:pt x="62941" y="192074"/>
                  </a:lnTo>
                  <a:lnTo>
                    <a:pt x="64109" y="193205"/>
                  </a:lnTo>
                  <a:lnTo>
                    <a:pt x="65417" y="193205"/>
                  </a:lnTo>
                  <a:lnTo>
                    <a:pt x="66522" y="193205"/>
                  </a:lnTo>
                  <a:lnTo>
                    <a:pt x="67716" y="192074"/>
                  </a:lnTo>
                  <a:lnTo>
                    <a:pt x="67716" y="189242"/>
                  </a:lnTo>
                  <a:close/>
                </a:path>
                <a:path w="123190" h="215900">
                  <a:moveTo>
                    <a:pt x="76479" y="5130"/>
                  </a:moveTo>
                  <a:lnTo>
                    <a:pt x="75780" y="3187"/>
                  </a:lnTo>
                  <a:lnTo>
                    <a:pt x="75780" y="2997"/>
                  </a:lnTo>
                  <a:lnTo>
                    <a:pt x="75450" y="2857"/>
                  </a:lnTo>
                  <a:lnTo>
                    <a:pt x="75387" y="3365"/>
                  </a:lnTo>
                  <a:lnTo>
                    <a:pt x="75298" y="3632"/>
                  </a:lnTo>
                  <a:lnTo>
                    <a:pt x="75298" y="4216"/>
                  </a:lnTo>
                  <a:lnTo>
                    <a:pt x="75247" y="5270"/>
                  </a:lnTo>
                  <a:lnTo>
                    <a:pt x="74828" y="6223"/>
                  </a:lnTo>
                  <a:lnTo>
                    <a:pt x="74129" y="6959"/>
                  </a:lnTo>
                  <a:lnTo>
                    <a:pt x="73914" y="7442"/>
                  </a:lnTo>
                  <a:lnTo>
                    <a:pt x="73545" y="7848"/>
                  </a:lnTo>
                  <a:lnTo>
                    <a:pt x="73215" y="8267"/>
                  </a:lnTo>
                  <a:lnTo>
                    <a:pt x="73215" y="8597"/>
                  </a:lnTo>
                  <a:lnTo>
                    <a:pt x="73063" y="8813"/>
                  </a:lnTo>
                  <a:lnTo>
                    <a:pt x="73063" y="9093"/>
                  </a:lnTo>
                  <a:lnTo>
                    <a:pt x="73761" y="9423"/>
                  </a:lnTo>
                  <a:lnTo>
                    <a:pt x="74129" y="9093"/>
                  </a:lnTo>
                  <a:lnTo>
                    <a:pt x="74701" y="8775"/>
                  </a:lnTo>
                  <a:lnTo>
                    <a:pt x="76327" y="7289"/>
                  </a:lnTo>
                  <a:lnTo>
                    <a:pt x="76479" y="5130"/>
                  </a:lnTo>
                  <a:close/>
                </a:path>
                <a:path w="123190" h="215900">
                  <a:moveTo>
                    <a:pt x="86347" y="214731"/>
                  </a:moveTo>
                  <a:lnTo>
                    <a:pt x="85013" y="214731"/>
                  </a:lnTo>
                  <a:lnTo>
                    <a:pt x="85013" y="215633"/>
                  </a:lnTo>
                  <a:lnTo>
                    <a:pt x="86347" y="215633"/>
                  </a:lnTo>
                  <a:lnTo>
                    <a:pt x="86347" y="214731"/>
                  </a:lnTo>
                  <a:close/>
                </a:path>
                <a:path w="123190" h="215900">
                  <a:moveTo>
                    <a:pt x="88887" y="211632"/>
                  </a:moveTo>
                  <a:lnTo>
                    <a:pt x="87579" y="211632"/>
                  </a:lnTo>
                  <a:lnTo>
                    <a:pt x="87579" y="212483"/>
                  </a:lnTo>
                  <a:lnTo>
                    <a:pt x="88887" y="212483"/>
                  </a:lnTo>
                  <a:lnTo>
                    <a:pt x="88887" y="211632"/>
                  </a:lnTo>
                  <a:close/>
                </a:path>
                <a:path w="123190" h="215900">
                  <a:moveTo>
                    <a:pt x="89369" y="215353"/>
                  </a:moveTo>
                  <a:lnTo>
                    <a:pt x="89179" y="215023"/>
                  </a:lnTo>
                  <a:lnTo>
                    <a:pt x="89179" y="214718"/>
                  </a:lnTo>
                  <a:lnTo>
                    <a:pt x="87706" y="214718"/>
                  </a:lnTo>
                  <a:lnTo>
                    <a:pt x="87934" y="214960"/>
                  </a:lnTo>
                  <a:lnTo>
                    <a:pt x="87934" y="215353"/>
                  </a:lnTo>
                  <a:lnTo>
                    <a:pt x="89369" y="215353"/>
                  </a:lnTo>
                  <a:close/>
                </a:path>
                <a:path w="123190" h="215900">
                  <a:moveTo>
                    <a:pt x="91719" y="214604"/>
                  </a:moveTo>
                  <a:lnTo>
                    <a:pt x="90220" y="214604"/>
                  </a:lnTo>
                  <a:lnTo>
                    <a:pt x="90220" y="215353"/>
                  </a:lnTo>
                  <a:lnTo>
                    <a:pt x="91719" y="215353"/>
                  </a:lnTo>
                  <a:lnTo>
                    <a:pt x="91719" y="214604"/>
                  </a:lnTo>
                  <a:close/>
                </a:path>
                <a:path w="123190" h="215900">
                  <a:moveTo>
                    <a:pt x="91719" y="207721"/>
                  </a:moveTo>
                  <a:lnTo>
                    <a:pt x="90347" y="207721"/>
                  </a:lnTo>
                  <a:lnTo>
                    <a:pt x="90347" y="208648"/>
                  </a:lnTo>
                  <a:lnTo>
                    <a:pt x="91719" y="208648"/>
                  </a:lnTo>
                  <a:lnTo>
                    <a:pt x="91719" y="207721"/>
                  </a:lnTo>
                  <a:close/>
                </a:path>
                <a:path w="123190" h="215900">
                  <a:moveTo>
                    <a:pt x="91782" y="212356"/>
                  </a:moveTo>
                  <a:lnTo>
                    <a:pt x="91719" y="212051"/>
                  </a:lnTo>
                  <a:lnTo>
                    <a:pt x="91719" y="211645"/>
                  </a:lnTo>
                  <a:lnTo>
                    <a:pt x="90627" y="211645"/>
                  </a:lnTo>
                  <a:lnTo>
                    <a:pt x="90627" y="212572"/>
                  </a:lnTo>
                  <a:lnTo>
                    <a:pt x="91782" y="212572"/>
                  </a:lnTo>
                  <a:lnTo>
                    <a:pt x="91782" y="212356"/>
                  </a:lnTo>
                  <a:close/>
                </a:path>
                <a:path w="123190" h="215900">
                  <a:moveTo>
                    <a:pt x="92735" y="170243"/>
                  </a:moveTo>
                  <a:lnTo>
                    <a:pt x="91313" y="170243"/>
                  </a:lnTo>
                  <a:lnTo>
                    <a:pt x="91313" y="171437"/>
                  </a:lnTo>
                  <a:lnTo>
                    <a:pt x="92735" y="171437"/>
                  </a:lnTo>
                  <a:lnTo>
                    <a:pt x="92735" y="170243"/>
                  </a:lnTo>
                  <a:close/>
                </a:path>
                <a:path w="123190" h="215900">
                  <a:moveTo>
                    <a:pt x="94322" y="211353"/>
                  </a:moveTo>
                  <a:lnTo>
                    <a:pt x="92773" y="211353"/>
                  </a:lnTo>
                  <a:lnTo>
                    <a:pt x="92862" y="211632"/>
                  </a:lnTo>
                  <a:lnTo>
                    <a:pt x="92862" y="212229"/>
                  </a:lnTo>
                  <a:lnTo>
                    <a:pt x="94322" y="212229"/>
                  </a:lnTo>
                  <a:lnTo>
                    <a:pt x="94322" y="211353"/>
                  </a:lnTo>
                  <a:close/>
                </a:path>
                <a:path w="123190" h="215900">
                  <a:moveTo>
                    <a:pt x="94500" y="207721"/>
                  </a:moveTo>
                  <a:lnTo>
                    <a:pt x="93192" y="207721"/>
                  </a:lnTo>
                  <a:lnTo>
                    <a:pt x="93192" y="208648"/>
                  </a:lnTo>
                  <a:lnTo>
                    <a:pt x="94500" y="208648"/>
                  </a:lnTo>
                  <a:lnTo>
                    <a:pt x="94500" y="207721"/>
                  </a:lnTo>
                  <a:close/>
                </a:path>
                <a:path w="123190" h="215900">
                  <a:moveTo>
                    <a:pt x="94589" y="215023"/>
                  </a:moveTo>
                  <a:lnTo>
                    <a:pt x="94500" y="214858"/>
                  </a:lnTo>
                  <a:lnTo>
                    <a:pt x="94500" y="214604"/>
                  </a:lnTo>
                  <a:lnTo>
                    <a:pt x="93192" y="214604"/>
                  </a:lnTo>
                  <a:lnTo>
                    <a:pt x="93192" y="215353"/>
                  </a:lnTo>
                  <a:lnTo>
                    <a:pt x="94589" y="215353"/>
                  </a:lnTo>
                  <a:lnTo>
                    <a:pt x="94589" y="215023"/>
                  </a:lnTo>
                  <a:close/>
                </a:path>
                <a:path w="123190" h="215900">
                  <a:moveTo>
                    <a:pt x="94589" y="205359"/>
                  </a:moveTo>
                  <a:lnTo>
                    <a:pt x="94500" y="205117"/>
                  </a:lnTo>
                  <a:lnTo>
                    <a:pt x="94500" y="204825"/>
                  </a:lnTo>
                  <a:lnTo>
                    <a:pt x="93192" y="204825"/>
                  </a:lnTo>
                  <a:lnTo>
                    <a:pt x="93192" y="205701"/>
                  </a:lnTo>
                  <a:lnTo>
                    <a:pt x="94589" y="205701"/>
                  </a:lnTo>
                  <a:lnTo>
                    <a:pt x="94589" y="205359"/>
                  </a:lnTo>
                  <a:close/>
                </a:path>
                <a:path w="123190" h="215900">
                  <a:moveTo>
                    <a:pt x="95186" y="170243"/>
                  </a:moveTo>
                  <a:lnTo>
                    <a:pt x="93764" y="170243"/>
                  </a:lnTo>
                  <a:lnTo>
                    <a:pt x="93764" y="171437"/>
                  </a:lnTo>
                  <a:lnTo>
                    <a:pt x="95186" y="171437"/>
                  </a:lnTo>
                  <a:lnTo>
                    <a:pt x="95186" y="170243"/>
                  </a:lnTo>
                  <a:close/>
                </a:path>
                <a:path w="123190" h="215900">
                  <a:moveTo>
                    <a:pt x="95351" y="173367"/>
                  </a:moveTo>
                  <a:lnTo>
                    <a:pt x="93764" y="173367"/>
                  </a:lnTo>
                  <a:lnTo>
                    <a:pt x="93764" y="174599"/>
                  </a:lnTo>
                  <a:lnTo>
                    <a:pt x="95351" y="174599"/>
                  </a:lnTo>
                  <a:lnTo>
                    <a:pt x="95351" y="173367"/>
                  </a:lnTo>
                  <a:close/>
                </a:path>
                <a:path w="123190" h="215900">
                  <a:moveTo>
                    <a:pt x="95504" y="176072"/>
                  </a:moveTo>
                  <a:lnTo>
                    <a:pt x="94322" y="176072"/>
                  </a:lnTo>
                  <a:lnTo>
                    <a:pt x="94322" y="177266"/>
                  </a:lnTo>
                  <a:lnTo>
                    <a:pt x="95504" y="177266"/>
                  </a:lnTo>
                  <a:lnTo>
                    <a:pt x="95504" y="176072"/>
                  </a:lnTo>
                  <a:close/>
                </a:path>
                <a:path w="123190" h="215900">
                  <a:moveTo>
                    <a:pt x="95999" y="180695"/>
                  </a:moveTo>
                  <a:lnTo>
                    <a:pt x="95783" y="180340"/>
                  </a:lnTo>
                  <a:lnTo>
                    <a:pt x="95783" y="179476"/>
                  </a:lnTo>
                  <a:lnTo>
                    <a:pt x="94589" y="179476"/>
                  </a:lnTo>
                  <a:lnTo>
                    <a:pt x="94589" y="180695"/>
                  </a:lnTo>
                  <a:lnTo>
                    <a:pt x="95999" y="180695"/>
                  </a:lnTo>
                  <a:close/>
                </a:path>
                <a:path w="123190" h="215900">
                  <a:moveTo>
                    <a:pt x="96570" y="211366"/>
                  </a:moveTo>
                  <a:lnTo>
                    <a:pt x="95199" y="211366"/>
                  </a:lnTo>
                  <a:lnTo>
                    <a:pt x="95199" y="212229"/>
                  </a:lnTo>
                  <a:lnTo>
                    <a:pt x="96570" y="212229"/>
                  </a:lnTo>
                  <a:lnTo>
                    <a:pt x="96570" y="211366"/>
                  </a:lnTo>
                  <a:close/>
                </a:path>
                <a:path w="123190" h="215900">
                  <a:moveTo>
                    <a:pt x="96888" y="207721"/>
                  </a:moveTo>
                  <a:lnTo>
                    <a:pt x="95516" y="207721"/>
                  </a:lnTo>
                  <a:lnTo>
                    <a:pt x="95516" y="208648"/>
                  </a:lnTo>
                  <a:lnTo>
                    <a:pt x="96888" y="208648"/>
                  </a:lnTo>
                  <a:lnTo>
                    <a:pt x="96888" y="207721"/>
                  </a:lnTo>
                  <a:close/>
                </a:path>
                <a:path w="123190" h="215900">
                  <a:moveTo>
                    <a:pt x="97307" y="205270"/>
                  </a:moveTo>
                  <a:lnTo>
                    <a:pt x="97282" y="205117"/>
                  </a:lnTo>
                  <a:lnTo>
                    <a:pt x="97282" y="204825"/>
                  </a:lnTo>
                  <a:lnTo>
                    <a:pt x="95783" y="204825"/>
                  </a:lnTo>
                  <a:lnTo>
                    <a:pt x="95783" y="205701"/>
                  </a:lnTo>
                  <a:lnTo>
                    <a:pt x="97307" y="205701"/>
                  </a:lnTo>
                  <a:lnTo>
                    <a:pt x="97307" y="205270"/>
                  </a:lnTo>
                  <a:close/>
                </a:path>
                <a:path w="123190" h="215900">
                  <a:moveTo>
                    <a:pt x="97370" y="201841"/>
                  </a:moveTo>
                  <a:lnTo>
                    <a:pt x="95999" y="201841"/>
                  </a:lnTo>
                  <a:lnTo>
                    <a:pt x="95999" y="202717"/>
                  </a:lnTo>
                  <a:lnTo>
                    <a:pt x="97370" y="202717"/>
                  </a:lnTo>
                  <a:lnTo>
                    <a:pt x="97370" y="201841"/>
                  </a:lnTo>
                  <a:close/>
                </a:path>
                <a:path w="123190" h="215900">
                  <a:moveTo>
                    <a:pt x="97815" y="198450"/>
                  </a:moveTo>
                  <a:lnTo>
                    <a:pt x="97726" y="198145"/>
                  </a:lnTo>
                  <a:lnTo>
                    <a:pt x="96329" y="198145"/>
                  </a:lnTo>
                  <a:lnTo>
                    <a:pt x="96329" y="198996"/>
                  </a:lnTo>
                  <a:lnTo>
                    <a:pt x="97815" y="198996"/>
                  </a:lnTo>
                  <a:lnTo>
                    <a:pt x="97815" y="198450"/>
                  </a:lnTo>
                  <a:close/>
                </a:path>
                <a:path w="123190" h="215900">
                  <a:moveTo>
                    <a:pt x="99936" y="204825"/>
                  </a:moveTo>
                  <a:lnTo>
                    <a:pt x="98437" y="204825"/>
                  </a:lnTo>
                  <a:lnTo>
                    <a:pt x="98437" y="205486"/>
                  </a:lnTo>
                  <a:lnTo>
                    <a:pt x="98564" y="205701"/>
                  </a:lnTo>
                  <a:lnTo>
                    <a:pt x="99936" y="205701"/>
                  </a:lnTo>
                  <a:lnTo>
                    <a:pt x="99936" y="204825"/>
                  </a:lnTo>
                  <a:close/>
                </a:path>
                <a:path w="123190" h="215900">
                  <a:moveTo>
                    <a:pt x="112318" y="170878"/>
                  </a:moveTo>
                  <a:lnTo>
                    <a:pt x="110959" y="170878"/>
                  </a:lnTo>
                  <a:lnTo>
                    <a:pt x="110959" y="172135"/>
                  </a:lnTo>
                  <a:lnTo>
                    <a:pt x="112318" y="172135"/>
                  </a:lnTo>
                  <a:lnTo>
                    <a:pt x="112318" y="170878"/>
                  </a:lnTo>
                  <a:close/>
                </a:path>
                <a:path w="123190" h="215900">
                  <a:moveTo>
                    <a:pt x="114261" y="173977"/>
                  </a:moveTo>
                  <a:lnTo>
                    <a:pt x="113080" y="173977"/>
                  </a:lnTo>
                  <a:lnTo>
                    <a:pt x="113080" y="175171"/>
                  </a:lnTo>
                  <a:lnTo>
                    <a:pt x="114261" y="175171"/>
                  </a:lnTo>
                  <a:lnTo>
                    <a:pt x="114261" y="173977"/>
                  </a:lnTo>
                  <a:close/>
                </a:path>
                <a:path w="123190" h="215900">
                  <a:moveTo>
                    <a:pt x="115455" y="212229"/>
                  </a:moveTo>
                  <a:lnTo>
                    <a:pt x="114274" y="212229"/>
                  </a:lnTo>
                  <a:lnTo>
                    <a:pt x="114274" y="213207"/>
                  </a:lnTo>
                  <a:lnTo>
                    <a:pt x="115455" y="213207"/>
                  </a:lnTo>
                  <a:lnTo>
                    <a:pt x="115455" y="212229"/>
                  </a:lnTo>
                  <a:close/>
                </a:path>
                <a:path w="123190" h="215900">
                  <a:moveTo>
                    <a:pt x="115887" y="209181"/>
                  </a:moveTo>
                  <a:lnTo>
                    <a:pt x="114363" y="209181"/>
                  </a:lnTo>
                  <a:lnTo>
                    <a:pt x="114363" y="210489"/>
                  </a:lnTo>
                  <a:lnTo>
                    <a:pt x="115887" y="210489"/>
                  </a:lnTo>
                  <a:lnTo>
                    <a:pt x="115887" y="209181"/>
                  </a:lnTo>
                  <a:close/>
                </a:path>
                <a:path w="123190" h="215900">
                  <a:moveTo>
                    <a:pt x="116357" y="206133"/>
                  </a:moveTo>
                  <a:lnTo>
                    <a:pt x="115112" y="206133"/>
                  </a:lnTo>
                  <a:lnTo>
                    <a:pt x="115112" y="207543"/>
                  </a:lnTo>
                  <a:lnTo>
                    <a:pt x="116357" y="207543"/>
                  </a:lnTo>
                  <a:lnTo>
                    <a:pt x="116357" y="206133"/>
                  </a:lnTo>
                  <a:close/>
                </a:path>
                <a:path w="123190" h="215900">
                  <a:moveTo>
                    <a:pt x="116357" y="173977"/>
                  </a:moveTo>
                  <a:lnTo>
                    <a:pt x="115112" y="173977"/>
                  </a:lnTo>
                  <a:lnTo>
                    <a:pt x="115112" y="175171"/>
                  </a:lnTo>
                  <a:lnTo>
                    <a:pt x="116357" y="175171"/>
                  </a:lnTo>
                  <a:lnTo>
                    <a:pt x="116357" y="173977"/>
                  </a:lnTo>
                  <a:close/>
                </a:path>
                <a:path w="123190" h="215900">
                  <a:moveTo>
                    <a:pt x="116865" y="177368"/>
                  </a:moveTo>
                  <a:lnTo>
                    <a:pt x="115468" y="177368"/>
                  </a:lnTo>
                  <a:lnTo>
                    <a:pt x="115468" y="178701"/>
                  </a:lnTo>
                  <a:lnTo>
                    <a:pt x="116865" y="178701"/>
                  </a:lnTo>
                  <a:lnTo>
                    <a:pt x="116865" y="177368"/>
                  </a:lnTo>
                  <a:close/>
                </a:path>
                <a:path w="123190" h="215900">
                  <a:moveTo>
                    <a:pt x="119341" y="177558"/>
                  </a:moveTo>
                  <a:lnTo>
                    <a:pt x="118059" y="177558"/>
                  </a:lnTo>
                  <a:lnTo>
                    <a:pt x="118059" y="178816"/>
                  </a:lnTo>
                  <a:lnTo>
                    <a:pt x="119341" y="178816"/>
                  </a:lnTo>
                  <a:lnTo>
                    <a:pt x="119341" y="177558"/>
                  </a:lnTo>
                  <a:close/>
                </a:path>
                <a:path w="123190" h="215900">
                  <a:moveTo>
                    <a:pt x="119341" y="174383"/>
                  </a:moveTo>
                  <a:lnTo>
                    <a:pt x="118059" y="174383"/>
                  </a:lnTo>
                  <a:lnTo>
                    <a:pt x="118059" y="175564"/>
                  </a:lnTo>
                  <a:lnTo>
                    <a:pt x="119341" y="175564"/>
                  </a:lnTo>
                  <a:lnTo>
                    <a:pt x="119341" y="174383"/>
                  </a:lnTo>
                  <a:close/>
                </a:path>
                <a:path w="123190" h="215900">
                  <a:moveTo>
                    <a:pt x="122605" y="177800"/>
                  </a:moveTo>
                  <a:lnTo>
                    <a:pt x="121234" y="177800"/>
                  </a:lnTo>
                  <a:lnTo>
                    <a:pt x="121234" y="179082"/>
                  </a:lnTo>
                  <a:lnTo>
                    <a:pt x="122605" y="179082"/>
                  </a:lnTo>
                  <a:lnTo>
                    <a:pt x="122605" y="177800"/>
                  </a:lnTo>
                  <a:close/>
                </a:path>
                <a:path w="123190" h="215900">
                  <a:moveTo>
                    <a:pt x="122859" y="186055"/>
                  </a:moveTo>
                  <a:lnTo>
                    <a:pt x="121551" y="186055"/>
                  </a:lnTo>
                  <a:lnTo>
                    <a:pt x="121551" y="187299"/>
                  </a:lnTo>
                  <a:lnTo>
                    <a:pt x="122859" y="187299"/>
                  </a:lnTo>
                  <a:lnTo>
                    <a:pt x="122859" y="186055"/>
                  </a:lnTo>
                  <a:close/>
                </a:path>
                <a:path w="123190" h="215900">
                  <a:moveTo>
                    <a:pt x="122859" y="183426"/>
                  </a:moveTo>
                  <a:lnTo>
                    <a:pt x="121551" y="183426"/>
                  </a:lnTo>
                  <a:lnTo>
                    <a:pt x="121551" y="184658"/>
                  </a:lnTo>
                  <a:lnTo>
                    <a:pt x="122859" y="184658"/>
                  </a:lnTo>
                  <a:lnTo>
                    <a:pt x="122859" y="183426"/>
                  </a:lnTo>
                  <a:close/>
                </a:path>
                <a:path w="123190" h="215900">
                  <a:moveTo>
                    <a:pt x="122859" y="180873"/>
                  </a:moveTo>
                  <a:lnTo>
                    <a:pt x="121577" y="180873"/>
                  </a:lnTo>
                  <a:lnTo>
                    <a:pt x="121577" y="182232"/>
                  </a:lnTo>
                  <a:lnTo>
                    <a:pt x="122859" y="182232"/>
                  </a:lnTo>
                  <a:lnTo>
                    <a:pt x="122859" y="180873"/>
                  </a:lnTo>
                  <a:close/>
                </a:path>
              </a:pathLst>
            </a:custGeom>
            <a:solidFill>
              <a:srgbClr val="D2AC6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7556500" cy="10693400"/>
          </a:xfrm>
          <a:custGeom>
            <a:avLst/>
            <a:gdLst/>
            <a:ahLst/>
            <a:cxnLst/>
            <a:rect l="l" t="t" r="r" b="b"/>
            <a:pathLst>
              <a:path w="7556500" h="10693400">
                <a:moveTo>
                  <a:pt x="7556500" y="0"/>
                </a:moveTo>
                <a:lnTo>
                  <a:pt x="0" y="0"/>
                </a:lnTo>
                <a:lnTo>
                  <a:pt x="0" y="10693400"/>
                </a:lnTo>
                <a:lnTo>
                  <a:pt x="7556500" y="10693400"/>
                </a:lnTo>
                <a:lnTo>
                  <a:pt x="75565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3842385" cy="3225800"/>
          </a:xfrm>
          <a:custGeom>
            <a:avLst/>
            <a:gdLst/>
            <a:ahLst/>
            <a:cxnLst/>
            <a:rect l="l" t="t" r="r" b="b"/>
            <a:pathLst>
              <a:path w="3842385" h="3225800">
                <a:moveTo>
                  <a:pt x="0" y="108165"/>
                </a:moveTo>
                <a:lnTo>
                  <a:pt x="0" y="3215977"/>
                </a:lnTo>
                <a:lnTo>
                  <a:pt x="26576" y="3217905"/>
                </a:lnTo>
                <a:lnTo>
                  <a:pt x="74279" y="3220737"/>
                </a:lnTo>
                <a:lnTo>
                  <a:pt x="122147" y="3222946"/>
                </a:lnTo>
                <a:lnTo>
                  <a:pt x="170175" y="3224528"/>
                </a:lnTo>
                <a:lnTo>
                  <a:pt x="218361" y="3225481"/>
                </a:lnTo>
                <a:lnTo>
                  <a:pt x="266700" y="3225800"/>
                </a:lnTo>
                <a:lnTo>
                  <a:pt x="266700" y="177800"/>
                </a:lnTo>
                <a:lnTo>
                  <a:pt x="219580" y="175795"/>
                </a:lnTo>
                <a:lnTo>
                  <a:pt x="173573" y="169891"/>
                </a:lnTo>
                <a:lnTo>
                  <a:pt x="128844" y="160251"/>
                </a:lnTo>
                <a:lnTo>
                  <a:pt x="85555" y="147039"/>
                </a:lnTo>
                <a:lnTo>
                  <a:pt x="43871" y="130419"/>
                </a:lnTo>
                <a:lnTo>
                  <a:pt x="3956" y="110555"/>
                </a:lnTo>
                <a:lnTo>
                  <a:pt x="0" y="108165"/>
                </a:lnTo>
                <a:close/>
              </a:path>
              <a:path w="3842385" h="3225800">
                <a:moveTo>
                  <a:pt x="3842095" y="0"/>
                </a:moveTo>
                <a:lnTo>
                  <a:pt x="669786" y="0"/>
                </a:lnTo>
                <a:lnTo>
                  <a:pt x="668138" y="1937"/>
                </a:lnTo>
                <a:lnTo>
                  <a:pt x="636937" y="33138"/>
                </a:lnTo>
                <a:lnTo>
                  <a:pt x="603311" y="61750"/>
                </a:lnTo>
                <a:lnTo>
                  <a:pt x="567425" y="87611"/>
                </a:lnTo>
                <a:lnTo>
                  <a:pt x="529443" y="110555"/>
                </a:lnTo>
                <a:lnTo>
                  <a:pt x="489528" y="130419"/>
                </a:lnTo>
                <a:lnTo>
                  <a:pt x="447844" y="147039"/>
                </a:lnTo>
                <a:lnTo>
                  <a:pt x="404555" y="160251"/>
                </a:lnTo>
                <a:lnTo>
                  <a:pt x="359826" y="169891"/>
                </a:lnTo>
                <a:lnTo>
                  <a:pt x="313819" y="175795"/>
                </a:lnTo>
                <a:lnTo>
                  <a:pt x="266700" y="177800"/>
                </a:lnTo>
                <a:lnTo>
                  <a:pt x="266700" y="3225800"/>
                </a:lnTo>
                <a:lnTo>
                  <a:pt x="315038" y="3225481"/>
                </a:lnTo>
                <a:lnTo>
                  <a:pt x="363224" y="3224528"/>
                </a:lnTo>
                <a:lnTo>
                  <a:pt x="411252" y="3222946"/>
                </a:lnTo>
                <a:lnTo>
                  <a:pt x="459120" y="3220737"/>
                </a:lnTo>
                <a:lnTo>
                  <a:pt x="506823" y="3217905"/>
                </a:lnTo>
                <a:lnTo>
                  <a:pt x="554356" y="3214456"/>
                </a:lnTo>
                <a:lnTo>
                  <a:pt x="601717" y="3210392"/>
                </a:lnTo>
                <a:lnTo>
                  <a:pt x="648901" y="3205718"/>
                </a:lnTo>
                <a:lnTo>
                  <a:pt x="695904" y="3200437"/>
                </a:lnTo>
                <a:lnTo>
                  <a:pt x="742722" y="3194554"/>
                </a:lnTo>
                <a:lnTo>
                  <a:pt x="789352" y="3188073"/>
                </a:lnTo>
                <a:lnTo>
                  <a:pt x="835788" y="3180997"/>
                </a:lnTo>
                <a:lnTo>
                  <a:pt x="882028" y="3173331"/>
                </a:lnTo>
                <a:lnTo>
                  <a:pt x="928067" y="3165078"/>
                </a:lnTo>
                <a:lnTo>
                  <a:pt x="973902" y="3156243"/>
                </a:lnTo>
                <a:lnTo>
                  <a:pt x="1019527" y="3146829"/>
                </a:lnTo>
                <a:lnTo>
                  <a:pt x="1064940" y="3136841"/>
                </a:lnTo>
                <a:lnTo>
                  <a:pt x="1110137" y="3126282"/>
                </a:lnTo>
                <a:lnTo>
                  <a:pt x="1155112" y="3115157"/>
                </a:lnTo>
                <a:lnTo>
                  <a:pt x="1199864" y="3103469"/>
                </a:lnTo>
                <a:lnTo>
                  <a:pt x="1244386" y="3091222"/>
                </a:lnTo>
                <a:lnTo>
                  <a:pt x="1288676" y="3078421"/>
                </a:lnTo>
                <a:lnTo>
                  <a:pt x="1332729" y="3065069"/>
                </a:lnTo>
                <a:lnTo>
                  <a:pt x="1376542" y="3051170"/>
                </a:lnTo>
                <a:lnTo>
                  <a:pt x="1420111" y="3036728"/>
                </a:lnTo>
                <a:lnTo>
                  <a:pt x="1463431" y="3021748"/>
                </a:lnTo>
                <a:lnTo>
                  <a:pt x="1506498" y="3006233"/>
                </a:lnTo>
                <a:lnTo>
                  <a:pt x="1549309" y="2990188"/>
                </a:lnTo>
                <a:lnTo>
                  <a:pt x="1591860" y="2973615"/>
                </a:lnTo>
                <a:lnTo>
                  <a:pt x="1634146" y="2956520"/>
                </a:lnTo>
                <a:lnTo>
                  <a:pt x="1676164" y="2938905"/>
                </a:lnTo>
                <a:lnTo>
                  <a:pt x="1717910" y="2920776"/>
                </a:lnTo>
                <a:lnTo>
                  <a:pt x="1759380" y="2902136"/>
                </a:lnTo>
                <a:lnTo>
                  <a:pt x="1800569" y="2882989"/>
                </a:lnTo>
                <a:lnTo>
                  <a:pt x="1841473" y="2863339"/>
                </a:lnTo>
                <a:lnTo>
                  <a:pt x="1882090" y="2843190"/>
                </a:lnTo>
                <a:lnTo>
                  <a:pt x="1922414" y="2822546"/>
                </a:lnTo>
                <a:lnTo>
                  <a:pt x="1962443" y="2801411"/>
                </a:lnTo>
                <a:lnTo>
                  <a:pt x="2002171" y="2779789"/>
                </a:lnTo>
                <a:lnTo>
                  <a:pt x="2041595" y="2757684"/>
                </a:lnTo>
                <a:lnTo>
                  <a:pt x="2080711" y="2735099"/>
                </a:lnTo>
                <a:lnTo>
                  <a:pt x="2119514" y="2712040"/>
                </a:lnTo>
                <a:lnTo>
                  <a:pt x="2158002" y="2688510"/>
                </a:lnTo>
                <a:lnTo>
                  <a:pt x="2196170" y="2664512"/>
                </a:lnTo>
                <a:lnTo>
                  <a:pt x="2234013" y="2640051"/>
                </a:lnTo>
                <a:lnTo>
                  <a:pt x="2271529" y="2615131"/>
                </a:lnTo>
                <a:lnTo>
                  <a:pt x="2308712" y="2589755"/>
                </a:lnTo>
                <a:lnTo>
                  <a:pt x="2345560" y="2563929"/>
                </a:lnTo>
                <a:lnTo>
                  <a:pt x="2382068" y="2537655"/>
                </a:lnTo>
                <a:lnTo>
                  <a:pt x="2418232" y="2510937"/>
                </a:lnTo>
                <a:lnTo>
                  <a:pt x="2454048" y="2483781"/>
                </a:lnTo>
                <a:lnTo>
                  <a:pt x="2489512" y="2456189"/>
                </a:lnTo>
                <a:lnTo>
                  <a:pt x="2524620" y="2428166"/>
                </a:lnTo>
                <a:lnTo>
                  <a:pt x="2559369" y="2399715"/>
                </a:lnTo>
                <a:lnTo>
                  <a:pt x="2593753" y="2370841"/>
                </a:lnTo>
                <a:lnTo>
                  <a:pt x="2627770" y="2341547"/>
                </a:lnTo>
                <a:lnTo>
                  <a:pt x="2661415" y="2311838"/>
                </a:lnTo>
                <a:lnTo>
                  <a:pt x="2694685" y="2281717"/>
                </a:lnTo>
                <a:lnTo>
                  <a:pt x="2727575" y="2251189"/>
                </a:lnTo>
                <a:lnTo>
                  <a:pt x="2760081" y="2220257"/>
                </a:lnTo>
                <a:lnTo>
                  <a:pt x="2792199" y="2188926"/>
                </a:lnTo>
                <a:lnTo>
                  <a:pt x="2823926" y="2157199"/>
                </a:lnTo>
                <a:lnTo>
                  <a:pt x="2855257" y="2125081"/>
                </a:lnTo>
                <a:lnTo>
                  <a:pt x="2886189" y="2092575"/>
                </a:lnTo>
                <a:lnTo>
                  <a:pt x="2916717" y="2059685"/>
                </a:lnTo>
                <a:lnTo>
                  <a:pt x="2946838" y="2026415"/>
                </a:lnTo>
                <a:lnTo>
                  <a:pt x="2976547" y="1992770"/>
                </a:lnTo>
                <a:lnTo>
                  <a:pt x="3005841" y="1958753"/>
                </a:lnTo>
                <a:lnTo>
                  <a:pt x="3034715" y="1924369"/>
                </a:lnTo>
                <a:lnTo>
                  <a:pt x="3063166" y="1889620"/>
                </a:lnTo>
                <a:lnTo>
                  <a:pt x="3091189" y="1854512"/>
                </a:lnTo>
                <a:lnTo>
                  <a:pt x="3118781" y="1819048"/>
                </a:lnTo>
                <a:lnTo>
                  <a:pt x="3145937" y="1783232"/>
                </a:lnTo>
                <a:lnTo>
                  <a:pt x="3172655" y="1747068"/>
                </a:lnTo>
                <a:lnTo>
                  <a:pt x="3198929" y="1710560"/>
                </a:lnTo>
                <a:lnTo>
                  <a:pt x="3224755" y="1673712"/>
                </a:lnTo>
                <a:lnTo>
                  <a:pt x="3250131" y="1636529"/>
                </a:lnTo>
                <a:lnTo>
                  <a:pt x="3275051" y="1599013"/>
                </a:lnTo>
                <a:lnTo>
                  <a:pt x="3299512" y="1561170"/>
                </a:lnTo>
                <a:lnTo>
                  <a:pt x="3323510" y="1523002"/>
                </a:lnTo>
                <a:lnTo>
                  <a:pt x="3347040" y="1484514"/>
                </a:lnTo>
                <a:lnTo>
                  <a:pt x="3370099" y="1445711"/>
                </a:lnTo>
                <a:lnTo>
                  <a:pt x="3392684" y="1406595"/>
                </a:lnTo>
                <a:lnTo>
                  <a:pt x="3414789" y="1367171"/>
                </a:lnTo>
                <a:lnTo>
                  <a:pt x="3436411" y="1327443"/>
                </a:lnTo>
                <a:lnTo>
                  <a:pt x="3457546" y="1287414"/>
                </a:lnTo>
                <a:lnTo>
                  <a:pt x="3478190" y="1247090"/>
                </a:lnTo>
                <a:lnTo>
                  <a:pt x="3498339" y="1206473"/>
                </a:lnTo>
                <a:lnTo>
                  <a:pt x="3517989" y="1165569"/>
                </a:lnTo>
                <a:lnTo>
                  <a:pt x="3537136" y="1124380"/>
                </a:lnTo>
                <a:lnTo>
                  <a:pt x="3555776" y="1082910"/>
                </a:lnTo>
                <a:lnTo>
                  <a:pt x="3573905" y="1041164"/>
                </a:lnTo>
                <a:lnTo>
                  <a:pt x="3591520" y="999146"/>
                </a:lnTo>
                <a:lnTo>
                  <a:pt x="3608615" y="956860"/>
                </a:lnTo>
                <a:lnTo>
                  <a:pt x="3625188" y="914309"/>
                </a:lnTo>
                <a:lnTo>
                  <a:pt x="3641233" y="871498"/>
                </a:lnTo>
                <a:lnTo>
                  <a:pt x="3656748" y="828431"/>
                </a:lnTo>
                <a:lnTo>
                  <a:pt x="3671728" y="785111"/>
                </a:lnTo>
                <a:lnTo>
                  <a:pt x="3686170" y="741542"/>
                </a:lnTo>
                <a:lnTo>
                  <a:pt x="3700069" y="697729"/>
                </a:lnTo>
                <a:lnTo>
                  <a:pt x="3713421" y="653676"/>
                </a:lnTo>
                <a:lnTo>
                  <a:pt x="3726222" y="609386"/>
                </a:lnTo>
                <a:lnTo>
                  <a:pt x="3738469" y="564864"/>
                </a:lnTo>
                <a:lnTo>
                  <a:pt x="3750157" y="520112"/>
                </a:lnTo>
                <a:lnTo>
                  <a:pt x="3761282" y="475137"/>
                </a:lnTo>
                <a:lnTo>
                  <a:pt x="3771841" y="429940"/>
                </a:lnTo>
                <a:lnTo>
                  <a:pt x="3781829" y="384527"/>
                </a:lnTo>
                <a:lnTo>
                  <a:pt x="3791243" y="338902"/>
                </a:lnTo>
                <a:lnTo>
                  <a:pt x="3800078" y="293067"/>
                </a:lnTo>
                <a:lnTo>
                  <a:pt x="3808331" y="247028"/>
                </a:lnTo>
                <a:lnTo>
                  <a:pt x="3815997" y="200788"/>
                </a:lnTo>
                <a:lnTo>
                  <a:pt x="3823073" y="154352"/>
                </a:lnTo>
                <a:lnTo>
                  <a:pt x="3829493" y="108165"/>
                </a:lnTo>
                <a:lnTo>
                  <a:pt x="3835331" y="61750"/>
                </a:lnTo>
                <a:lnTo>
                  <a:pt x="3840718" y="13901"/>
                </a:lnTo>
                <a:lnTo>
                  <a:pt x="3842095" y="0"/>
                </a:lnTo>
                <a:close/>
              </a:path>
            </a:pathLst>
          </a:custGeom>
          <a:solidFill>
            <a:srgbClr val="FFFFF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FFFFF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11200" y="1962150"/>
            <a:ext cx="4279900" cy="25400"/>
          </a:xfrm>
          <a:custGeom>
            <a:avLst/>
            <a:gdLst/>
            <a:ahLst/>
            <a:cxnLst/>
            <a:rect l="l" t="t" r="r" b="b"/>
            <a:pathLst>
              <a:path w="4279900" h="25400">
                <a:moveTo>
                  <a:pt x="4279900" y="0"/>
                </a:moveTo>
                <a:lnTo>
                  <a:pt x="0" y="0"/>
                </a:lnTo>
                <a:lnTo>
                  <a:pt x="0" y="25400"/>
                </a:lnTo>
                <a:lnTo>
                  <a:pt x="4279900" y="25400"/>
                </a:lnTo>
                <a:lnTo>
                  <a:pt x="4279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095" y="1522845"/>
            <a:ext cx="4235630" cy="304511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71945" y="2339072"/>
            <a:ext cx="917575" cy="133350"/>
          </a:xfrm>
          <a:custGeom>
            <a:avLst/>
            <a:gdLst/>
            <a:ahLst/>
            <a:cxnLst/>
            <a:rect l="l" t="t" r="r" b="b"/>
            <a:pathLst>
              <a:path w="917575" h="133350">
                <a:moveTo>
                  <a:pt x="57709" y="27718"/>
                </a:moveTo>
                <a:lnTo>
                  <a:pt x="30369" y="27718"/>
                </a:lnTo>
                <a:lnTo>
                  <a:pt x="30369" y="131076"/>
                </a:lnTo>
                <a:lnTo>
                  <a:pt x="57709" y="131076"/>
                </a:lnTo>
                <a:lnTo>
                  <a:pt x="57709" y="27718"/>
                </a:lnTo>
                <a:close/>
              </a:path>
              <a:path w="917575" h="133350">
                <a:moveTo>
                  <a:pt x="57709" y="1767"/>
                </a:moveTo>
                <a:lnTo>
                  <a:pt x="32011" y="1767"/>
                </a:lnTo>
                <a:lnTo>
                  <a:pt x="0" y="22035"/>
                </a:lnTo>
                <a:lnTo>
                  <a:pt x="0" y="46281"/>
                </a:lnTo>
                <a:lnTo>
                  <a:pt x="29612" y="27718"/>
                </a:lnTo>
                <a:lnTo>
                  <a:pt x="57709" y="27718"/>
                </a:lnTo>
                <a:lnTo>
                  <a:pt x="57709" y="1767"/>
                </a:lnTo>
                <a:close/>
              </a:path>
              <a:path w="917575" h="133350">
                <a:moveTo>
                  <a:pt x="124857" y="102538"/>
                </a:moveTo>
                <a:lnTo>
                  <a:pt x="116649" y="102538"/>
                </a:lnTo>
                <a:lnTo>
                  <a:pt x="113071" y="104011"/>
                </a:lnTo>
                <a:lnTo>
                  <a:pt x="110083" y="106957"/>
                </a:lnTo>
                <a:lnTo>
                  <a:pt x="107136" y="109904"/>
                </a:lnTo>
                <a:lnTo>
                  <a:pt x="105663" y="113440"/>
                </a:lnTo>
                <a:lnTo>
                  <a:pt x="105663" y="121732"/>
                </a:lnTo>
                <a:lnTo>
                  <a:pt x="107136" y="125310"/>
                </a:lnTo>
                <a:lnTo>
                  <a:pt x="110083" y="128298"/>
                </a:lnTo>
                <a:lnTo>
                  <a:pt x="113071" y="131245"/>
                </a:lnTo>
                <a:lnTo>
                  <a:pt x="116649" y="132718"/>
                </a:lnTo>
                <a:lnTo>
                  <a:pt x="123552" y="132718"/>
                </a:lnTo>
                <a:lnTo>
                  <a:pt x="135970" y="120343"/>
                </a:lnTo>
                <a:lnTo>
                  <a:pt x="135970" y="113440"/>
                </a:lnTo>
                <a:lnTo>
                  <a:pt x="134454" y="109904"/>
                </a:lnTo>
                <a:lnTo>
                  <a:pt x="128393" y="104011"/>
                </a:lnTo>
                <a:lnTo>
                  <a:pt x="124857" y="102538"/>
                </a:lnTo>
                <a:close/>
              </a:path>
              <a:path w="917575" h="133350">
                <a:moveTo>
                  <a:pt x="240554" y="1767"/>
                </a:moveTo>
                <a:lnTo>
                  <a:pt x="210184" y="1767"/>
                </a:lnTo>
                <a:lnTo>
                  <a:pt x="254823" y="131076"/>
                </a:lnTo>
                <a:lnTo>
                  <a:pt x="290055" y="131076"/>
                </a:lnTo>
                <a:lnTo>
                  <a:pt x="300764" y="100012"/>
                </a:lnTo>
                <a:lnTo>
                  <a:pt x="271808" y="100012"/>
                </a:lnTo>
                <a:lnTo>
                  <a:pt x="240554" y="1767"/>
                </a:lnTo>
                <a:close/>
              </a:path>
              <a:path w="917575" h="133350">
                <a:moveTo>
                  <a:pt x="334631" y="1767"/>
                </a:moveTo>
                <a:lnTo>
                  <a:pt x="304325" y="1767"/>
                </a:lnTo>
                <a:lnTo>
                  <a:pt x="273008" y="100012"/>
                </a:lnTo>
                <a:lnTo>
                  <a:pt x="300764" y="100012"/>
                </a:lnTo>
                <a:lnTo>
                  <a:pt x="334631" y="1767"/>
                </a:lnTo>
                <a:close/>
              </a:path>
              <a:path w="917575" h="133350">
                <a:moveTo>
                  <a:pt x="401180" y="0"/>
                </a:moveTo>
                <a:lnTo>
                  <a:pt x="363750" y="12154"/>
                </a:lnTo>
                <a:lnTo>
                  <a:pt x="342619" y="46849"/>
                </a:lnTo>
                <a:lnTo>
                  <a:pt x="340630" y="66422"/>
                </a:lnTo>
                <a:lnTo>
                  <a:pt x="341077" y="75556"/>
                </a:lnTo>
                <a:lnTo>
                  <a:pt x="358047" y="115497"/>
                </a:lnTo>
                <a:lnTo>
                  <a:pt x="392850" y="132359"/>
                </a:lnTo>
                <a:lnTo>
                  <a:pt x="401180" y="132844"/>
                </a:lnTo>
                <a:lnTo>
                  <a:pt x="409522" y="132359"/>
                </a:lnTo>
                <a:lnTo>
                  <a:pt x="444304" y="115497"/>
                </a:lnTo>
                <a:lnTo>
                  <a:pt x="449825" y="108662"/>
                </a:lnTo>
                <a:lnTo>
                  <a:pt x="394572" y="108662"/>
                </a:lnTo>
                <a:lnTo>
                  <a:pt x="388805" y="107042"/>
                </a:lnTo>
                <a:lnTo>
                  <a:pt x="368348" y="75556"/>
                </a:lnTo>
                <a:lnTo>
                  <a:pt x="368348" y="57288"/>
                </a:lnTo>
                <a:lnTo>
                  <a:pt x="394572" y="24182"/>
                </a:lnTo>
                <a:lnTo>
                  <a:pt x="449823" y="24182"/>
                </a:lnTo>
                <a:lnTo>
                  <a:pt x="449371" y="23456"/>
                </a:lnTo>
                <a:lnTo>
                  <a:pt x="417438" y="1957"/>
                </a:lnTo>
                <a:lnTo>
                  <a:pt x="409522" y="489"/>
                </a:lnTo>
                <a:lnTo>
                  <a:pt x="401180" y="0"/>
                </a:lnTo>
                <a:close/>
              </a:path>
              <a:path w="917575" h="133350">
                <a:moveTo>
                  <a:pt x="449823" y="24182"/>
                </a:moveTo>
                <a:lnTo>
                  <a:pt x="407789" y="24182"/>
                </a:lnTo>
                <a:lnTo>
                  <a:pt x="413555" y="25802"/>
                </a:lnTo>
                <a:lnTo>
                  <a:pt x="423405" y="32285"/>
                </a:lnTo>
                <a:lnTo>
                  <a:pt x="427215" y="37041"/>
                </a:lnTo>
                <a:lnTo>
                  <a:pt x="429908" y="43313"/>
                </a:lnTo>
                <a:lnTo>
                  <a:pt x="432644" y="49585"/>
                </a:lnTo>
                <a:lnTo>
                  <a:pt x="434013" y="57288"/>
                </a:lnTo>
                <a:lnTo>
                  <a:pt x="434013" y="75556"/>
                </a:lnTo>
                <a:lnTo>
                  <a:pt x="432644" y="83259"/>
                </a:lnTo>
                <a:lnTo>
                  <a:pt x="429908" y="89531"/>
                </a:lnTo>
                <a:lnTo>
                  <a:pt x="427215" y="95803"/>
                </a:lnTo>
                <a:lnTo>
                  <a:pt x="423405" y="100559"/>
                </a:lnTo>
                <a:lnTo>
                  <a:pt x="413555" y="107042"/>
                </a:lnTo>
                <a:lnTo>
                  <a:pt x="407789" y="108662"/>
                </a:lnTo>
                <a:lnTo>
                  <a:pt x="449825" y="108662"/>
                </a:lnTo>
                <a:lnTo>
                  <a:pt x="461731" y="66422"/>
                </a:lnTo>
                <a:lnTo>
                  <a:pt x="461281" y="57288"/>
                </a:lnTo>
                <a:lnTo>
                  <a:pt x="461229" y="56241"/>
                </a:lnTo>
                <a:lnTo>
                  <a:pt x="459726" y="46849"/>
                </a:lnTo>
                <a:lnTo>
                  <a:pt x="457220" y="38246"/>
                </a:lnTo>
                <a:lnTo>
                  <a:pt x="453712" y="30433"/>
                </a:lnTo>
                <a:lnTo>
                  <a:pt x="449823" y="24182"/>
                </a:lnTo>
                <a:close/>
              </a:path>
              <a:path w="917575" h="133350">
                <a:moveTo>
                  <a:pt x="550473" y="1767"/>
                </a:moveTo>
                <a:lnTo>
                  <a:pt x="523134" y="1767"/>
                </a:lnTo>
                <a:lnTo>
                  <a:pt x="523134" y="85743"/>
                </a:lnTo>
                <a:lnTo>
                  <a:pt x="540539" y="123079"/>
                </a:lnTo>
                <a:lnTo>
                  <a:pt x="576739" y="132908"/>
                </a:lnTo>
                <a:lnTo>
                  <a:pt x="584509" y="132541"/>
                </a:lnTo>
                <a:lnTo>
                  <a:pt x="623588" y="110493"/>
                </a:lnTo>
                <a:lnTo>
                  <a:pt x="624466" y="108851"/>
                </a:lnTo>
                <a:lnTo>
                  <a:pt x="571477" y="108851"/>
                </a:lnTo>
                <a:lnTo>
                  <a:pt x="566868" y="107757"/>
                </a:lnTo>
                <a:lnTo>
                  <a:pt x="550473" y="88331"/>
                </a:lnTo>
                <a:lnTo>
                  <a:pt x="550473" y="1767"/>
                </a:lnTo>
                <a:close/>
              </a:path>
              <a:path w="917575" h="133350">
                <a:moveTo>
                  <a:pt x="630344" y="1767"/>
                </a:moveTo>
                <a:lnTo>
                  <a:pt x="603005" y="1767"/>
                </a:lnTo>
                <a:lnTo>
                  <a:pt x="603005" y="88331"/>
                </a:lnTo>
                <a:lnTo>
                  <a:pt x="601910" y="92709"/>
                </a:lnTo>
                <a:lnTo>
                  <a:pt x="599721" y="96539"/>
                </a:lnTo>
                <a:lnTo>
                  <a:pt x="597575" y="100370"/>
                </a:lnTo>
                <a:lnTo>
                  <a:pt x="594523" y="103379"/>
                </a:lnTo>
                <a:lnTo>
                  <a:pt x="586652" y="107757"/>
                </a:lnTo>
                <a:lnTo>
                  <a:pt x="582042" y="108851"/>
                </a:lnTo>
                <a:lnTo>
                  <a:pt x="624466" y="108851"/>
                </a:lnTo>
                <a:lnTo>
                  <a:pt x="626544" y="104968"/>
                </a:lnTo>
                <a:lnTo>
                  <a:pt x="628655" y="99002"/>
                </a:lnTo>
                <a:lnTo>
                  <a:pt x="629899" y="92709"/>
                </a:lnTo>
                <a:lnTo>
                  <a:pt x="630344" y="85743"/>
                </a:lnTo>
                <a:lnTo>
                  <a:pt x="630344" y="1767"/>
                </a:lnTo>
                <a:close/>
              </a:path>
              <a:path w="917575" h="133350">
                <a:moveTo>
                  <a:pt x="674494" y="101590"/>
                </a:moveTo>
                <a:lnTo>
                  <a:pt x="648039" y="102980"/>
                </a:lnTo>
                <a:lnTo>
                  <a:pt x="649605" y="109562"/>
                </a:lnTo>
                <a:lnTo>
                  <a:pt x="652348" y="115418"/>
                </a:lnTo>
                <a:lnTo>
                  <a:pt x="692047" y="132971"/>
                </a:lnTo>
                <a:lnTo>
                  <a:pt x="700465" y="132971"/>
                </a:lnTo>
                <a:lnTo>
                  <a:pt x="707895" y="131645"/>
                </a:lnTo>
                <a:lnTo>
                  <a:pt x="720817" y="126299"/>
                </a:lnTo>
                <a:lnTo>
                  <a:pt x="725910" y="122553"/>
                </a:lnTo>
                <a:lnTo>
                  <a:pt x="729614" y="117754"/>
                </a:lnTo>
                <a:lnTo>
                  <a:pt x="732868" y="113587"/>
                </a:lnTo>
                <a:lnTo>
                  <a:pt x="687311" y="113587"/>
                </a:lnTo>
                <a:lnTo>
                  <a:pt x="683786" y="112682"/>
                </a:lnTo>
                <a:lnTo>
                  <a:pt x="683536" y="112682"/>
                </a:lnTo>
                <a:lnTo>
                  <a:pt x="680303" y="110556"/>
                </a:lnTo>
                <a:lnTo>
                  <a:pt x="677230" y="108494"/>
                </a:lnTo>
                <a:lnTo>
                  <a:pt x="675294" y="105505"/>
                </a:lnTo>
                <a:lnTo>
                  <a:pt x="674494" y="101590"/>
                </a:lnTo>
                <a:close/>
              </a:path>
              <a:path w="917575" h="133350">
                <a:moveTo>
                  <a:pt x="691731" y="32832"/>
                </a:moveTo>
                <a:lnTo>
                  <a:pt x="683439" y="32832"/>
                </a:lnTo>
                <a:lnTo>
                  <a:pt x="676199" y="34053"/>
                </a:lnTo>
                <a:lnTo>
                  <a:pt x="650627" y="56783"/>
                </a:lnTo>
                <a:lnTo>
                  <a:pt x="650627" y="70252"/>
                </a:lnTo>
                <a:lnTo>
                  <a:pt x="652921" y="76209"/>
                </a:lnTo>
                <a:lnTo>
                  <a:pt x="662140" y="85553"/>
                </a:lnTo>
                <a:lnTo>
                  <a:pt x="669190" y="88836"/>
                </a:lnTo>
                <a:lnTo>
                  <a:pt x="699665" y="94919"/>
                </a:lnTo>
                <a:lnTo>
                  <a:pt x="702780" y="96139"/>
                </a:lnTo>
                <a:lnTo>
                  <a:pt x="704801" y="97739"/>
                </a:lnTo>
                <a:lnTo>
                  <a:pt x="706821" y="99296"/>
                </a:lnTo>
                <a:lnTo>
                  <a:pt x="707852" y="101296"/>
                </a:lnTo>
                <a:lnTo>
                  <a:pt x="707852" y="106642"/>
                </a:lnTo>
                <a:lnTo>
                  <a:pt x="706379" y="109020"/>
                </a:lnTo>
                <a:lnTo>
                  <a:pt x="700613" y="112682"/>
                </a:lnTo>
                <a:lnTo>
                  <a:pt x="696824" y="113587"/>
                </a:lnTo>
                <a:lnTo>
                  <a:pt x="732868" y="113587"/>
                </a:lnTo>
                <a:lnTo>
                  <a:pt x="733361" y="112956"/>
                </a:lnTo>
                <a:lnTo>
                  <a:pt x="735234" y="107378"/>
                </a:lnTo>
                <a:lnTo>
                  <a:pt x="735234" y="94035"/>
                </a:lnTo>
                <a:lnTo>
                  <a:pt x="732919" y="88394"/>
                </a:lnTo>
                <a:lnTo>
                  <a:pt x="723658" y="79807"/>
                </a:lnTo>
                <a:lnTo>
                  <a:pt x="716629" y="76693"/>
                </a:lnTo>
                <a:lnTo>
                  <a:pt x="689647" y="71221"/>
                </a:lnTo>
                <a:lnTo>
                  <a:pt x="685143" y="70252"/>
                </a:lnTo>
                <a:lnTo>
                  <a:pt x="681965" y="68969"/>
                </a:lnTo>
                <a:lnTo>
                  <a:pt x="678261" y="65770"/>
                </a:lnTo>
                <a:lnTo>
                  <a:pt x="677335" y="63812"/>
                </a:lnTo>
                <a:lnTo>
                  <a:pt x="677335" y="58593"/>
                </a:lnTo>
                <a:lnTo>
                  <a:pt x="678766" y="56278"/>
                </a:lnTo>
                <a:lnTo>
                  <a:pt x="681629" y="54552"/>
                </a:lnTo>
                <a:lnTo>
                  <a:pt x="684423" y="52826"/>
                </a:lnTo>
                <a:lnTo>
                  <a:pt x="685914" y="52426"/>
                </a:lnTo>
                <a:lnTo>
                  <a:pt x="688006" y="51900"/>
                </a:lnTo>
                <a:lnTo>
                  <a:pt x="731304" y="51900"/>
                </a:lnTo>
                <a:lnTo>
                  <a:pt x="727720" y="45775"/>
                </a:lnTo>
                <a:lnTo>
                  <a:pt x="720649" y="40598"/>
                </a:lnTo>
                <a:lnTo>
                  <a:pt x="714887" y="37200"/>
                </a:lnTo>
                <a:lnTo>
                  <a:pt x="708147" y="34773"/>
                </a:lnTo>
                <a:lnTo>
                  <a:pt x="700428" y="33317"/>
                </a:lnTo>
                <a:lnTo>
                  <a:pt x="691731" y="32832"/>
                </a:lnTo>
                <a:close/>
              </a:path>
              <a:path w="917575" h="133350">
                <a:moveTo>
                  <a:pt x="731304" y="51900"/>
                </a:moveTo>
                <a:lnTo>
                  <a:pt x="695288" y="51900"/>
                </a:lnTo>
                <a:lnTo>
                  <a:pt x="697961" y="52426"/>
                </a:lnTo>
                <a:lnTo>
                  <a:pt x="700192" y="53478"/>
                </a:lnTo>
                <a:lnTo>
                  <a:pt x="702549" y="54552"/>
                </a:lnTo>
                <a:lnTo>
                  <a:pt x="704296" y="55857"/>
                </a:lnTo>
                <a:lnTo>
                  <a:pt x="705685" y="57582"/>
                </a:lnTo>
                <a:lnTo>
                  <a:pt x="707074" y="59266"/>
                </a:lnTo>
                <a:lnTo>
                  <a:pt x="707979" y="61160"/>
                </a:lnTo>
                <a:lnTo>
                  <a:pt x="708400" y="63265"/>
                </a:lnTo>
                <a:lnTo>
                  <a:pt x="733024" y="61750"/>
                </a:lnTo>
                <a:lnTo>
                  <a:pt x="731932" y="53478"/>
                </a:lnTo>
                <a:lnTo>
                  <a:pt x="731845" y="52826"/>
                </a:lnTo>
                <a:lnTo>
                  <a:pt x="731304" y="51900"/>
                </a:lnTo>
                <a:close/>
              </a:path>
              <a:path w="917575" h="133350">
                <a:moveTo>
                  <a:pt x="801693" y="32832"/>
                </a:moveTo>
                <a:lnTo>
                  <a:pt x="795295" y="32832"/>
                </a:lnTo>
                <a:lnTo>
                  <a:pt x="788389" y="33227"/>
                </a:lnTo>
                <a:lnTo>
                  <a:pt x="754065" y="56762"/>
                </a:lnTo>
                <a:lnTo>
                  <a:pt x="748256" y="83028"/>
                </a:lnTo>
                <a:lnTo>
                  <a:pt x="748572" y="89468"/>
                </a:lnTo>
                <a:lnTo>
                  <a:pt x="748619" y="90442"/>
                </a:lnTo>
                <a:lnTo>
                  <a:pt x="749709" y="97344"/>
                </a:lnTo>
                <a:lnTo>
                  <a:pt x="751399" y="103295"/>
                </a:lnTo>
                <a:lnTo>
                  <a:pt x="751524" y="103733"/>
                </a:lnTo>
                <a:lnTo>
                  <a:pt x="782446" y="131455"/>
                </a:lnTo>
                <a:lnTo>
                  <a:pt x="796368" y="132971"/>
                </a:lnTo>
                <a:lnTo>
                  <a:pt x="804366" y="132971"/>
                </a:lnTo>
                <a:lnTo>
                  <a:pt x="837255" y="112892"/>
                </a:lnTo>
                <a:lnTo>
                  <a:pt x="792307" y="112892"/>
                </a:lnTo>
                <a:lnTo>
                  <a:pt x="788413" y="111945"/>
                </a:lnTo>
                <a:lnTo>
                  <a:pt x="774838" y="94329"/>
                </a:lnTo>
                <a:lnTo>
                  <a:pt x="774846" y="89468"/>
                </a:lnTo>
                <a:lnTo>
                  <a:pt x="758990" y="89468"/>
                </a:lnTo>
                <a:lnTo>
                  <a:pt x="758990" y="72799"/>
                </a:lnTo>
                <a:lnTo>
                  <a:pt x="774875" y="72799"/>
                </a:lnTo>
                <a:lnTo>
                  <a:pt x="774880" y="69853"/>
                </a:lnTo>
                <a:lnTo>
                  <a:pt x="775719" y="66632"/>
                </a:lnTo>
                <a:lnTo>
                  <a:pt x="775785" y="66380"/>
                </a:lnTo>
                <a:lnTo>
                  <a:pt x="779321" y="60108"/>
                </a:lnTo>
                <a:lnTo>
                  <a:pt x="781762" y="57603"/>
                </a:lnTo>
                <a:lnTo>
                  <a:pt x="788034" y="53857"/>
                </a:lnTo>
                <a:lnTo>
                  <a:pt x="791654" y="52910"/>
                </a:lnTo>
                <a:lnTo>
                  <a:pt x="834217" y="52910"/>
                </a:lnTo>
                <a:lnTo>
                  <a:pt x="831892" y="49227"/>
                </a:lnTo>
                <a:lnTo>
                  <a:pt x="823560" y="40998"/>
                </a:lnTo>
                <a:lnTo>
                  <a:pt x="818720" y="37946"/>
                </a:lnTo>
                <a:lnTo>
                  <a:pt x="813163" y="35926"/>
                </a:lnTo>
                <a:lnTo>
                  <a:pt x="807649" y="33863"/>
                </a:lnTo>
                <a:lnTo>
                  <a:pt x="801693" y="32832"/>
                </a:lnTo>
                <a:close/>
              </a:path>
              <a:path w="917575" h="133350">
                <a:moveTo>
                  <a:pt x="815436" y="101654"/>
                </a:moveTo>
                <a:lnTo>
                  <a:pt x="799799" y="112892"/>
                </a:lnTo>
                <a:lnTo>
                  <a:pt x="837255" y="112892"/>
                </a:lnTo>
                <a:lnTo>
                  <a:pt x="839051" y="109272"/>
                </a:lnTo>
                <a:lnTo>
                  <a:pt x="840144" y="104095"/>
                </a:lnTo>
                <a:lnTo>
                  <a:pt x="840221" y="103733"/>
                </a:lnTo>
                <a:lnTo>
                  <a:pt x="840313" y="103295"/>
                </a:lnTo>
                <a:lnTo>
                  <a:pt x="815436" y="101654"/>
                </a:lnTo>
                <a:close/>
              </a:path>
              <a:path w="917575" h="133350">
                <a:moveTo>
                  <a:pt x="774875" y="72799"/>
                </a:moveTo>
                <a:lnTo>
                  <a:pt x="758990" y="72799"/>
                </a:lnTo>
                <a:lnTo>
                  <a:pt x="758990" y="89468"/>
                </a:lnTo>
                <a:lnTo>
                  <a:pt x="774846" y="89468"/>
                </a:lnTo>
                <a:lnTo>
                  <a:pt x="774875" y="72799"/>
                </a:lnTo>
                <a:close/>
              </a:path>
              <a:path w="917575" h="133350">
                <a:moveTo>
                  <a:pt x="834217" y="52910"/>
                </a:moveTo>
                <a:lnTo>
                  <a:pt x="799652" y="52910"/>
                </a:lnTo>
                <a:lnTo>
                  <a:pt x="803417" y="53857"/>
                </a:lnTo>
                <a:lnTo>
                  <a:pt x="803226" y="53857"/>
                </a:lnTo>
                <a:lnTo>
                  <a:pt x="806029" y="55499"/>
                </a:lnTo>
                <a:lnTo>
                  <a:pt x="809017" y="57183"/>
                </a:lnTo>
                <a:lnTo>
                  <a:pt x="811353" y="59519"/>
                </a:lnTo>
                <a:lnTo>
                  <a:pt x="814721" y="65496"/>
                </a:lnTo>
                <a:lnTo>
                  <a:pt x="815563" y="68979"/>
                </a:lnTo>
                <a:lnTo>
                  <a:pt x="815563" y="72799"/>
                </a:lnTo>
                <a:lnTo>
                  <a:pt x="774875" y="72799"/>
                </a:lnTo>
                <a:lnTo>
                  <a:pt x="774846" y="89468"/>
                </a:lnTo>
                <a:lnTo>
                  <a:pt x="840882" y="89468"/>
                </a:lnTo>
                <a:lnTo>
                  <a:pt x="840882" y="73830"/>
                </a:lnTo>
                <a:lnTo>
                  <a:pt x="839724" y="66632"/>
                </a:lnTo>
                <a:lnTo>
                  <a:pt x="835094" y="54299"/>
                </a:lnTo>
                <a:lnTo>
                  <a:pt x="834217" y="52910"/>
                </a:lnTo>
                <a:close/>
              </a:path>
              <a:path w="917575" h="133350">
                <a:moveTo>
                  <a:pt x="884511" y="34095"/>
                </a:moveTo>
                <a:lnTo>
                  <a:pt x="858434" y="34095"/>
                </a:lnTo>
                <a:lnTo>
                  <a:pt x="858434" y="131076"/>
                </a:lnTo>
                <a:lnTo>
                  <a:pt x="885332" y="131076"/>
                </a:lnTo>
                <a:lnTo>
                  <a:pt x="885332" y="72252"/>
                </a:lnTo>
                <a:lnTo>
                  <a:pt x="886215" y="68758"/>
                </a:lnTo>
                <a:lnTo>
                  <a:pt x="917280" y="56067"/>
                </a:lnTo>
                <a:lnTo>
                  <a:pt x="917280" y="51016"/>
                </a:lnTo>
                <a:lnTo>
                  <a:pt x="884511" y="51016"/>
                </a:lnTo>
                <a:lnTo>
                  <a:pt x="884511" y="34095"/>
                </a:lnTo>
                <a:close/>
              </a:path>
              <a:path w="917575" h="133350">
                <a:moveTo>
                  <a:pt x="917280" y="56067"/>
                </a:moveTo>
                <a:lnTo>
                  <a:pt x="907767" y="56067"/>
                </a:lnTo>
                <a:lnTo>
                  <a:pt x="909809" y="56214"/>
                </a:lnTo>
                <a:lnTo>
                  <a:pt x="915227" y="56930"/>
                </a:lnTo>
                <a:lnTo>
                  <a:pt x="914925" y="56930"/>
                </a:lnTo>
                <a:lnTo>
                  <a:pt x="916017" y="57140"/>
                </a:lnTo>
                <a:lnTo>
                  <a:pt x="917280" y="57519"/>
                </a:lnTo>
                <a:lnTo>
                  <a:pt x="917280" y="56067"/>
                </a:lnTo>
                <a:close/>
              </a:path>
              <a:path w="917575" h="133350">
                <a:moveTo>
                  <a:pt x="911619" y="32790"/>
                </a:moveTo>
                <a:lnTo>
                  <a:pt x="903130" y="32790"/>
                </a:lnTo>
                <a:lnTo>
                  <a:pt x="898591" y="34263"/>
                </a:lnTo>
                <a:lnTo>
                  <a:pt x="894424" y="37378"/>
                </a:lnTo>
                <a:lnTo>
                  <a:pt x="890256" y="40451"/>
                </a:lnTo>
                <a:lnTo>
                  <a:pt x="887289" y="44997"/>
                </a:lnTo>
                <a:lnTo>
                  <a:pt x="885521" y="51016"/>
                </a:lnTo>
                <a:lnTo>
                  <a:pt x="917280" y="51016"/>
                </a:lnTo>
                <a:lnTo>
                  <a:pt x="917280" y="33653"/>
                </a:lnTo>
                <a:lnTo>
                  <a:pt x="916101" y="33358"/>
                </a:lnTo>
                <a:lnTo>
                  <a:pt x="914733" y="33127"/>
                </a:lnTo>
                <a:lnTo>
                  <a:pt x="911619" y="32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8459" y="2656572"/>
            <a:ext cx="2328605" cy="1333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307" y="3024872"/>
            <a:ext cx="1952747" cy="16744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985" y="3340100"/>
            <a:ext cx="2230060" cy="17173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0985" y="3657600"/>
            <a:ext cx="2349772" cy="17173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985" y="3973079"/>
            <a:ext cx="2953257" cy="17375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0985" y="4292600"/>
            <a:ext cx="2881610" cy="17173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0985" y="4610100"/>
            <a:ext cx="2874317" cy="17173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5782" y="4975053"/>
            <a:ext cx="1554528" cy="13859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30732" y="5295900"/>
            <a:ext cx="2419936" cy="17173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0732" y="5613400"/>
            <a:ext cx="2623591" cy="17173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0732" y="5930900"/>
            <a:ext cx="2106181" cy="169718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0732" y="6248400"/>
            <a:ext cx="2261930" cy="16971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30732" y="6565900"/>
            <a:ext cx="2840648" cy="171738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6220149" y="2392885"/>
            <a:ext cx="472440" cy="123825"/>
          </a:xfrm>
          <a:custGeom>
            <a:avLst/>
            <a:gdLst/>
            <a:ahLst/>
            <a:cxnLst/>
            <a:rect l="l" t="t" r="r" b="b"/>
            <a:pathLst>
              <a:path w="472440" h="123825">
                <a:moveTo>
                  <a:pt x="50499" y="0"/>
                </a:moveTo>
                <a:lnTo>
                  <a:pt x="32988" y="0"/>
                </a:lnTo>
                <a:lnTo>
                  <a:pt x="25484" y="2442"/>
                </a:lnTo>
                <a:lnTo>
                  <a:pt x="2770" y="35679"/>
                </a:lnTo>
                <a:lnTo>
                  <a:pt x="0" y="61677"/>
                </a:lnTo>
                <a:lnTo>
                  <a:pt x="244" y="69182"/>
                </a:lnTo>
                <a:lnTo>
                  <a:pt x="10949" y="107247"/>
                </a:lnTo>
                <a:lnTo>
                  <a:pt x="32910" y="123355"/>
                </a:lnTo>
                <a:lnTo>
                  <a:pt x="50577" y="123355"/>
                </a:lnTo>
                <a:lnTo>
                  <a:pt x="58101" y="120952"/>
                </a:lnTo>
                <a:lnTo>
                  <a:pt x="64316" y="116144"/>
                </a:lnTo>
                <a:lnTo>
                  <a:pt x="68702" y="112102"/>
                </a:lnTo>
                <a:lnTo>
                  <a:pt x="70002" y="110457"/>
                </a:lnTo>
                <a:lnTo>
                  <a:pt x="35920" y="110457"/>
                </a:lnTo>
                <a:lnTo>
                  <a:pt x="30936" y="108561"/>
                </a:lnTo>
                <a:lnTo>
                  <a:pt x="14276" y="69182"/>
                </a:lnTo>
                <a:lnTo>
                  <a:pt x="14071" y="61677"/>
                </a:lnTo>
                <a:lnTo>
                  <a:pt x="14382" y="54169"/>
                </a:lnTo>
                <a:lnTo>
                  <a:pt x="14460" y="52300"/>
                </a:lnTo>
                <a:lnTo>
                  <a:pt x="33066" y="12663"/>
                </a:lnTo>
                <a:lnTo>
                  <a:pt x="69632" y="12663"/>
                </a:lnTo>
                <a:lnTo>
                  <a:pt x="68610" y="11374"/>
                </a:lnTo>
                <a:lnTo>
                  <a:pt x="64199" y="7328"/>
                </a:lnTo>
                <a:lnTo>
                  <a:pt x="57984" y="2442"/>
                </a:lnTo>
                <a:lnTo>
                  <a:pt x="50499" y="0"/>
                </a:lnTo>
                <a:close/>
              </a:path>
              <a:path w="472440" h="123825">
                <a:moveTo>
                  <a:pt x="69632" y="12663"/>
                </a:moveTo>
                <a:lnTo>
                  <a:pt x="47528" y="12663"/>
                </a:lnTo>
                <a:lnTo>
                  <a:pt x="52473" y="14579"/>
                </a:lnTo>
                <a:lnTo>
                  <a:pt x="60720" y="22240"/>
                </a:lnTo>
                <a:lnTo>
                  <a:pt x="69417" y="61677"/>
                </a:lnTo>
                <a:lnTo>
                  <a:pt x="69108" y="69182"/>
                </a:lnTo>
                <a:lnTo>
                  <a:pt x="57300" y="106236"/>
                </a:lnTo>
                <a:lnTo>
                  <a:pt x="50499" y="110457"/>
                </a:lnTo>
                <a:lnTo>
                  <a:pt x="70002" y="110457"/>
                </a:lnTo>
                <a:lnTo>
                  <a:pt x="72539" y="107247"/>
                </a:lnTo>
                <a:lnTo>
                  <a:pt x="75825" y="101578"/>
                </a:lnTo>
                <a:lnTo>
                  <a:pt x="78563" y="95096"/>
                </a:lnTo>
                <a:lnTo>
                  <a:pt x="80611" y="88178"/>
                </a:lnTo>
                <a:lnTo>
                  <a:pt x="80717" y="87819"/>
                </a:lnTo>
                <a:lnTo>
                  <a:pt x="82256" y="79823"/>
                </a:lnTo>
                <a:lnTo>
                  <a:pt x="83180" y="71109"/>
                </a:lnTo>
                <a:lnTo>
                  <a:pt x="83488" y="61677"/>
                </a:lnTo>
                <a:lnTo>
                  <a:pt x="83238" y="54169"/>
                </a:lnTo>
                <a:lnTo>
                  <a:pt x="83176" y="52300"/>
                </a:lnTo>
                <a:lnTo>
                  <a:pt x="72465" y="16240"/>
                </a:lnTo>
                <a:lnTo>
                  <a:pt x="69632" y="12663"/>
                </a:lnTo>
                <a:close/>
              </a:path>
              <a:path w="472440" h="123825">
                <a:moveTo>
                  <a:pt x="154584" y="16885"/>
                </a:moveTo>
                <a:lnTo>
                  <a:pt x="140044" y="16885"/>
                </a:lnTo>
                <a:lnTo>
                  <a:pt x="140044" y="121714"/>
                </a:lnTo>
                <a:lnTo>
                  <a:pt x="154584" y="121714"/>
                </a:lnTo>
                <a:lnTo>
                  <a:pt x="154584" y="16885"/>
                </a:lnTo>
                <a:close/>
              </a:path>
              <a:path w="472440" h="123825">
                <a:moveTo>
                  <a:pt x="154584" y="1641"/>
                </a:moveTo>
                <a:lnTo>
                  <a:pt x="140044" y="1641"/>
                </a:lnTo>
                <a:lnTo>
                  <a:pt x="110026" y="21575"/>
                </a:lnTo>
                <a:lnTo>
                  <a:pt x="110026" y="36350"/>
                </a:lnTo>
                <a:lnTo>
                  <a:pt x="139340" y="16885"/>
                </a:lnTo>
                <a:lnTo>
                  <a:pt x="154584" y="16885"/>
                </a:lnTo>
                <a:lnTo>
                  <a:pt x="154584" y="1641"/>
                </a:lnTo>
                <a:close/>
              </a:path>
              <a:path w="472440" h="123825">
                <a:moveTo>
                  <a:pt x="247549" y="55228"/>
                </a:moveTo>
                <a:lnTo>
                  <a:pt x="195017" y="55228"/>
                </a:lnTo>
                <a:lnTo>
                  <a:pt x="195017" y="68127"/>
                </a:lnTo>
                <a:lnTo>
                  <a:pt x="247549" y="68127"/>
                </a:lnTo>
                <a:lnTo>
                  <a:pt x="247549" y="55228"/>
                </a:lnTo>
                <a:close/>
              </a:path>
              <a:path w="472440" h="123825">
                <a:moveTo>
                  <a:pt x="326184" y="0"/>
                </a:moveTo>
                <a:lnTo>
                  <a:pt x="308673" y="0"/>
                </a:lnTo>
                <a:lnTo>
                  <a:pt x="301168" y="2442"/>
                </a:lnTo>
                <a:lnTo>
                  <a:pt x="278454" y="35679"/>
                </a:lnTo>
                <a:lnTo>
                  <a:pt x="275684" y="61677"/>
                </a:lnTo>
                <a:lnTo>
                  <a:pt x="275929" y="69182"/>
                </a:lnTo>
                <a:lnTo>
                  <a:pt x="286633" y="107247"/>
                </a:lnTo>
                <a:lnTo>
                  <a:pt x="308595" y="123355"/>
                </a:lnTo>
                <a:lnTo>
                  <a:pt x="326262" y="123355"/>
                </a:lnTo>
                <a:lnTo>
                  <a:pt x="333786" y="120952"/>
                </a:lnTo>
                <a:lnTo>
                  <a:pt x="340001" y="116144"/>
                </a:lnTo>
                <a:lnTo>
                  <a:pt x="344387" y="112102"/>
                </a:lnTo>
                <a:lnTo>
                  <a:pt x="345687" y="110457"/>
                </a:lnTo>
                <a:lnTo>
                  <a:pt x="311604" y="110457"/>
                </a:lnTo>
                <a:lnTo>
                  <a:pt x="306621" y="108561"/>
                </a:lnTo>
                <a:lnTo>
                  <a:pt x="289960" y="69182"/>
                </a:lnTo>
                <a:lnTo>
                  <a:pt x="289755" y="61677"/>
                </a:lnTo>
                <a:lnTo>
                  <a:pt x="290067" y="54169"/>
                </a:lnTo>
                <a:lnTo>
                  <a:pt x="290145" y="52300"/>
                </a:lnTo>
                <a:lnTo>
                  <a:pt x="308751" y="12663"/>
                </a:lnTo>
                <a:lnTo>
                  <a:pt x="345317" y="12663"/>
                </a:lnTo>
                <a:lnTo>
                  <a:pt x="344295" y="11374"/>
                </a:lnTo>
                <a:lnTo>
                  <a:pt x="339883" y="7328"/>
                </a:lnTo>
                <a:lnTo>
                  <a:pt x="333669" y="2442"/>
                </a:lnTo>
                <a:lnTo>
                  <a:pt x="326184" y="0"/>
                </a:lnTo>
                <a:close/>
              </a:path>
              <a:path w="472440" h="123825">
                <a:moveTo>
                  <a:pt x="345317" y="12663"/>
                </a:moveTo>
                <a:lnTo>
                  <a:pt x="323213" y="12663"/>
                </a:lnTo>
                <a:lnTo>
                  <a:pt x="328157" y="14579"/>
                </a:lnTo>
                <a:lnTo>
                  <a:pt x="336405" y="22240"/>
                </a:lnTo>
                <a:lnTo>
                  <a:pt x="345101" y="61677"/>
                </a:lnTo>
                <a:lnTo>
                  <a:pt x="344793" y="69182"/>
                </a:lnTo>
                <a:lnTo>
                  <a:pt x="344714" y="71109"/>
                </a:lnTo>
                <a:lnTo>
                  <a:pt x="344647" y="72729"/>
                </a:lnTo>
                <a:lnTo>
                  <a:pt x="326184" y="110457"/>
                </a:lnTo>
                <a:lnTo>
                  <a:pt x="345687" y="110457"/>
                </a:lnTo>
                <a:lnTo>
                  <a:pt x="348223" y="107247"/>
                </a:lnTo>
                <a:lnTo>
                  <a:pt x="351510" y="101578"/>
                </a:lnTo>
                <a:lnTo>
                  <a:pt x="354247" y="95096"/>
                </a:lnTo>
                <a:lnTo>
                  <a:pt x="356296" y="88178"/>
                </a:lnTo>
                <a:lnTo>
                  <a:pt x="356402" y="87819"/>
                </a:lnTo>
                <a:lnTo>
                  <a:pt x="357941" y="79823"/>
                </a:lnTo>
                <a:lnTo>
                  <a:pt x="358865" y="71109"/>
                </a:lnTo>
                <a:lnTo>
                  <a:pt x="359172" y="61677"/>
                </a:lnTo>
                <a:lnTo>
                  <a:pt x="358923" y="54169"/>
                </a:lnTo>
                <a:lnTo>
                  <a:pt x="348150" y="16240"/>
                </a:lnTo>
                <a:lnTo>
                  <a:pt x="345317" y="12663"/>
                </a:lnTo>
                <a:close/>
              </a:path>
              <a:path w="472440" h="123825">
                <a:moveTo>
                  <a:pt x="446685" y="1641"/>
                </a:moveTo>
                <a:lnTo>
                  <a:pt x="441760" y="1641"/>
                </a:lnTo>
                <a:lnTo>
                  <a:pt x="441760" y="121714"/>
                </a:lnTo>
                <a:lnTo>
                  <a:pt x="455596" y="121714"/>
                </a:lnTo>
                <a:lnTo>
                  <a:pt x="455596" y="20168"/>
                </a:lnTo>
                <a:lnTo>
                  <a:pt x="446685" y="20168"/>
                </a:lnTo>
                <a:lnTo>
                  <a:pt x="446685" y="1641"/>
                </a:lnTo>
                <a:close/>
              </a:path>
              <a:path w="472440" h="123825">
                <a:moveTo>
                  <a:pt x="441760" y="1641"/>
                </a:moveTo>
                <a:lnTo>
                  <a:pt x="438008" y="1641"/>
                </a:lnTo>
                <a:lnTo>
                  <a:pt x="385241" y="85129"/>
                </a:lnTo>
                <a:lnTo>
                  <a:pt x="385241" y="97090"/>
                </a:lnTo>
                <a:lnTo>
                  <a:pt x="441760" y="97090"/>
                </a:lnTo>
                <a:lnTo>
                  <a:pt x="441760" y="84191"/>
                </a:lnTo>
                <a:lnTo>
                  <a:pt x="400954" y="84191"/>
                </a:lnTo>
                <a:lnTo>
                  <a:pt x="400954" y="83253"/>
                </a:lnTo>
                <a:lnTo>
                  <a:pt x="440822" y="20168"/>
                </a:lnTo>
                <a:lnTo>
                  <a:pt x="441760" y="20168"/>
                </a:lnTo>
                <a:lnTo>
                  <a:pt x="441760" y="1641"/>
                </a:lnTo>
                <a:close/>
              </a:path>
              <a:path w="472440" h="123825">
                <a:moveTo>
                  <a:pt x="472013" y="84191"/>
                </a:moveTo>
                <a:lnTo>
                  <a:pt x="455596" y="84191"/>
                </a:lnTo>
                <a:lnTo>
                  <a:pt x="455596" y="97090"/>
                </a:lnTo>
                <a:lnTo>
                  <a:pt x="472013" y="97090"/>
                </a:lnTo>
                <a:lnTo>
                  <a:pt x="472013" y="84191"/>
                </a:lnTo>
                <a:close/>
              </a:path>
              <a:path w="472440" h="123825">
                <a:moveTo>
                  <a:pt x="455596" y="1641"/>
                </a:moveTo>
                <a:lnTo>
                  <a:pt x="446685" y="1641"/>
                </a:lnTo>
                <a:lnTo>
                  <a:pt x="446685" y="20168"/>
                </a:lnTo>
                <a:lnTo>
                  <a:pt x="455596" y="20168"/>
                </a:lnTo>
                <a:lnTo>
                  <a:pt x="455596" y="16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6220149" y="3040585"/>
            <a:ext cx="466725" cy="123825"/>
          </a:xfrm>
          <a:custGeom>
            <a:avLst/>
            <a:gdLst/>
            <a:ahLst/>
            <a:cxnLst/>
            <a:rect l="l" t="t" r="r" b="b"/>
            <a:pathLst>
              <a:path w="466725" h="123825">
                <a:moveTo>
                  <a:pt x="50499" y="0"/>
                </a:moveTo>
                <a:lnTo>
                  <a:pt x="32988" y="0"/>
                </a:lnTo>
                <a:lnTo>
                  <a:pt x="25484" y="2442"/>
                </a:lnTo>
                <a:lnTo>
                  <a:pt x="2770" y="35679"/>
                </a:lnTo>
                <a:lnTo>
                  <a:pt x="0" y="61677"/>
                </a:lnTo>
                <a:lnTo>
                  <a:pt x="244" y="69182"/>
                </a:lnTo>
                <a:lnTo>
                  <a:pt x="10949" y="107247"/>
                </a:lnTo>
                <a:lnTo>
                  <a:pt x="32910" y="123355"/>
                </a:lnTo>
                <a:lnTo>
                  <a:pt x="50577" y="123355"/>
                </a:lnTo>
                <a:lnTo>
                  <a:pt x="58101" y="120952"/>
                </a:lnTo>
                <a:lnTo>
                  <a:pt x="64316" y="116144"/>
                </a:lnTo>
                <a:lnTo>
                  <a:pt x="68702" y="112102"/>
                </a:lnTo>
                <a:lnTo>
                  <a:pt x="70002" y="110457"/>
                </a:lnTo>
                <a:lnTo>
                  <a:pt x="35920" y="110457"/>
                </a:lnTo>
                <a:lnTo>
                  <a:pt x="30936" y="108561"/>
                </a:lnTo>
                <a:lnTo>
                  <a:pt x="14276" y="69182"/>
                </a:lnTo>
                <a:lnTo>
                  <a:pt x="14071" y="61677"/>
                </a:lnTo>
                <a:lnTo>
                  <a:pt x="14382" y="54169"/>
                </a:lnTo>
                <a:lnTo>
                  <a:pt x="14460" y="52300"/>
                </a:lnTo>
                <a:lnTo>
                  <a:pt x="33066" y="12663"/>
                </a:lnTo>
                <a:lnTo>
                  <a:pt x="69632" y="12663"/>
                </a:lnTo>
                <a:lnTo>
                  <a:pt x="68610" y="11374"/>
                </a:lnTo>
                <a:lnTo>
                  <a:pt x="64199" y="7328"/>
                </a:lnTo>
                <a:lnTo>
                  <a:pt x="57984" y="2442"/>
                </a:lnTo>
                <a:lnTo>
                  <a:pt x="50499" y="0"/>
                </a:lnTo>
                <a:close/>
              </a:path>
              <a:path w="466725" h="123825">
                <a:moveTo>
                  <a:pt x="69632" y="12663"/>
                </a:moveTo>
                <a:lnTo>
                  <a:pt x="47528" y="12663"/>
                </a:lnTo>
                <a:lnTo>
                  <a:pt x="52473" y="14579"/>
                </a:lnTo>
                <a:lnTo>
                  <a:pt x="60720" y="22240"/>
                </a:lnTo>
                <a:lnTo>
                  <a:pt x="69417" y="61677"/>
                </a:lnTo>
                <a:lnTo>
                  <a:pt x="69108" y="69182"/>
                </a:lnTo>
                <a:lnTo>
                  <a:pt x="57300" y="106236"/>
                </a:lnTo>
                <a:lnTo>
                  <a:pt x="50499" y="110457"/>
                </a:lnTo>
                <a:lnTo>
                  <a:pt x="70002" y="110457"/>
                </a:lnTo>
                <a:lnTo>
                  <a:pt x="72539" y="107247"/>
                </a:lnTo>
                <a:lnTo>
                  <a:pt x="75825" y="101578"/>
                </a:lnTo>
                <a:lnTo>
                  <a:pt x="78563" y="95096"/>
                </a:lnTo>
                <a:lnTo>
                  <a:pt x="80611" y="88178"/>
                </a:lnTo>
                <a:lnTo>
                  <a:pt x="80717" y="87819"/>
                </a:lnTo>
                <a:lnTo>
                  <a:pt x="82256" y="79823"/>
                </a:lnTo>
                <a:lnTo>
                  <a:pt x="83180" y="71109"/>
                </a:lnTo>
                <a:lnTo>
                  <a:pt x="83488" y="61677"/>
                </a:lnTo>
                <a:lnTo>
                  <a:pt x="83238" y="54169"/>
                </a:lnTo>
                <a:lnTo>
                  <a:pt x="83176" y="52300"/>
                </a:lnTo>
                <a:lnTo>
                  <a:pt x="72465" y="16240"/>
                </a:lnTo>
                <a:lnTo>
                  <a:pt x="69632" y="12663"/>
                </a:lnTo>
                <a:close/>
              </a:path>
              <a:path w="466725" h="123825">
                <a:moveTo>
                  <a:pt x="126676" y="91696"/>
                </a:moveTo>
                <a:lnTo>
                  <a:pt x="112605" y="91696"/>
                </a:lnTo>
                <a:lnTo>
                  <a:pt x="112884" y="97129"/>
                </a:lnTo>
                <a:lnTo>
                  <a:pt x="143014" y="123355"/>
                </a:lnTo>
                <a:lnTo>
                  <a:pt x="157515" y="123355"/>
                </a:lnTo>
                <a:lnTo>
                  <a:pt x="164316" y="121636"/>
                </a:lnTo>
                <a:lnTo>
                  <a:pt x="176277" y="114717"/>
                </a:lnTo>
                <a:lnTo>
                  <a:pt x="180502" y="110457"/>
                </a:lnTo>
                <a:lnTo>
                  <a:pt x="143757" y="110457"/>
                </a:lnTo>
                <a:lnTo>
                  <a:pt x="138480" y="108698"/>
                </a:lnTo>
                <a:lnTo>
                  <a:pt x="134064" y="105180"/>
                </a:lnTo>
                <a:lnTo>
                  <a:pt x="129686" y="101624"/>
                </a:lnTo>
                <a:lnTo>
                  <a:pt x="127223" y="97129"/>
                </a:lnTo>
                <a:lnTo>
                  <a:pt x="126676" y="91696"/>
                </a:lnTo>
                <a:close/>
              </a:path>
              <a:path w="466725" h="123825">
                <a:moveTo>
                  <a:pt x="180926" y="56323"/>
                </a:moveTo>
                <a:lnTo>
                  <a:pt x="154076" y="56323"/>
                </a:lnTo>
                <a:lnTo>
                  <a:pt x="158629" y="57534"/>
                </a:lnTo>
                <a:lnTo>
                  <a:pt x="163988" y="60739"/>
                </a:lnTo>
                <a:lnTo>
                  <a:pt x="166678" y="62381"/>
                </a:lnTo>
                <a:lnTo>
                  <a:pt x="169730" y="65567"/>
                </a:lnTo>
                <a:lnTo>
                  <a:pt x="171997" y="69710"/>
                </a:lnTo>
                <a:lnTo>
                  <a:pt x="174303" y="73814"/>
                </a:lnTo>
                <a:lnTo>
                  <a:pt x="175456" y="78485"/>
                </a:lnTo>
                <a:lnTo>
                  <a:pt x="175456" y="88842"/>
                </a:lnTo>
                <a:lnTo>
                  <a:pt x="154818" y="110457"/>
                </a:lnTo>
                <a:lnTo>
                  <a:pt x="180502" y="110457"/>
                </a:lnTo>
                <a:lnTo>
                  <a:pt x="180967" y="109988"/>
                </a:lnTo>
                <a:lnTo>
                  <a:pt x="187807" y="97989"/>
                </a:lnTo>
                <a:lnTo>
                  <a:pt x="189527" y="91148"/>
                </a:lnTo>
                <a:lnTo>
                  <a:pt x="189527" y="75709"/>
                </a:lnTo>
                <a:lnTo>
                  <a:pt x="187866" y="68791"/>
                </a:lnTo>
                <a:lnTo>
                  <a:pt x="181334" y="56811"/>
                </a:lnTo>
                <a:lnTo>
                  <a:pt x="181260" y="56674"/>
                </a:lnTo>
                <a:lnTo>
                  <a:pt x="180926" y="56323"/>
                </a:lnTo>
                <a:close/>
              </a:path>
              <a:path w="466725" h="123825">
                <a:moveTo>
                  <a:pt x="184133" y="1641"/>
                </a:moveTo>
                <a:lnTo>
                  <a:pt x="121751" y="1641"/>
                </a:lnTo>
                <a:lnTo>
                  <a:pt x="114501" y="60583"/>
                </a:lnTo>
                <a:lnTo>
                  <a:pt x="114481" y="60739"/>
                </a:lnTo>
                <a:lnTo>
                  <a:pt x="128083" y="62381"/>
                </a:lnTo>
                <a:lnTo>
                  <a:pt x="130585" y="60583"/>
                </a:lnTo>
                <a:lnTo>
                  <a:pt x="133770" y="59117"/>
                </a:lnTo>
                <a:lnTo>
                  <a:pt x="137640" y="57984"/>
                </a:lnTo>
                <a:lnTo>
                  <a:pt x="141509" y="56811"/>
                </a:lnTo>
                <a:lnTo>
                  <a:pt x="144761" y="56323"/>
                </a:lnTo>
                <a:lnTo>
                  <a:pt x="180926" y="56323"/>
                </a:lnTo>
                <a:lnTo>
                  <a:pt x="176726" y="51906"/>
                </a:lnTo>
                <a:lnTo>
                  <a:pt x="173476" y="49952"/>
                </a:lnTo>
                <a:lnTo>
                  <a:pt x="129725" y="49952"/>
                </a:lnTo>
                <a:lnTo>
                  <a:pt x="133946" y="14540"/>
                </a:lnTo>
                <a:lnTo>
                  <a:pt x="184133" y="14540"/>
                </a:lnTo>
                <a:lnTo>
                  <a:pt x="184133" y="1641"/>
                </a:lnTo>
                <a:close/>
              </a:path>
              <a:path w="466725" h="123825">
                <a:moveTo>
                  <a:pt x="158649" y="43151"/>
                </a:moveTo>
                <a:lnTo>
                  <a:pt x="147275" y="43151"/>
                </a:lnTo>
                <a:lnTo>
                  <a:pt x="143405" y="43796"/>
                </a:lnTo>
                <a:lnTo>
                  <a:pt x="135979" y="46375"/>
                </a:lnTo>
                <a:lnTo>
                  <a:pt x="132891" y="47997"/>
                </a:lnTo>
                <a:lnTo>
                  <a:pt x="130428" y="49952"/>
                </a:lnTo>
                <a:lnTo>
                  <a:pt x="173476" y="49952"/>
                </a:lnTo>
                <a:lnTo>
                  <a:pt x="170941" y="48427"/>
                </a:lnTo>
                <a:lnTo>
                  <a:pt x="165196" y="44910"/>
                </a:lnTo>
                <a:lnTo>
                  <a:pt x="158649" y="43151"/>
                </a:lnTo>
                <a:close/>
              </a:path>
              <a:path w="466725" h="123825">
                <a:moveTo>
                  <a:pt x="271250" y="55228"/>
                </a:moveTo>
                <a:lnTo>
                  <a:pt x="218718" y="55228"/>
                </a:lnTo>
                <a:lnTo>
                  <a:pt x="218718" y="68127"/>
                </a:lnTo>
                <a:lnTo>
                  <a:pt x="271250" y="68127"/>
                </a:lnTo>
                <a:lnTo>
                  <a:pt x="271250" y="55228"/>
                </a:lnTo>
                <a:close/>
              </a:path>
              <a:path w="466725" h="123825">
                <a:moveTo>
                  <a:pt x="344178" y="16885"/>
                </a:moveTo>
                <a:lnTo>
                  <a:pt x="329638" y="16885"/>
                </a:lnTo>
                <a:lnTo>
                  <a:pt x="329638" y="121714"/>
                </a:lnTo>
                <a:lnTo>
                  <a:pt x="344178" y="121714"/>
                </a:lnTo>
                <a:lnTo>
                  <a:pt x="344178" y="16885"/>
                </a:lnTo>
                <a:close/>
              </a:path>
              <a:path w="466725" h="123825">
                <a:moveTo>
                  <a:pt x="344178" y="1641"/>
                </a:moveTo>
                <a:lnTo>
                  <a:pt x="329638" y="1641"/>
                </a:lnTo>
                <a:lnTo>
                  <a:pt x="299620" y="21575"/>
                </a:lnTo>
                <a:lnTo>
                  <a:pt x="299620" y="36350"/>
                </a:lnTo>
                <a:lnTo>
                  <a:pt x="328934" y="16885"/>
                </a:lnTo>
                <a:lnTo>
                  <a:pt x="344178" y="16885"/>
                </a:lnTo>
                <a:lnTo>
                  <a:pt x="344178" y="1641"/>
                </a:lnTo>
                <a:close/>
              </a:path>
              <a:path w="466725" h="123825">
                <a:moveTo>
                  <a:pt x="399855" y="91696"/>
                </a:moveTo>
                <a:lnTo>
                  <a:pt x="385080" y="91696"/>
                </a:lnTo>
                <a:lnTo>
                  <a:pt x="385162" y="93337"/>
                </a:lnTo>
                <a:lnTo>
                  <a:pt x="385276" y="95643"/>
                </a:lnTo>
                <a:lnTo>
                  <a:pt x="385393" y="97989"/>
                </a:lnTo>
                <a:lnTo>
                  <a:pt x="418147" y="123355"/>
                </a:lnTo>
                <a:lnTo>
                  <a:pt x="433664" y="123355"/>
                </a:lnTo>
                <a:lnTo>
                  <a:pt x="440602" y="121870"/>
                </a:lnTo>
                <a:lnTo>
                  <a:pt x="452797" y="115929"/>
                </a:lnTo>
                <a:lnTo>
                  <a:pt x="457604" y="111864"/>
                </a:lnTo>
                <a:lnTo>
                  <a:pt x="458565" y="110457"/>
                </a:lnTo>
                <a:lnTo>
                  <a:pt x="421039" y="110457"/>
                </a:lnTo>
                <a:lnTo>
                  <a:pt x="416838" y="109695"/>
                </a:lnTo>
                <a:lnTo>
                  <a:pt x="409255" y="106646"/>
                </a:lnTo>
                <a:lnTo>
                  <a:pt x="406187" y="104496"/>
                </a:lnTo>
                <a:lnTo>
                  <a:pt x="401496" y="98907"/>
                </a:lnTo>
                <a:lnTo>
                  <a:pt x="400198" y="95643"/>
                </a:lnTo>
                <a:lnTo>
                  <a:pt x="399855" y="91696"/>
                </a:lnTo>
                <a:close/>
              </a:path>
              <a:path w="466725" h="123825">
                <a:moveTo>
                  <a:pt x="455599" y="12663"/>
                </a:moveTo>
                <a:lnTo>
                  <a:pt x="430537" y="12663"/>
                </a:lnTo>
                <a:lnTo>
                  <a:pt x="434368" y="13504"/>
                </a:lnTo>
                <a:lnTo>
                  <a:pt x="440895" y="16865"/>
                </a:lnTo>
                <a:lnTo>
                  <a:pt x="443436" y="19210"/>
                </a:lnTo>
                <a:lnTo>
                  <a:pt x="447032" y="25230"/>
                </a:lnTo>
                <a:lnTo>
                  <a:pt x="447931" y="28767"/>
                </a:lnTo>
                <a:lnTo>
                  <a:pt x="447931" y="37053"/>
                </a:lnTo>
                <a:lnTo>
                  <a:pt x="446895" y="40727"/>
                </a:lnTo>
                <a:lnTo>
                  <a:pt x="444823" y="43854"/>
                </a:lnTo>
                <a:lnTo>
                  <a:pt x="442791" y="46981"/>
                </a:lnTo>
                <a:lnTo>
                  <a:pt x="439916" y="49424"/>
                </a:lnTo>
                <a:lnTo>
                  <a:pt x="432726" y="52844"/>
                </a:lnTo>
                <a:lnTo>
                  <a:pt x="428544" y="53704"/>
                </a:lnTo>
                <a:lnTo>
                  <a:pt x="414160" y="53704"/>
                </a:lnTo>
                <a:lnTo>
                  <a:pt x="414160" y="66602"/>
                </a:lnTo>
                <a:lnTo>
                  <a:pt x="429873" y="66602"/>
                </a:lnTo>
                <a:lnTo>
                  <a:pt x="435032" y="67560"/>
                </a:lnTo>
                <a:lnTo>
                  <a:pt x="443475" y="71390"/>
                </a:lnTo>
                <a:lnTo>
                  <a:pt x="446680" y="74048"/>
                </a:lnTo>
                <a:lnTo>
                  <a:pt x="451057" y="80810"/>
                </a:lnTo>
                <a:lnTo>
                  <a:pt x="452152" y="84699"/>
                </a:lnTo>
                <a:lnTo>
                  <a:pt x="452152" y="93337"/>
                </a:lnTo>
                <a:lnTo>
                  <a:pt x="430811" y="110457"/>
                </a:lnTo>
                <a:lnTo>
                  <a:pt x="458565" y="110457"/>
                </a:lnTo>
                <a:lnTo>
                  <a:pt x="464679" y="101506"/>
                </a:lnTo>
                <a:lnTo>
                  <a:pt x="466457" y="95643"/>
                </a:lnTo>
                <a:lnTo>
                  <a:pt x="466457" y="81494"/>
                </a:lnTo>
                <a:lnTo>
                  <a:pt x="464327" y="75104"/>
                </a:lnTo>
                <a:lnTo>
                  <a:pt x="455806" y="64746"/>
                </a:lnTo>
                <a:lnTo>
                  <a:pt x="449885" y="61521"/>
                </a:lnTo>
                <a:lnTo>
                  <a:pt x="442302" y="60270"/>
                </a:lnTo>
                <a:lnTo>
                  <a:pt x="442302" y="59332"/>
                </a:lnTo>
                <a:lnTo>
                  <a:pt x="448361" y="57495"/>
                </a:lnTo>
                <a:lnTo>
                  <a:pt x="453149" y="54192"/>
                </a:lnTo>
                <a:lnTo>
                  <a:pt x="456666" y="49424"/>
                </a:lnTo>
                <a:lnTo>
                  <a:pt x="460223" y="44655"/>
                </a:lnTo>
                <a:lnTo>
                  <a:pt x="462002" y="38890"/>
                </a:lnTo>
                <a:lnTo>
                  <a:pt x="462002" y="26461"/>
                </a:lnTo>
                <a:lnTo>
                  <a:pt x="460575" y="21184"/>
                </a:lnTo>
                <a:lnTo>
                  <a:pt x="455599" y="12663"/>
                </a:lnTo>
                <a:close/>
              </a:path>
              <a:path w="466725" h="123825">
                <a:moveTo>
                  <a:pt x="433781" y="0"/>
                </a:moveTo>
                <a:lnTo>
                  <a:pt x="419437" y="0"/>
                </a:lnTo>
                <a:lnTo>
                  <a:pt x="413085" y="1328"/>
                </a:lnTo>
                <a:lnTo>
                  <a:pt x="401555" y="6644"/>
                </a:lnTo>
                <a:lnTo>
                  <a:pt x="396904" y="10357"/>
                </a:lnTo>
                <a:lnTo>
                  <a:pt x="389790" y="19855"/>
                </a:lnTo>
                <a:lnTo>
                  <a:pt x="387941" y="25230"/>
                </a:lnTo>
                <a:lnTo>
                  <a:pt x="387894" y="25366"/>
                </a:lnTo>
                <a:lnTo>
                  <a:pt x="387767" y="28767"/>
                </a:lnTo>
                <a:lnTo>
                  <a:pt x="387660" y="31659"/>
                </a:lnTo>
                <a:lnTo>
                  <a:pt x="401731" y="31659"/>
                </a:lnTo>
                <a:lnTo>
                  <a:pt x="401873" y="28767"/>
                </a:lnTo>
                <a:lnTo>
                  <a:pt x="401926" y="27673"/>
                </a:lnTo>
                <a:lnTo>
                  <a:pt x="403177" y="24272"/>
                </a:lnTo>
                <a:lnTo>
                  <a:pt x="407789" y="18605"/>
                </a:lnTo>
                <a:lnTo>
                  <a:pt x="410760" y="16435"/>
                </a:lnTo>
                <a:lnTo>
                  <a:pt x="417879" y="13504"/>
                </a:lnTo>
                <a:lnTo>
                  <a:pt x="417668" y="13504"/>
                </a:lnTo>
                <a:lnTo>
                  <a:pt x="421977" y="12663"/>
                </a:lnTo>
                <a:lnTo>
                  <a:pt x="455599" y="12663"/>
                </a:lnTo>
                <a:lnTo>
                  <a:pt x="454868" y="11413"/>
                </a:lnTo>
                <a:lnTo>
                  <a:pt x="450784" y="7484"/>
                </a:lnTo>
                <a:lnTo>
                  <a:pt x="440152" y="1504"/>
                </a:lnTo>
                <a:lnTo>
                  <a:pt x="4337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220384" y="4996385"/>
            <a:ext cx="424180" cy="121920"/>
          </a:xfrm>
          <a:custGeom>
            <a:avLst/>
            <a:gdLst/>
            <a:ahLst/>
            <a:cxnLst/>
            <a:rect l="l" t="t" r="r" b="b"/>
            <a:pathLst>
              <a:path w="424179" h="121920">
                <a:moveTo>
                  <a:pt x="44558" y="16885"/>
                </a:moveTo>
                <a:lnTo>
                  <a:pt x="30018" y="16885"/>
                </a:lnTo>
                <a:lnTo>
                  <a:pt x="30018" y="121714"/>
                </a:lnTo>
                <a:lnTo>
                  <a:pt x="44558" y="121714"/>
                </a:lnTo>
                <a:lnTo>
                  <a:pt x="44558" y="16885"/>
                </a:lnTo>
                <a:close/>
              </a:path>
              <a:path w="424179" h="121920">
                <a:moveTo>
                  <a:pt x="44558" y="1641"/>
                </a:moveTo>
                <a:lnTo>
                  <a:pt x="30018" y="1641"/>
                </a:lnTo>
                <a:lnTo>
                  <a:pt x="0" y="21575"/>
                </a:lnTo>
                <a:lnTo>
                  <a:pt x="0" y="36350"/>
                </a:lnTo>
                <a:lnTo>
                  <a:pt x="29314" y="16885"/>
                </a:lnTo>
                <a:lnTo>
                  <a:pt x="44558" y="16885"/>
                </a:lnTo>
                <a:lnTo>
                  <a:pt x="44558" y="1641"/>
                </a:lnTo>
                <a:close/>
              </a:path>
              <a:path w="424179" h="121920">
                <a:moveTo>
                  <a:pt x="144324" y="1641"/>
                </a:moveTo>
                <a:lnTo>
                  <a:pt x="139399" y="1641"/>
                </a:lnTo>
                <a:lnTo>
                  <a:pt x="139399" y="121714"/>
                </a:lnTo>
                <a:lnTo>
                  <a:pt x="153235" y="121714"/>
                </a:lnTo>
                <a:lnTo>
                  <a:pt x="153235" y="20168"/>
                </a:lnTo>
                <a:lnTo>
                  <a:pt x="144324" y="20168"/>
                </a:lnTo>
                <a:lnTo>
                  <a:pt x="144324" y="1641"/>
                </a:lnTo>
                <a:close/>
              </a:path>
              <a:path w="424179" h="121920">
                <a:moveTo>
                  <a:pt x="139399" y="1641"/>
                </a:moveTo>
                <a:lnTo>
                  <a:pt x="135646" y="1641"/>
                </a:lnTo>
                <a:lnTo>
                  <a:pt x="82880" y="85129"/>
                </a:lnTo>
                <a:lnTo>
                  <a:pt x="82880" y="97090"/>
                </a:lnTo>
                <a:lnTo>
                  <a:pt x="139399" y="97090"/>
                </a:lnTo>
                <a:lnTo>
                  <a:pt x="139399" y="84191"/>
                </a:lnTo>
                <a:lnTo>
                  <a:pt x="98593" y="84191"/>
                </a:lnTo>
                <a:lnTo>
                  <a:pt x="98593" y="83253"/>
                </a:lnTo>
                <a:lnTo>
                  <a:pt x="138461" y="20168"/>
                </a:lnTo>
                <a:lnTo>
                  <a:pt x="139399" y="20168"/>
                </a:lnTo>
                <a:lnTo>
                  <a:pt x="139399" y="1641"/>
                </a:lnTo>
                <a:close/>
              </a:path>
              <a:path w="424179" h="121920">
                <a:moveTo>
                  <a:pt x="169651" y="84191"/>
                </a:moveTo>
                <a:lnTo>
                  <a:pt x="153235" y="84191"/>
                </a:lnTo>
                <a:lnTo>
                  <a:pt x="153235" y="97090"/>
                </a:lnTo>
                <a:lnTo>
                  <a:pt x="169651" y="97090"/>
                </a:lnTo>
                <a:lnTo>
                  <a:pt x="169651" y="84191"/>
                </a:lnTo>
                <a:close/>
              </a:path>
              <a:path w="424179" h="121920">
                <a:moveTo>
                  <a:pt x="153235" y="1641"/>
                </a:moveTo>
                <a:lnTo>
                  <a:pt x="144324" y="1641"/>
                </a:lnTo>
                <a:lnTo>
                  <a:pt x="144324" y="20168"/>
                </a:lnTo>
                <a:lnTo>
                  <a:pt x="153235" y="20168"/>
                </a:lnTo>
                <a:lnTo>
                  <a:pt x="153235" y="1641"/>
                </a:lnTo>
                <a:close/>
              </a:path>
              <a:path w="424179" h="121920">
                <a:moveTo>
                  <a:pt x="250055" y="55228"/>
                </a:moveTo>
                <a:lnTo>
                  <a:pt x="197523" y="55228"/>
                </a:lnTo>
                <a:lnTo>
                  <a:pt x="197523" y="68127"/>
                </a:lnTo>
                <a:lnTo>
                  <a:pt x="250055" y="68127"/>
                </a:lnTo>
                <a:lnTo>
                  <a:pt x="250055" y="55228"/>
                </a:lnTo>
                <a:close/>
              </a:path>
              <a:path w="424179" h="121920">
                <a:moveTo>
                  <a:pt x="341800" y="12663"/>
                </a:moveTo>
                <a:lnTo>
                  <a:pt x="316520" y="12663"/>
                </a:lnTo>
                <a:lnTo>
                  <a:pt x="320974" y="13621"/>
                </a:lnTo>
                <a:lnTo>
                  <a:pt x="320671" y="13621"/>
                </a:lnTo>
                <a:lnTo>
                  <a:pt x="327385" y="16865"/>
                </a:lnTo>
                <a:lnTo>
                  <a:pt x="330122" y="19249"/>
                </a:lnTo>
                <a:lnTo>
                  <a:pt x="332027" y="22200"/>
                </a:lnTo>
                <a:lnTo>
                  <a:pt x="334147" y="25425"/>
                </a:lnTo>
                <a:lnTo>
                  <a:pt x="335164" y="29080"/>
                </a:lnTo>
                <a:lnTo>
                  <a:pt x="335164" y="36975"/>
                </a:lnTo>
                <a:lnTo>
                  <a:pt x="275127" y="111161"/>
                </a:lnTo>
                <a:lnTo>
                  <a:pt x="275127" y="121714"/>
                </a:lnTo>
                <a:lnTo>
                  <a:pt x="350876" y="121714"/>
                </a:lnTo>
                <a:lnTo>
                  <a:pt x="350876" y="108815"/>
                </a:lnTo>
                <a:lnTo>
                  <a:pt x="295061" y="108815"/>
                </a:lnTo>
                <a:lnTo>
                  <a:pt x="295061" y="107877"/>
                </a:lnTo>
                <a:lnTo>
                  <a:pt x="328910" y="71644"/>
                </a:lnTo>
                <a:lnTo>
                  <a:pt x="348766" y="37718"/>
                </a:lnTo>
                <a:lnTo>
                  <a:pt x="348690" y="26852"/>
                </a:lnTo>
                <a:lnTo>
                  <a:pt x="347222" y="21516"/>
                </a:lnTo>
                <a:lnTo>
                  <a:pt x="341800" y="12663"/>
                </a:lnTo>
                <a:close/>
              </a:path>
              <a:path w="424179" h="121920">
                <a:moveTo>
                  <a:pt x="319686" y="0"/>
                </a:moveTo>
                <a:lnTo>
                  <a:pt x="305654" y="0"/>
                </a:lnTo>
                <a:lnTo>
                  <a:pt x="299341" y="1485"/>
                </a:lnTo>
                <a:lnTo>
                  <a:pt x="288123" y="7426"/>
                </a:lnTo>
                <a:lnTo>
                  <a:pt x="283707" y="11569"/>
                </a:lnTo>
                <a:lnTo>
                  <a:pt x="277218" y="22200"/>
                </a:lnTo>
                <a:lnTo>
                  <a:pt x="275596" y="28376"/>
                </a:lnTo>
                <a:lnTo>
                  <a:pt x="275596" y="35412"/>
                </a:lnTo>
                <a:lnTo>
                  <a:pt x="289433" y="35412"/>
                </a:lnTo>
                <a:lnTo>
                  <a:pt x="289433" y="30838"/>
                </a:lnTo>
                <a:lnTo>
                  <a:pt x="290288" y="27125"/>
                </a:lnTo>
                <a:lnTo>
                  <a:pt x="307569" y="12663"/>
                </a:lnTo>
                <a:lnTo>
                  <a:pt x="341800" y="12663"/>
                </a:lnTo>
                <a:lnTo>
                  <a:pt x="341130" y="11569"/>
                </a:lnTo>
                <a:lnTo>
                  <a:pt x="341046" y="11432"/>
                </a:lnTo>
                <a:lnTo>
                  <a:pt x="336786" y="7426"/>
                </a:lnTo>
                <a:lnTo>
                  <a:pt x="325920" y="1485"/>
                </a:lnTo>
                <a:lnTo>
                  <a:pt x="319686" y="0"/>
                </a:lnTo>
                <a:close/>
              </a:path>
              <a:path w="424179" h="121920">
                <a:moveTo>
                  <a:pt x="423907" y="16885"/>
                </a:moveTo>
                <a:lnTo>
                  <a:pt x="409367" y="16885"/>
                </a:lnTo>
                <a:lnTo>
                  <a:pt x="409367" y="121714"/>
                </a:lnTo>
                <a:lnTo>
                  <a:pt x="423907" y="121714"/>
                </a:lnTo>
                <a:lnTo>
                  <a:pt x="423907" y="16885"/>
                </a:lnTo>
                <a:close/>
              </a:path>
              <a:path w="424179" h="121920">
                <a:moveTo>
                  <a:pt x="423907" y="1641"/>
                </a:moveTo>
                <a:lnTo>
                  <a:pt x="409367" y="1641"/>
                </a:lnTo>
                <a:lnTo>
                  <a:pt x="379349" y="21575"/>
                </a:lnTo>
                <a:lnTo>
                  <a:pt x="379349" y="36350"/>
                </a:lnTo>
                <a:lnTo>
                  <a:pt x="408664" y="16885"/>
                </a:lnTo>
                <a:lnTo>
                  <a:pt x="423907" y="16885"/>
                </a:lnTo>
                <a:lnTo>
                  <a:pt x="423907" y="16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842385" cy="3225800"/>
          </a:xfrm>
          <a:custGeom>
            <a:avLst/>
            <a:gdLst/>
            <a:ahLst/>
            <a:cxnLst/>
            <a:rect l="l" t="t" r="r" b="b"/>
            <a:pathLst>
              <a:path w="3842385" h="3225800">
                <a:moveTo>
                  <a:pt x="0" y="108165"/>
                </a:moveTo>
                <a:lnTo>
                  <a:pt x="0" y="3215977"/>
                </a:lnTo>
                <a:lnTo>
                  <a:pt x="26576" y="3217905"/>
                </a:lnTo>
                <a:lnTo>
                  <a:pt x="74279" y="3220737"/>
                </a:lnTo>
                <a:lnTo>
                  <a:pt x="122147" y="3222946"/>
                </a:lnTo>
                <a:lnTo>
                  <a:pt x="170175" y="3224528"/>
                </a:lnTo>
                <a:lnTo>
                  <a:pt x="218361" y="3225481"/>
                </a:lnTo>
                <a:lnTo>
                  <a:pt x="266700" y="3225800"/>
                </a:lnTo>
                <a:lnTo>
                  <a:pt x="266700" y="177800"/>
                </a:lnTo>
                <a:lnTo>
                  <a:pt x="219580" y="175795"/>
                </a:lnTo>
                <a:lnTo>
                  <a:pt x="173573" y="169891"/>
                </a:lnTo>
                <a:lnTo>
                  <a:pt x="128844" y="160251"/>
                </a:lnTo>
                <a:lnTo>
                  <a:pt x="85555" y="147039"/>
                </a:lnTo>
                <a:lnTo>
                  <a:pt x="43871" y="130419"/>
                </a:lnTo>
                <a:lnTo>
                  <a:pt x="3956" y="110555"/>
                </a:lnTo>
                <a:lnTo>
                  <a:pt x="0" y="108165"/>
                </a:lnTo>
                <a:close/>
              </a:path>
              <a:path w="3842385" h="3225800">
                <a:moveTo>
                  <a:pt x="3842095" y="0"/>
                </a:moveTo>
                <a:lnTo>
                  <a:pt x="669786" y="0"/>
                </a:lnTo>
                <a:lnTo>
                  <a:pt x="668138" y="1937"/>
                </a:lnTo>
                <a:lnTo>
                  <a:pt x="636937" y="33138"/>
                </a:lnTo>
                <a:lnTo>
                  <a:pt x="603311" y="61750"/>
                </a:lnTo>
                <a:lnTo>
                  <a:pt x="567425" y="87611"/>
                </a:lnTo>
                <a:lnTo>
                  <a:pt x="529443" y="110555"/>
                </a:lnTo>
                <a:lnTo>
                  <a:pt x="489528" y="130419"/>
                </a:lnTo>
                <a:lnTo>
                  <a:pt x="447844" y="147039"/>
                </a:lnTo>
                <a:lnTo>
                  <a:pt x="404555" y="160251"/>
                </a:lnTo>
                <a:lnTo>
                  <a:pt x="359826" y="169891"/>
                </a:lnTo>
                <a:lnTo>
                  <a:pt x="313819" y="175795"/>
                </a:lnTo>
                <a:lnTo>
                  <a:pt x="266700" y="177800"/>
                </a:lnTo>
                <a:lnTo>
                  <a:pt x="266700" y="3225800"/>
                </a:lnTo>
                <a:lnTo>
                  <a:pt x="315038" y="3225481"/>
                </a:lnTo>
                <a:lnTo>
                  <a:pt x="363224" y="3224528"/>
                </a:lnTo>
                <a:lnTo>
                  <a:pt x="411252" y="3222946"/>
                </a:lnTo>
                <a:lnTo>
                  <a:pt x="459120" y="3220737"/>
                </a:lnTo>
                <a:lnTo>
                  <a:pt x="506823" y="3217905"/>
                </a:lnTo>
                <a:lnTo>
                  <a:pt x="554356" y="3214456"/>
                </a:lnTo>
                <a:lnTo>
                  <a:pt x="601717" y="3210392"/>
                </a:lnTo>
                <a:lnTo>
                  <a:pt x="648901" y="3205718"/>
                </a:lnTo>
                <a:lnTo>
                  <a:pt x="695904" y="3200437"/>
                </a:lnTo>
                <a:lnTo>
                  <a:pt x="742722" y="3194554"/>
                </a:lnTo>
                <a:lnTo>
                  <a:pt x="789352" y="3188073"/>
                </a:lnTo>
                <a:lnTo>
                  <a:pt x="835788" y="3180997"/>
                </a:lnTo>
                <a:lnTo>
                  <a:pt x="882028" y="3173331"/>
                </a:lnTo>
                <a:lnTo>
                  <a:pt x="928067" y="3165078"/>
                </a:lnTo>
                <a:lnTo>
                  <a:pt x="973902" y="3156243"/>
                </a:lnTo>
                <a:lnTo>
                  <a:pt x="1019527" y="3146829"/>
                </a:lnTo>
                <a:lnTo>
                  <a:pt x="1064940" y="3136841"/>
                </a:lnTo>
                <a:lnTo>
                  <a:pt x="1110137" y="3126282"/>
                </a:lnTo>
                <a:lnTo>
                  <a:pt x="1155112" y="3115157"/>
                </a:lnTo>
                <a:lnTo>
                  <a:pt x="1199864" y="3103469"/>
                </a:lnTo>
                <a:lnTo>
                  <a:pt x="1244386" y="3091222"/>
                </a:lnTo>
                <a:lnTo>
                  <a:pt x="1288676" y="3078421"/>
                </a:lnTo>
                <a:lnTo>
                  <a:pt x="1332729" y="3065069"/>
                </a:lnTo>
                <a:lnTo>
                  <a:pt x="1376542" y="3051170"/>
                </a:lnTo>
                <a:lnTo>
                  <a:pt x="1420111" y="3036728"/>
                </a:lnTo>
                <a:lnTo>
                  <a:pt x="1463431" y="3021748"/>
                </a:lnTo>
                <a:lnTo>
                  <a:pt x="1506498" y="3006233"/>
                </a:lnTo>
                <a:lnTo>
                  <a:pt x="1549309" y="2990188"/>
                </a:lnTo>
                <a:lnTo>
                  <a:pt x="1591860" y="2973615"/>
                </a:lnTo>
                <a:lnTo>
                  <a:pt x="1634146" y="2956520"/>
                </a:lnTo>
                <a:lnTo>
                  <a:pt x="1676164" y="2938905"/>
                </a:lnTo>
                <a:lnTo>
                  <a:pt x="1717910" y="2920776"/>
                </a:lnTo>
                <a:lnTo>
                  <a:pt x="1759380" y="2902136"/>
                </a:lnTo>
                <a:lnTo>
                  <a:pt x="1800569" y="2882989"/>
                </a:lnTo>
                <a:lnTo>
                  <a:pt x="1841473" y="2863339"/>
                </a:lnTo>
                <a:lnTo>
                  <a:pt x="1882090" y="2843190"/>
                </a:lnTo>
                <a:lnTo>
                  <a:pt x="1922414" y="2822546"/>
                </a:lnTo>
                <a:lnTo>
                  <a:pt x="1962443" y="2801411"/>
                </a:lnTo>
                <a:lnTo>
                  <a:pt x="2002171" y="2779789"/>
                </a:lnTo>
                <a:lnTo>
                  <a:pt x="2041595" y="2757684"/>
                </a:lnTo>
                <a:lnTo>
                  <a:pt x="2080711" y="2735099"/>
                </a:lnTo>
                <a:lnTo>
                  <a:pt x="2119514" y="2712040"/>
                </a:lnTo>
                <a:lnTo>
                  <a:pt x="2158002" y="2688510"/>
                </a:lnTo>
                <a:lnTo>
                  <a:pt x="2196170" y="2664512"/>
                </a:lnTo>
                <a:lnTo>
                  <a:pt x="2234013" y="2640051"/>
                </a:lnTo>
                <a:lnTo>
                  <a:pt x="2271529" y="2615131"/>
                </a:lnTo>
                <a:lnTo>
                  <a:pt x="2308712" y="2589755"/>
                </a:lnTo>
                <a:lnTo>
                  <a:pt x="2345560" y="2563929"/>
                </a:lnTo>
                <a:lnTo>
                  <a:pt x="2382068" y="2537655"/>
                </a:lnTo>
                <a:lnTo>
                  <a:pt x="2418232" y="2510937"/>
                </a:lnTo>
                <a:lnTo>
                  <a:pt x="2454048" y="2483781"/>
                </a:lnTo>
                <a:lnTo>
                  <a:pt x="2489512" y="2456189"/>
                </a:lnTo>
                <a:lnTo>
                  <a:pt x="2524620" y="2428166"/>
                </a:lnTo>
                <a:lnTo>
                  <a:pt x="2559369" y="2399715"/>
                </a:lnTo>
                <a:lnTo>
                  <a:pt x="2593753" y="2370841"/>
                </a:lnTo>
                <a:lnTo>
                  <a:pt x="2627770" y="2341547"/>
                </a:lnTo>
                <a:lnTo>
                  <a:pt x="2661415" y="2311838"/>
                </a:lnTo>
                <a:lnTo>
                  <a:pt x="2694685" y="2281717"/>
                </a:lnTo>
                <a:lnTo>
                  <a:pt x="2727575" y="2251189"/>
                </a:lnTo>
                <a:lnTo>
                  <a:pt x="2760081" y="2220257"/>
                </a:lnTo>
                <a:lnTo>
                  <a:pt x="2792199" y="2188926"/>
                </a:lnTo>
                <a:lnTo>
                  <a:pt x="2823926" y="2157199"/>
                </a:lnTo>
                <a:lnTo>
                  <a:pt x="2855257" y="2125081"/>
                </a:lnTo>
                <a:lnTo>
                  <a:pt x="2886189" y="2092575"/>
                </a:lnTo>
                <a:lnTo>
                  <a:pt x="2916717" y="2059685"/>
                </a:lnTo>
                <a:lnTo>
                  <a:pt x="2946838" y="2026415"/>
                </a:lnTo>
                <a:lnTo>
                  <a:pt x="2976547" y="1992770"/>
                </a:lnTo>
                <a:lnTo>
                  <a:pt x="3005841" y="1958753"/>
                </a:lnTo>
                <a:lnTo>
                  <a:pt x="3034715" y="1924369"/>
                </a:lnTo>
                <a:lnTo>
                  <a:pt x="3063166" y="1889620"/>
                </a:lnTo>
                <a:lnTo>
                  <a:pt x="3091189" y="1854512"/>
                </a:lnTo>
                <a:lnTo>
                  <a:pt x="3118781" y="1819048"/>
                </a:lnTo>
                <a:lnTo>
                  <a:pt x="3145937" y="1783232"/>
                </a:lnTo>
                <a:lnTo>
                  <a:pt x="3172655" y="1747068"/>
                </a:lnTo>
                <a:lnTo>
                  <a:pt x="3198929" y="1710560"/>
                </a:lnTo>
                <a:lnTo>
                  <a:pt x="3224755" y="1673712"/>
                </a:lnTo>
                <a:lnTo>
                  <a:pt x="3250131" y="1636529"/>
                </a:lnTo>
                <a:lnTo>
                  <a:pt x="3275051" y="1599013"/>
                </a:lnTo>
                <a:lnTo>
                  <a:pt x="3299512" y="1561170"/>
                </a:lnTo>
                <a:lnTo>
                  <a:pt x="3323510" y="1523002"/>
                </a:lnTo>
                <a:lnTo>
                  <a:pt x="3347040" y="1484514"/>
                </a:lnTo>
                <a:lnTo>
                  <a:pt x="3370099" y="1445711"/>
                </a:lnTo>
                <a:lnTo>
                  <a:pt x="3392684" y="1406595"/>
                </a:lnTo>
                <a:lnTo>
                  <a:pt x="3414789" y="1367171"/>
                </a:lnTo>
                <a:lnTo>
                  <a:pt x="3436411" y="1327443"/>
                </a:lnTo>
                <a:lnTo>
                  <a:pt x="3457546" y="1287414"/>
                </a:lnTo>
                <a:lnTo>
                  <a:pt x="3478190" y="1247090"/>
                </a:lnTo>
                <a:lnTo>
                  <a:pt x="3498339" y="1206473"/>
                </a:lnTo>
                <a:lnTo>
                  <a:pt x="3517989" y="1165569"/>
                </a:lnTo>
                <a:lnTo>
                  <a:pt x="3537136" y="1124380"/>
                </a:lnTo>
                <a:lnTo>
                  <a:pt x="3555776" y="1082910"/>
                </a:lnTo>
                <a:lnTo>
                  <a:pt x="3573905" y="1041164"/>
                </a:lnTo>
                <a:lnTo>
                  <a:pt x="3591520" y="999146"/>
                </a:lnTo>
                <a:lnTo>
                  <a:pt x="3608615" y="956860"/>
                </a:lnTo>
                <a:lnTo>
                  <a:pt x="3625188" y="914309"/>
                </a:lnTo>
                <a:lnTo>
                  <a:pt x="3641233" y="871498"/>
                </a:lnTo>
                <a:lnTo>
                  <a:pt x="3656748" y="828431"/>
                </a:lnTo>
                <a:lnTo>
                  <a:pt x="3671728" y="785111"/>
                </a:lnTo>
                <a:lnTo>
                  <a:pt x="3686170" y="741542"/>
                </a:lnTo>
                <a:lnTo>
                  <a:pt x="3700069" y="697729"/>
                </a:lnTo>
                <a:lnTo>
                  <a:pt x="3713421" y="653676"/>
                </a:lnTo>
                <a:lnTo>
                  <a:pt x="3726222" y="609386"/>
                </a:lnTo>
                <a:lnTo>
                  <a:pt x="3738469" y="564864"/>
                </a:lnTo>
                <a:lnTo>
                  <a:pt x="3750157" y="520112"/>
                </a:lnTo>
                <a:lnTo>
                  <a:pt x="3761282" y="475137"/>
                </a:lnTo>
                <a:lnTo>
                  <a:pt x="3771841" y="429940"/>
                </a:lnTo>
                <a:lnTo>
                  <a:pt x="3781829" y="384527"/>
                </a:lnTo>
                <a:lnTo>
                  <a:pt x="3791243" y="338902"/>
                </a:lnTo>
                <a:lnTo>
                  <a:pt x="3800078" y="293067"/>
                </a:lnTo>
                <a:lnTo>
                  <a:pt x="3808331" y="247028"/>
                </a:lnTo>
                <a:lnTo>
                  <a:pt x="3815997" y="200788"/>
                </a:lnTo>
                <a:lnTo>
                  <a:pt x="3823073" y="154352"/>
                </a:lnTo>
                <a:lnTo>
                  <a:pt x="3829493" y="108165"/>
                </a:lnTo>
                <a:lnTo>
                  <a:pt x="3835331" y="61750"/>
                </a:lnTo>
                <a:lnTo>
                  <a:pt x="3840718" y="13901"/>
                </a:lnTo>
                <a:lnTo>
                  <a:pt x="3842095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54099" y="1008495"/>
            <a:ext cx="2072639" cy="304165"/>
          </a:xfrm>
          <a:custGeom>
            <a:avLst/>
            <a:gdLst/>
            <a:ahLst/>
            <a:cxnLst/>
            <a:rect l="l" t="t" r="r" b="b"/>
            <a:pathLst>
              <a:path w="2072639" h="304165">
                <a:moveTo>
                  <a:pt x="124402" y="56139"/>
                </a:moveTo>
                <a:lnTo>
                  <a:pt x="70860" y="56139"/>
                </a:lnTo>
                <a:lnTo>
                  <a:pt x="70860" y="299604"/>
                </a:lnTo>
                <a:lnTo>
                  <a:pt x="124402" y="299604"/>
                </a:lnTo>
                <a:lnTo>
                  <a:pt x="124402" y="56139"/>
                </a:lnTo>
                <a:close/>
              </a:path>
              <a:path w="2072639" h="304165">
                <a:moveTo>
                  <a:pt x="124402" y="4040"/>
                </a:moveTo>
                <a:lnTo>
                  <a:pt x="73457" y="4040"/>
                </a:lnTo>
                <a:lnTo>
                  <a:pt x="0" y="51232"/>
                </a:lnTo>
                <a:lnTo>
                  <a:pt x="0" y="100301"/>
                </a:lnTo>
                <a:lnTo>
                  <a:pt x="69128" y="56139"/>
                </a:lnTo>
                <a:lnTo>
                  <a:pt x="124402" y="56139"/>
                </a:lnTo>
                <a:lnTo>
                  <a:pt x="124402" y="4040"/>
                </a:lnTo>
                <a:close/>
              </a:path>
              <a:path w="2072639" h="304165">
                <a:moveTo>
                  <a:pt x="278522" y="239568"/>
                </a:moveTo>
                <a:lnTo>
                  <a:pt x="261300" y="239568"/>
                </a:lnTo>
                <a:lnTo>
                  <a:pt x="253795" y="242646"/>
                </a:lnTo>
                <a:lnTo>
                  <a:pt x="241287" y="254962"/>
                </a:lnTo>
                <a:lnTo>
                  <a:pt x="238209" y="262370"/>
                </a:lnTo>
                <a:lnTo>
                  <a:pt x="238209" y="279881"/>
                </a:lnTo>
                <a:lnTo>
                  <a:pt x="241287" y="287385"/>
                </a:lnTo>
                <a:lnTo>
                  <a:pt x="253795" y="299700"/>
                </a:lnTo>
                <a:lnTo>
                  <a:pt x="261300" y="302779"/>
                </a:lnTo>
                <a:lnTo>
                  <a:pt x="275731" y="302779"/>
                </a:lnTo>
                <a:lnTo>
                  <a:pt x="280927" y="301384"/>
                </a:lnTo>
                <a:lnTo>
                  <a:pt x="290452" y="295707"/>
                </a:lnTo>
                <a:lnTo>
                  <a:pt x="294300" y="291859"/>
                </a:lnTo>
                <a:lnTo>
                  <a:pt x="297187" y="287048"/>
                </a:lnTo>
                <a:lnTo>
                  <a:pt x="300169" y="282238"/>
                </a:lnTo>
                <a:lnTo>
                  <a:pt x="301709" y="276898"/>
                </a:lnTo>
                <a:lnTo>
                  <a:pt x="301709" y="262370"/>
                </a:lnTo>
                <a:lnTo>
                  <a:pt x="298486" y="254962"/>
                </a:lnTo>
                <a:lnTo>
                  <a:pt x="292136" y="248804"/>
                </a:lnTo>
                <a:lnTo>
                  <a:pt x="285882" y="242646"/>
                </a:lnTo>
                <a:lnTo>
                  <a:pt x="278522" y="239568"/>
                </a:lnTo>
                <a:close/>
              </a:path>
              <a:path w="2072639" h="304165">
                <a:moveTo>
                  <a:pt x="532196" y="4040"/>
                </a:moveTo>
                <a:lnTo>
                  <a:pt x="473458" y="4040"/>
                </a:lnTo>
                <a:lnTo>
                  <a:pt x="577511" y="299604"/>
                </a:lnTo>
                <a:lnTo>
                  <a:pt x="643609" y="299604"/>
                </a:lnTo>
                <a:lnTo>
                  <a:pt x="665792" y="236681"/>
                </a:lnTo>
                <a:lnTo>
                  <a:pt x="609117" y="236681"/>
                </a:lnTo>
                <a:lnTo>
                  <a:pt x="532196" y="4040"/>
                </a:lnTo>
                <a:close/>
              </a:path>
              <a:path w="2072639" h="304165">
                <a:moveTo>
                  <a:pt x="747807" y="4040"/>
                </a:moveTo>
                <a:lnTo>
                  <a:pt x="688925" y="4040"/>
                </a:lnTo>
                <a:lnTo>
                  <a:pt x="612148" y="236681"/>
                </a:lnTo>
                <a:lnTo>
                  <a:pt x="665792" y="236681"/>
                </a:lnTo>
                <a:lnTo>
                  <a:pt x="747807" y="4040"/>
                </a:lnTo>
                <a:close/>
              </a:path>
              <a:path w="2072639" h="304165">
                <a:moveTo>
                  <a:pt x="899161" y="0"/>
                </a:moveTo>
                <a:lnTo>
                  <a:pt x="845474" y="10147"/>
                </a:lnTo>
                <a:lnTo>
                  <a:pt x="802179" y="40084"/>
                </a:lnTo>
                <a:lnTo>
                  <a:pt x="773342" y="87961"/>
                </a:lnTo>
                <a:lnTo>
                  <a:pt x="767854" y="107309"/>
                </a:lnTo>
                <a:lnTo>
                  <a:pt x="767795" y="107517"/>
                </a:lnTo>
                <a:lnTo>
                  <a:pt x="764467" y="128803"/>
                </a:lnTo>
                <a:lnTo>
                  <a:pt x="763357" y="151822"/>
                </a:lnTo>
                <a:lnTo>
                  <a:pt x="764476" y="174850"/>
                </a:lnTo>
                <a:lnTo>
                  <a:pt x="773342" y="215629"/>
                </a:lnTo>
                <a:lnTo>
                  <a:pt x="790850" y="249481"/>
                </a:lnTo>
                <a:lnTo>
                  <a:pt x="829599" y="285605"/>
                </a:lnTo>
                <a:lnTo>
                  <a:pt x="880255" y="302517"/>
                </a:lnTo>
                <a:lnTo>
                  <a:pt x="899161" y="303645"/>
                </a:lnTo>
                <a:lnTo>
                  <a:pt x="918057" y="302517"/>
                </a:lnTo>
                <a:lnTo>
                  <a:pt x="968578" y="285605"/>
                </a:lnTo>
                <a:lnTo>
                  <a:pt x="1002550" y="255587"/>
                </a:lnTo>
                <a:lnTo>
                  <a:pt x="899161" y="255587"/>
                </a:lnTo>
                <a:lnTo>
                  <a:pt x="887462" y="254847"/>
                </a:lnTo>
                <a:lnTo>
                  <a:pt x="847846" y="237069"/>
                </a:lnTo>
                <a:lnTo>
                  <a:pt x="823033" y="196417"/>
                </a:lnTo>
                <a:lnTo>
                  <a:pt x="817188" y="151822"/>
                </a:lnTo>
                <a:lnTo>
                  <a:pt x="817837" y="135668"/>
                </a:lnTo>
                <a:lnTo>
                  <a:pt x="819786" y="120830"/>
                </a:lnTo>
                <a:lnTo>
                  <a:pt x="822983" y="107517"/>
                </a:lnTo>
                <a:lnTo>
                  <a:pt x="823033" y="107309"/>
                </a:lnTo>
                <a:lnTo>
                  <a:pt x="847846" y="66665"/>
                </a:lnTo>
                <a:lnTo>
                  <a:pt x="887462" y="48806"/>
                </a:lnTo>
                <a:lnTo>
                  <a:pt x="899161" y="48057"/>
                </a:lnTo>
                <a:lnTo>
                  <a:pt x="1002500" y="48057"/>
                </a:lnTo>
                <a:lnTo>
                  <a:pt x="996070" y="40084"/>
                </a:lnTo>
                <a:lnTo>
                  <a:pt x="952766" y="10147"/>
                </a:lnTo>
                <a:lnTo>
                  <a:pt x="918057" y="1127"/>
                </a:lnTo>
                <a:lnTo>
                  <a:pt x="899161" y="0"/>
                </a:lnTo>
                <a:close/>
              </a:path>
              <a:path w="2072639" h="304165">
                <a:moveTo>
                  <a:pt x="1002500" y="48057"/>
                </a:moveTo>
                <a:lnTo>
                  <a:pt x="899161" y="48057"/>
                </a:lnTo>
                <a:lnTo>
                  <a:pt x="910859" y="48806"/>
                </a:lnTo>
                <a:lnTo>
                  <a:pt x="921855" y="51052"/>
                </a:lnTo>
                <a:lnTo>
                  <a:pt x="958187" y="74720"/>
                </a:lnTo>
                <a:lnTo>
                  <a:pt x="978499" y="120830"/>
                </a:lnTo>
                <a:lnTo>
                  <a:pt x="981133" y="151822"/>
                </a:lnTo>
                <a:lnTo>
                  <a:pt x="980475" y="167986"/>
                </a:lnTo>
                <a:lnTo>
                  <a:pt x="978499" y="182851"/>
                </a:lnTo>
                <a:lnTo>
                  <a:pt x="975269" y="196164"/>
                </a:lnTo>
                <a:lnTo>
                  <a:pt x="975207" y="196417"/>
                </a:lnTo>
                <a:lnTo>
                  <a:pt x="950466" y="237069"/>
                </a:lnTo>
                <a:lnTo>
                  <a:pt x="910859" y="254847"/>
                </a:lnTo>
                <a:lnTo>
                  <a:pt x="899161" y="255587"/>
                </a:lnTo>
                <a:lnTo>
                  <a:pt x="1002550" y="255587"/>
                </a:lnTo>
                <a:lnTo>
                  <a:pt x="1007381" y="249616"/>
                </a:lnTo>
                <a:lnTo>
                  <a:pt x="1017068" y="233651"/>
                </a:lnTo>
                <a:lnTo>
                  <a:pt x="1024898" y="215764"/>
                </a:lnTo>
                <a:lnTo>
                  <a:pt x="1030418" y="196417"/>
                </a:lnTo>
                <a:lnTo>
                  <a:pt x="1030490" y="196164"/>
                </a:lnTo>
                <a:lnTo>
                  <a:pt x="1033846" y="174850"/>
                </a:lnTo>
                <a:lnTo>
                  <a:pt x="1034964" y="151822"/>
                </a:lnTo>
                <a:lnTo>
                  <a:pt x="1033846" y="128803"/>
                </a:lnTo>
                <a:lnTo>
                  <a:pt x="1030490" y="107517"/>
                </a:lnTo>
                <a:lnTo>
                  <a:pt x="1024898" y="87961"/>
                </a:lnTo>
                <a:lnTo>
                  <a:pt x="1017068" y="70138"/>
                </a:lnTo>
                <a:lnTo>
                  <a:pt x="1007381" y="54110"/>
                </a:lnTo>
                <a:lnTo>
                  <a:pt x="1002500" y="48057"/>
                </a:lnTo>
                <a:close/>
              </a:path>
              <a:path w="2072639" h="304165">
                <a:moveTo>
                  <a:pt x="1239932" y="4040"/>
                </a:moveTo>
                <a:lnTo>
                  <a:pt x="1186390" y="4040"/>
                </a:lnTo>
                <a:lnTo>
                  <a:pt x="1186390" y="197138"/>
                </a:lnTo>
                <a:lnTo>
                  <a:pt x="1194751" y="240461"/>
                </a:lnTo>
                <a:lnTo>
                  <a:pt x="1219150" y="274457"/>
                </a:lnTo>
                <a:lnTo>
                  <a:pt x="1257178" y="296528"/>
                </a:lnTo>
                <a:lnTo>
                  <a:pt x="1306318" y="304078"/>
                </a:lnTo>
                <a:lnTo>
                  <a:pt x="1323790" y="303239"/>
                </a:lnTo>
                <a:lnTo>
                  <a:pt x="1369385" y="290656"/>
                </a:lnTo>
                <a:lnTo>
                  <a:pt x="1403047" y="264381"/>
                </a:lnTo>
                <a:lnTo>
                  <a:pt x="1408851" y="256309"/>
                </a:lnTo>
                <a:lnTo>
                  <a:pt x="1306318" y="256309"/>
                </a:lnTo>
                <a:lnTo>
                  <a:pt x="1296487" y="255803"/>
                </a:lnTo>
                <a:lnTo>
                  <a:pt x="1257899" y="238449"/>
                </a:lnTo>
                <a:lnTo>
                  <a:pt x="1240437" y="201648"/>
                </a:lnTo>
                <a:lnTo>
                  <a:pt x="1239932" y="192664"/>
                </a:lnTo>
                <a:lnTo>
                  <a:pt x="1239932" y="4040"/>
                </a:lnTo>
                <a:close/>
              </a:path>
              <a:path w="2072639" h="304165">
                <a:moveTo>
                  <a:pt x="1426247" y="4040"/>
                </a:moveTo>
                <a:lnTo>
                  <a:pt x="1372705" y="4040"/>
                </a:lnTo>
                <a:lnTo>
                  <a:pt x="1372705" y="192664"/>
                </a:lnTo>
                <a:lnTo>
                  <a:pt x="1372200" y="201648"/>
                </a:lnTo>
                <a:lnTo>
                  <a:pt x="1354809" y="238449"/>
                </a:lnTo>
                <a:lnTo>
                  <a:pt x="1316150" y="255803"/>
                </a:lnTo>
                <a:lnTo>
                  <a:pt x="1306318" y="256309"/>
                </a:lnTo>
                <a:lnTo>
                  <a:pt x="1408851" y="256309"/>
                </a:lnTo>
                <a:lnTo>
                  <a:pt x="1425309" y="212535"/>
                </a:lnTo>
                <a:lnTo>
                  <a:pt x="1426247" y="197138"/>
                </a:lnTo>
                <a:lnTo>
                  <a:pt x="1426247" y="4040"/>
                </a:lnTo>
                <a:close/>
              </a:path>
              <a:path w="2072639" h="304165">
                <a:moveTo>
                  <a:pt x="1523265" y="234228"/>
                </a:moveTo>
                <a:lnTo>
                  <a:pt x="1472320" y="239135"/>
                </a:lnTo>
                <a:lnTo>
                  <a:pt x="1475955" y="253594"/>
                </a:lnTo>
                <a:lnTo>
                  <a:pt x="1482098" y="266375"/>
                </a:lnTo>
                <a:lnTo>
                  <a:pt x="1515309" y="294354"/>
                </a:lnTo>
                <a:lnTo>
                  <a:pt x="1567426" y="303934"/>
                </a:lnTo>
                <a:lnTo>
                  <a:pt x="1580884" y="303374"/>
                </a:lnTo>
                <a:lnTo>
                  <a:pt x="1626587" y="290079"/>
                </a:lnTo>
                <a:lnTo>
                  <a:pt x="1653427" y="264535"/>
                </a:lnTo>
                <a:lnTo>
                  <a:pt x="1567281" y="264535"/>
                </a:lnTo>
                <a:lnTo>
                  <a:pt x="1558686" y="264057"/>
                </a:lnTo>
                <a:lnTo>
                  <a:pt x="1525483" y="241272"/>
                </a:lnTo>
                <a:lnTo>
                  <a:pt x="1523265" y="234228"/>
                </a:lnTo>
                <a:close/>
              </a:path>
              <a:path w="2072639" h="304165">
                <a:moveTo>
                  <a:pt x="1568148" y="75045"/>
                </a:moveTo>
                <a:lnTo>
                  <a:pt x="1521244" y="83415"/>
                </a:lnTo>
                <a:lnTo>
                  <a:pt x="1489638" y="106795"/>
                </a:lnTo>
                <a:lnTo>
                  <a:pt x="1484841" y="114453"/>
                </a:lnTo>
                <a:lnTo>
                  <a:pt x="1484723" y="114642"/>
                </a:lnTo>
                <a:lnTo>
                  <a:pt x="1481232" y="123175"/>
                </a:lnTo>
                <a:lnTo>
                  <a:pt x="1479275" y="131906"/>
                </a:lnTo>
                <a:lnTo>
                  <a:pt x="1479166" y="132393"/>
                </a:lnTo>
                <a:lnTo>
                  <a:pt x="1478563" y="141720"/>
                </a:lnTo>
                <a:lnTo>
                  <a:pt x="1478526" y="142297"/>
                </a:lnTo>
                <a:lnTo>
                  <a:pt x="1493679" y="182418"/>
                </a:lnTo>
                <a:lnTo>
                  <a:pt x="1540871" y="204787"/>
                </a:lnTo>
                <a:lnTo>
                  <a:pt x="1588881" y="214937"/>
                </a:lnTo>
                <a:lnTo>
                  <a:pt x="1596386" y="218112"/>
                </a:lnTo>
                <a:lnTo>
                  <a:pt x="1601196" y="222249"/>
                </a:lnTo>
                <a:lnTo>
                  <a:pt x="1606103" y="226387"/>
                </a:lnTo>
                <a:lnTo>
                  <a:pt x="1608556" y="231630"/>
                </a:lnTo>
                <a:lnTo>
                  <a:pt x="1608556" y="245485"/>
                </a:lnTo>
                <a:lnTo>
                  <a:pt x="1604756" y="251787"/>
                </a:lnTo>
                <a:lnTo>
                  <a:pt x="1567281" y="264535"/>
                </a:lnTo>
                <a:lnTo>
                  <a:pt x="1653427" y="264535"/>
                </a:lnTo>
                <a:lnTo>
                  <a:pt x="1662099" y="233218"/>
                </a:lnTo>
                <a:lnTo>
                  <a:pt x="1661104" y="222249"/>
                </a:lnTo>
                <a:lnTo>
                  <a:pt x="1637853" y="187821"/>
                </a:lnTo>
                <a:lnTo>
                  <a:pt x="1599753" y="173181"/>
                </a:lnTo>
                <a:lnTo>
                  <a:pt x="1561942" y="165100"/>
                </a:lnTo>
                <a:lnTo>
                  <a:pt x="1554095" y="163016"/>
                </a:lnTo>
                <a:lnTo>
                  <a:pt x="1530529" y="145857"/>
                </a:lnTo>
                <a:lnTo>
                  <a:pt x="1530529" y="131906"/>
                </a:lnTo>
                <a:lnTo>
                  <a:pt x="1568869" y="114011"/>
                </a:lnTo>
                <a:lnTo>
                  <a:pt x="1649108" y="114011"/>
                </a:lnTo>
                <a:lnTo>
                  <a:pt x="1647703" y="111161"/>
                </a:lnTo>
                <a:lnTo>
                  <a:pt x="1617261" y="84381"/>
                </a:lnTo>
                <a:lnTo>
                  <a:pt x="1586593" y="76082"/>
                </a:lnTo>
                <a:lnTo>
                  <a:pt x="1568148" y="75045"/>
                </a:lnTo>
                <a:close/>
              </a:path>
              <a:path w="2072639" h="304165">
                <a:moveTo>
                  <a:pt x="1649108" y="114011"/>
                </a:moveTo>
                <a:lnTo>
                  <a:pt x="1576951" y="114011"/>
                </a:lnTo>
                <a:lnTo>
                  <a:pt x="1583782" y="115310"/>
                </a:lnTo>
                <a:lnTo>
                  <a:pt x="1594943" y="120505"/>
                </a:lnTo>
                <a:lnTo>
                  <a:pt x="1599368" y="123921"/>
                </a:lnTo>
                <a:lnTo>
                  <a:pt x="1602640" y="128154"/>
                </a:lnTo>
                <a:lnTo>
                  <a:pt x="1606010" y="132393"/>
                </a:lnTo>
                <a:lnTo>
                  <a:pt x="1608364" y="136909"/>
                </a:lnTo>
                <a:lnTo>
                  <a:pt x="1609711" y="141720"/>
                </a:lnTo>
                <a:lnTo>
                  <a:pt x="1657336" y="136525"/>
                </a:lnTo>
                <a:lnTo>
                  <a:pt x="1653610" y="123175"/>
                </a:lnTo>
                <a:lnTo>
                  <a:pt x="1649108" y="114011"/>
                </a:lnTo>
                <a:close/>
              </a:path>
              <a:path w="2072639" h="304165">
                <a:moveTo>
                  <a:pt x="1800572" y="75045"/>
                </a:moveTo>
                <a:lnTo>
                  <a:pt x="1785211" y="75956"/>
                </a:lnTo>
                <a:lnTo>
                  <a:pt x="1770405" y="78779"/>
                </a:lnTo>
                <a:lnTo>
                  <a:pt x="1770615" y="78779"/>
                </a:lnTo>
                <a:lnTo>
                  <a:pt x="1757574" y="83244"/>
                </a:lnTo>
                <a:lnTo>
                  <a:pt x="1724372" y="106939"/>
                </a:lnTo>
                <a:lnTo>
                  <a:pt x="1702959" y="143470"/>
                </a:lnTo>
                <a:lnTo>
                  <a:pt x="1696546" y="172965"/>
                </a:lnTo>
                <a:lnTo>
                  <a:pt x="1696464" y="173488"/>
                </a:lnTo>
                <a:lnTo>
                  <a:pt x="1695653" y="190067"/>
                </a:lnTo>
                <a:lnTo>
                  <a:pt x="1696464" y="206889"/>
                </a:lnTo>
                <a:lnTo>
                  <a:pt x="1698900" y="222574"/>
                </a:lnTo>
                <a:lnTo>
                  <a:pt x="1715830" y="262586"/>
                </a:lnTo>
                <a:lnTo>
                  <a:pt x="1745731" y="290079"/>
                </a:lnTo>
                <a:lnTo>
                  <a:pt x="1787213" y="303068"/>
                </a:lnTo>
                <a:lnTo>
                  <a:pt x="1803314" y="303934"/>
                </a:lnTo>
                <a:lnTo>
                  <a:pt x="1815870" y="303447"/>
                </a:lnTo>
                <a:lnTo>
                  <a:pt x="1858786" y="291775"/>
                </a:lnTo>
                <a:lnTo>
                  <a:pt x="1888083" y="266393"/>
                </a:lnTo>
                <a:lnTo>
                  <a:pt x="1889994" y="263236"/>
                </a:lnTo>
                <a:lnTo>
                  <a:pt x="1804036" y="263236"/>
                </a:lnTo>
                <a:lnTo>
                  <a:pt x="1795791" y="262785"/>
                </a:lnTo>
                <a:lnTo>
                  <a:pt x="1758422" y="241408"/>
                </a:lnTo>
                <a:lnTo>
                  <a:pt x="1747524" y="203055"/>
                </a:lnTo>
                <a:lnTo>
                  <a:pt x="1720187" y="203055"/>
                </a:lnTo>
                <a:lnTo>
                  <a:pt x="1720187" y="167842"/>
                </a:lnTo>
                <a:lnTo>
                  <a:pt x="1747671" y="167842"/>
                </a:lnTo>
                <a:lnTo>
                  <a:pt x="1747941" y="163738"/>
                </a:lnTo>
                <a:lnTo>
                  <a:pt x="1767424" y="127667"/>
                </a:lnTo>
                <a:lnTo>
                  <a:pt x="1786047" y="117763"/>
                </a:lnTo>
                <a:lnTo>
                  <a:pt x="1785889" y="117763"/>
                </a:lnTo>
                <a:lnTo>
                  <a:pt x="1793527" y="116230"/>
                </a:lnTo>
                <a:lnTo>
                  <a:pt x="1801294" y="115743"/>
                </a:lnTo>
                <a:lnTo>
                  <a:pt x="1882960" y="115743"/>
                </a:lnTo>
                <a:lnTo>
                  <a:pt x="1878269" y="109212"/>
                </a:lnTo>
                <a:lnTo>
                  <a:pt x="1848143" y="85382"/>
                </a:lnTo>
                <a:lnTo>
                  <a:pt x="1810674" y="75460"/>
                </a:lnTo>
                <a:lnTo>
                  <a:pt x="1800572" y="75045"/>
                </a:lnTo>
                <a:close/>
              </a:path>
              <a:path w="2072639" h="304165">
                <a:moveTo>
                  <a:pt x="1850939" y="234661"/>
                </a:moveTo>
                <a:lnTo>
                  <a:pt x="1818516" y="262178"/>
                </a:lnTo>
                <a:lnTo>
                  <a:pt x="1811636" y="263236"/>
                </a:lnTo>
                <a:lnTo>
                  <a:pt x="1889994" y="263236"/>
                </a:lnTo>
                <a:lnTo>
                  <a:pt x="1893008" y="258257"/>
                </a:lnTo>
                <a:lnTo>
                  <a:pt x="1896886" y="249508"/>
                </a:lnTo>
                <a:lnTo>
                  <a:pt x="1899719" y="240145"/>
                </a:lnTo>
                <a:lnTo>
                  <a:pt x="1850939" y="234661"/>
                </a:lnTo>
                <a:close/>
              </a:path>
              <a:path w="2072639" h="304165">
                <a:moveTo>
                  <a:pt x="1747671" y="167842"/>
                </a:moveTo>
                <a:lnTo>
                  <a:pt x="1720187" y="167842"/>
                </a:lnTo>
                <a:lnTo>
                  <a:pt x="1720187" y="203055"/>
                </a:lnTo>
                <a:lnTo>
                  <a:pt x="1747524" y="203055"/>
                </a:lnTo>
                <a:lnTo>
                  <a:pt x="1747463" y="171017"/>
                </a:lnTo>
                <a:lnTo>
                  <a:pt x="1747671" y="167842"/>
                </a:lnTo>
                <a:close/>
              </a:path>
              <a:path w="2072639" h="304165">
                <a:moveTo>
                  <a:pt x="1882960" y="115743"/>
                </a:moveTo>
                <a:lnTo>
                  <a:pt x="1801294" y="115743"/>
                </a:lnTo>
                <a:lnTo>
                  <a:pt x="1809646" y="116230"/>
                </a:lnTo>
                <a:lnTo>
                  <a:pt x="1808901" y="116230"/>
                </a:lnTo>
                <a:lnTo>
                  <a:pt x="1841820" y="135541"/>
                </a:lnTo>
                <a:lnTo>
                  <a:pt x="1851805" y="167842"/>
                </a:lnTo>
                <a:lnTo>
                  <a:pt x="1747671" y="167842"/>
                </a:lnTo>
                <a:lnTo>
                  <a:pt x="1747463" y="171017"/>
                </a:lnTo>
                <a:lnTo>
                  <a:pt x="1747524" y="203055"/>
                </a:lnTo>
                <a:lnTo>
                  <a:pt x="1901883" y="203055"/>
                </a:lnTo>
                <a:lnTo>
                  <a:pt x="1901883" y="187036"/>
                </a:lnTo>
                <a:lnTo>
                  <a:pt x="1901397" y="173488"/>
                </a:lnTo>
                <a:lnTo>
                  <a:pt x="1889382" y="126675"/>
                </a:lnTo>
                <a:lnTo>
                  <a:pt x="1884204" y="117475"/>
                </a:lnTo>
                <a:lnTo>
                  <a:pt x="1882960" y="115743"/>
                </a:lnTo>
                <a:close/>
              </a:path>
              <a:path w="2072639" h="304165">
                <a:moveTo>
                  <a:pt x="1996736" y="77931"/>
                </a:moveTo>
                <a:lnTo>
                  <a:pt x="1946081" y="77931"/>
                </a:lnTo>
                <a:lnTo>
                  <a:pt x="1946081" y="299604"/>
                </a:lnTo>
                <a:lnTo>
                  <a:pt x="1998324" y="299604"/>
                </a:lnTo>
                <a:lnTo>
                  <a:pt x="1998324" y="169285"/>
                </a:lnTo>
                <a:lnTo>
                  <a:pt x="1998730" y="162421"/>
                </a:lnTo>
                <a:lnTo>
                  <a:pt x="2022569" y="127432"/>
                </a:lnTo>
                <a:lnTo>
                  <a:pt x="2048258" y="121227"/>
                </a:lnTo>
                <a:lnTo>
                  <a:pt x="2072503" y="121227"/>
                </a:lnTo>
                <a:lnTo>
                  <a:pt x="2072503" y="114877"/>
                </a:lnTo>
                <a:lnTo>
                  <a:pt x="1996736" y="114877"/>
                </a:lnTo>
                <a:lnTo>
                  <a:pt x="1996736" y="77931"/>
                </a:lnTo>
                <a:close/>
              </a:path>
              <a:path w="2072639" h="304165">
                <a:moveTo>
                  <a:pt x="2072503" y="121227"/>
                </a:moveTo>
                <a:lnTo>
                  <a:pt x="2052684" y="121227"/>
                </a:lnTo>
                <a:lnTo>
                  <a:pt x="2057948" y="121615"/>
                </a:lnTo>
                <a:lnTo>
                  <a:pt x="2057612" y="121615"/>
                </a:lnTo>
                <a:lnTo>
                  <a:pt x="2061968" y="122237"/>
                </a:lnTo>
                <a:lnTo>
                  <a:pt x="2066779" y="122814"/>
                </a:lnTo>
                <a:lnTo>
                  <a:pt x="2070291" y="123488"/>
                </a:lnTo>
                <a:lnTo>
                  <a:pt x="2072503" y="124257"/>
                </a:lnTo>
                <a:lnTo>
                  <a:pt x="2072503" y="121227"/>
                </a:lnTo>
                <a:close/>
              </a:path>
              <a:path w="2072639" h="304165">
                <a:moveTo>
                  <a:pt x="2056629" y="74756"/>
                </a:moveTo>
                <a:lnTo>
                  <a:pt x="2053742" y="74756"/>
                </a:lnTo>
                <a:lnTo>
                  <a:pt x="2044479" y="75415"/>
                </a:lnTo>
                <a:lnTo>
                  <a:pt x="2007272" y="97883"/>
                </a:lnTo>
                <a:lnTo>
                  <a:pt x="1999045" y="114877"/>
                </a:lnTo>
                <a:lnTo>
                  <a:pt x="2072503" y="114877"/>
                </a:lnTo>
                <a:lnTo>
                  <a:pt x="2072503" y="76199"/>
                </a:lnTo>
                <a:lnTo>
                  <a:pt x="2070098" y="75718"/>
                </a:lnTo>
                <a:lnTo>
                  <a:pt x="2067365" y="75415"/>
                </a:lnTo>
                <a:lnTo>
                  <a:pt x="2067696" y="75415"/>
                </a:lnTo>
                <a:lnTo>
                  <a:pt x="2063411" y="75189"/>
                </a:lnTo>
                <a:lnTo>
                  <a:pt x="2059852" y="74901"/>
                </a:lnTo>
                <a:lnTo>
                  <a:pt x="2056629" y="74756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5261" y="507060"/>
            <a:ext cx="110632" cy="10253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87" y="2474768"/>
            <a:ext cx="4738592" cy="1472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915968"/>
            <a:ext cx="6444843" cy="34658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508000" y="3213100"/>
            <a:ext cx="1625600" cy="3467100"/>
            <a:chOff x="508000" y="3213100"/>
            <a:chExt cx="1625600" cy="3467100"/>
          </a:xfrm>
        </p:grpSpPr>
        <p:sp>
          <p:nvSpPr>
            <p:cNvPr id="10" name="object 10" descr=""/>
            <p:cNvSpPr/>
            <p:nvPr/>
          </p:nvSpPr>
          <p:spPr>
            <a:xfrm>
              <a:off x="508000" y="3213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2384" y="3237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69" y="59232"/>
                  </a:lnTo>
                  <a:lnTo>
                    <a:pt x="1536065" y="28397"/>
                  </a:lnTo>
                  <a:lnTo>
                    <a:pt x="1505064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63" y="7620"/>
                  </a:lnTo>
                  <a:lnTo>
                    <a:pt x="28562" y="28397"/>
                  </a:lnTo>
                  <a:lnTo>
                    <a:pt x="7658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58" y="3359378"/>
                  </a:lnTo>
                  <a:lnTo>
                    <a:pt x="28562" y="3390201"/>
                  </a:lnTo>
                  <a:lnTo>
                    <a:pt x="59563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64" y="3410978"/>
                  </a:lnTo>
                  <a:lnTo>
                    <a:pt x="1536065" y="3390201"/>
                  </a:lnTo>
                  <a:lnTo>
                    <a:pt x="1556969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16" y="1239634"/>
                  </a:moveTo>
                  <a:lnTo>
                    <a:pt x="1599704" y="1239634"/>
                  </a:lnTo>
                  <a:lnTo>
                    <a:pt x="1599704" y="1237094"/>
                  </a:lnTo>
                  <a:lnTo>
                    <a:pt x="1589024" y="1237094"/>
                  </a:lnTo>
                  <a:lnTo>
                    <a:pt x="1589024" y="1239634"/>
                  </a:lnTo>
                  <a:lnTo>
                    <a:pt x="1589024" y="1444104"/>
                  </a:lnTo>
                  <a:lnTo>
                    <a:pt x="1589024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16" y="1444104"/>
                  </a:lnTo>
                  <a:lnTo>
                    <a:pt x="1601216" y="1239634"/>
                  </a:lnTo>
                  <a:close/>
                </a:path>
                <a:path w="1601470" h="3418840">
                  <a:moveTo>
                    <a:pt x="1601216" y="652894"/>
                  </a:moveTo>
                  <a:lnTo>
                    <a:pt x="1599501" y="652894"/>
                  </a:lnTo>
                  <a:lnTo>
                    <a:pt x="1599501" y="646544"/>
                  </a:lnTo>
                  <a:lnTo>
                    <a:pt x="1589024" y="646544"/>
                  </a:lnTo>
                  <a:lnTo>
                    <a:pt x="1589024" y="652894"/>
                  </a:lnTo>
                  <a:lnTo>
                    <a:pt x="1589024" y="1040244"/>
                  </a:lnTo>
                  <a:lnTo>
                    <a:pt x="1589024" y="1046594"/>
                  </a:lnTo>
                  <a:lnTo>
                    <a:pt x="1599501" y="1046594"/>
                  </a:lnTo>
                  <a:lnTo>
                    <a:pt x="1599501" y="1040244"/>
                  </a:lnTo>
                  <a:lnTo>
                    <a:pt x="1601216" y="1040244"/>
                  </a:lnTo>
                  <a:lnTo>
                    <a:pt x="1601216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832" y="3265630"/>
              <a:ext cx="1507743" cy="332970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2032" y="3306043"/>
              <a:ext cx="85343" cy="8485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438400" y="3213100"/>
            <a:ext cx="1638300" cy="3467100"/>
            <a:chOff x="2438400" y="3213100"/>
            <a:chExt cx="16383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2438400" y="3213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62974" y="3237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91644" y="3265630"/>
              <a:ext cx="151952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8401" y="3306043"/>
              <a:ext cx="86010" cy="84859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59287" y="4469912"/>
            <a:ext cx="2146101" cy="573935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3289300" y="6819900"/>
            <a:ext cx="1625600" cy="3467100"/>
            <a:chOff x="3289300" y="6819900"/>
            <a:chExt cx="1625600" cy="3467100"/>
          </a:xfrm>
        </p:grpSpPr>
        <p:sp>
          <p:nvSpPr>
            <p:cNvPr id="21" name="object 21" descr=""/>
            <p:cNvSpPr/>
            <p:nvPr/>
          </p:nvSpPr>
          <p:spPr>
            <a:xfrm>
              <a:off x="3289300" y="6819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13684" y="6844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69" y="59232"/>
                  </a:lnTo>
                  <a:lnTo>
                    <a:pt x="1536065" y="28397"/>
                  </a:lnTo>
                  <a:lnTo>
                    <a:pt x="1505064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63" y="7620"/>
                  </a:lnTo>
                  <a:lnTo>
                    <a:pt x="28562" y="28397"/>
                  </a:lnTo>
                  <a:lnTo>
                    <a:pt x="7658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58" y="3359378"/>
                  </a:lnTo>
                  <a:lnTo>
                    <a:pt x="28562" y="3390201"/>
                  </a:lnTo>
                  <a:lnTo>
                    <a:pt x="59563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64" y="3410978"/>
                  </a:lnTo>
                  <a:lnTo>
                    <a:pt x="1536065" y="3390201"/>
                  </a:lnTo>
                  <a:lnTo>
                    <a:pt x="1556969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16" y="1239634"/>
                  </a:moveTo>
                  <a:lnTo>
                    <a:pt x="1599704" y="1239634"/>
                  </a:lnTo>
                  <a:lnTo>
                    <a:pt x="1599704" y="1237094"/>
                  </a:lnTo>
                  <a:lnTo>
                    <a:pt x="1589024" y="1237094"/>
                  </a:lnTo>
                  <a:lnTo>
                    <a:pt x="1589024" y="1239634"/>
                  </a:lnTo>
                  <a:lnTo>
                    <a:pt x="1589024" y="1444104"/>
                  </a:lnTo>
                  <a:lnTo>
                    <a:pt x="1589024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16" y="1444104"/>
                  </a:lnTo>
                  <a:lnTo>
                    <a:pt x="1601216" y="1239634"/>
                  </a:lnTo>
                  <a:close/>
                </a:path>
                <a:path w="1601470" h="3418840">
                  <a:moveTo>
                    <a:pt x="1601216" y="652894"/>
                  </a:moveTo>
                  <a:lnTo>
                    <a:pt x="1599501" y="652894"/>
                  </a:lnTo>
                  <a:lnTo>
                    <a:pt x="1599501" y="646544"/>
                  </a:lnTo>
                  <a:lnTo>
                    <a:pt x="1589024" y="646544"/>
                  </a:lnTo>
                  <a:lnTo>
                    <a:pt x="1589024" y="652894"/>
                  </a:lnTo>
                  <a:lnTo>
                    <a:pt x="1589024" y="1040244"/>
                  </a:lnTo>
                  <a:lnTo>
                    <a:pt x="1589024" y="1046594"/>
                  </a:lnTo>
                  <a:lnTo>
                    <a:pt x="1599501" y="1046594"/>
                  </a:lnTo>
                  <a:lnTo>
                    <a:pt x="1599501" y="1040244"/>
                  </a:lnTo>
                  <a:lnTo>
                    <a:pt x="1601216" y="1040244"/>
                  </a:lnTo>
                  <a:lnTo>
                    <a:pt x="1601216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42132" y="6872436"/>
              <a:ext cx="1507743" cy="33297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53332" y="6912843"/>
              <a:ext cx="85344" cy="84859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5219700" y="6819900"/>
            <a:ext cx="1638300" cy="3467100"/>
            <a:chOff x="5219700" y="6819900"/>
            <a:chExt cx="1638300" cy="3467100"/>
          </a:xfrm>
        </p:grpSpPr>
        <p:sp>
          <p:nvSpPr>
            <p:cNvPr id="26" name="object 26" descr=""/>
            <p:cNvSpPr/>
            <p:nvPr/>
          </p:nvSpPr>
          <p:spPr>
            <a:xfrm>
              <a:off x="5219700" y="68199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4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244274" y="68441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72944" y="6872430"/>
              <a:ext cx="1519523" cy="332970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89699" y="6912843"/>
              <a:ext cx="86010" cy="84859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8187" y="7732405"/>
            <a:ext cx="2151459" cy="803942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8187" y="8800613"/>
            <a:ext cx="2194078" cy="5739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842385" cy="3225800"/>
          </a:xfrm>
          <a:custGeom>
            <a:avLst/>
            <a:gdLst/>
            <a:ahLst/>
            <a:cxnLst/>
            <a:rect l="l" t="t" r="r" b="b"/>
            <a:pathLst>
              <a:path w="3842385" h="3225800">
                <a:moveTo>
                  <a:pt x="0" y="108165"/>
                </a:moveTo>
                <a:lnTo>
                  <a:pt x="0" y="3215977"/>
                </a:lnTo>
                <a:lnTo>
                  <a:pt x="26576" y="3217905"/>
                </a:lnTo>
                <a:lnTo>
                  <a:pt x="74279" y="3220737"/>
                </a:lnTo>
                <a:lnTo>
                  <a:pt x="122147" y="3222946"/>
                </a:lnTo>
                <a:lnTo>
                  <a:pt x="170175" y="3224528"/>
                </a:lnTo>
                <a:lnTo>
                  <a:pt x="218361" y="3225481"/>
                </a:lnTo>
                <a:lnTo>
                  <a:pt x="266700" y="3225800"/>
                </a:lnTo>
                <a:lnTo>
                  <a:pt x="266700" y="177800"/>
                </a:lnTo>
                <a:lnTo>
                  <a:pt x="219580" y="175795"/>
                </a:lnTo>
                <a:lnTo>
                  <a:pt x="173573" y="169891"/>
                </a:lnTo>
                <a:lnTo>
                  <a:pt x="128844" y="160251"/>
                </a:lnTo>
                <a:lnTo>
                  <a:pt x="85555" y="147039"/>
                </a:lnTo>
                <a:lnTo>
                  <a:pt x="43871" y="130419"/>
                </a:lnTo>
                <a:lnTo>
                  <a:pt x="3956" y="110555"/>
                </a:lnTo>
                <a:lnTo>
                  <a:pt x="0" y="108165"/>
                </a:lnTo>
                <a:close/>
              </a:path>
              <a:path w="3842385" h="3225800">
                <a:moveTo>
                  <a:pt x="3842095" y="0"/>
                </a:moveTo>
                <a:lnTo>
                  <a:pt x="669786" y="0"/>
                </a:lnTo>
                <a:lnTo>
                  <a:pt x="668138" y="1937"/>
                </a:lnTo>
                <a:lnTo>
                  <a:pt x="636937" y="33138"/>
                </a:lnTo>
                <a:lnTo>
                  <a:pt x="603311" y="61750"/>
                </a:lnTo>
                <a:lnTo>
                  <a:pt x="567425" y="87611"/>
                </a:lnTo>
                <a:lnTo>
                  <a:pt x="529443" y="110555"/>
                </a:lnTo>
                <a:lnTo>
                  <a:pt x="489528" y="130419"/>
                </a:lnTo>
                <a:lnTo>
                  <a:pt x="447844" y="147039"/>
                </a:lnTo>
                <a:lnTo>
                  <a:pt x="404555" y="160251"/>
                </a:lnTo>
                <a:lnTo>
                  <a:pt x="359826" y="169891"/>
                </a:lnTo>
                <a:lnTo>
                  <a:pt x="313819" y="175795"/>
                </a:lnTo>
                <a:lnTo>
                  <a:pt x="266700" y="177800"/>
                </a:lnTo>
                <a:lnTo>
                  <a:pt x="266700" y="3225800"/>
                </a:lnTo>
                <a:lnTo>
                  <a:pt x="315038" y="3225481"/>
                </a:lnTo>
                <a:lnTo>
                  <a:pt x="363224" y="3224528"/>
                </a:lnTo>
                <a:lnTo>
                  <a:pt x="411252" y="3222946"/>
                </a:lnTo>
                <a:lnTo>
                  <a:pt x="459120" y="3220737"/>
                </a:lnTo>
                <a:lnTo>
                  <a:pt x="506823" y="3217905"/>
                </a:lnTo>
                <a:lnTo>
                  <a:pt x="554356" y="3214456"/>
                </a:lnTo>
                <a:lnTo>
                  <a:pt x="601717" y="3210392"/>
                </a:lnTo>
                <a:lnTo>
                  <a:pt x="648901" y="3205718"/>
                </a:lnTo>
                <a:lnTo>
                  <a:pt x="695904" y="3200437"/>
                </a:lnTo>
                <a:lnTo>
                  <a:pt x="742722" y="3194554"/>
                </a:lnTo>
                <a:lnTo>
                  <a:pt x="789352" y="3188073"/>
                </a:lnTo>
                <a:lnTo>
                  <a:pt x="835788" y="3180997"/>
                </a:lnTo>
                <a:lnTo>
                  <a:pt x="882028" y="3173331"/>
                </a:lnTo>
                <a:lnTo>
                  <a:pt x="928067" y="3165078"/>
                </a:lnTo>
                <a:lnTo>
                  <a:pt x="973902" y="3156243"/>
                </a:lnTo>
                <a:lnTo>
                  <a:pt x="1019527" y="3146829"/>
                </a:lnTo>
                <a:lnTo>
                  <a:pt x="1064940" y="3136841"/>
                </a:lnTo>
                <a:lnTo>
                  <a:pt x="1110137" y="3126282"/>
                </a:lnTo>
                <a:lnTo>
                  <a:pt x="1155112" y="3115157"/>
                </a:lnTo>
                <a:lnTo>
                  <a:pt x="1199864" y="3103469"/>
                </a:lnTo>
                <a:lnTo>
                  <a:pt x="1244386" y="3091222"/>
                </a:lnTo>
                <a:lnTo>
                  <a:pt x="1288676" y="3078421"/>
                </a:lnTo>
                <a:lnTo>
                  <a:pt x="1332729" y="3065069"/>
                </a:lnTo>
                <a:lnTo>
                  <a:pt x="1376542" y="3051170"/>
                </a:lnTo>
                <a:lnTo>
                  <a:pt x="1420111" y="3036728"/>
                </a:lnTo>
                <a:lnTo>
                  <a:pt x="1463431" y="3021748"/>
                </a:lnTo>
                <a:lnTo>
                  <a:pt x="1506498" y="3006233"/>
                </a:lnTo>
                <a:lnTo>
                  <a:pt x="1549309" y="2990188"/>
                </a:lnTo>
                <a:lnTo>
                  <a:pt x="1591860" y="2973615"/>
                </a:lnTo>
                <a:lnTo>
                  <a:pt x="1634146" y="2956520"/>
                </a:lnTo>
                <a:lnTo>
                  <a:pt x="1676164" y="2938905"/>
                </a:lnTo>
                <a:lnTo>
                  <a:pt x="1717910" y="2920776"/>
                </a:lnTo>
                <a:lnTo>
                  <a:pt x="1759380" y="2902136"/>
                </a:lnTo>
                <a:lnTo>
                  <a:pt x="1800569" y="2882989"/>
                </a:lnTo>
                <a:lnTo>
                  <a:pt x="1841473" y="2863339"/>
                </a:lnTo>
                <a:lnTo>
                  <a:pt x="1882090" y="2843190"/>
                </a:lnTo>
                <a:lnTo>
                  <a:pt x="1922414" y="2822546"/>
                </a:lnTo>
                <a:lnTo>
                  <a:pt x="1962443" y="2801411"/>
                </a:lnTo>
                <a:lnTo>
                  <a:pt x="2002171" y="2779789"/>
                </a:lnTo>
                <a:lnTo>
                  <a:pt x="2041595" y="2757684"/>
                </a:lnTo>
                <a:lnTo>
                  <a:pt x="2080711" y="2735099"/>
                </a:lnTo>
                <a:lnTo>
                  <a:pt x="2119514" y="2712040"/>
                </a:lnTo>
                <a:lnTo>
                  <a:pt x="2158002" y="2688510"/>
                </a:lnTo>
                <a:lnTo>
                  <a:pt x="2196170" y="2664512"/>
                </a:lnTo>
                <a:lnTo>
                  <a:pt x="2234013" y="2640051"/>
                </a:lnTo>
                <a:lnTo>
                  <a:pt x="2271529" y="2615131"/>
                </a:lnTo>
                <a:lnTo>
                  <a:pt x="2308712" y="2589755"/>
                </a:lnTo>
                <a:lnTo>
                  <a:pt x="2345560" y="2563929"/>
                </a:lnTo>
                <a:lnTo>
                  <a:pt x="2382068" y="2537655"/>
                </a:lnTo>
                <a:lnTo>
                  <a:pt x="2418232" y="2510937"/>
                </a:lnTo>
                <a:lnTo>
                  <a:pt x="2454048" y="2483781"/>
                </a:lnTo>
                <a:lnTo>
                  <a:pt x="2489512" y="2456189"/>
                </a:lnTo>
                <a:lnTo>
                  <a:pt x="2524620" y="2428166"/>
                </a:lnTo>
                <a:lnTo>
                  <a:pt x="2559369" y="2399715"/>
                </a:lnTo>
                <a:lnTo>
                  <a:pt x="2593753" y="2370841"/>
                </a:lnTo>
                <a:lnTo>
                  <a:pt x="2627770" y="2341547"/>
                </a:lnTo>
                <a:lnTo>
                  <a:pt x="2661415" y="2311838"/>
                </a:lnTo>
                <a:lnTo>
                  <a:pt x="2694685" y="2281717"/>
                </a:lnTo>
                <a:lnTo>
                  <a:pt x="2727575" y="2251189"/>
                </a:lnTo>
                <a:lnTo>
                  <a:pt x="2760081" y="2220257"/>
                </a:lnTo>
                <a:lnTo>
                  <a:pt x="2792199" y="2188926"/>
                </a:lnTo>
                <a:lnTo>
                  <a:pt x="2823926" y="2157199"/>
                </a:lnTo>
                <a:lnTo>
                  <a:pt x="2855257" y="2125081"/>
                </a:lnTo>
                <a:lnTo>
                  <a:pt x="2886189" y="2092575"/>
                </a:lnTo>
                <a:lnTo>
                  <a:pt x="2916717" y="2059685"/>
                </a:lnTo>
                <a:lnTo>
                  <a:pt x="2946838" y="2026415"/>
                </a:lnTo>
                <a:lnTo>
                  <a:pt x="2976547" y="1992770"/>
                </a:lnTo>
                <a:lnTo>
                  <a:pt x="3005841" y="1958753"/>
                </a:lnTo>
                <a:lnTo>
                  <a:pt x="3034715" y="1924369"/>
                </a:lnTo>
                <a:lnTo>
                  <a:pt x="3063166" y="1889620"/>
                </a:lnTo>
                <a:lnTo>
                  <a:pt x="3091189" y="1854512"/>
                </a:lnTo>
                <a:lnTo>
                  <a:pt x="3118781" y="1819048"/>
                </a:lnTo>
                <a:lnTo>
                  <a:pt x="3145937" y="1783232"/>
                </a:lnTo>
                <a:lnTo>
                  <a:pt x="3172655" y="1747068"/>
                </a:lnTo>
                <a:lnTo>
                  <a:pt x="3198929" y="1710560"/>
                </a:lnTo>
                <a:lnTo>
                  <a:pt x="3224755" y="1673712"/>
                </a:lnTo>
                <a:lnTo>
                  <a:pt x="3250131" y="1636529"/>
                </a:lnTo>
                <a:lnTo>
                  <a:pt x="3275051" y="1599013"/>
                </a:lnTo>
                <a:lnTo>
                  <a:pt x="3299512" y="1561170"/>
                </a:lnTo>
                <a:lnTo>
                  <a:pt x="3323510" y="1523002"/>
                </a:lnTo>
                <a:lnTo>
                  <a:pt x="3347040" y="1484514"/>
                </a:lnTo>
                <a:lnTo>
                  <a:pt x="3370099" y="1445711"/>
                </a:lnTo>
                <a:lnTo>
                  <a:pt x="3392684" y="1406595"/>
                </a:lnTo>
                <a:lnTo>
                  <a:pt x="3414789" y="1367171"/>
                </a:lnTo>
                <a:lnTo>
                  <a:pt x="3436411" y="1327443"/>
                </a:lnTo>
                <a:lnTo>
                  <a:pt x="3457546" y="1287414"/>
                </a:lnTo>
                <a:lnTo>
                  <a:pt x="3478190" y="1247090"/>
                </a:lnTo>
                <a:lnTo>
                  <a:pt x="3498339" y="1206473"/>
                </a:lnTo>
                <a:lnTo>
                  <a:pt x="3517989" y="1165569"/>
                </a:lnTo>
                <a:lnTo>
                  <a:pt x="3537136" y="1124380"/>
                </a:lnTo>
                <a:lnTo>
                  <a:pt x="3555776" y="1082910"/>
                </a:lnTo>
                <a:lnTo>
                  <a:pt x="3573905" y="1041164"/>
                </a:lnTo>
                <a:lnTo>
                  <a:pt x="3591520" y="999146"/>
                </a:lnTo>
                <a:lnTo>
                  <a:pt x="3608615" y="956860"/>
                </a:lnTo>
                <a:lnTo>
                  <a:pt x="3625188" y="914309"/>
                </a:lnTo>
                <a:lnTo>
                  <a:pt x="3641233" y="871498"/>
                </a:lnTo>
                <a:lnTo>
                  <a:pt x="3656748" y="828431"/>
                </a:lnTo>
                <a:lnTo>
                  <a:pt x="3671728" y="785111"/>
                </a:lnTo>
                <a:lnTo>
                  <a:pt x="3686170" y="741542"/>
                </a:lnTo>
                <a:lnTo>
                  <a:pt x="3700069" y="697729"/>
                </a:lnTo>
                <a:lnTo>
                  <a:pt x="3713421" y="653676"/>
                </a:lnTo>
                <a:lnTo>
                  <a:pt x="3726222" y="609386"/>
                </a:lnTo>
                <a:lnTo>
                  <a:pt x="3738469" y="564864"/>
                </a:lnTo>
                <a:lnTo>
                  <a:pt x="3750157" y="520112"/>
                </a:lnTo>
                <a:lnTo>
                  <a:pt x="3761282" y="475137"/>
                </a:lnTo>
                <a:lnTo>
                  <a:pt x="3771841" y="429940"/>
                </a:lnTo>
                <a:lnTo>
                  <a:pt x="3781829" y="384527"/>
                </a:lnTo>
                <a:lnTo>
                  <a:pt x="3791243" y="338902"/>
                </a:lnTo>
                <a:lnTo>
                  <a:pt x="3800078" y="293067"/>
                </a:lnTo>
                <a:lnTo>
                  <a:pt x="3808331" y="247028"/>
                </a:lnTo>
                <a:lnTo>
                  <a:pt x="3815997" y="200788"/>
                </a:lnTo>
                <a:lnTo>
                  <a:pt x="3823073" y="154352"/>
                </a:lnTo>
                <a:lnTo>
                  <a:pt x="3829493" y="108165"/>
                </a:lnTo>
                <a:lnTo>
                  <a:pt x="3835331" y="61750"/>
                </a:lnTo>
                <a:lnTo>
                  <a:pt x="3840718" y="13901"/>
                </a:lnTo>
                <a:lnTo>
                  <a:pt x="3842095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54099" y="1008495"/>
            <a:ext cx="2072639" cy="304165"/>
          </a:xfrm>
          <a:custGeom>
            <a:avLst/>
            <a:gdLst/>
            <a:ahLst/>
            <a:cxnLst/>
            <a:rect l="l" t="t" r="r" b="b"/>
            <a:pathLst>
              <a:path w="2072639" h="304165">
                <a:moveTo>
                  <a:pt x="124402" y="56139"/>
                </a:moveTo>
                <a:lnTo>
                  <a:pt x="70860" y="56139"/>
                </a:lnTo>
                <a:lnTo>
                  <a:pt x="70860" y="299604"/>
                </a:lnTo>
                <a:lnTo>
                  <a:pt x="124402" y="299604"/>
                </a:lnTo>
                <a:lnTo>
                  <a:pt x="124402" y="56139"/>
                </a:lnTo>
                <a:close/>
              </a:path>
              <a:path w="2072639" h="304165">
                <a:moveTo>
                  <a:pt x="124402" y="4040"/>
                </a:moveTo>
                <a:lnTo>
                  <a:pt x="73457" y="4040"/>
                </a:lnTo>
                <a:lnTo>
                  <a:pt x="0" y="51232"/>
                </a:lnTo>
                <a:lnTo>
                  <a:pt x="0" y="100301"/>
                </a:lnTo>
                <a:lnTo>
                  <a:pt x="69128" y="56139"/>
                </a:lnTo>
                <a:lnTo>
                  <a:pt x="124402" y="56139"/>
                </a:lnTo>
                <a:lnTo>
                  <a:pt x="124402" y="4040"/>
                </a:lnTo>
                <a:close/>
              </a:path>
              <a:path w="2072639" h="304165">
                <a:moveTo>
                  <a:pt x="278522" y="239568"/>
                </a:moveTo>
                <a:lnTo>
                  <a:pt x="261300" y="239568"/>
                </a:lnTo>
                <a:lnTo>
                  <a:pt x="253795" y="242646"/>
                </a:lnTo>
                <a:lnTo>
                  <a:pt x="241287" y="254962"/>
                </a:lnTo>
                <a:lnTo>
                  <a:pt x="238209" y="262370"/>
                </a:lnTo>
                <a:lnTo>
                  <a:pt x="238209" y="279881"/>
                </a:lnTo>
                <a:lnTo>
                  <a:pt x="241287" y="287385"/>
                </a:lnTo>
                <a:lnTo>
                  <a:pt x="253795" y="299700"/>
                </a:lnTo>
                <a:lnTo>
                  <a:pt x="261300" y="302779"/>
                </a:lnTo>
                <a:lnTo>
                  <a:pt x="275731" y="302779"/>
                </a:lnTo>
                <a:lnTo>
                  <a:pt x="280927" y="301384"/>
                </a:lnTo>
                <a:lnTo>
                  <a:pt x="290452" y="295707"/>
                </a:lnTo>
                <a:lnTo>
                  <a:pt x="294300" y="291859"/>
                </a:lnTo>
                <a:lnTo>
                  <a:pt x="297187" y="287048"/>
                </a:lnTo>
                <a:lnTo>
                  <a:pt x="300169" y="282238"/>
                </a:lnTo>
                <a:lnTo>
                  <a:pt x="301709" y="276898"/>
                </a:lnTo>
                <a:lnTo>
                  <a:pt x="301709" y="262370"/>
                </a:lnTo>
                <a:lnTo>
                  <a:pt x="298486" y="254962"/>
                </a:lnTo>
                <a:lnTo>
                  <a:pt x="292136" y="248804"/>
                </a:lnTo>
                <a:lnTo>
                  <a:pt x="285882" y="242646"/>
                </a:lnTo>
                <a:lnTo>
                  <a:pt x="278522" y="239568"/>
                </a:lnTo>
                <a:close/>
              </a:path>
              <a:path w="2072639" h="304165">
                <a:moveTo>
                  <a:pt x="532196" y="4040"/>
                </a:moveTo>
                <a:lnTo>
                  <a:pt x="473458" y="4040"/>
                </a:lnTo>
                <a:lnTo>
                  <a:pt x="577511" y="299604"/>
                </a:lnTo>
                <a:lnTo>
                  <a:pt x="643609" y="299604"/>
                </a:lnTo>
                <a:lnTo>
                  <a:pt x="665792" y="236681"/>
                </a:lnTo>
                <a:lnTo>
                  <a:pt x="609117" y="236681"/>
                </a:lnTo>
                <a:lnTo>
                  <a:pt x="532196" y="4040"/>
                </a:lnTo>
                <a:close/>
              </a:path>
              <a:path w="2072639" h="304165">
                <a:moveTo>
                  <a:pt x="747807" y="4040"/>
                </a:moveTo>
                <a:lnTo>
                  <a:pt x="688925" y="4040"/>
                </a:lnTo>
                <a:lnTo>
                  <a:pt x="612148" y="236681"/>
                </a:lnTo>
                <a:lnTo>
                  <a:pt x="665792" y="236681"/>
                </a:lnTo>
                <a:lnTo>
                  <a:pt x="747807" y="4040"/>
                </a:lnTo>
                <a:close/>
              </a:path>
              <a:path w="2072639" h="304165">
                <a:moveTo>
                  <a:pt x="899161" y="0"/>
                </a:moveTo>
                <a:lnTo>
                  <a:pt x="845474" y="10147"/>
                </a:lnTo>
                <a:lnTo>
                  <a:pt x="802179" y="40084"/>
                </a:lnTo>
                <a:lnTo>
                  <a:pt x="773342" y="87961"/>
                </a:lnTo>
                <a:lnTo>
                  <a:pt x="767854" y="107309"/>
                </a:lnTo>
                <a:lnTo>
                  <a:pt x="767795" y="107517"/>
                </a:lnTo>
                <a:lnTo>
                  <a:pt x="764467" y="128803"/>
                </a:lnTo>
                <a:lnTo>
                  <a:pt x="763357" y="151822"/>
                </a:lnTo>
                <a:lnTo>
                  <a:pt x="764476" y="174850"/>
                </a:lnTo>
                <a:lnTo>
                  <a:pt x="773342" y="215629"/>
                </a:lnTo>
                <a:lnTo>
                  <a:pt x="790850" y="249481"/>
                </a:lnTo>
                <a:lnTo>
                  <a:pt x="829599" y="285605"/>
                </a:lnTo>
                <a:lnTo>
                  <a:pt x="880255" y="302517"/>
                </a:lnTo>
                <a:lnTo>
                  <a:pt x="899161" y="303645"/>
                </a:lnTo>
                <a:lnTo>
                  <a:pt x="918057" y="302517"/>
                </a:lnTo>
                <a:lnTo>
                  <a:pt x="968578" y="285605"/>
                </a:lnTo>
                <a:lnTo>
                  <a:pt x="1002550" y="255587"/>
                </a:lnTo>
                <a:lnTo>
                  <a:pt x="899161" y="255587"/>
                </a:lnTo>
                <a:lnTo>
                  <a:pt x="887462" y="254847"/>
                </a:lnTo>
                <a:lnTo>
                  <a:pt x="847846" y="237069"/>
                </a:lnTo>
                <a:lnTo>
                  <a:pt x="823033" y="196417"/>
                </a:lnTo>
                <a:lnTo>
                  <a:pt x="817188" y="151822"/>
                </a:lnTo>
                <a:lnTo>
                  <a:pt x="817837" y="135668"/>
                </a:lnTo>
                <a:lnTo>
                  <a:pt x="819786" y="120830"/>
                </a:lnTo>
                <a:lnTo>
                  <a:pt x="822983" y="107517"/>
                </a:lnTo>
                <a:lnTo>
                  <a:pt x="823033" y="107309"/>
                </a:lnTo>
                <a:lnTo>
                  <a:pt x="847846" y="66665"/>
                </a:lnTo>
                <a:lnTo>
                  <a:pt x="887462" y="48806"/>
                </a:lnTo>
                <a:lnTo>
                  <a:pt x="899161" y="48057"/>
                </a:lnTo>
                <a:lnTo>
                  <a:pt x="1002500" y="48057"/>
                </a:lnTo>
                <a:lnTo>
                  <a:pt x="996070" y="40084"/>
                </a:lnTo>
                <a:lnTo>
                  <a:pt x="952766" y="10147"/>
                </a:lnTo>
                <a:lnTo>
                  <a:pt x="918057" y="1127"/>
                </a:lnTo>
                <a:lnTo>
                  <a:pt x="899161" y="0"/>
                </a:lnTo>
                <a:close/>
              </a:path>
              <a:path w="2072639" h="304165">
                <a:moveTo>
                  <a:pt x="1002500" y="48057"/>
                </a:moveTo>
                <a:lnTo>
                  <a:pt x="899161" y="48057"/>
                </a:lnTo>
                <a:lnTo>
                  <a:pt x="910859" y="48806"/>
                </a:lnTo>
                <a:lnTo>
                  <a:pt x="921855" y="51052"/>
                </a:lnTo>
                <a:lnTo>
                  <a:pt x="958187" y="74720"/>
                </a:lnTo>
                <a:lnTo>
                  <a:pt x="978499" y="120830"/>
                </a:lnTo>
                <a:lnTo>
                  <a:pt x="981133" y="151822"/>
                </a:lnTo>
                <a:lnTo>
                  <a:pt x="980475" y="167986"/>
                </a:lnTo>
                <a:lnTo>
                  <a:pt x="978499" y="182851"/>
                </a:lnTo>
                <a:lnTo>
                  <a:pt x="975269" y="196164"/>
                </a:lnTo>
                <a:lnTo>
                  <a:pt x="975207" y="196417"/>
                </a:lnTo>
                <a:lnTo>
                  <a:pt x="950466" y="237069"/>
                </a:lnTo>
                <a:lnTo>
                  <a:pt x="910859" y="254847"/>
                </a:lnTo>
                <a:lnTo>
                  <a:pt x="899161" y="255587"/>
                </a:lnTo>
                <a:lnTo>
                  <a:pt x="1002550" y="255587"/>
                </a:lnTo>
                <a:lnTo>
                  <a:pt x="1007381" y="249616"/>
                </a:lnTo>
                <a:lnTo>
                  <a:pt x="1017068" y="233651"/>
                </a:lnTo>
                <a:lnTo>
                  <a:pt x="1024898" y="215764"/>
                </a:lnTo>
                <a:lnTo>
                  <a:pt x="1030418" y="196417"/>
                </a:lnTo>
                <a:lnTo>
                  <a:pt x="1030490" y="196164"/>
                </a:lnTo>
                <a:lnTo>
                  <a:pt x="1033846" y="174850"/>
                </a:lnTo>
                <a:lnTo>
                  <a:pt x="1034964" y="151822"/>
                </a:lnTo>
                <a:lnTo>
                  <a:pt x="1033846" y="128803"/>
                </a:lnTo>
                <a:lnTo>
                  <a:pt x="1030490" y="107517"/>
                </a:lnTo>
                <a:lnTo>
                  <a:pt x="1024898" y="87961"/>
                </a:lnTo>
                <a:lnTo>
                  <a:pt x="1017068" y="70138"/>
                </a:lnTo>
                <a:lnTo>
                  <a:pt x="1007381" y="54110"/>
                </a:lnTo>
                <a:lnTo>
                  <a:pt x="1002500" y="48057"/>
                </a:lnTo>
                <a:close/>
              </a:path>
              <a:path w="2072639" h="304165">
                <a:moveTo>
                  <a:pt x="1239932" y="4040"/>
                </a:moveTo>
                <a:lnTo>
                  <a:pt x="1186390" y="4040"/>
                </a:lnTo>
                <a:lnTo>
                  <a:pt x="1186390" y="197138"/>
                </a:lnTo>
                <a:lnTo>
                  <a:pt x="1194751" y="240461"/>
                </a:lnTo>
                <a:lnTo>
                  <a:pt x="1219150" y="274457"/>
                </a:lnTo>
                <a:lnTo>
                  <a:pt x="1257178" y="296528"/>
                </a:lnTo>
                <a:lnTo>
                  <a:pt x="1306318" y="304078"/>
                </a:lnTo>
                <a:lnTo>
                  <a:pt x="1323790" y="303239"/>
                </a:lnTo>
                <a:lnTo>
                  <a:pt x="1369385" y="290656"/>
                </a:lnTo>
                <a:lnTo>
                  <a:pt x="1403047" y="264381"/>
                </a:lnTo>
                <a:lnTo>
                  <a:pt x="1408851" y="256309"/>
                </a:lnTo>
                <a:lnTo>
                  <a:pt x="1306318" y="256309"/>
                </a:lnTo>
                <a:lnTo>
                  <a:pt x="1296487" y="255803"/>
                </a:lnTo>
                <a:lnTo>
                  <a:pt x="1257899" y="238449"/>
                </a:lnTo>
                <a:lnTo>
                  <a:pt x="1240437" y="201648"/>
                </a:lnTo>
                <a:lnTo>
                  <a:pt x="1239932" y="192664"/>
                </a:lnTo>
                <a:lnTo>
                  <a:pt x="1239932" y="4040"/>
                </a:lnTo>
                <a:close/>
              </a:path>
              <a:path w="2072639" h="304165">
                <a:moveTo>
                  <a:pt x="1426247" y="4040"/>
                </a:moveTo>
                <a:lnTo>
                  <a:pt x="1372705" y="4040"/>
                </a:lnTo>
                <a:lnTo>
                  <a:pt x="1372705" y="192664"/>
                </a:lnTo>
                <a:lnTo>
                  <a:pt x="1372200" y="201648"/>
                </a:lnTo>
                <a:lnTo>
                  <a:pt x="1354809" y="238449"/>
                </a:lnTo>
                <a:lnTo>
                  <a:pt x="1316150" y="255803"/>
                </a:lnTo>
                <a:lnTo>
                  <a:pt x="1306318" y="256309"/>
                </a:lnTo>
                <a:lnTo>
                  <a:pt x="1408851" y="256309"/>
                </a:lnTo>
                <a:lnTo>
                  <a:pt x="1425309" y="212535"/>
                </a:lnTo>
                <a:lnTo>
                  <a:pt x="1426247" y="197138"/>
                </a:lnTo>
                <a:lnTo>
                  <a:pt x="1426247" y="4040"/>
                </a:lnTo>
                <a:close/>
              </a:path>
              <a:path w="2072639" h="304165">
                <a:moveTo>
                  <a:pt x="1523265" y="234228"/>
                </a:moveTo>
                <a:lnTo>
                  <a:pt x="1472320" y="239135"/>
                </a:lnTo>
                <a:lnTo>
                  <a:pt x="1475955" y="253594"/>
                </a:lnTo>
                <a:lnTo>
                  <a:pt x="1482098" y="266375"/>
                </a:lnTo>
                <a:lnTo>
                  <a:pt x="1515309" y="294354"/>
                </a:lnTo>
                <a:lnTo>
                  <a:pt x="1567426" y="303934"/>
                </a:lnTo>
                <a:lnTo>
                  <a:pt x="1580884" y="303374"/>
                </a:lnTo>
                <a:lnTo>
                  <a:pt x="1626587" y="290079"/>
                </a:lnTo>
                <a:lnTo>
                  <a:pt x="1653427" y="264535"/>
                </a:lnTo>
                <a:lnTo>
                  <a:pt x="1567281" y="264535"/>
                </a:lnTo>
                <a:lnTo>
                  <a:pt x="1558686" y="264057"/>
                </a:lnTo>
                <a:lnTo>
                  <a:pt x="1525483" y="241272"/>
                </a:lnTo>
                <a:lnTo>
                  <a:pt x="1523265" y="234228"/>
                </a:lnTo>
                <a:close/>
              </a:path>
              <a:path w="2072639" h="304165">
                <a:moveTo>
                  <a:pt x="1568148" y="75045"/>
                </a:moveTo>
                <a:lnTo>
                  <a:pt x="1521244" y="83415"/>
                </a:lnTo>
                <a:lnTo>
                  <a:pt x="1489638" y="106795"/>
                </a:lnTo>
                <a:lnTo>
                  <a:pt x="1484841" y="114453"/>
                </a:lnTo>
                <a:lnTo>
                  <a:pt x="1484723" y="114642"/>
                </a:lnTo>
                <a:lnTo>
                  <a:pt x="1481232" y="123175"/>
                </a:lnTo>
                <a:lnTo>
                  <a:pt x="1479275" y="131906"/>
                </a:lnTo>
                <a:lnTo>
                  <a:pt x="1479166" y="132393"/>
                </a:lnTo>
                <a:lnTo>
                  <a:pt x="1478563" y="141720"/>
                </a:lnTo>
                <a:lnTo>
                  <a:pt x="1478526" y="142297"/>
                </a:lnTo>
                <a:lnTo>
                  <a:pt x="1493679" y="182418"/>
                </a:lnTo>
                <a:lnTo>
                  <a:pt x="1540871" y="204787"/>
                </a:lnTo>
                <a:lnTo>
                  <a:pt x="1588881" y="214937"/>
                </a:lnTo>
                <a:lnTo>
                  <a:pt x="1596386" y="218112"/>
                </a:lnTo>
                <a:lnTo>
                  <a:pt x="1601196" y="222249"/>
                </a:lnTo>
                <a:lnTo>
                  <a:pt x="1606103" y="226387"/>
                </a:lnTo>
                <a:lnTo>
                  <a:pt x="1608556" y="231630"/>
                </a:lnTo>
                <a:lnTo>
                  <a:pt x="1608556" y="245485"/>
                </a:lnTo>
                <a:lnTo>
                  <a:pt x="1604756" y="251787"/>
                </a:lnTo>
                <a:lnTo>
                  <a:pt x="1567281" y="264535"/>
                </a:lnTo>
                <a:lnTo>
                  <a:pt x="1653427" y="264535"/>
                </a:lnTo>
                <a:lnTo>
                  <a:pt x="1662099" y="233218"/>
                </a:lnTo>
                <a:lnTo>
                  <a:pt x="1661104" y="222249"/>
                </a:lnTo>
                <a:lnTo>
                  <a:pt x="1637853" y="187821"/>
                </a:lnTo>
                <a:lnTo>
                  <a:pt x="1599753" y="173181"/>
                </a:lnTo>
                <a:lnTo>
                  <a:pt x="1561942" y="165100"/>
                </a:lnTo>
                <a:lnTo>
                  <a:pt x="1554095" y="163016"/>
                </a:lnTo>
                <a:lnTo>
                  <a:pt x="1530529" y="145857"/>
                </a:lnTo>
                <a:lnTo>
                  <a:pt x="1530529" y="131906"/>
                </a:lnTo>
                <a:lnTo>
                  <a:pt x="1568869" y="114011"/>
                </a:lnTo>
                <a:lnTo>
                  <a:pt x="1649108" y="114011"/>
                </a:lnTo>
                <a:lnTo>
                  <a:pt x="1647703" y="111161"/>
                </a:lnTo>
                <a:lnTo>
                  <a:pt x="1617261" y="84381"/>
                </a:lnTo>
                <a:lnTo>
                  <a:pt x="1586593" y="76082"/>
                </a:lnTo>
                <a:lnTo>
                  <a:pt x="1568148" y="75045"/>
                </a:lnTo>
                <a:close/>
              </a:path>
              <a:path w="2072639" h="304165">
                <a:moveTo>
                  <a:pt x="1649108" y="114011"/>
                </a:moveTo>
                <a:lnTo>
                  <a:pt x="1576951" y="114011"/>
                </a:lnTo>
                <a:lnTo>
                  <a:pt x="1583782" y="115310"/>
                </a:lnTo>
                <a:lnTo>
                  <a:pt x="1594943" y="120505"/>
                </a:lnTo>
                <a:lnTo>
                  <a:pt x="1599368" y="123921"/>
                </a:lnTo>
                <a:lnTo>
                  <a:pt x="1602640" y="128154"/>
                </a:lnTo>
                <a:lnTo>
                  <a:pt x="1606010" y="132393"/>
                </a:lnTo>
                <a:lnTo>
                  <a:pt x="1608364" y="136909"/>
                </a:lnTo>
                <a:lnTo>
                  <a:pt x="1609711" y="141720"/>
                </a:lnTo>
                <a:lnTo>
                  <a:pt x="1657336" y="136525"/>
                </a:lnTo>
                <a:lnTo>
                  <a:pt x="1653610" y="123175"/>
                </a:lnTo>
                <a:lnTo>
                  <a:pt x="1649108" y="114011"/>
                </a:lnTo>
                <a:close/>
              </a:path>
              <a:path w="2072639" h="304165">
                <a:moveTo>
                  <a:pt x="1800572" y="75045"/>
                </a:moveTo>
                <a:lnTo>
                  <a:pt x="1785211" y="75956"/>
                </a:lnTo>
                <a:lnTo>
                  <a:pt x="1770405" y="78779"/>
                </a:lnTo>
                <a:lnTo>
                  <a:pt x="1770615" y="78779"/>
                </a:lnTo>
                <a:lnTo>
                  <a:pt x="1757574" y="83244"/>
                </a:lnTo>
                <a:lnTo>
                  <a:pt x="1724372" y="106939"/>
                </a:lnTo>
                <a:lnTo>
                  <a:pt x="1702959" y="143470"/>
                </a:lnTo>
                <a:lnTo>
                  <a:pt x="1696546" y="172965"/>
                </a:lnTo>
                <a:lnTo>
                  <a:pt x="1696464" y="173488"/>
                </a:lnTo>
                <a:lnTo>
                  <a:pt x="1695653" y="190067"/>
                </a:lnTo>
                <a:lnTo>
                  <a:pt x="1696464" y="206889"/>
                </a:lnTo>
                <a:lnTo>
                  <a:pt x="1698900" y="222574"/>
                </a:lnTo>
                <a:lnTo>
                  <a:pt x="1715830" y="262586"/>
                </a:lnTo>
                <a:lnTo>
                  <a:pt x="1745731" y="290079"/>
                </a:lnTo>
                <a:lnTo>
                  <a:pt x="1787213" y="303068"/>
                </a:lnTo>
                <a:lnTo>
                  <a:pt x="1803314" y="303934"/>
                </a:lnTo>
                <a:lnTo>
                  <a:pt x="1815870" y="303447"/>
                </a:lnTo>
                <a:lnTo>
                  <a:pt x="1858786" y="291775"/>
                </a:lnTo>
                <a:lnTo>
                  <a:pt x="1888083" y="266393"/>
                </a:lnTo>
                <a:lnTo>
                  <a:pt x="1889994" y="263236"/>
                </a:lnTo>
                <a:lnTo>
                  <a:pt x="1804036" y="263236"/>
                </a:lnTo>
                <a:lnTo>
                  <a:pt x="1795791" y="262785"/>
                </a:lnTo>
                <a:lnTo>
                  <a:pt x="1758422" y="241408"/>
                </a:lnTo>
                <a:lnTo>
                  <a:pt x="1747524" y="203055"/>
                </a:lnTo>
                <a:lnTo>
                  <a:pt x="1720187" y="203055"/>
                </a:lnTo>
                <a:lnTo>
                  <a:pt x="1720187" y="167842"/>
                </a:lnTo>
                <a:lnTo>
                  <a:pt x="1747671" y="167842"/>
                </a:lnTo>
                <a:lnTo>
                  <a:pt x="1747941" y="163738"/>
                </a:lnTo>
                <a:lnTo>
                  <a:pt x="1767424" y="127667"/>
                </a:lnTo>
                <a:lnTo>
                  <a:pt x="1786047" y="117763"/>
                </a:lnTo>
                <a:lnTo>
                  <a:pt x="1785889" y="117763"/>
                </a:lnTo>
                <a:lnTo>
                  <a:pt x="1793527" y="116230"/>
                </a:lnTo>
                <a:lnTo>
                  <a:pt x="1801294" y="115743"/>
                </a:lnTo>
                <a:lnTo>
                  <a:pt x="1882960" y="115743"/>
                </a:lnTo>
                <a:lnTo>
                  <a:pt x="1878269" y="109212"/>
                </a:lnTo>
                <a:lnTo>
                  <a:pt x="1848143" y="85382"/>
                </a:lnTo>
                <a:lnTo>
                  <a:pt x="1810674" y="75460"/>
                </a:lnTo>
                <a:lnTo>
                  <a:pt x="1800572" y="75045"/>
                </a:lnTo>
                <a:close/>
              </a:path>
              <a:path w="2072639" h="304165">
                <a:moveTo>
                  <a:pt x="1850939" y="234661"/>
                </a:moveTo>
                <a:lnTo>
                  <a:pt x="1818516" y="262178"/>
                </a:lnTo>
                <a:lnTo>
                  <a:pt x="1811636" y="263236"/>
                </a:lnTo>
                <a:lnTo>
                  <a:pt x="1889994" y="263236"/>
                </a:lnTo>
                <a:lnTo>
                  <a:pt x="1893008" y="258257"/>
                </a:lnTo>
                <a:lnTo>
                  <a:pt x="1896886" y="249508"/>
                </a:lnTo>
                <a:lnTo>
                  <a:pt x="1899719" y="240145"/>
                </a:lnTo>
                <a:lnTo>
                  <a:pt x="1850939" y="234661"/>
                </a:lnTo>
                <a:close/>
              </a:path>
              <a:path w="2072639" h="304165">
                <a:moveTo>
                  <a:pt x="1747671" y="167842"/>
                </a:moveTo>
                <a:lnTo>
                  <a:pt x="1720187" y="167842"/>
                </a:lnTo>
                <a:lnTo>
                  <a:pt x="1720187" y="203055"/>
                </a:lnTo>
                <a:lnTo>
                  <a:pt x="1747524" y="203055"/>
                </a:lnTo>
                <a:lnTo>
                  <a:pt x="1747463" y="171017"/>
                </a:lnTo>
                <a:lnTo>
                  <a:pt x="1747671" y="167842"/>
                </a:lnTo>
                <a:close/>
              </a:path>
              <a:path w="2072639" h="304165">
                <a:moveTo>
                  <a:pt x="1882960" y="115743"/>
                </a:moveTo>
                <a:lnTo>
                  <a:pt x="1801294" y="115743"/>
                </a:lnTo>
                <a:lnTo>
                  <a:pt x="1809646" y="116230"/>
                </a:lnTo>
                <a:lnTo>
                  <a:pt x="1808901" y="116230"/>
                </a:lnTo>
                <a:lnTo>
                  <a:pt x="1841820" y="135541"/>
                </a:lnTo>
                <a:lnTo>
                  <a:pt x="1851805" y="167842"/>
                </a:lnTo>
                <a:lnTo>
                  <a:pt x="1747671" y="167842"/>
                </a:lnTo>
                <a:lnTo>
                  <a:pt x="1747463" y="171017"/>
                </a:lnTo>
                <a:lnTo>
                  <a:pt x="1747524" y="203055"/>
                </a:lnTo>
                <a:lnTo>
                  <a:pt x="1901883" y="203055"/>
                </a:lnTo>
                <a:lnTo>
                  <a:pt x="1901883" y="187036"/>
                </a:lnTo>
                <a:lnTo>
                  <a:pt x="1901397" y="173488"/>
                </a:lnTo>
                <a:lnTo>
                  <a:pt x="1889382" y="126675"/>
                </a:lnTo>
                <a:lnTo>
                  <a:pt x="1884204" y="117475"/>
                </a:lnTo>
                <a:lnTo>
                  <a:pt x="1882960" y="115743"/>
                </a:lnTo>
                <a:close/>
              </a:path>
              <a:path w="2072639" h="304165">
                <a:moveTo>
                  <a:pt x="1996736" y="77931"/>
                </a:moveTo>
                <a:lnTo>
                  <a:pt x="1946081" y="77931"/>
                </a:lnTo>
                <a:lnTo>
                  <a:pt x="1946081" y="299604"/>
                </a:lnTo>
                <a:lnTo>
                  <a:pt x="1998324" y="299604"/>
                </a:lnTo>
                <a:lnTo>
                  <a:pt x="1998324" y="169285"/>
                </a:lnTo>
                <a:lnTo>
                  <a:pt x="1998730" y="162421"/>
                </a:lnTo>
                <a:lnTo>
                  <a:pt x="2022569" y="127432"/>
                </a:lnTo>
                <a:lnTo>
                  <a:pt x="2048258" y="121227"/>
                </a:lnTo>
                <a:lnTo>
                  <a:pt x="2072503" y="121227"/>
                </a:lnTo>
                <a:lnTo>
                  <a:pt x="2072503" y="114877"/>
                </a:lnTo>
                <a:lnTo>
                  <a:pt x="1996736" y="114877"/>
                </a:lnTo>
                <a:lnTo>
                  <a:pt x="1996736" y="77931"/>
                </a:lnTo>
                <a:close/>
              </a:path>
              <a:path w="2072639" h="304165">
                <a:moveTo>
                  <a:pt x="2072503" y="121227"/>
                </a:moveTo>
                <a:lnTo>
                  <a:pt x="2052684" y="121227"/>
                </a:lnTo>
                <a:lnTo>
                  <a:pt x="2057948" y="121615"/>
                </a:lnTo>
                <a:lnTo>
                  <a:pt x="2057612" y="121615"/>
                </a:lnTo>
                <a:lnTo>
                  <a:pt x="2061968" y="122237"/>
                </a:lnTo>
                <a:lnTo>
                  <a:pt x="2066779" y="122814"/>
                </a:lnTo>
                <a:lnTo>
                  <a:pt x="2070291" y="123488"/>
                </a:lnTo>
                <a:lnTo>
                  <a:pt x="2072503" y="124257"/>
                </a:lnTo>
                <a:lnTo>
                  <a:pt x="2072503" y="121227"/>
                </a:lnTo>
                <a:close/>
              </a:path>
              <a:path w="2072639" h="304165">
                <a:moveTo>
                  <a:pt x="2056629" y="74756"/>
                </a:moveTo>
                <a:lnTo>
                  <a:pt x="2053742" y="74756"/>
                </a:lnTo>
                <a:lnTo>
                  <a:pt x="2044479" y="75415"/>
                </a:lnTo>
                <a:lnTo>
                  <a:pt x="2007272" y="97883"/>
                </a:lnTo>
                <a:lnTo>
                  <a:pt x="1999045" y="114877"/>
                </a:lnTo>
                <a:lnTo>
                  <a:pt x="2072503" y="114877"/>
                </a:lnTo>
                <a:lnTo>
                  <a:pt x="2072503" y="76199"/>
                </a:lnTo>
                <a:lnTo>
                  <a:pt x="2070098" y="75718"/>
                </a:lnTo>
                <a:lnTo>
                  <a:pt x="2067365" y="75415"/>
                </a:lnTo>
                <a:lnTo>
                  <a:pt x="2067696" y="75415"/>
                </a:lnTo>
                <a:lnTo>
                  <a:pt x="2063411" y="75189"/>
                </a:lnTo>
                <a:lnTo>
                  <a:pt x="2059852" y="74901"/>
                </a:lnTo>
                <a:lnTo>
                  <a:pt x="2056629" y="74756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5261" y="506780"/>
            <a:ext cx="153380" cy="102819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952750" y="2832100"/>
            <a:ext cx="1638300" cy="3467100"/>
            <a:chOff x="2952750" y="2832100"/>
            <a:chExt cx="1638300" cy="3467100"/>
          </a:xfrm>
        </p:grpSpPr>
        <p:sp>
          <p:nvSpPr>
            <p:cNvPr id="8" name="object 8" descr=""/>
            <p:cNvSpPr/>
            <p:nvPr/>
          </p:nvSpPr>
          <p:spPr>
            <a:xfrm>
              <a:off x="2952750" y="2832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977324" y="2856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5993" y="2884630"/>
              <a:ext cx="1519523" cy="332970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2749" y="2925043"/>
              <a:ext cx="86010" cy="84859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7034068"/>
            <a:ext cx="2780722" cy="83300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887" y="8002947"/>
            <a:ext cx="1261561" cy="1143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487" y="1865168"/>
            <a:ext cx="4863215" cy="14893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8487" y="2197100"/>
            <a:ext cx="5819707" cy="145472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3009900" y="5676900"/>
            <a:ext cx="1498600" cy="406400"/>
          </a:xfrm>
          <a:custGeom>
            <a:avLst/>
            <a:gdLst/>
            <a:ahLst/>
            <a:cxnLst/>
            <a:rect l="l" t="t" r="r" b="b"/>
            <a:pathLst>
              <a:path w="1498600" h="406400">
                <a:moveTo>
                  <a:pt x="749300" y="0"/>
                </a:moveTo>
                <a:lnTo>
                  <a:pt x="677137" y="930"/>
                </a:lnTo>
                <a:lnTo>
                  <a:pt x="606915" y="3664"/>
                </a:lnTo>
                <a:lnTo>
                  <a:pt x="538948" y="8116"/>
                </a:lnTo>
                <a:lnTo>
                  <a:pt x="473550" y="14201"/>
                </a:lnTo>
                <a:lnTo>
                  <a:pt x="411034" y="21835"/>
                </a:lnTo>
                <a:lnTo>
                  <a:pt x="351715" y="30932"/>
                </a:lnTo>
                <a:lnTo>
                  <a:pt x="295907" y="41406"/>
                </a:lnTo>
                <a:lnTo>
                  <a:pt x="243924" y="53174"/>
                </a:lnTo>
                <a:lnTo>
                  <a:pt x="196079" y="66148"/>
                </a:lnTo>
                <a:lnTo>
                  <a:pt x="152687" y="80246"/>
                </a:lnTo>
                <a:lnTo>
                  <a:pt x="114062" y="95380"/>
                </a:lnTo>
                <a:lnTo>
                  <a:pt x="52369" y="128420"/>
                </a:lnTo>
                <a:lnTo>
                  <a:pt x="13510" y="164587"/>
                </a:lnTo>
                <a:lnTo>
                  <a:pt x="0" y="203200"/>
                </a:lnTo>
                <a:lnTo>
                  <a:pt x="3430" y="222769"/>
                </a:lnTo>
                <a:lnTo>
                  <a:pt x="29928" y="260244"/>
                </a:lnTo>
                <a:lnTo>
                  <a:pt x="80518" y="294932"/>
                </a:lnTo>
                <a:lnTo>
                  <a:pt x="152687" y="326153"/>
                </a:lnTo>
                <a:lnTo>
                  <a:pt x="196079" y="340251"/>
                </a:lnTo>
                <a:lnTo>
                  <a:pt x="243924" y="353225"/>
                </a:lnTo>
                <a:lnTo>
                  <a:pt x="295907" y="364993"/>
                </a:lnTo>
                <a:lnTo>
                  <a:pt x="351715" y="375467"/>
                </a:lnTo>
                <a:lnTo>
                  <a:pt x="411034" y="384564"/>
                </a:lnTo>
                <a:lnTo>
                  <a:pt x="473550" y="392198"/>
                </a:lnTo>
                <a:lnTo>
                  <a:pt x="538948" y="398283"/>
                </a:lnTo>
                <a:lnTo>
                  <a:pt x="606915" y="402735"/>
                </a:lnTo>
                <a:lnTo>
                  <a:pt x="677137" y="405469"/>
                </a:lnTo>
                <a:lnTo>
                  <a:pt x="749300" y="406400"/>
                </a:lnTo>
                <a:lnTo>
                  <a:pt x="749300" y="393700"/>
                </a:lnTo>
                <a:lnTo>
                  <a:pt x="688094" y="393028"/>
                </a:lnTo>
                <a:lnTo>
                  <a:pt x="628278" y="391051"/>
                </a:lnTo>
                <a:lnTo>
                  <a:pt x="570043" y="387820"/>
                </a:lnTo>
                <a:lnTo>
                  <a:pt x="513582" y="383390"/>
                </a:lnTo>
                <a:lnTo>
                  <a:pt x="459085" y="377814"/>
                </a:lnTo>
                <a:lnTo>
                  <a:pt x="406746" y="371146"/>
                </a:lnTo>
                <a:lnTo>
                  <a:pt x="356754" y="363440"/>
                </a:lnTo>
                <a:lnTo>
                  <a:pt x="309303" y="354748"/>
                </a:lnTo>
                <a:lnTo>
                  <a:pt x="264584" y="345126"/>
                </a:lnTo>
                <a:lnTo>
                  <a:pt x="222788" y="334626"/>
                </a:lnTo>
                <a:lnTo>
                  <a:pt x="175010" y="320369"/>
                </a:lnTo>
                <a:lnTo>
                  <a:pt x="132699" y="305025"/>
                </a:lnTo>
                <a:lnTo>
                  <a:pt x="96170" y="288725"/>
                </a:lnTo>
                <a:lnTo>
                  <a:pt x="41860" y="253914"/>
                </a:lnTo>
                <a:lnTo>
                  <a:pt x="15790" y="219540"/>
                </a:lnTo>
                <a:lnTo>
                  <a:pt x="12700" y="203200"/>
                </a:lnTo>
                <a:lnTo>
                  <a:pt x="15790" y="186859"/>
                </a:lnTo>
                <a:lnTo>
                  <a:pt x="41860" y="152485"/>
                </a:lnTo>
                <a:lnTo>
                  <a:pt x="96170" y="117674"/>
                </a:lnTo>
                <a:lnTo>
                  <a:pt x="132699" y="101374"/>
                </a:lnTo>
                <a:lnTo>
                  <a:pt x="175010" y="86030"/>
                </a:lnTo>
                <a:lnTo>
                  <a:pt x="222788" y="71773"/>
                </a:lnTo>
                <a:lnTo>
                  <a:pt x="264584" y="61273"/>
                </a:lnTo>
                <a:lnTo>
                  <a:pt x="309303" y="51651"/>
                </a:lnTo>
                <a:lnTo>
                  <a:pt x="356754" y="42959"/>
                </a:lnTo>
                <a:lnTo>
                  <a:pt x="406746" y="35253"/>
                </a:lnTo>
                <a:lnTo>
                  <a:pt x="459085" y="28585"/>
                </a:lnTo>
                <a:lnTo>
                  <a:pt x="513582" y="23009"/>
                </a:lnTo>
                <a:lnTo>
                  <a:pt x="570043" y="18579"/>
                </a:lnTo>
                <a:lnTo>
                  <a:pt x="628278" y="15348"/>
                </a:lnTo>
                <a:lnTo>
                  <a:pt x="688094" y="13371"/>
                </a:lnTo>
                <a:lnTo>
                  <a:pt x="749300" y="12700"/>
                </a:lnTo>
                <a:lnTo>
                  <a:pt x="749300" y="0"/>
                </a:lnTo>
                <a:close/>
              </a:path>
              <a:path w="1498600" h="406400">
                <a:moveTo>
                  <a:pt x="749300" y="0"/>
                </a:moveTo>
                <a:lnTo>
                  <a:pt x="749300" y="12700"/>
                </a:lnTo>
                <a:lnTo>
                  <a:pt x="810505" y="13371"/>
                </a:lnTo>
                <a:lnTo>
                  <a:pt x="870321" y="15348"/>
                </a:lnTo>
                <a:lnTo>
                  <a:pt x="928556" y="18579"/>
                </a:lnTo>
                <a:lnTo>
                  <a:pt x="985017" y="23009"/>
                </a:lnTo>
                <a:lnTo>
                  <a:pt x="1039514" y="28585"/>
                </a:lnTo>
                <a:lnTo>
                  <a:pt x="1091853" y="35253"/>
                </a:lnTo>
                <a:lnTo>
                  <a:pt x="1141845" y="42959"/>
                </a:lnTo>
                <a:lnTo>
                  <a:pt x="1189296" y="51651"/>
                </a:lnTo>
                <a:lnTo>
                  <a:pt x="1234015" y="61273"/>
                </a:lnTo>
                <a:lnTo>
                  <a:pt x="1275811" y="71773"/>
                </a:lnTo>
                <a:lnTo>
                  <a:pt x="1323589" y="86030"/>
                </a:lnTo>
                <a:lnTo>
                  <a:pt x="1365900" y="101374"/>
                </a:lnTo>
                <a:lnTo>
                  <a:pt x="1402429" y="117674"/>
                </a:lnTo>
                <a:lnTo>
                  <a:pt x="1456739" y="152485"/>
                </a:lnTo>
                <a:lnTo>
                  <a:pt x="1482809" y="186859"/>
                </a:lnTo>
                <a:lnTo>
                  <a:pt x="1485900" y="203200"/>
                </a:lnTo>
                <a:lnTo>
                  <a:pt x="1482809" y="219540"/>
                </a:lnTo>
                <a:lnTo>
                  <a:pt x="1456739" y="253914"/>
                </a:lnTo>
                <a:lnTo>
                  <a:pt x="1402429" y="288725"/>
                </a:lnTo>
                <a:lnTo>
                  <a:pt x="1365900" y="305025"/>
                </a:lnTo>
                <a:lnTo>
                  <a:pt x="1323589" y="320369"/>
                </a:lnTo>
                <a:lnTo>
                  <a:pt x="1275811" y="334626"/>
                </a:lnTo>
                <a:lnTo>
                  <a:pt x="1234015" y="345126"/>
                </a:lnTo>
                <a:lnTo>
                  <a:pt x="1189296" y="354748"/>
                </a:lnTo>
                <a:lnTo>
                  <a:pt x="1141845" y="363440"/>
                </a:lnTo>
                <a:lnTo>
                  <a:pt x="1091853" y="371146"/>
                </a:lnTo>
                <a:lnTo>
                  <a:pt x="1039514" y="377814"/>
                </a:lnTo>
                <a:lnTo>
                  <a:pt x="985017" y="383390"/>
                </a:lnTo>
                <a:lnTo>
                  <a:pt x="928556" y="387820"/>
                </a:lnTo>
                <a:lnTo>
                  <a:pt x="870321" y="391051"/>
                </a:lnTo>
                <a:lnTo>
                  <a:pt x="810505" y="393028"/>
                </a:lnTo>
                <a:lnTo>
                  <a:pt x="749300" y="393700"/>
                </a:lnTo>
                <a:lnTo>
                  <a:pt x="749300" y="406400"/>
                </a:lnTo>
                <a:lnTo>
                  <a:pt x="821462" y="405469"/>
                </a:lnTo>
                <a:lnTo>
                  <a:pt x="891684" y="402735"/>
                </a:lnTo>
                <a:lnTo>
                  <a:pt x="959651" y="398283"/>
                </a:lnTo>
                <a:lnTo>
                  <a:pt x="1025049" y="392198"/>
                </a:lnTo>
                <a:lnTo>
                  <a:pt x="1087565" y="384564"/>
                </a:lnTo>
                <a:lnTo>
                  <a:pt x="1146884" y="375467"/>
                </a:lnTo>
                <a:lnTo>
                  <a:pt x="1202692" y="364993"/>
                </a:lnTo>
                <a:lnTo>
                  <a:pt x="1254675" y="353225"/>
                </a:lnTo>
                <a:lnTo>
                  <a:pt x="1302520" y="340251"/>
                </a:lnTo>
                <a:lnTo>
                  <a:pt x="1345912" y="326153"/>
                </a:lnTo>
                <a:lnTo>
                  <a:pt x="1384537" y="311019"/>
                </a:lnTo>
                <a:lnTo>
                  <a:pt x="1446230" y="277979"/>
                </a:lnTo>
                <a:lnTo>
                  <a:pt x="1485089" y="241812"/>
                </a:lnTo>
                <a:lnTo>
                  <a:pt x="1498600" y="203200"/>
                </a:lnTo>
                <a:lnTo>
                  <a:pt x="1495169" y="183630"/>
                </a:lnTo>
                <a:lnTo>
                  <a:pt x="1468671" y="146155"/>
                </a:lnTo>
                <a:lnTo>
                  <a:pt x="1418081" y="111467"/>
                </a:lnTo>
                <a:lnTo>
                  <a:pt x="1345912" y="80246"/>
                </a:lnTo>
                <a:lnTo>
                  <a:pt x="1302520" y="66148"/>
                </a:lnTo>
                <a:lnTo>
                  <a:pt x="1254675" y="53174"/>
                </a:lnTo>
                <a:lnTo>
                  <a:pt x="1202692" y="41406"/>
                </a:lnTo>
                <a:lnTo>
                  <a:pt x="1146884" y="30932"/>
                </a:lnTo>
                <a:lnTo>
                  <a:pt x="1087565" y="21835"/>
                </a:lnTo>
                <a:lnTo>
                  <a:pt x="1025049" y="14201"/>
                </a:lnTo>
                <a:lnTo>
                  <a:pt x="959651" y="8116"/>
                </a:lnTo>
                <a:lnTo>
                  <a:pt x="891684" y="3664"/>
                </a:lnTo>
                <a:lnTo>
                  <a:pt x="821462" y="930"/>
                </a:lnTo>
                <a:lnTo>
                  <a:pt x="74930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4260850" y="6807200"/>
            <a:ext cx="1625600" cy="3467100"/>
            <a:chOff x="4260850" y="6807200"/>
            <a:chExt cx="1625600" cy="3467100"/>
          </a:xfrm>
        </p:grpSpPr>
        <p:sp>
          <p:nvSpPr>
            <p:cNvPr id="18" name="object 18" descr=""/>
            <p:cNvSpPr/>
            <p:nvPr/>
          </p:nvSpPr>
          <p:spPr>
            <a:xfrm>
              <a:off x="4260850" y="68072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285221" y="68314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13680" y="6859730"/>
              <a:ext cx="1507743" cy="332970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24880" y="6900143"/>
              <a:ext cx="85344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3137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6641"/>
            <a:ext cx="152821" cy="10365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2423968"/>
            <a:ext cx="6442219" cy="37580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1866900"/>
            <a:ext cx="6440447" cy="375804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2870200" y="3594100"/>
            <a:ext cx="1676400" cy="3467100"/>
            <a:chOff x="2870200" y="3594100"/>
            <a:chExt cx="16764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2908300" y="3594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932874" y="3618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1543" y="3646630"/>
              <a:ext cx="151952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8299" y="3687043"/>
              <a:ext cx="86010" cy="8485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2870200" y="3911600"/>
              <a:ext cx="1676400" cy="863600"/>
            </a:xfrm>
            <a:custGeom>
              <a:avLst/>
              <a:gdLst/>
              <a:ahLst/>
              <a:cxnLst/>
              <a:rect l="l" t="t" r="r" b="b"/>
              <a:pathLst>
                <a:path w="1676400" h="863600">
                  <a:moveTo>
                    <a:pt x="838200" y="0"/>
                  </a:moveTo>
                  <a:lnTo>
                    <a:pt x="775644" y="1184"/>
                  </a:lnTo>
                  <a:lnTo>
                    <a:pt x="714336" y="4681"/>
                  </a:lnTo>
                  <a:lnTo>
                    <a:pt x="654440" y="10408"/>
                  </a:lnTo>
                  <a:lnTo>
                    <a:pt x="596116" y="18281"/>
                  </a:lnTo>
                  <a:lnTo>
                    <a:pt x="539527" y="28217"/>
                  </a:lnTo>
                  <a:lnTo>
                    <a:pt x="484836" y="40132"/>
                  </a:lnTo>
                  <a:lnTo>
                    <a:pt x="432203" y="53942"/>
                  </a:lnTo>
                  <a:lnTo>
                    <a:pt x="381791" y="69565"/>
                  </a:lnTo>
                  <a:lnTo>
                    <a:pt x="333762" y="86916"/>
                  </a:lnTo>
                  <a:lnTo>
                    <a:pt x="288279" y="105913"/>
                  </a:lnTo>
                  <a:lnTo>
                    <a:pt x="245503" y="126471"/>
                  </a:lnTo>
                  <a:lnTo>
                    <a:pt x="205596" y="148507"/>
                  </a:lnTo>
                  <a:lnTo>
                    <a:pt x="168721" y="171938"/>
                  </a:lnTo>
                  <a:lnTo>
                    <a:pt x="135039" y="196680"/>
                  </a:lnTo>
                  <a:lnTo>
                    <a:pt x="104712" y="222649"/>
                  </a:lnTo>
                  <a:lnTo>
                    <a:pt x="77904" y="249763"/>
                  </a:lnTo>
                  <a:lnTo>
                    <a:pt x="35488" y="307090"/>
                  </a:lnTo>
                  <a:lnTo>
                    <a:pt x="9088" y="367991"/>
                  </a:lnTo>
                  <a:lnTo>
                    <a:pt x="0" y="431800"/>
                  </a:lnTo>
                  <a:lnTo>
                    <a:pt x="2299" y="464025"/>
                  </a:lnTo>
                  <a:lnTo>
                    <a:pt x="20205" y="526463"/>
                  </a:lnTo>
                  <a:lnTo>
                    <a:pt x="54775" y="585661"/>
                  </a:lnTo>
                  <a:lnTo>
                    <a:pt x="104712" y="640949"/>
                  </a:lnTo>
                  <a:lnTo>
                    <a:pt x="135039" y="666919"/>
                  </a:lnTo>
                  <a:lnTo>
                    <a:pt x="168721" y="691661"/>
                  </a:lnTo>
                  <a:lnTo>
                    <a:pt x="205596" y="715092"/>
                  </a:lnTo>
                  <a:lnTo>
                    <a:pt x="245503" y="737128"/>
                  </a:lnTo>
                  <a:lnTo>
                    <a:pt x="288279" y="757686"/>
                  </a:lnTo>
                  <a:lnTo>
                    <a:pt x="333762" y="776683"/>
                  </a:lnTo>
                  <a:lnTo>
                    <a:pt x="381791" y="794034"/>
                  </a:lnTo>
                  <a:lnTo>
                    <a:pt x="432203" y="809656"/>
                  </a:lnTo>
                  <a:lnTo>
                    <a:pt x="484836" y="823467"/>
                  </a:lnTo>
                  <a:lnTo>
                    <a:pt x="539527" y="835382"/>
                  </a:lnTo>
                  <a:lnTo>
                    <a:pt x="596116" y="845318"/>
                  </a:lnTo>
                  <a:lnTo>
                    <a:pt x="654440" y="853191"/>
                  </a:lnTo>
                  <a:lnTo>
                    <a:pt x="714336" y="858918"/>
                  </a:lnTo>
                  <a:lnTo>
                    <a:pt x="775644" y="862415"/>
                  </a:lnTo>
                  <a:lnTo>
                    <a:pt x="838200" y="863600"/>
                  </a:lnTo>
                  <a:lnTo>
                    <a:pt x="838200" y="850900"/>
                  </a:lnTo>
                  <a:lnTo>
                    <a:pt x="781220" y="849910"/>
                  </a:lnTo>
                  <a:lnTo>
                    <a:pt x="725298" y="846985"/>
                  </a:lnTo>
                  <a:lnTo>
                    <a:pt x="670554" y="842192"/>
                  </a:lnTo>
                  <a:lnTo>
                    <a:pt x="617115" y="835595"/>
                  </a:lnTo>
                  <a:lnTo>
                    <a:pt x="565101" y="827262"/>
                  </a:lnTo>
                  <a:lnTo>
                    <a:pt x="514638" y="817258"/>
                  </a:lnTo>
                  <a:lnTo>
                    <a:pt x="465848" y="805648"/>
                  </a:lnTo>
                  <a:lnTo>
                    <a:pt x="418855" y="792500"/>
                  </a:lnTo>
                  <a:lnTo>
                    <a:pt x="373782" y="777879"/>
                  </a:lnTo>
                  <a:lnTo>
                    <a:pt x="330753" y="761851"/>
                  </a:lnTo>
                  <a:lnTo>
                    <a:pt x="289891" y="744482"/>
                  </a:lnTo>
                  <a:lnTo>
                    <a:pt x="251319" y="725838"/>
                  </a:lnTo>
                  <a:lnTo>
                    <a:pt x="197942" y="695584"/>
                  </a:lnTo>
                  <a:lnTo>
                    <a:pt x="150670" y="663007"/>
                  </a:lnTo>
                  <a:lnTo>
                    <a:pt x="109813" y="628341"/>
                  </a:lnTo>
                  <a:lnTo>
                    <a:pt x="75685" y="591817"/>
                  </a:lnTo>
                  <a:lnTo>
                    <a:pt x="48597" y="553668"/>
                  </a:lnTo>
                  <a:lnTo>
                    <a:pt x="28862" y="514127"/>
                  </a:lnTo>
                  <a:lnTo>
                    <a:pt x="16792" y="473427"/>
                  </a:lnTo>
                  <a:lnTo>
                    <a:pt x="12700" y="431800"/>
                  </a:lnTo>
                  <a:lnTo>
                    <a:pt x="16792" y="390172"/>
                  </a:lnTo>
                  <a:lnTo>
                    <a:pt x="28862" y="349472"/>
                  </a:lnTo>
                  <a:lnTo>
                    <a:pt x="48597" y="309931"/>
                  </a:lnTo>
                  <a:lnTo>
                    <a:pt x="75685" y="271782"/>
                  </a:lnTo>
                  <a:lnTo>
                    <a:pt x="109813" y="235258"/>
                  </a:lnTo>
                  <a:lnTo>
                    <a:pt x="150670" y="200592"/>
                  </a:lnTo>
                  <a:lnTo>
                    <a:pt x="197942" y="168015"/>
                  </a:lnTo>
                  <a:lnTo>
                    <a:pt x="251319" y="137761"/>
                  </a:lnTo>
                  <a:lnTo>
                    <a:pt x="289891" y="119117"/>
                  </a:lnTo>
                  <a:lnTo>
                    <a:pt x="330753" y="101748"/>
                  </a:lnTo>
                  <a:lnTo>
                    <a:pt x="373782" y="85720"/>
                  </a:lnTo>
                  <a:lnTo>
                    <a:pt x="418855" y="71099"/>
                  </a:lnTo>
                  <a:lnTo>
                    <a:pt x="465848" y="57951"/>
                  </a:lnTo>
                  <a:lnTo>
                    <a:pt x="514638" y="46341"/>
                  </a:lnTo>
                  <a:lnTo>
                    <a:pt x="565101" y="36337"/>
                  </a:lnTo>
                  <a:lnTo>
                    <a:pt x="617115" y="28004"/>
                  </a:lnTo>
                  <a:lnTo>
                    <a:pt x="670554" y="21407"/>
                  </a:lnTo>
                  <a:lnTo>
                    <a:pt x="725298" y="16614"/>
                  </a:lnTo>
                  <a:lnTo>
                    <a:pt x="781220" y="13689"/>
                  </a:lnTo>
                  <a:lnTo>
                    <a:pt x="838200" y="12700"/>
                  </a:lnTo>
                  <a:lnTo>
                    <a:pt x="838200" y="0"/>
                  </a:lnTo>
                  <a:close/>
                </a:path>
                <a:path w="1676400" h="863600">
                  <a:moveTo>
                    <a:pt x="838200" y="0"/>
                  </a:moveTo>
                  <a:lnTo>
                    <a:pt x="838200" y="12700"/>
                  </a:lnTo>
                  <a:lnTo>
                    <a:pt x="895179" y="13689"/>
                  </a:lnTo>
                  <a:lnTo>
                    <a:pt x="951101" y="16614"/>
                  </a:lnTo>
                  <a:lnTo>
                    <a:pt x="1005845" y="21407"/>
                  </a:lnTo>
                  <a:lnTo>
                    <a:pt x="1059284" y="28004"/>
                  </a:lnTo>
                  <a:lnTo>
                    <a:pt x="1111298" y="36337"/>
                  </a:lnTo>
                  <a:lnTo>
                    <a:pt x="1161761" y="46341"/>
                  </a:lnTo>
                  <a:lnTo>
                    <a:pt x="1210551" y="57951"/>
                  </a:lnTo>
                  <a:lnTo>
                    <a:pt x="1257544" y="71099"/>
                  </a:lnTo>
                  <a:lnTo>
                    <a:pt x="1302617" y="85720"/>
                  </a:lnTo>
                  <a:lnTo>
                    <a:pt x="1345646" y="101748"/>
                  </a:lnTo>
                  <a:lnTo>
                    <a:pt x="1386508" y="119117"/>
                  </a:lnTo>
                  <a:lnTo>
                    <a:pt x="1425080" y="137761"/>
                  </a:lnTo>
                  <a:lnTo>
                    <a:pt x="1478457" y="168015"/>
                  </a:lnTo>
                  <a:lnTo>
                    <a:pt x="1525729" y="200592"/>
                  </a:lnTo>
                  <a:lnTo>
                    <a:pt x="1566586" y="235258"/>
                  </a:lnTo>
                  <a:lnTo>
                    <a:pt x="1600714" y="271782"/>
                  </a:lnTo>
                  <a:lnTo>
                    <a:pt x="1627802" y="309931"/>
                  </a:lnTo>
                  <a:lnTo>
                    <a:pt x="1647537" y="349472"/>
                  </a:lnTo>
                  <a:lnTo>
                    <a:pt x="1659607" y="390172"/>
                  </a:lnTo>
                  <a:lnTo>
                    <a:pt x="1663700" y="431800"/>
                  </a:lnTo>
                  <a:lnTo>
                    <a:pt x="1659607" y="473427"/>
                  </a:lnTo>
                  <a:lnTo>
                    <a:pt x="1647537" y="514127"/>
                  </a:lnTo>
                  <a:lnTo>
                    <a:pt x="1627802" y="553668"/>
                  </a:lnTo>
                  <a:lnTo>
                    <a:pt x="1600714" y="591817"/>
                  </a:lnTo>
                  <a:lnTo>
                    <a:pt x="1566586" y="628341"/>
                  </a:lnTo>
                  <a:lnTo>
                    <a:pt x="1525729" y="663007"/>
                  </a:lnTo>
                  <a:lnTo>
                    <a:pt x="1478457" y="695584"/>
                  </a:lnTo>
                  <a:lnTo>
                    <a:pt x="1425080" y="725838"/>
                  </a:lnTo>
                  <a:lnTo>
                    <a:pt x="1386508" y="744482"/>
                  </a:lnTo>
                  <a:lnTo>
                    <a:pt x="1345646" y="761851"/>
                  </a:lnTo>
                  <a:lnTo>
                    <a:pt x="1302617" y="777879"/>
                  </a:lnTo>
                  <a:lnTo>
                    <a:pt x="1257544" y="792500"/>
                  </a:lnTo>
                  <a:lnTo>
                    <a:pt x="1210551" y="805648"/>
                  </a:lnTo>
                  <a:lnTo>
                    <a:pt x="1161761" y="817258"/>
                  </a:lnTo>
                  <a:lnTo>
                    <a:pt x="1111298" y="827262"/>
                  </a:lnTo>
                  <a:lnTo>
                    <a:pt x="1059284" y="835595"/>
                  </a:lnTo>
                  <a:lnTo>
                    <a:pt x="1005845" y="842192"/>
                  </a:lnTo>
                  <a:lnTo>
                    <a:pt x="951101" y="846985"/>
                  </a:lnTo>
                  <a:lnTo>
                    <a:pt x="895179" y="849910"/>
                  </a:lnTo>
                  <a:lnTo>
                    <a:pt x="838200" y="850900"/>
                  </a:lnTo>
                  <a:lnTo>
                    <a:pt x="838200" y="863600"/>
                  </a:lnTo>
                  <a:lnTo>
                    <a:pt x="900755" y="862415"/>
                  </a:lnTo>
                  <a:lnTo>
                    <a:pt x="962063" y="858918"/>
                  </a:lnTo>
                  <a:lnTo>
                    <a:pt x="1021959" y="853191"/>
                  </a:lnTo>
                  <a:lnTo>
                    <a:pt x="1080283" y="845318"/>
                  </a:lnTo>
                  <a:lnTo>
                    <a:pt x="1136872" y="835382"/>
                  </a:lnTo>
                  <a:lnTo>
                    <a:pt x="1191564" y="823467"/>
                  </a:lnTo>
                  <a:lnTo>
                    <a:pt x="1244196" y="809656"/>
                  </a:lnTo>
                  <a:lnTo>
                    <a:pt x="1294608" y="794034"/>
                  </a:lnTo>
                  <a:lnTo>
                    <a:pt x="1342637" y="776683"/>
                  </a:lnTo>
                  <a:lnTo>
                    <a:pt x="1388120" y="757686"/>
                  </a:lnTo>
                  <a:lnTo>
                    <a:pt x="1430896" y="737128"/>
                  </a:lnTo>
                  <a:lnTo>
                    <a:pt x="1470803" y="715092"/>
                  </a:lnTo>
                  <a:lnTo>
                    <a:pt x="1507679" y="691661"/>
                  </a:lnTo>
                  <a:lnTo>
                    <a:pt x="1541360" y="666919"/>
                  </a:lnTo>
                  <a:lnTo>
                    <a:pt x="1571687" y="640949"/>
                  </a:lnTo>
                  <a:lnTo>
                    <a:pt x="1598495" y="613835"/>
                  </a:lnTo>
                  <a:lnTo>
                    <a:pt x="1640911" y="556509"/>
                  </a:lnTo>
                  <a:lnTo>
                    <a:pt x="1667311" y="495608"/>
                  </a:lnTo>
                  <a:lnTo>
                    <a:pt x="1676400" y="431800"/>
                  </a:lnTo>
                  <a:lnTo>
                    <a:pt x="1674100" y="399574"/>
                  </a:lnTo>
                  <a:lnTo>
                    <a:pt x="1656194" y="337135"/>
                  </a:lnTo>
                  <a:lnTo>
                    <a:pt x="1621624" y="277938"/>
                  </a:lnTo>
                  <a:lnTo>
                    <a:pt x="1571687" y="222649"/>
                  </a:lnTo>
                  <a:lnTo>
                    <a:pt x="1541360" y="196680"/>
                  </a:lnTo>
                  <a:lnTo>
                    <a:pt x="1507679" y="171938"/>
                  </a:lnTo>
                  <a:lnTo>
                    <a:pt x="1470803" y="148507"/>
                  </a:lnTo>
                  <a:lnTo>
                    <a:pt x="1430896" y="126471"/>
                  </a:lnTo>
                  <a:lnTo>
                    <a:pt x="1388120" y="105913"/>
                  </a:lnTo>
                  <a:lnTo>
                    <a:pt x="1342637" y="86916"/>
                  </a:lnTo>
                  <a:lnTo>
                    <a:pt x="1294608" y="69565"/>
                  </a:lnTo>
                  <a:lnTo>
                    <a:pt x="1244196" y="53942"/>
                  </a:lnTo>
                  <a:lnTo>
                    <a:pt x="1191564" y="40132"/>
                  </a:lnTo>
                  <a:lnTo>
                    <a:pt x="1136872" y="28217"/>
                  </a:lnTo>
                  <a:lnTo>
                    <a:pt x="1080283" y="18281"/>
                  </a:lnTo>
                  <a:lnTo>
                    <a:pt x="1021959" y="10408"/>
                  </a:lnTo>
                  <a:lnTo>
                    <a:pt x="962063" y="4681"/>
                  </a:lnTo>
                  <a:lnTo>
                    <a:pt x="900755" y="1184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092200" y="3619500"/>
            <a:ext cx="1625600" cy="3467100"/>
            <a:chOff x="1092200" y="3619500"/>
            <a:chExt cx="16256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1092200" y="3619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16571" y="3643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5030" y="3672030"/>
              <a:ext cx="150774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6230" y="3712443"/>
              <a:ext cx="85343" cy="8485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55700" y="4089400"/>
              <a:ext cx="749300" cy="736600"/>
            </a:xfrm>
            <a:custGeom>
              <a:avLst/>
              <a:gdLst/>
              <a:ahLst/>
              <a:cxnLst/>
              <a:rect l="l" t="t" r="r" b="b"/>
              <a:pathLst>
                <a:path w="749300" h="736600">
                  <a:moveTo>
                    <a:pt x="374649" y="0"/>
                  </a:moveTo>
                  <a:lnTo>
                    <a:pt x="327654" y="2869"/>
                  </a:lnTo>
                  <a:lnTo>
                    <a:pt x="282401" y="11248"/>
                  </a:lnTo>
                  <a:lnTo>
                    <a:pt x="239241" y="24790"/>
                  </a:lnTo>
                  <a:lnTo>
                    <a:pt x="198525" y="43152"/>
                  </a:lnTo>
                  <a:lnTo>
                    <a:pt x="160604" y="65987"/>
                  </a:lnTo>
                  <a:lnTo>
                    <a:pt x="125830" y="92950"/>
                  </a:lnTo>
                  <a:lnTo>
                    <a:pt x="94553" y="123697"/>
                  </a:lnTo>
                  <a:lnTo>
                    <a:pt x="67124" y="157882"/>
                  </a:lnTo>
                  <a:lnTo>
                    <a:pt x="43896" y="195160"/>
                  </a:lnTo>
                  <a:lnTo>
                    <a:pt x="25218" y="235186"/>
                  </a:lnTo>
                  <a:lnTo>
                    <a:pt x="11442" y="277614"/>
                  </a:lnTo>
                  <a:lnTo>
                    <a:pt x="2919" y="322101"/>
                  </a:lnTo>
                  <a:lnTo>
                    <a:pt x="0" y="368300"/>
                  </a:lnTo>
                  <a:lnTo>
                    <a:pt x="2919" y="414498"/>
                  </a:lnTo>
                  <a:lnTo>
                    <a:pt x="11442" y="458985"/>
                  </a:lnTo>
                  <a:lnTo>
                    <a:pt x="25218" y="501413"/>
                  </a:lnTo>
                  <a:lnTo>
                    <a:pt x="43896" y="541439"/>
                  </a:lnTo>
                  <a:lnTo>
                    <a:pt x="67124" y="578717"/>
                  </a:lnTo>
                  <a:lnTo>
                    <a:pt x="94553" y="612902"/>
                  </a:lnTo>
                  <a:lnTo>
                    <a:pt x="125830" y="643649"/>
                  </a:lnTo>
                  <a:lnTo>
                    <a:pt x="160604" y="670612"/>
                  </a:lnTo>
                  <a:lnTo>
                    <a:pt x="198525" y="693447"/>
                  </a:lnTo>
                  <a:lnTo>
                    <a:pt x="239241" y="711809"/>
                  </a:lnTo>
                  <a:lnTo>
                    <a:pt x="282401" y="725351"/>
                  </a:lnTo>
                  <a:lnTo>
                    <a:pt x="327654" y="733730"/>
                  </a:lnTo>
                  <a:lnTo>
                    <a:pt x="374649" y="736600"/>
                  </a:lnTo>
                  <a:lnTo>
                    <a:pt x="374649" y="723900"/>
                  </a:lnTo>
                  <a:lnTo>
                    <a:pt x="325492" y="720649"/>
                  </a:lnTo>
                  <a:lnTo>
                    <a:pt x="278357" y="711183"/>
                  </a:lnTo>
                  <a:lnTo>
                    <a:pt x="233676" y="695926"/>
                  </a:lnTo>
                  <a:lnTo>
                    <a:pt x="191875" y="675304"/>
                  </a:lnTo>
                  <a:lnTo>
                    <a:pt x="153385" y="649744"/>
                  </a:lnTo>
                  <a:lnTo>
                    <a:pt x="118635" y="619670"/>
                  </a:lnTo>
                  <a:lnTo>
                    <a:pt x="88054" y="585509"/>
                  </a:lnTo>
                  <a:lnTo>
                    <a:pt x="62071" y="547687"/>
                  </a:lnTo>
                  <a:lnTo>
                    <a:pt x="41114" y="506629"/>
                  </a:lnTo>
                  <a:lnTo>
                    <a:pt x="25614" y="462761"/>
                  </a:lnTo>
                  <a:lnTo>
                    <a:pt x="16000" y="416510"/>
                  </a:lnTo>
                  <a:lnTo>
                    <a:pt x="12699" y="368300"/>
                  </a:lnTo>
                  <a:lnTo>
                    <a:pt x="16000" y="320089"/>
                  </a:lnTo>
                  <a:lnTo>
                    <a:pt x="25614" y="273838"/>
                  </a:lnTo>
                  <a:lnTo>
                    <a:pt x="41114" y="229970"/>
                  </a:lnTo>
                  <a:lnTo>
                    <a:pt x="62071" y="188912"/>
                  </a:lnTo>
                  <a:lnTo>
                    <a:pt x="88054" y="151090"/>
                  </a:lnTo>
                  <a:lnTo>
                    <a:pt x="118635" y="116929"/>
                  </a:lnTo>
                  <a:lnTo>
                    <a:pt x="153385" y="86855"/>
                  </a:lnTo>
                  <a:lnTo>
                    <a:pt x="191875" y="61295"/>
                  </a:lnTo>
                  <a:lnTo>
                    <a:pt x="233676" y="40673"/>
                  </a:lnTo>
                  <a:lnTo>
                    <a:pt x="278357" y="25416"/>
                  </a:lnTo>
                  <a:lnTo>
                    <a:pt x="325492" y="15950"/>
                  </a:lnTo>
                  <a:lnTo>
                    <a:pt x="374649" y="12700"/>
                  </a:lnTo>
                  <a:lnTo>
                    <a:pt x="374649" y="0"/>
                  </a:lnTo>
                  <a:close/>
                </a:path>
                <a:path w="749300" h="736600">
                  <a:moveTo>
                    <a:pt x="374649" y="0"/>
                  </a:moveTo>
                  <a:lnTo>
                    <a:pt x="374649" y="12700"/>
                  </a:lnTo>
                  <a:lnTo>
                    <a:pt x="423807" y="15950"/>
                  </a:lnTo>
                  <a:lnTo>
                    <a:pt x="470942" y="25416"/>
                  </a:lnTo>
                  <a:lnTo>
                    <a:pt x="515623" y="40673"/>
                  </a:lnTo>
                  <a:lnTo>
                    <a:pt x="557424" y="61295"/>
                  </a:lnTo>
                  <a:lnTo>
                    <a:pt x="595914" y="86855"/>
                  </a:lnTo>
                  <a:lnTo>
                    <a:pt x="630664" y="116929"/>
                  </a:lnTo>
                  <a:lnTo>
                    <a:pt x="661245" y="151090"/>
                  </a:lnTo>
                  <a:lnTo>
                    <a:pt x="687228" y="188912"/>
                  </a:lnTo>
                  <a:lnTo>
                    <a:pt x="708185" y="229970"/>
                  </a:lnTo>
                  <a:lnTo>
                    <a:pt x="723685" y="273838"/>
                  </a:lnTo>
                  <a:lnTo>
                    <a:pt x="733299" y="320089"/>
                  </a:lnTo>
                  <a:lnTo>
                    <a:pt x="736599" y="368300"/>
                  </a:lnTo>
                  <a:lnTo>
                    <a:pt x="733299" y="416510"/>
                  </a:lnTo>
                  <a:lnTo>
                    <a:pt x="723685" y="462761"/>
                  </a:lnTo>
                  <a:lnTo>
                    <a:pt x="708185" y="506629"/>
                  </a:lnTo>
                  <a:lnTo>
                    <a:pt x="687228" y="547687"/>
                  </a:lnTo>
                  <a:lnTo>
                    <a:pt x="661245" y="585509"/>
                  </a:lnTo>
                  <a:lnTo>
                    <a:pt x="630664" y="619670"/>
                  </a:lnTo>
                  <a:lnTo>
                    <a:pt x="595914" y="649744"/>
                  </a:lnTo>
                  <a:lnTo>
                    <a:pt x="557424" y="675304"/>
                  </a:lnTo>
                  <a:lnTo>
                    <a:pt x="515623" y="695926"/>
                  </a:lnTo>
                  <a:lnTo>
                    <a:pt x="470942" y="711183"/>
                  </a:lnTo>
                  <a:lnTo>
                    <a:pt x="423807" y="720649"/>
                  </a:lnTo>
                  <a:lnTo>
                    <a:pt x="374649" y="723900"/>
                  </a:lnTo>
                  <a:lnTo>
                    <a:pt x="374649" y="736600"/>
                  </a:lnTo>
                  <a:lnTo>
                    <a:pt x="421645" y="733730"/>
                  </a:lnTo>
                  <a:lnTo>
                    <a:pt x="466898" y="725351"/>
                  </a:lnTo>
                  <a:lnTo>
                    <a:pt x="510058" y="711809"/>
                  </a:lnTo>
                  <a:lnTo>
                    <a:pt x="550774" y="693447"/>
                  </a:lnTo>
                  <a:lnTo>
                    <a:pt x="588695" y="670612"/>
                  </a:lnTo>
                  <a:lnTo>
                    <a:pt x="623469" y="643649"/>
                  </a:lnTo>
                  <a:lnTo>
                    <a:pt x="654746" y="612902"/>
                  </a:lnTo>
                  <a:lnTo>
                    <a:pt x="682175" y="578717"/>
                  </a:lnTo>
                  <a:lnTo>
                    <a:pt x="705403" y="541439"/>
                  </a:lnTo>
                  <a:lnTo>
                    <a:pt x="724081" y="501413"/>
                  </a:lnTo>
                  <a:lnTo>
                    <a:pt x="737857" y="458985"/>
                  </a:lnTo>
                  <a:lnTo>
                    <a:pt x="746380" y="414498"/>
                  </a:lnTo>
                  <a:lnTo>
                    <a:pt x="749299" y="368300"/>
                  </a:lnTo>
                  <a:lnTo>
                    <a:pt x="746380" y="322101"/>
                  </a:lnTo>
                  <a:lnTo>
                    <a:pt x="737857" y="277614"/>
                  </a:lnTo>
                  <a:lnTo>
                    <a:pt x="724081" y="235186"/>
                  </a:lnTo>
                  <a:lnTo>
                    <a:pt x="705403" y="195160"/>
                  </a:lnTo>
                  <a:lnTo>
                    <a:pt x="682175" y="157882"/>
                  </a:lnTo>
                  <a:lnTo>
                    <a:pt x="654746" y="123697"/>
                  </a:lnTo>
                  <a:lnTo>
                    <a:pt x="623469" y="92950"/>
                  </a:lnTo>
                  <a:lnTo>
                    <a:pt x="588695" y="65987"/>
                  </a:lnTo>
                  <a:lnTo>
                    <a:pt x="550774" y="43152"/>
                  </a:lnTo>
                  <a:lnTo>
                    <a:pt x="510058" y="24790"/>
                  </a:lnTo>
                  <a:lnTo>
                    <a:pt x="466898" y="11248"/>
                  </a:lnTo>
                  <a:lnTo>
                    <a:pt x="421645" y="2869"/>
                  </a:lnTo>
                  <a:lnTo>
                    <a:pt x="374649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4749800" y="3594100"/>
            <a:ext cx="1625600" cy="3467100"/>
            <a:chOff x="4749800" y="3594100"/>
            <a:chExt cx="1625600" cy="3467100"/>
          </a:xfrm>
        </p:grpSpPr>
        <p:sp>
          <p:nvSpPr>
            <p:cNvPr id="21" name="object 21" descr=""/>
            <p:cNvSpPr/>
            <p:nvPr/>
          </p:nvSpPr>
          <p:spPr>
            <a:xfrm>
              <a:off x="4749800" y="3594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774171" y="3618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02630" y="3646630"/>
              <a:ext cx="1507743" cy="33297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3830" y="3687043"/>
              <a:ext cx="85344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3137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7060"/>
            <a:ext cx="162880" cy="10253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5168"/>
            <a:ext cx="6442273" cy="34658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2425700"/>
            <a:ext cx="6438038" cy="60267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851" y="7224568"/>
            <a:ext cx="3634725" cy="1290204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908300" y="3416300"/>
            <a:ext cx="1638300" cy="3467100"/>
            <a:chOff x="2908300" y="3416300"/>
            <a:chExt cx="1638300" cy="3467100"/>
          </a:xfrm>
        </p:grpSpPr>
        <p:sp>
          <p:nvSpPr>
            <p:cNvPr id="10" name="object 10" descr=""/>
            <p:cNvSpPr/>
            <p:nvPr/>
          </p:nvSpPr>
          <p:spPr>
            <a:xfrm>
              <a:off x="2908300" y="34163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32874" y="34405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1543" y="3468830"/>
              <a:ext cx="1519523" cy="332970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78299" y="3509243"/>
              <a:ext cx="86010" cy="8485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092200" y="3441700"/>
            <a:ext cx="1676400" cy="3467100"/>
            <a:chOff x="1092200" y="3441700"/>
            <a:chExt cx="16764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1092200" y="3441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16571" y="3465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5030" y="3494230"/>
              <a:ext cx="150774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56230" y="3534643"/>
              <a:ext cx="85343" cy="8485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092200" y="3810000"/>
              <a:ext cx="1676400" cy="863600"/>
            </a:xfrm>
            <a:custGeom>
              <a:avLst/>
              <a:gdLst/>
              <a:ahLst/>
              <a:cxnLst/>
              <a:rect l="l" t="t" r="r" b="b"/>
              <a:pathLst>
                <a:path w="1676400" h="863600">
                  <a:moveTo>
                    <a:pt x="838200" y="0"/>
                  </a:moveTo>
                  <a:lnTo>
                    <a:pt x="775644" y="1184"/>
                  </a:lnTo>
                  <a:lnTo>
                    <a:pt x="714336" y="4681"/>
                  </a:lnTo>
                  <a:lnTo>
                    <a:pt x="654440" y="10408"/>
                  </a:lnTo>
                  <a:lnTo>
                    <a:pt x="596116" y="18281"/>
                  </a:lnTo>
                  <a:lnTo>
                    <a:pt x="539527" y="28217"/>
                  </a:lnTo>
                  <a:lnTo>
                    <a:pt x="484836" y="40132"/>
                  </a:lnTo>
                  <a:lnTo>
                    <a:pt x="432203" y="53942"/>
                  </a:lnTo>
                  <a:lnTo>
                    <a:pt x="381791" y="69565"/>
                  </a:lnTo>
                  <a:lnTo>
                    <a:pt x="333762" y="86916"/>
                  </a:lnTo>
                  <a:lnTo>
                    <a:pt x="288279" y="105913"/>
                  </a:lnTo>
                  <a:lnTo>
                    <a:pt x="245503" y="126471"/>
                  </a:lnTo>
                  <a:lnTo>
                    <a:pt x="205596" y="148507"/>
                  </a:lnTo>
                  <a:lnTo>
                    <a:pt x="168721" y="171938"/>
                  </a:lnTo>
                  <a:lnTo>
                    <a:pt x="135039" y="196680"/>
                  </a:lnTo>
                  <a:lnTo>
                    <a:pt x="104712" y="222649"/>
                  </a:lnTo>
                  <a:lnTo>
                    <a:pt x="77904" y="249763"/>
                  </a:lnTo>
                  <a:lnTo>
                    <a:pt x="35488" y="307090"/>
                  </a:lnTo>
                  <a:lnTo>
                    <a:pt x="9088" y="367991"/>
                  </a:lnTo>
                  <a:lnTo>
                    <a:pt x="0" y="431800"/>
                  </a:lnTo>
                  <a:lnTo>
                    <a:pt x="2299" y="464025"/>
                  </a:lnTo>
                  <a:lnTo>
                    <a:pt x="20205" y="526463"/>
                  </a:lnTo>
                  <a:lnTo>
                    <a:pt x="54775" y="585661"/>
                  </a:lnTo>
                  <a:lnTo>
                    <a:pt x="104712" y="640949"/>
                  </a:lnTo>
                  <a:lnTo>
                    <a:pt x="135039" y="666919"/>
                  </a:lnTo>
                  <a:lnTo>
                    <a:pt x="168721" y="691661"/>
                  </a:lnTo>
                  <a:lnTo>
                    <a:pt x="205596" y="715092"/>
                  </a:lnTo>
                  <a:lnTo>
                    <a:pt x="245503" y="737128"/>
                  </a:lnTo>
                  <a:lnTo>
                    <a:pt x="288279" y="757686"/>
                  </a:lnTo>
                  <a:lnTo>
                    <a:pt x="333762" y="776683"/>
                  </a:lnTo>
                  <a:lnTo>
                    <a:pt x="381791" y="794034"/>
                  </a:lnTo>
                  <a:lnTo>
                    <a:pt x="432203" y="809656"/>
                  </a:lnTo>
                  <a:lnTo>
                    <a:pt x="484836" y="823467"/>
                  </a:lnTo>
                  <a:lnTo>
                    <a:pt x="539527" y="835382"/>
                  </a:lnTo>
                  <a:lnTo>
                    <a:pt x="596116" y="845318"/>
                  </a:lnTo>
                  <a:lnTo>
                    <a:pt x="654440" y="853191"/>
                  </a:lnTo>
                  <a:lnTo>
                    <a:pt x="714336" y="858918"/>
                  </a:lnTo>
                  <a:lnTo>
                    <a:pt x="775644" y="862415"/>
                  </a:lnTo>
                  <a:lnTo>
                    <a:pt x="838200" y="863600"/>
                  </a:lnTo>
                  <a:lnTo>
                    <a:pt x="838200" y="850900"/>
                  </a:lnTo>
                  <a:lnTo>
                    <a:pt x="781220" y="849910"/>
                  </a:lnTo>
                  <a:lnTo>
                    <a:pt x="725298" y="846985"/>
                  </a:lnTo>
                  <a:lnTo>
                    <a:pt x="670554" y="842192"/>
                  </a:lnTo>
                  <a:lnTo>
                    <a:pt x="617115" y="835595"/>
                  </a:lnTo>
                  <a:lnTo>
                    <a:pt x="565101" y="827262"/>
                  </a:lnTo>
                  <a:lnTo>
                    <a:pt x="514638" y="817258"/>
                  </a:lnTo>
                  <a:lnTo>
                    <a:pt x="465848" y="805648"/>
                  </a:lnTo>
                  <a:lnTo>
                    <a:pt x="418855" y="792500"/>
                  </a:lnTo>
                  <a:lnTo>
                    <a:pt x="373782" y="777879"/>
                  </a:lnTo>
                  <a:lnTo>
                    <a:pt x="330753" y="761851"/>
                  </a:lnTo>
                  <a:lnTo>
                    <a:pt x="289891" y="744482"/>
                  </a:lnTo>
                  <a:lnTo>
                    <a:pt x="251319" y="725838"/>
                  </a:lnTo>
                  <a:lnTo>
                    <a:pt x="197942" y="695584"/>
                  </a:lnTo>
                  <a:lnTo>
                    <a:pt x="150670" y="663007"/>
                  </a:lnTo>
                  <a:lnTo>
                    <a:pt x="109813" y="628341"/>
                  </a:lnTo>
                  <a:lnTo>
                    <a:pt x="75685" y="591817"/>
                  </a:lnTo>
                  <a:lnTo>
                    <a:pt x="48597" y="553668"/>
                  </a:lnTo>
                  <a:lnTo>
                    <a:pt x="28862" y="514127"/>
                  </a:lnTo>
                  <a:lnTo>
                    <a:pt x="16792" y="473427"/>
                  </a:lnTo>
                  <a:lnTo>
                    <a:pt x="12700" y="431800"/>
                  </a:lnTo>
                  <a:lnTo>
                    <a:pt x="16792" y="390172"/>
                  </a:lnTo>
                  <a:lnTo>
                    <a:pt x="28862" y="349472"/>
                  </a:lnTo>
                  <a:lnTo>
                    <a:pt x="48597" y="309931"/>
                  </a:lnTo>
                  <a:lnTo>
                    <a:pt x="75685" y="271782"/>
                  </a:lnTo>
                  <a:lnTo>
                    <a:pt x="109813" y="235258"/>
                  </a:lnTo>
                  <a:lnTo>
                    <a:pt x="150670" y="200592"/>
                  </a:lnTo>
                  <a:lnTo>
                    <a:pt x="197942" y="168015"/>
                  </a:lnTo>
                  <a:lnTo>
                    <a:pt x="251319" y="137761"/>
                  </a:lnTo>
                  <a:lnTo>
                    <a:pt x="289891" y="119117"/>
                  </a:lnTo>
                  <a:lnTo>
                    <a:pt x="330753" y="101748"/>
                  </a:lnTo>
                  <a:lnTo>
                    <a:pt x="373782" y="85720"/>
                  </a:lnTo>
                  <a:lnTo>
                    <a:pt x="418855" y="71099"/>
                  </a:lnTo>
                  <a:lnTo>
                    <a:pt x="465848" y="57951"/>
                  </a:lnTo>
                  <a:lnTo>
                    <a:pt x="514638" y="46341"/>
                  </a:lnTo>
                  <a:lnTo>
                    <a:pt x="565101" y="36337"/>
                  </a:lnTo>
                  <a:lnTo>
                    <a:pt x="617115" y="28004"/>
                  </a:lnTo>
                  <a:lnTo>
                    <a:pt x="670554" y="21407"/>
                  </a:lnTo>
                  <a:lnTo>
                    <a:pt x="725298" y="16614"/>
                  </a:lnTo>
                  <a:lnTo>
                    <a:pt x="781220" y="13689"/>
                  </a:lnTo>
                  <a:lnTo>
                    <a:pt x="838200" y="12700"/>
                  </a:lnTo>
                  <a:lnTo>
                    <a:pt x="838200" y="0"/>
                  </a:lnTo>
                  <a:close/>
                </a:path>
                <a:path w="1676400" h="863600">
                  <a:moveTo>
                    <a:pt x="838200" y="0"/>
                  </a:moveTo>
                  <a:lnTo>
                    <a:pt x="838200" y="12700"/>
                  </a:lnTo>
                  <a:lnTo>
                    <a:pt x="895179" y="13689"/>
                  </a:lnTo>
                  <a:lnTo>
                    <a:pt x="951101" y="16614"/>
                  </a:lnTo>
                  <a:lnTo>
                    <a:pt x="1005845" y="21407"/>
                  </a:lnTo>
                  <a:lnTo>
                    <a:pt x="1059284" y="28004"/>
                  </a:lnTo>
                  <a:lnTo>
                    <a:pt x="1111298" y="36337"/>
                  </a:lnTo>
                  <a:lnTo>
                    <a:pt x="1161761" y="46341"/>
                  </a:lnTo>
                  <a:lnTo>
                    <a:pt x="1210551" y="57951"/>
                  </a:lnTo>
                  <a:lnTo>
                    <a:pt x="1257544" y="71099"/>
                  </a:lnTo>
                  <a:lnTo>
                    <a:pt x="1302617" y="85720"/>
                  </a:lnTo>
                  <a:lnTo>
                    <a:pt x="1345646" y="101748"/>
                  </a:lnTo>
                  <a:lnTo>
                    <a:pt x="1386508" y="119117"/>
                  </a:lnTo>
                  <a:lnTo>
                    <a:pt x="1425080" y="137761"/>
                  </a:lnTo>
                  <a:lnTo>
                    <a:pt x="1478457" y="168015"/>
                  </a:lnTo>
                  <a:lnTo>
                    <a:pt x="1525729" y="200592"/>
                  </a:lnTo>
                  <a:lnTo>
                    <a:pt x="1566586" y="235258"/>
                  </a:lnTo>
                  <a:lnTo>
                    <a:pt x="1600714" y="271782"/>
                  </a:lnTo>
                  <a:lnTo>
                    <a:pt x="1627802" y="309931"/>
                  </a:lnTo>
                  <a:lnTo>
                    <a:pt x="1647537" y="349472"/>
                  </a:lnTo>
                  <a:lnTo>
                    <a:pt x="1659607" y="390172"/>
                  </a:lnTo>
                  <a:lnTo>
                    <a:pt x="1663700" y="431800"/>
                  </a:lnTo>
                  <a:lnTo>
                    <a:pt x="1659607" y="473427"/>
                  </a:lnTo>
                  <a:lnTo>
                    <a:pt x="1647537" y="514127"/>
                  </a:lnTo>
                  <a:lnTo>
                    <a:pt x="1627802" y="553668"/>
                  </a:lnTo>
                  <a:lnTo>
                    <a:pt x="1600714" y="591817"/>
                  </a:lnTo>
                  <a:lnTo>
                    <a:pt x="1566586" y="628341"/>
                  </a:lnTo>
                  <a:lnTo>
                    <a:pt x="1525729" y="663007"/>
                  </a:lnTo>
                  <a:lnTo>
                    <a:pt x="1478457" y="695584"/>
                  </a:lnTo>
                  <a:lnTo>
                    <a:pt x="1425080" y="725838"/>
                  </a:lnTo>
                  <a:lnTo>
                    <a:pt x="1386508" y="744482"/>
                  </a:lnTo>
                  <a:lnTo>
                    <a:pt x="1345646" y="761851"/>
                  </a:lnTo>
                  <a:lnTo>
                    <a:pt x="1302617" y="777879"/>
                  </a:lnTo>
                  <a:lnTo>
                    <a:pt x="1257544" y="792500"/>
                  </a:lnTo>
                  <a:lnTo>
                    <a:pt x="1210551" y="805648"/>
                  </a:lnTo>
                  <a:lnTo>
                    <a:pt x="1161761" y="817258"/>
                  </a:lnTo>
                  <a:lnTo>
                    <a:pt x="1111298" y="827262"/>
                  </a:lnTo>
                  <a:lnTo>
                    <a:pt x="1059284" y="835595"/>
                  </a:lnTo>
                  <a:lnTo>
                    <a:pt x="1005845" y="842192"/>
                  </a:lnTo>
                  <a:lnTo>
                    <a:pt x="951101" y="846985"/>
                  </a:lnTo>
                  <a:lnTo>
                    <a:pt x="895179" y="849910"/>
                  </a:lnTo>
                  <a:lnTo>
                    <a:pt x="838200" y="850900"/>
                  </a:lnTo>
                  <a:lnTo>
                    <a:pt x="838200" y="863600"/>
                  </a:lnTo>
                  <a:lnTo>
                    <a:pt x="900755" y="862415"/>
                  </a:lnTo>
                  <a:lnTo>
                    <a:pt x="962063" y="858918"/>
                  </a:lnTo>
                  <a:lnTo>
                    <a:pt x="1021959" y="853191"/>
                  </a:lnTo>
                  <a:lnTo>
                    <a:pt x="1080283" y="845318"/>
                  </a:lnTo>
                  <a:lnTo>
                    <a:pt x="1136872" y="835382"/>
                  </a:lnTo>
                  <a:lnTo>
                    <a:pt x="1191563" y="823467"/>
                  </a:lnTo>
                  <a:lnTo>
                    <a:pt x="1244196" y="809656"/>
                  </a:lnTo>
                  <a:lnTo>
                    <a:pt x="1294608" y="794034"/>
                  </a:lnTo>
                  <a:lnTo>
                    <a:pt x="1342637" y="776683"/>
                  </a:lnTo>
                  <a:lnTo>
                    <a:pt x="1388120" y="757686"/>
                  </a:lnTo>
                  <a:lnTo>
                    <a:pt x="1430896" y="737128"/>
                  </a:lnTo>
                  <a:lnTo>
                    <a:pt x="1470803" y="715092"/>
                  </a:lnTo>
                  <a:lnTo>
                    <a:pt x="1507678" y="691661"/>
                  </a:lnTo>
                  <a:lnTo>
                    <a:pt x="1541360" y="666919"/>
                  </a:lnTo>
                  <a:lnTo>
                    <a:pt x="1571687" y="640949"/>
                  </a:lnTo>
                  <a:lnTo>
                    <a:pt x="1598495" y="613835"/>
                  </a:lnTo>
                  <a:lnTo>
                    <a:pt x="1640911" y="556509"/>
                  </a:lnTo>
                  <a:lnTo>
                    <a:pt x="1667311" y="495608"/>
                  </a:lnTo>
                  <a:lnTo>
                    <a:pt x="1676400" y="431800"/>
                  </a:lnTo>
                  <a:lnTo>
                    <a:pt x="1674100" y="399574"/>
                  </a:lnTo>
                  <a:lnTo>
                    <a:pt x="1656194" y="337135"/>
                  </a:lnTo>
                  <a:lnTo>
                    <a:pt x="1621624" y="277938"/>
                  </a:lnTo>
                  <a:lnTo>
                    <a:pt x="1571687" y="222649"/>
                  </a:lnTo>
                  <a:lnTo>
                    <a:pt x="1541360" y="196680"/>
                  </a:lnTo>
                  <a:lnTo>
                    <a:pt x="1507678" y="171938"/>
                  </a:lnTo>
                  <a:lnTo>
                    <a:pt x="1470803" y="148507"/>
                  </a:lnTo>
                  <a:lnTo>
                    <a:pt x="1430896" y="126471"/>
                  </a:lnTo>
                  <a:lnTo>
                    <a:pt x="1388120" y="105913"/>
                  </a:lnTo>
                  <a:lnTo>
                    <a:pt x="1342637" y="86916"/>
                  </a:lnTo>
                  <a:lnTo>
                    <a:pt x="1294608" y="69565"/>
                  </a:lnTo>
                  <a:lnTo>
                    <a:pt x="1244196" y="53942"/>
                  </a:lnTo>
                  <a:lnTo>
                    <a:pt x="1191563" y="40132"/>
                  </a:lnTo>
                  <a:lnTo>
                    <a:pt x="1136872" y="28217"/>
                  </a:lnTo>
                  <a:lnTo>
                    <a:pt x="1080283" y="18281"/>
                  </a:lnTo>
                  <a:lnTo>
                    <a:pt x="1021959" y="10408"/>
                  </a:lnTo>
                  <a:lnTo>
                    <a:pt x="962063" y="4681"/>
                  </a:lnTo>
                  <a:lnTo>
                    <a:pt x="900755" y="1184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4749800" y="3416300"/>
            <a:ext cx="1625600" cy="3467100"/>
            <a:chOff x="4749800" y="3416300"/>
            <a:chExt cx="1625600" cy="3467100"/>
          </a:xfrm>
        </p:grpSpPr>
        <p:sp>
          <p:nvSpPr>
            <p:cNvPr id="21" name="object 21" descr=""/>
            <p:cNvSpPr/>
            <p:nvPr/>
          </p:nvSpPr>
          <p:spPr>
            <a:xfrm>
              <a:off x="4749800" y="34163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774171" y="34405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2630" y="3468830"/>
              <a:ext cx="1507743" cy="33297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3830" y="3509243"/>
              <a:ext cx="85344" cy="84859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4787900" y="7150100"/>
            <a:ext cx="1596390" cy="3403600"/>
            <a:chOff x="4787900" y="7150100"/>
            <a:chExt cx="1596390" cy="3403600"/>
          </a:xfrm>
        </p:grpSpPr>
        <p:sp>
          <p:nvSpPr>
            <p:cNvPr id="26" name="object 26" descr=""/>
            <p:cNvSpPr/>
            <p:nvPr/>
          </p:nvSpPr>
          <p:spPr>
            <a:xfrm>
              <a:off x="4787900" y="7150100"/>
              <a:ext cx="1584325" cy="3403600"/>
            </a:xfrm>
            <a:custGeom>
              <a:avLst/>
              <a:gdLst/>
              <a:ahLst/>
              <a:cxnLst/>
              <a:rect l="l" t="t" r="r" b="b"/>
              <a:pathLst>
                <a:path w="1584325" h="3403600">
                  <a:moveTo>
                    <a:pt x="1464171" y="0"/>
                  </a:moveTo>
                  <a:lnTo>
                    <a:pt x="119687" y="0"/>
                  </a:lnTo>
                  <a:lnTo>
                    <a:pt x="73099" y="9352"/>
                  </a:lnTo>
                  <a:lnTo>
                    <a:pt x="35055" y="34856"/>
                  </a:lnTo>
                  <a:lnTo>
                    <a:pt x="9405" y="72684"/>
                  </a:lnTo>
                  <a:lnTo>
                    <a:pt x="0" y="119007"/>
                  </a:lnTo>
                  <a:lnTo>
                    <a:pt x="0" y="3284593"/>
                  </a:lnTo>
                  <a:lnTo>
                    <a:pt x="9405" y="3330916"/>
                  </a:lnTo>
                  <a:lnTo>
                    <a:pt x="35055" y="3368743"/>
                  </a:lnTo>
                  <a:lnTo>
                    <a:pt x="73099" y="3394247"/>
                  </a:lnTo>
                  <a:lnTo>
                    <a:pt x="119687" y="3403600"/>
                  </a:lnTo>
                  <a:lnTo>
                    <a:pt x="1464171" y="3403600"/>
                  </a:lnTo>
                  <a:lnTo>
                    <a:pt x="1510758" y="3394247"/>
                  </a:lnTo>
                  <a:lnTo>
                    <a:pt x="1548802" y="3368743"/>
                  </a:lnTo>
                  <a:lnTo>
                    <a:pt x="1574452" y="3330916"/>
                  </a:lnTo>
                  <a:lnTo>
                    <a:pt x="1583858" y="3284593"/>
                  </a:lnTo>
                  <a:lnTo>
                    <a:pt x="1583858" y="119007"/>
                  </a:lnTo>
                  <a:lnTo>
                    <a:pt x="1574452" y="72684"/>
                  </a:lnTo>
                  <a:lnTo>
                    <a:pt x="1548802" y="34856"/>
                  </a:lnTo>
                  <a:lnTo>
                    <a:pt x="1510758" y="9352"/>
                  </a:lnTo>
                  <a:lnTo>
                    <a:pt x="1464171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11827" y="7173912"/>
              <a:ext cx="1572260" cy="3356610"/>
            </a:xfrm>
            <a:custGeom>
              <a:avLst/>
              <a:gdLst/>
              <a:ahLst/>
              <a:cxnLst/>
              <a:rect l="l" t="t" r="r" b="b"/>
              <a:pathLst>
                <a:path w="1572260" h="3356609">
                  <a:moveTo>
                    <a:pt x="1535988" y="95199"/>
                  </a:moveTo>
                  <a:lnTo>
                    <a:pt x="1528457" y="58140"/>
                  </a:lnTo>
                  <a:lnTo>
                    <a:pt x="1507947" y="27876"/>
                  </a:lnTo>
                  <a:lnTo>
                    <a:pt x="1477505" y="7480"/>
                  </a:lnTo>
                  <a:lnTo>
                    <a:pt x="1440243" y="0"/>
                  </a:lnTo>
                  <a:lnTo>
                    <a:pt x="95758" y="0"/>
                  </a:lnTo>
                  <a:lnTo>
                    <a:pt x="58483" y="7480"/>
                  </a:lnTo>
                  <a:lnTo>
                    <a:pt x="28041" y="27876"/>
                  </a:lnTo>
                  <a:lnTo>
                    <a:pt x="7531" y="58140"/>
                  </a:lnTo>
                  <a:lnTo>
                    <a:pt x="0" y="95199"/>
                  </a:lnTo>
                  <a:lnTo>
                    <a:pt x="0" y="3260788"/>
                  </a:lnTo>
                  <a:lnTo>
                    <a:pt x="7531" y="3297847"/>
                  </a:lnTo>
                  <a:lnTo>
                    <a:pt x="28041" y="3328111"/>
                  </a:lnTo>
                  <a:lnTo>
                    <a:pt x="58483" y="3348507"/>
                  </a:lnTo>
                  <a:lnTo>
                    <a:pt x="95758" y="3355987"/>
                  </a:lnTo>
                  <a:lnTo>
                    <a:pt x="1440243" y="3355987"/>
                  </a:lnTo>
                  <a:lnTo>
                    <a:pt x="1477505" y="3348507"/>
                  </a:lnTo>
                  <a:lnTo>
                    <a:pt x="1507947" y="3328111"/>
                  </a:lnTo>
                  <a:lnTo>
                    <a:pt x="1528457" y="3297847"/>
                  </a:lnTo>
                  <a:lnTo>
                    <a:pt x="1535988" y="3260788"/>
                  </a:lnTo>
                  <a:lnTo>
                    <a:pt x="1535988" y="95199"/>
                  </a:lnTo>
                  <a:close/>
                </a:path>
                <a:path w="1572260" h="3356609">
                  <a:moveTo>
                    <a:pt x="1571891" y="1216939"/>
                  </a:moveTo>
                  <a:lnTo>
                    <a:pt x="1570418" y="1216939"/>
                  </a:lnTo>
                  <a:lnTo>
                    <a:pt x="1570418" y="1214399"/>
                  </a:lnTo>
                  <a:lnTo>
                    <a:pt x="1559928" y="1214399"/>
                  </a:lnTo>
                  <a:lnTo>
                    <a:pt x="1559928" y="1216939"/>
                  </a:lnTo>
                  <a:lnTo>
                    <a:pt x="1559928" y="1417599"/>
                  </a:lnTo>
                  <a:lnTo>
                    <a:pt x="1559928" y="1420139"/>
                  </a:lnTo>
                  <a:lnTo>
                    <a:pt x="1569796" y="1420139"/>
                  </a:lnTo>
                  <a:lnTo>
                    <a:pt x="1569796" y="1417599"/>
                  </a:lnTo>
                  <a:lnTo>
                    <a:pt x="1571891" y="1417599"/>
                  </a:lnTo>
                  <a:lnTo>
                    <a:pt x="1571891" y="1216939"/>
                  </a:lnTo>
                  <a:close/>
                </a:path>
                <a:path w="1572260" h="3356609">
                  <a:moveTo>
                    <a:pt x="1571891" y="640067"/>
                  </a:moveTo>
                  <a:lnTo>
                    <a:pt x="1570050" y="640067"/>
                  </a:lnTo>
                  <a:lnTo>
                    <a:pt x="1570050" y="634987"/>
                  </a:lnTo>
                  <a:lnTo>
                    <a:pt x="1559928" y="634987"/>
                  </a:lnTo>
                  <a:lnTo>
                    <a:pt x="1559928" y="640067"/>
                  </a:lnTo>
                  <a:lnTo>
                    <a:pt x="1559928" y="1021067"/>
                  </a:lnTo>
                  <a:lnTo>
                    <a:pt x="1559928" y="1027417"/>
                  </a:lnTo>
                  <a:lnTo>
                    <a:pt x="1570253" y="1027417"/>
                  </a:lnTo>
                  <a:lnTo>
                    <a:pt x="1570253" y="1021067"/>
                  </a:lnTo>
                  <a:lnTo>
                    <a:pt x="1571891" y="1021067"/>
                  </a:lnTo>
                  <a:lnTo>
                    <a:pt x="1571891" y="640067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39766" y="7201668"/>
              <a:ext cx="1480129" cy="3268725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37937" y="7241337"/>
              <a:ext cx="83780" cy="83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038400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7060"/>
            <a:ext cx="158549" cy="10281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2474768"/>
            <a:ext cx="4738592" cy="14720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1915968"/>
            <a:ext cx="6444843" cy="34658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508000" y="3213100"/>
            <a:ext cx="1625600" cy="3467100"/>
            <a:chOff x="508000" y="32131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508000" y="3213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2384" y="3237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69" y="59232"/>
                  </a:lnTo>
                  <a:lnTo>
                    <a:pt x="1536065" y="28397"/>
                  </a:lnTo>
                  <a:lnTo>
                    <a:pt x="1505064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63" y="7620"/>
                  </a:lnTo>
                  <a:lnTo>
                    <a:pt x="28562" y="28397"/>
                  </a:lnTo>
                  <a:lnTo>
                    <a:pt x="7658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58" y="3359378"/>
                  </a:lnTo>
                  <a:lnTo>
                    <a:pt x="28562" y="3390201"/>
                  </a:lnTo>
                  <a:lnTo>
                    <a:pt x="59563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64" y="3410978"/>
                  </a:lnTo>
                  <a:lnTo>
                    <a:pt x="1536065" y="3390201"/>
                  </a:lnTo>
                  <a:lnTo>
                    <a:pt x="1556969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16" y="1239634"/>
                  </a:moveTo>
                  <a:lnTo>
                    <a:pt x="1599704" y="1239634"/>
                  </a:lnTo>
                  <a:lnTo>
                    <a:pt x="1599704" y="1237094"/>
                  </a:lnTo>
                  <a:lnTo>
                    <a:pt x="1589024" y="1237094"/>
                  </a:lnTo>
                  <a:lnTo>
                    <a:pt x="1589024" y="1239634"/>
                  </a:lnTo>
                  <a:lnTo>
                    <a:pt x="1589024" y="1444104"/>
                  </a:lnTo>
                  <a:lnTo>
                    <a:pt x="1589024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16" y="1444104"/>
                  </a:lnTo>
                  <a:lnTo>
                    <a:pt x="1601216" y="1239634"/>
                  </a:lnTo>
                  <a:close/>
                </a:path>
                <a:path w="1601470" h="3418840">
                  <a:moveTo>
                    <a:pt x="1601216" y="652894"/>
                  </a:moveTo>
                  <a:lnTo>
                    <a:pt x="1599501" y="652894"/>
                  </a:lnTo>
                  <a:lnTo>
                    <a:pt x="1599501" y="646544"/>
                  </a:lnTo>
                  <a:lnTo>
                    <a:pt x="1589024" y="646544"/>
                  </a:lnTo>
                  <a:lnTo>
                    <a:pt x="1589024" y="652894"/>
                  </a:lnTo>
                  <a:lnTo>
                    <a:pt x="1589024" y="1040244"/>
                  </a:lnTo>
                  <a:lnTo>
                    <a:pt x="1589024" y="1046594"/>
                  </a:lnTo>
                  <a:lnTo>
                    <a:pt x="1599501" y="1046594"/>
                  </a:lnTo>
                  <a:lnTo>
                    <a:pt x="1599501" y="1040244"/>
                  </a:lnTo>
                  <a:lnTo>
                    <a:pt x="1601216" y="1040244"/>
                  </a:lnTo>
                  <a:lnTo>
                    <a:pt x="1601216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0832" y="3265630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2032" y="33060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2438400" y="3213100"/>
            <a:ext cx="1638300" cy="3467100"/>
            <a:chOff x="2438400" y="3213100"/>
            <a:chExt cx="16383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2438400" y="3213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462974" y="3237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1644" y="3265630"/>
              <a:ext cx="151952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8401" y="3306043"/>
              <a:ext cx="86010" cy="84859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59287" y="4469912"/>
            <a:ext cx="2146101" cy="573935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3289300" y="6819900"/>
            <a:ext cx="1625600" cy="3467100"/>
            <a:chOff x="3289300" y="6819900"/>
            <a:chExt cx="1625600" cy="3467100"/>
          </a:xfrm>
        </p:grpSpPr>
        <p:sp>
          <p:nvSpPr>
            <p:cNvPr id="20" name="object 20" descr=""/>
            <p:cNvSpPr/>
            <p:nvPr/>
          </p:nvSpPr>
          <p:spPr>
            <a:xfrm>
              <a:off x="3289300" y="6819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313684" y="6844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69" y="59232"/>
                  </a:lnTo>
                  <a:lnTo>
                    <a:pt x="1536065" y="28397"/>
                  </a:lnTo>
                  <a:lnTo>
                    <a:pt x="1505064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63" y="7620"/>
                  </a:lnTo>
                  <a:lnTo>
                    <a:pt x="28562" y="28397"/>
                  </a:lnTo>
                  <a:lnTo>
                    <a:pt x="7658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58" y="3359378"/>
                  </a:lnTo>
                  <a:lnTo>
                    <a:pt x="28562" y="3390201"/>
                  </a:lnTo>
                  <a:lnTo>
                    <a:pt x="59563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64" y="3410978"/>
                  </a:lnTo>
                  <a:lnTo>
                    <a:pt x="1536065" y="3390201"/>
                  </a:lnTo>
                  <a:lnTo>
                    <a:pt x="1556969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16" y="1239634"/>
                  </a:moveTo>
                  <a:lnTo>
                    <a:pt x="1599704" y="1239634"/>
                  </a:lnTo>
                  <a:lnTo>
                    <a:pt x="1599704" y="1237094"/>
                  </a:lnTo>
                  <a:lnTo>
                    <a:pt x="1589024" y="1237094"/>
                  </a:lnTo>
                  <a:lnTo>
                    <a:pt x="1589024" y="1239634"/>
                  </a:lnTo>
                  <a:lnTo>
                    <a:pt x="1589024" y="1444104"/>
                  </a:lnTo>
                  <a:lnTo>
                    <a:pt x="1589024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16" y="1444104"/>
                  </a:lnTo>
                  <a:lnTo>
                    <a:pt x="1601216" y="1239634"/>
                  </a:lnTo>
                  <a:close/>
                </a:path>
                <a:path w="1601470" h="3418840">
                  <a:moveTo>
                    <a:pt x="1601216" y="652894"/>
                  </a:moveTo>
                  <a:lnTo>
                    <a:pt x="1599501" y="652894"/>
                  </a:lnTo>
                  <a:lnTo>
                    <a:pt x="1599501" y="646544"/>
                  </a:lnTo>
                  <a:lnTo>
                    <a:pt x="1589024" y="646544"/>
                  </a:lnTo>
                  <a:lnTo>
                    <a:pt x="1589024" y="652894"/>
                  </a:lnTo>
                  <a:lnTo>
                    <a:pt x="1589024" y="1040244"/>
                  </a:lnTo>
                  <a:lnTo>
                    <a:pt x="1589024" y="1046594"/>
                  </a:lnTo>
                  <a:lnTo>
                    <a:pt x="1599501" y="1046594"/>
                  </a:lnTo>
                  <a:lnTo>
                    <a:pt x="1599501" y="1040244"/>
                  </a:lnTo>
                  <a:lnTo>
                    <a:pt x="1601216" y="1040244"/>
                  </a:lnTo>
                  <a:lnTo>
                    <a:pt x="1601216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42132" y="6872430"/>
              <a:ext cx="1507743" cy="332970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3332" y="6912843"/>
              <a:ext cx="85344" cy="84859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5219700" y="6819900"/>
            <a:ext cx="1638300" cy="3467100"/>
            <a:chOff x="5219700" y="6819900"/>
            <a:chExt cx="1638300" cy="3467100"/>
          </a:xfrm>
        </p:grpSpPr>
        <p:sp>
          <p:nvSpPr>
            <p:cNvPr id="25" name="object 25" descr=""/>
            <p:cNvSpPr/>
            <p:nvPr/>
          </p:nvSpPr>
          <p:spPr>
            <a:xfrm>
              <a:off x="5219700" y="68199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4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244274" y="68441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72944" y="6872430"/>
              <a:ext cx="1519523" cy="332970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9699" y="6912843"/>
              <a:ext cx="86010" cy="84859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8187" y="7732405"/>
            <a:ext cx="2151459" cy="803942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8187" y="8800613"/>
            <a:ext cx="2194078" cy="573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038400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6501"/>
            <a:ext cx="159248" cy="10337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7034068"/>
            <a:ext cx="3301463" cy="6061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887" y="7772400"/>
            <a:ext cx="1276147" cy="1472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887" y="8051800"/>
            <a:ext cx="1756713" cy="14720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4887" y="8329468"/>
            <a:ext cx="2372428" cy="14893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4887" y="8610600"/>
            <a:ext cx="2307891" cy="14720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4887" y="8890000"/>
            <a:ext cx="2174527" cy="14720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8487" y="1865168"/>
            <a:ext cx="4863215" cy="14893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8487" y="2197100"/>
            <a:ext cx="5819707" cy="14547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8487" y="2525568"/>
            <a:ext cx="6438363" cy="377536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4260850" y="6807200"/>
            <a:ext cx="1625600" cy="3467100"/>
            <a:chOff x="4260850" y="6807200"/>
            <a:chExt cx="1625600" cy="3467100"/>
          </a:xfrm>
        </p:grpSpPr>
        <p:sp>
          <p:nvSpPr>
            <p:cNvPr id="16" name="object 16" descr=""/>
            <p:cNvSpPr/>
            <p:nvPr/>
          </p:nvSpPr>
          <p:spPr>
            <a:xfrm>
              <a:off x="4260850" y="68072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85221" y="68314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13680" y="6859730"/>
              <a:ext cx="1507743" cy="332970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24880" y="6900143"/>
              <a:ext cx="85344" cy="84859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1968500" y="3136900"/>
            <a:ext cx="1638300" cy="3467100"/>
            <a:chOff x="1968500" y="3136900"/>
            <a:chExt cx="1638300" cy="3467100"/>
          </a:xfrm>
        </p:grpSpPr>
        <p:sp>
          <p:nvSpPr>
            <p:cNvPr id="21" name="object 21" descr=""/>
            <p:cNvSpPr/>
            <p:nvPr/>
          </p:nvSpPr>
          <p:spPr>
            <a:xfrm>
              <a:off x="1968500" y="31369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993074" y="31611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21743" y="3189430"/>
              <a:ext cx="1519523" cy="33297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38499" y="3229843"/>
              <a:ext cx="86010" cy="8485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057400" y="5956300"/>
              <a:ext cx="1498600" cy="406400"/>
            </a:xfrm>
            <a:custGeom>
              <a:avLst/>
              <a:gdLst/>
              <a:ahLst/>
              <a:cxnLst/>
              <a:rect l="l" t="t" r="r" b="b"/>
              <a:pathLst>
                <a:path w="1498600" h="406400">
                  <a:moveTo>
                    <a:pt x="749300" y="0"/>
                  </a:moveTo>
                  <a:lnTo>
                    <a:pt x="677137" y="930"/>
                  </a:lnTo>
                  <a:lnTo>
                    <a:pt x="606915" y="3664"/>
                  </a:lnTo>
                  <a:lnTo>
                    <a:pt x="538948" y="8116"/>
                  </a:lnTo>
                  <a:lnTo>
                    <a:pt x="473550" y="14201"/>
                  </a:lnTo>
                  <a:lnTo>
                    <a:pt x="411034" y="21835"/>
                  </a:lnTo>
                  <a:lnTo>
                    <a:pt x="351715" y="30932"/>
                  </a:lnTo>
                  <a:lnTo>
                    <a:pt x="295907" y="41406"/>
                  </a:lnTo>
                  <a:lnTo>
                    <a:pt x="243924" y="53174"/>
                  </a:lnTo>
                  <a:lnTo>
                    <a:pt x="196079" y="66148"/>
                  </a:lnTo>
                  <a:lnTo>
                    <a:pt x="152687" y="80246"/>
                  </a:lnTo>
                  <a:lnTo>
                    <a:pt x="114062" y="95380"/>
                  </a:lnTo>
                  <a:lnTo>
                    <a:pt x="52369" y="128420"/>
                  </a:lnTo>
                  <a:lnTo>
                    <a:pt x="13510" y="164587"/>
                  </a:lnTo>
                  <a:lnTo>
                    <a:pt x="0" y="203200"/>
                  </a:lnTo>
                  <a:lnTo>
                    <a:pt x="3430" y="222769"/>
                  </a:lnTo>
                  <a:lnTo>
                    <a:pt x="29928" y="260244"/>
                  </a:lnTo>
                  <a:lnTo>
                    <a:pt x="80518" y="294932"/>
                  </a:lnTo>
                  <a:lnTo>
                    <a:pt x="152687" y="326153"/>
                  </a:lnTo>
                  <a:lnTo>
                    <a:pt x="196079" y="340251"/>
                  </a:lnTo>
                  <a:lnTo>
                    <a:pt x="243924" y="353225"/>
                  </a:lnTo>
                  <a:lnTo>
                    <a:pt x="295907" y="364993"/>
                  </a:lnTo>
                  <a:lnTo>
                    <a:pt x="351715" y="375467"/>
                  </a:lnTo>
                  <a:lnTo>
                    <a:pt x="411034" y="384564"/>
                  </a:lnTo>
                  <a:lnTo>
                    <a:pt x="473550" y="392198"/>
                  </a:lnTo>
                  <a:lnTo>
                    <a:pt x="538948" y="398283"/>
                  </a:lnTo>
                  <a:lnTo>
                    <a:pt x="606915" y="402735"/>
                  </a:lnTo>
                  <a:lnTo>
                    <a:pt x="677137" y="405469"/>
                  </a:lnTo>
                  <a:lnTo>
                    <a:pt x="749300" y="406400"/>
                  </a:lnTo>
                  <a:lnTo>
                    <a:pt x="749300" y="393700"/>
                  </a:lnTo>
                  <a:lnTo>
                    <a:pt x="688094" y="393028"/>
                  </a:lnTo>
                  <a:lnTo>
                    <a:pt x="628278" y="391051"/>
                  </a:lnTo>
                  <a:lnTo>
                    <a:pt x="570043" y="387820"/>
                  </a:lnTo>
                  <a:lnTo>
                    <a:pt x="513582" y="383390"/>
                  </a:lnTo>
                  <a:lnTo>
                    <a:pt x="459085" y="377814"/>
                  </a:lnTo>
                  <a:lnTo>
                    <a:pt x="406746" y="371146"/>
                  </a:lnTo>
                  <a:lnTo>
                    <a:pt x="356754" y="363440"/>
                  </a:lnTo>
                  <a:lnTo>
                    <a:pt x="309303" y="354748"/>
                  </a:lnTo>
                  <a:lnTo>
                    <a:pt x="264584" y="345126"/>
                  </a:lnTo>
                  <a:lnTo>
                    <a:pt x="222788" y="334626"/>
                  </a:lnTo>
                  <a:lnTo>
                    <a:pt x="175010" y="320369"/>
                  </a:lnTo>
                  <a:lnTo>
                    <a:pt x="132699" y="305025"/>
                  </a:lnTo>
                  <a:lnTo>
                    <a:pt x="96170" y="288725"/>
                  </a:lnTo>
                  <a:lnTo>
                    <a:pt x="41860" y="253914"/>
                  </a:lnTo>
                  <a:lnTo>
                    <a:pt x="15790" y="219540"/>
                  </a:lnTo>
                  <a:lnTo>
                    <a:pt x="12700" y="203200"/>
                  </a:lnTo>
                  <a:lnTo>
                    <a:pt x="15790" y="186859"/>
                  </a:lnTo>
                  <a:lnTo>
                    <a:pt x="41860" y="152485"/>
                  </a:lnTo>
                  <a:lnTo>
                    <a:pt x="96170" y="117674"/>
                  </a:lnTo>
                  <a:lnTo>
                    <a:pt x="132699" y="101374"/>
                  </a:lnTo>
                  <a:lnTo>
                    <a:pt x="175010" y="86030"/>
                  </a:lnTo>
                  <a:lnTo>
                    <a:pt x="222788" y="71773"/>
                  </a:lnTo>
                  <a:lnTo>
                    <a:pt x="264584" y="61273"/>
                  </a:lnTo>
                  <a:lnTo>
                    <a:pt x="309303" y="51651"/>
                  </a:lnTo>
                  <a:lnTo>
                    <a:pt x="356754" y="42959"/>
                  </a:lnTo>
                  <a:lnTo>
                    <a:pt x="406746" y="35253"/>
                  </a:lnTo>
                  <a:lnTo>
                    <a:pt x="459085" y="28585"/>
                  </a:lnTo>
                  <a:lnTo>
                    <a:pt x="513582" y="23009"/>
                  </a:lnTo>
                  <a:lnTo>
                    <a:pt x="570043" y="18579"/>
                  </a:lnTo>
                  <a:lnTo>
                    <a:pt x="628278" y="15348"/>
                  </a:lnTo>
                  <a:lnTo>
                    <a:pt x="688094" y="13371"/>
                  </a:lnTo>
                  <a:lnTo>
                    <a:pt x="749300" y="12700"/>
                  </a:lnTo>
                  <a:lnTo>
                    <a:pt x="749300" y="0"/>
                  </a:lnTo>
                  <a:close/>
                </a:path>
                <a:path w="1498600" h="406400">
                  <a:moveTo>
                    <a:pt x="749300" y="0"/>
                  </a:moveTo>
                  <a:lnTo>
                    <a:pt x="749300" y="12700"/>
                  </a:lnTo>
                  <a:lnTo>
                    <a:pt x="810505" y="13371"/>
                  </a:lnTo>
                  <a:lnTo>
                    <a:pt x="870321" y="15348"/>
                  </a:lnTo>
                  <a:lnTo>
                    <a:pt x="928556" y="18579"/>
                  </a:lnTo>
                  <a:lnTo>
                    <a:pt x="985017" y="23009"/>
                  </a:lnTo>
                  <a:lnTo>
                    <a:pt x="1039514" y="28585"/>
                  </a:lnTo>
                  <a:lnTo>
                    <a:pt x="1091853" y="35253"/>
                  </a:lnTo>
                  <a:lnTo>
                    <a:pt x="1141845" y="42959"/>
                  </a:lnTo>
                  <a:lnTo>
                    <a:pt x="1189296" y="51651"/>
                  </a:lnTo>
                  <a:lnTo>
                    <a:pt x="1234015" y="61273"/>
                  </a:lnTo>
                  <a:lnTo>
                    <a:pt x="1275811" y="71773"/>
                  </a:lnTo>
                  <a:lnTo>
                    <a:pt x="1323589" y="86030"/>
                  </a:lnTo>
                  <a:lnTo>
                    <a:pt x="1365900" y="101374"/>
                  </a:lnTo>
                  <a:lnTo>
                    <a:pt x="1402429" y="117674"/>
                  </a:lnTo>
                  <a:lnTo>
                    <a:pt x="1456739" y="152485"/>
                  </a:lnTo>
                  <a:lnTo>
                    <a:pt x="1482809" y="186859"/>
                  </a:lnTo>
                  <a:lnTo>
                    <a:pt x="1485900" y="203200"/>
                  </a:lnTo>
                  <a:lnTo>
                    <a:pt x="1482809" y="219540"/>
                  </a:lnTo>
                  <a:lnTo>
                    <a:pt x="1456739" y="253914"/>
                  </a:lnTo>
                  <a:lnTo>
                    <a:pt x="1402429" y="288725"/>
                  </a:lnTo>
                  <a:lnTo>
                    <a:pt x="1365900" y="305025"/>
                  </a:lnTo>
                  <a:lnTo>
                    <a:pt x="1323589" y="320369"/>
                  </a:lnTo>
                  <a:lnTo>
                    <a:pt x="1275811" y="334626"/>
                  </a:lnTo>
                  <a:lnTo>
                    <a:pt x="1234015" y="345126"/>
                  </a:lnTo>
                  <a:lnTo>
                    <a:pt x="1189296" y="354748"/>
                  </a:lnTo>
                  <a:lnTo>
                    <a:pt x="1141845" y="363440"/>
                  </a:lnTo>
                  <a:lnTo>
                    <a:pt x="1091853" y="371146"/>
                  </a:lnTo>
                  <a:lnTo>
                    <a:pt x="1039514" y="377814"/>
                  </a:lnTo>
                  <a:lnTo>
                    <a:pt x="985017" y="383390"/>
                  </a:lnTo>
                  <a:lnTo>
                    <a:pt x="928556" y="387820"/>
                  </a:lnTo>
                  <a:lnTo>
                    <a:pt x="870321" y="391051"/>
                  </a:lnTo>
                  <a:lnTo>
                    <a:pt x="810505" y="393028"/>
                  </a:lnTo>
                  <a:lnTo>
                    <a:pt x="749300" y="393700"/>
                  </a:lnTo>
                  <a:lnTo>
                    <a:pt x="749300" y="406400"/>
                  </a:lnTo>
                  <a:lnTo>
                    <a:pt x="821462" y="405469"/>
                  </a:lnTo>
                  <a:lnTo>
                    <a:pt x="891684" y="402735"/>
                  </a:lnTo>
                  <a:lnTo>
                    <a:pt x="959651" y="398283"/>
                  </a:lnTo>
                  <a:lnTo>
                    <a:pt x="1025049" y="392198"/>
                  </a:lnTo>
                  <a:lnTo>
                    <a:pt x="1087565" y="384564"/>
                  </a:lnTo>
                  <a:lnTo>
                    <a:pt x="1146884" y="375467"/>
                  </a:lnTo>
                  <a:lnTo>
                    <a:pt x="1202692" y="364993"/>
                  </a:lnTo>
                  <a:lnTo>
                    <a:pt x="1254675" y="353225"/>
                  </a:lnTo>
                  <a:lnTo>
                    <a:pt x="1302520" y="340251"/>
                  </a:lnTo>
                  <a:lnTo>
                    <a:pt x="1345912" y="326153"/>
                  </a:lnTo>
                  <a:lnTo>
                    <a:pt x="1384537" y="311019"/>
                  </a:lnTo>
                  <a:lnTo>
                    <a:pt x="1446230" y="277979"/>
                  </a:lnTo>
                  <a:lnTo>
                    <a:pt x="1485089" y="241812"/>
                  </a:lnTo>
                  <a:lnTo>
                    <a:pt x="1498600" y="203200"/>
                  </a:lnTo>
                  <a:lnTo>
                    <a:pt x="1495169" y="183630"/>
                  </a:lnTo>
                  <a:lnTo>
                    <a:pt x="1468671" y="146155"/>
                  </a:lnTo>
                  <a:lnTo>
                    <a:pt x="1418081" y="111467"/>
                  </a:lnTo>
                  <a:lnTo>
                    <a:pt x="1345912" y="80246"/>
                  </a:lnTo>
                  <a:lnTo>
                    <a:pt x="1302520" y="66148"/>
                  </a:lnTo>
                  <a:lnTo>
                    <a:pt x="1254675" y="53174"/>
                  </a:lnTo>
                  <a:lnTo>
                    <a:pt x="1202692" y="41406"/>
                  </a:lnTo>
                  <a:lnTo>
                    <a:pt x="1146884" y="30932"/>
                  </a:lnTo>
                  <a:lnTo>
                    <a:pt x="1087565" y="21835"/>
                  </a:lnTo>
                  <a:lnTo>
                    <a:pt x="1025049" y="14201"/>
                  </a:lnTo>
                  <a:lnTo>
                    <a:pt x="959651" y="8116"/>
                  </a:lnTo>
                  <a:lnTo>
                    <a:pt x="891684" y="3664"/>
                  </a:lnTo>
                  <a:lnTo>
                    <a:pt x="821462" y="930"/>
                  </a:lnTo>
                  <a:lnTo>
                    <a:pt x="74930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3962400" y="3136900"/>
            <a:ext cx="1625600" cy="3467100"/>
            <a:chOff x="3962400" y="3136900"/>
            <a:chExt cx="1625600" cy="3467100"/>
          </a:xfrm>
        </p:grpSpPr>
        <p:sp>
          <p:nvSpPr>
            <p:cNvPr id="27" name="object 27" descr=""/>
            <p:cNvSpPr/>
            <p:nvPr/>
          </p:nvSpPr>
          <p:spPr>
            <a:xfrm>
              <a:off x="3962400" y="3136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86771" y="3161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15230" y="3189430"/>
              <a:ext cx="1507743" cy="332970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26430" y="3229843"/>
              <a:ext cx="85344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63472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7060"/>
            <a:ext cx="149888" cy="10253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4031"/>
            <a:ext cx="6438038" cy="37867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2423805"/>
            <a:ext cx="6442273" cy="60456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143000" y="3314700"/>
            <a:ext cx="1625600" cy="3467100"/>
            <a:chOff x="1143000" y="33147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1143000" y="3314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67371" y="3338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5830" y="3367230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7030" y="34076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787900" y="3314700"/>
            <a:ext cx="1638300" cy="3467100"/>
            <a:chOff x="4787900" y="3314700"/>
            <a:chExt cx="16383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4787900" y="33147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12474" y="33389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01" y="1239634"/>
                  </a:lnTo>
                  <a:lnTo>
                    <a:pt x="1612201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1143" y="3367230"/>
              <a:ext cx="151952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7899" y="3407643"/>
              <a:ext cx="86010" cy="8485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2971800" y="3340100"/>
            <a:ext cx="1625600" cy="3467100"/>
            <a:chOff x="2971800" y="3340100"/>
            <a:chExt cx="1625600" cy="3467100"/>
          </a:xfrm>
        </p:grpSpPr>
        <p:sp>
          <p:nvSpPr>
            <p:cNvPr id="19" name="object 19" descr=""/>
            <p:cNvSpPr/>
            <p:nvPr/>
          </p:nvSpPr>
          <p:spPr>
            <a:xfrm>
              <a:off x="2971800" y="3340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96171" y="3364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24630" y="3392630"/>
              <a:ext cx="1507743" cy="332970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35830" y="3433043"/>
              <a:ext cx="85344" cy="8485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997200" y="3759200"/>
              <a:ext cx="749300" cy="736600"/>
            </a:xfrm>
            <a:custGeom>
              <a:avLst/>
              <a:gdLst/>
              <a:ahLst/>
              <a:cxnLst/>
              <a:rect l="l" t="t" r="r" b="b"/>
              <a:pathLst>
                <a:path w="749300" h="736600">
                  <a:moveTo>
                    <a:pt x="374650" y="0"/>
                  </a:moveTo>
                  <a:lnTo>
                    <a:pt x="327654" y="2869"/>
                  </a:lnTo>
                  <a:lnTo>
                    <a:pt x="282401" y="11248"/>
                  </a:lnTo>
                  <a:lnTo>
                    <a:pt x="239241" y="24790"/>
                  </a:lnTo>
                  <a:lnTo>
                    <a:pt x="198525" y="43152"/>
                  </a:lnTo>
                  <a:lnTo>
                    <a:pt x="160604" y="65987"/>
                  </a:lnTo>
                  <a:lnTo>
                    <a:pt x="125830" y="92950"/>
                  </a:lnTo>
                  <a:lnTo>
                    <a:pt x="94553" y="123697"/>
                  </a:lnTo>
                  <a:lnTo>
                    <a:pt x="67124" y="157882"/>
                  </a:lnTo>
                  <a:lnTo>
                    <a:pt x="43896" y="195160"/>
                  </a:lnTo>
                  <a:lnTo>
                    <a:pt x="25218" y="235186"/>
                  </a:lnTo>
                  <a:lnTo>
                    <a:pt x="11442" y="277615"/>
                  </a:lnTo>
                  <a:lnTo>
                    <a:pt x="2919" y="322101"/>
                  </a:lnTo>
                  <a:lnTo>
                    <a:pt x="0" y="368300"/>
                  </a:lnTo>
                  <a:lnTo>
                    <a:pt x="2919" y="414498"/>
                  </a:lnTo>
                  <a:lnTo>
                    <a:pt x="11442" y="458985"/>
                  </a:lnTo>
                  <a:lnTo>
                    <a:pt x="25218" y="501413"/>
                  </a:lnTo>
                  <a:lnTo>
                    <a:pt x="43896" y="541439"/>
                  </a:lnTo>
                  <a:lnTo>
                    <a:pt x="67124" y="578717"/>
                  </a:lnTo>
                  <a:lnTo>
                    <a:pt x="94553" y="612902"/>
                  </a:lnTo>
                  <a:lnTo>
                    <a:pt x="125830" y="643649"/>
                  </a:lnTo>
                  <a:lnTo>
                    <a:pt x="160604" y="670612"/>
                  </a:lnTo>
                  <a:lnTo>
                    <a:pt x="198525" y="693447"/>
                  </a:lnTo>
                  <a:lnTo>
                    <a:pt x="239241" y="711809"/>
                  </a:lnTo>
                  <a:lnTo>
                    <a:pt x="282401" y="725351"/>
                  </a:lnTo>
                  <a:lnTo>
                    <a:pt x="327654" y="733730"/>
                  </a:lnTo>
                  <a:lnTo>
                    <a:pt x="374650" y="736600"/>
                  </a:lnTo>
                  <a:lnTo>
                    <a:pt x="374650" y="723900"/>
                  </a:lnTo>
                  <a:lnTo>
                    <a:pt x="325492" y="720649"/>
                  </a:lnTo>
                  <a:lnTo>
                    <a:pt x="278357" y="711183"/>
                  </a:lnTo>
                  <a:lnTo>
                    <a:pt x="233676" y="695926"/>
                  </a:lnTo>
                  <a:lnTo>
                    <a:pt x="191875" y="675304"/>
                  </a:lnTo>
                  <a:lnTo>
                    <a:pt x="153385" y="649744"/>
                  </a:lnTo>
                  <a:lnTo>
                    <a:pt x="118635" y="619670"/>
                  </a:lnTo>
                  <a:lnTo>
                    <a:pt x="88054" y="585509"/>
                  </a:lnTo>
                  <a:lnTo>
                    <a:pt x="62071" y="547687"/>
                  </a:lnTo>
                  <a:lnTo>
                    <a:pt x="41114" y="506629"/>
                  </a:lnTo>
                  <a:lnTo>
                    <a:pt x="25614" y="462761"/>
                  </a:lnTo>
                  <a:lnTo>
                    <a:pt x="16000" y="416510"/>
                  </a:lnTo>
                  <a:lnTo>
                    <a:pt x="12700" y="368300"/>
                  </a:lnTo>
                  <a:lnTo>
                    <a:pt x="16000" y="320089"/>
                  </a:lnTo>
                  <a:lnTo>
                    <a:pt x="25614" y="273838"/>
                  </a:lnTo>
                  <a:lnTo>
                    <a:pt x="41114" y="229970"/>
                  </a:lnTo>
                  <a:lnTo>
                    <a:pt x="62071" y="188912"/>
                  </a:lnTo>
                  <a:lnTo>
                    <a:pt x="88054" y="151090"/>
                  </a:lnTo>
                  <a:lnTo>
                    <a:pt x="118635" y="116929"/>
                  </a:lnTo>
                  <a:lnTo>
                    <a:pt x="153385" y="86855"/>
                  </a:lnTo>
                  <a:lnTo>
                    <a:pt x="191875" y="61295"/>
                  </a:lnTo>
                  <a:lnTo>
                    <a:pt x="233676" y="40673"/>
                  </a:lnTo>
                  <a:lnTo>
                    <a:pt x="278357" y="25416"/>
                  </a:lnTo>
                  <a:lnTo>
                    <a:pt x="325492" y="15950"/>
                  </a:lnTo>
                  <a:lnTo>
                    <a:pt x="374650" y="12700"/>
                  </a:lnTo>
                  <a:lnTo>
                    <a:pt x="374650" y="0"/>
                  </a:lnTo>
                  <a:close/>
                </a:path>
                <a:path w="749300" h="736600">
                  <a:moveTo>
                    <a:pt x="374650" y="0"/>
                  </a:moveTo>
                  <a:lnTo>
                    <a:pt x="374650" y="12700"/>
                  </a:lnTo>
                  <a:lnTo>
                    <a:pt x="423807" y="15950"/>
                  </a:lnTo>
                  <a:lnTo>
                    <a:pt x="470942" y="25416"/>
                  </a:lnTo>
                  <a:lnTo>
                    <a:pt x="515623" y="40673"/>
                  </a:lnTo>
                  <a:lnTo>
                    <a:pt x="557424" y="61295"/>
                  </a:lnTo>
                  <a:lnTo>
                    <a:pt x="595914" y="86855"/>
                  </a:lnTo>
                  <a:lnTo>
                    <a:pt x="630664" y="116929"/>
                  </a:lnTo>
                  <a:lnTo>
                    <a:pt x="661245" y="151090"/>
                  </a:lnTo>
                  <a:lnTo>
                    <a:pt x="687228" y="188912"/>
                  </a:lnTo>
                  <a:lnTo>
                    <a:pt x="708185" y="229970"/>
                  </a:lnTo>
                  <a:lnTo>
                    <a:pt x="723685" y="273838"/>
                  </a:lnTo>
                  <a:lnTo>
                    <a:pt x="733299" y="320089"/>
                  </a:lnTo>
                  <a:lnTo>
                    <a:pt x="736600" y="368300"/>
                  </a:lnTo>
                  <a:lnTo>
                    <a:pt x="733299" y="416510"/>
                  </a:lnTo>
                  <a:lnTo>
                    <a:pt x="723685" y="462761"/>
                  </a:lnTo>
                  <a:lnTo>
                    <a:pt x="708185" y="506629"/>
                  </a:lnTo>
                  <a:lnTo>
                    <a:pt x="687228" y="547687"/>
                  </a:lnTo>
                  <a:lnTo>
                    <a:pt x="661245" y="585509"/>
                  </a:lnTo>
                  <a:lnTo>
                    <a:pt x="630664" y="619670"/>
                  </a:lnTo>
                  <a:lnTo>
                    <a:pt x="595914" y="649744"/>
                  </a:lnTo>
                  <a:lnTo>
                    <a:pt x="557424" y="675304"/>
                  </a:lnTo>
                  <a:lnTo>
                    <a:pt x="515623" y="695926"/>
                  </a:lnTo>
                  <a:lnTo>
                    <a:pt x="470942" y="711183"/>
                  </a:lnTo>
                  <a:lnTo>
                    <a:pt x="423807" y="720649"/>
                  </a:lnTo>
                  <a:lnTo>
                    <a:pt x="374650" y="723900"/>
                  </a:lnTo>
                  <a:lnTo>
                    <a:pt x="374650" y="736600"/>
                  </a:lnTo>
                  <a:lnTo>
                    <a:pt x="421645" y="733730"/>
                  </a:lnTo>
                  <a:lnTo>
                    <a:pt x="466898" y="725351"/>
                  </a:lnTo>
                  <a:lnTo>
                    <a:pt x="510058" y="711809"/>
                  </a:lnTo>
                  <a:lnTo>
                    <a:pt x="550774" y="693447"/>
                  </a:lnTo>
                  <a:lnTo>
                    <a:pt x="588695" y="670612"/>
                  </a:lnTo>
                  <a:lnTo>
                    <a:pt x="623469" y="643649"/>
                  </a:lnTo>
                  <a:lnTo>
                    <a:pt x="654746" y="612902"/>
                  </a:lnTo>
                  <a:lnTo>
                    <a:pt x="682175" y="578717"/>
                  </a:lnTo>
                  <a:lnTo>
                    <a:pt x="705403" y="541439"/>
                  </a:lnTo>
                  <a:lnTo>
                    <a:pt x="724081" y="501413"/>
                  </a:lnTo>
                  <a:lnTo>
                    <a:pt x="737857" y="458985"/>
                  </a:lnTo>
                  <a:lnTo>
                    <a:pt x="746380" y="414498"/>
                  </a:lnTo>
                  <a:lnTo>
                    <a:pt x="749300" y="368300"/>
                  </a:lnTo>
                  <a:lnTo>
                    <a:pt x="746380" y="322101"/>
                  </a:lnTo>
                  <a:lnTo>
                    <a:pt x="737857" y="277615"/>
                  </a:lnTo>
                  <a:lnTo>
                    <a:pt x="724081" y="235186"/>
                  </a:lnTo>
                  <a:lnTo>
                    <a:pt x="705403" y="195160"/>
                  </a:lnTo>
                  <a:lnTo>
                    <a:pt x="682175" y="157882"/>
                  </a:lnTo>
                  <a:lnTo>
                    <a:pt x="654746" y="123697"/>
                  </a:lnTo>
                  <a:lnTo>
                    <a:pt x="623469" y="92950"/>
                  </a:lnTo>
                  <a:lnTo>
                    <a:pt x="588695" y="65987"/>
                  </a:lnTo>
                  <a:lnTo>
                    <a:pt x="550774" y="43152"/>
                  </a:lnTo>
                  <a:lnTo>
                    <a:pt x="510058" y="24790"/>
                  </a:lnTo>
                  <a:lnTo>
                    <a:pt x="466898" y="11248"/>
                  </a:lnTo>
                  <a:lnTo>
                    <a:pt x="421645" y="2869"/>
                  </a:lnTo>
                  <a:lnTo>
                    <a:pt x="37465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63472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7060"/>
            <a:ext cx="158968" cy="10533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5168"/>
            <a:ext cx="6436536" cy="3775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6807200"/>
            <a:ext cx="2556073" cy="151707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487" y="8507268"/>
            <a:ext cx="2556073" cy="1063336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43000" y="2679700"/>
            <a:ext cx="1625600" cy="3467100"/>
            <a:chOff x="1143000" y="2679700"/>
            <a:chExt cx="1625600" cy="3467100"/>
          </a:xfrm>
        </p:grpSpPr>
        <p:sp>
          <p:nvSpPr>
            <p:cNvPr id="10" name="object 10" descr=""/>
            <p:cNvSpPr/>
            <p:nvPr/>
          </p:nvSpPr>
          <p:spPr>
            <a:xfrm>
              <a:off x="1143000" y="2679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67371" y="2703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5830" y="2732230"/>
              <a:ext cx="1507743" cy="332970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7030" y="2772643"/>
              <a:ext cx="85343" cy="8485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971800" y="2679700"/>
            <a:ext cx="1625600" cy="3467100"/>
            <a:chOff x="2971800" y="2679700"/>
            <a:chExt cx="16256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2971800" y="2679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996171" y="2703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24633" y="2732230"/>
              <a:ext cx="150774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5833" y="2772643"/>
              <a:ext cx="85344" cy="8485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4800600" y="2679700"/>
            <a:ext cx="1625600" cy="3467100"/>
            <a:chOff x="4800600" y="2679700"/>
            <a:chExt cx="1625600" cy="3467100"/>
          </a:xfrm>
        </p:grpSpPr>
        <p:sp>
          <p:nvSpPr>
            <p:cNvPr id="20" name="object 20" descr=""/>
            <p:cNvSpPr/>
            <p:nvPr/>
          </p:nvSpPr>
          <p:spPr>
            <a:xfrm>
              <a:off x="4800600" y="2679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24971" y="2703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53433" y="2732230"/>
              <a:ext cx="1507743" cy="332970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64633" y="2772643"/>
              <a:ext cx="85344" cy="84859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3517900" y="6756400"/>
            <a:ext cx="1625600" cy="3467100"/>
            <a:chOff x="3517900" y="6756400"/>
            <a:chExt cx="1625600" cy="3467100"/>
          </a:xfrm>
        </p:grpSpPr>
        <p:sp>
          <p:nvSpPr>
            <p:cNvPr id="25" name="object 25" descr=""/>
            <p:cNvSpPr/>
            <p:nvPr/>
          </p:nvSpPr>
          <p:spPr>
            <a:xfrm>
              <a:off x="3517900" y="67564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542271" y="67806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70733" y="6808930"/>
              <a:ext cx="1507743" cy="332970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1933" y="6849343"/>
              <a:ext cx="85344" cy="8485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229100" y="7150100"/>
              <a:ext cx="749300" cy="736600"/>
            </a:xfrm>
            <a:custGeom>
              <a:avLst/>
              <a:gdLst/>
              <a:ahLst/>
              <a:cxnLst/>
              <a:rect l="l" t="t" r="r" b="b"/>
              <a:pathLst>
                <a:path w="749300" h="736600">
                  <a:moveTo>
                    <a:pt x="374650" y="0"/>
                  </a:moveTo>
                  <a:lnTo>
                    <a:pt x="327654" y="2869"/>
                  </a:lnTo>
                  <a:lnTo>
                    <a:pt x="282401" y="11248"/>
                  </a:lnTo>
                  <a:lnTo>
                    <a:pt x="239241" y="24790"/>
                  </a:lnTo>
                  <a:lnTo>
                    <a:pt x="198525" y="43152"/>
                  </a:lnTo>
                  <a:lnTo>
                    <a:pt x="160604" y="65987"/>
                  </a:lnTo>
                  <a:lnTo>
                    <a:pt x="125830" y="92950"/>
                  </a:lnTo>
                  <a:lnTo>
                    <a:pt x="94553" y="123697"/>
                  </a:lnTo>
                  <a:lnTo>
                    <a:pt x="67124" y="157882"/>
                  </a:lnTo>
                  <a:lnTo>
                    <a:pt x="43896" y="195160"/>
                  </a:lnTo>
                  <a:lnTo>
                    <a:pt x="25218" y="235186"/>
                  </a:lnTo>
                  <a:lnTo>
                    <a:pt x="11442" y="277615"/>
                  </a:lnTo>
                  <a:lnTo>
                    <a:pt x="2919" y="322101"/>
                  </a:lnTo>
                  <a:lnTo>
                    <a:pt x="0" y="368300"/>
                  </a:lnTo>
                  <a:lnTo>
                    <a:pt x="2919" y="414498"/>
                  </a:lnTo>
                  <a:lnTo>
                    <a:pt x="11442" y="458984"/>
                  </a:lnTo>
                  <a:lnTo>
                    <a:pt x="25218" y="501413"/>
                  </a:lnTo>
                  <a:lnTo>
                    <a:pt x="43896" y="541439"/>
                  </a:lnTo>
                  <a:lnTo>
                    <a:pt x="67124" y="578717"/>
                  </a:lnTo>
                  <a:lnTo>
                    <a:pt x="94553" y="612902"/>
                  </a:lnTo>
                  <a:lnTo>
                    <a:pt x="125830" y="643649"/>
                  </a:lnTo>
                  <a:lnTo>
                    <a:pt x="160604" y="670612"/>
                  </a:lnTo>
                  <a:lnTo>
                    <a:pt x="198525" y="693447"/>
                  </a:lnTo>
                  <a:lnTo>
                    <a:pt x="239241" y="711809"/>
                  </a:lnTo>
                  <a:lnTo>
                    <a:pt x="282401" y="725351"/>
                  </a:lnTo>
                  <a:lnTo>
                    <a:pt x="327654" y="733730"/>
                  </a:lnTo>
                  <a:lnTo>
                    <a:pt x="374650" y="736600"/>
                  </a:lnTo>
                  <a:lnTo>
                    <a:pt x="374650" y="723900"/>
                  </a:lnTo>
                  <a:lnTo>
                    <a:pt x="325492" y="720649"/>
                  </a:lnTo>
                  <a:lnTo>
                    <a:pt x="278357" y="711183"/>
                  </a:lnTo>
                  <a:lnTo>
                    <a:pt x="233676" y="695926"/>
                  </a:lnTo>
                  <a:lnTo>
                    <a:pt x="191875" y="675304"/>
                  </a:lnTo>
                  <a:lnTo>
                    <a:pt x="153385" y="649744"/>
                  </a:lnTo>
                  <a:lnTo>
                    <a:pt x="118635" y="619670"/>
                  </a:lnTo>
                  <a:lnTo>
                    <a:pt x="88054" y="585509"/>
                  </a:lnTo>
                  <a:lnTo>
                    <a:pt x="62071" y="547687"/>
                  </a:lnTo>
                  <a:lnTo>
                    <a:pt x="41114" y="506629"/>
                  </a:lnTo>
                  <a:lnTo>
                    <a:pt x="25614" y="462761"/>
                  </a:lnTo>
                  <a:lnTo>
                    <a:pt x="16000" y="416510"/>
                  </a:lnTo>
                  <a:lnTo>
                    <a:pt x="12700" y="368300"/>
                  </a:lnTo>
                  <a:lnTo>
                    <a:pt x="16000" y="320089"/>
                  </a:lnTo>
                  <a:lnTo>
                    <a:pt x="25614" y="273838"/>
                  </a:lnTo>
                  <a:lnTo>
                    <a:pt x="41114" y="229970"/>
                  </a:lnTo>
                  <a:lnTo>
                    <a:pt x="62071" y="188912"/>
                  </a:lnTo>
                  <a:lnTo>
                    <a:pt x="88054" y="151090"/>
                  </a:lnTo>
                  <a:lnTo>
                    <a:pt x="118635" y="116929"/>
                  </a:lnTo>
                  <a:lnTo>
                    <a:pt x="153385" y="86855"/>
                  </a:lnTo>
                  <a:lnTo>
                    <a:pt x="191875" y="61295"/>
                  </a:lnTo>
                  <a:lnTo>
                    <a:pt x="233676" y="40673"/>
                  </a:lnTo>
                  <a:lnTo>
                    <a:pt x="278357" y="25416"/>
                  </a:lnTo>
                  <a:lnTo>
                    <a:pt x="325492" y="15950"/>
                  </a:lnTo>
                  <a:lnTo>
                    <a:pt x="374650" y="12700"/>
                  </a:lnTo>
                  <a:lnTo>
                    <a:pt x="374650" y="0"/>
                  </a:lnTo>
                  <a:close/>
                </a:path>
                <a:path w="749300" h="736600">
                  <a:moveTo>
                    <a:pt x="374650" y="0"/>
                  </a:moveTo>
                  <a:lnTo>
                    <a:pt x="374650" y="12700"/>
                  </a:lnTo>
                  <a:lnTo>
                    <a:pt x="423807" y="15950"/>
                  </a:lnTo>
                  <a:lnTo>
                    <a:pt x="470942" y="25416"/>
                  </a:lnTo>
                  <a:lnTo>
                    <a:pt x="515623" y="40673"/>
                  </a:lnTo>
                  <a:lnTo>
                    <a:pt x="557424" y="61295"/>
                  </a:lnTo>
                  <a:lnTo>
                    <a:pt x="595914" y="86855"/>
                  </a:lnTo>
                  <a:lnTo>
                    <a:pt x="630664" y="116929"/>
                  </a:lnTo>
                  <a:lnTo>
                    <a:pt x="661245" y="151090"/>
                  </a:lnTo>
                  <a:lnTo>
                    <a:pt x="687228" y="188912"/>
                  </a:lnTo>
                  <a:lnTo>
                    <a:pt x="708185" y="229970"/>
                  </a:lnTo>
                  <a:lnTo>
                    <a:pt x="723685" y="273838"/>
                  </a:lnTo>
                  <a:lnTo>
                    <a:pt x="733299" y="320089"/>
                  </a:lnTo>
                  <a:lnTo>
                    <a:pt x="736600" y="368300"/>
                  </a:lnTo>
                  <a:lnTo>
                    <a:pt x="733299" y="416510"/>
                  </a:lnTo>
                  <a:lnTo>
                    <a:pt x="723685" y="462761"/>
                  </a:lnTo>
                  <a:lnTo>
                    <a:pt x="708185" y="506629"/>
                  </a:lnTo>
                  <a:lnTo>
                    <a:pt x="687228" y="547687"/>
                  </a:lnTo>
                  <a:lnTo>
                    <a:pt x="661245" y="585509"/>
                  </a:lnTo>
                  <a:lnTo>
                    <a:pt x="630664" y="619670"/>
                  </a:lnTo>
                  <a:lnTo>
                    <a:pt x="595914" y="649744"/>
                  </a:lnTo>
                  <a:lnTo>
                    <a:pt x="557424" y="675304"/>
                  </a:lnTo>
                  <a:lnTo>
                    <a:pt x="515623" y="695926"/>
                  </a:lnTo>
                  <a:lnTo>
                    <a:pt x="470942" y="711183"/>
                  </a:lnTo>
                  <a:lnTo>
                    <a:pt x="423807" y="720649"/>
                  </a:lnTo>
                  <a:lnTo>
                    <a:pt x="374650" y="723900"/>
                  </a:lnTo>
                  <a:lnTo>
                    <a:pt x="374650" y="736600"/>
                  </a:lnTo>
                  <a:lnTo>
                    <a:pt x="421645" y="733730"/>
                  </a:lnTo>
                  <a:lnTo>
                    <a:pt x="466898" y="725351"/>
                  </a:lnTo>
                  <a:lnTo>
                    <a:pt x="510058" y="711809"/>
                  </a:lnTo>
                  <a:lnTo>
                    <a:pt x="550774" y="693447"/>
                  </a:lnTo>
                  <a:lnTo>
                    <a:pt x="588695" y="670612"/>
                  </a:lnTo>
                  <a:lnTo>
                    <a:pt x="623469" y="643649"/>
                  </a:lnTo>
                  <a:lnTo>
                    <a:pt x="654746" y="612902"/>
                  </a:lnTo>
                  <a:lnTo>
                    <a:pt x="682175" y="578717"/>
                  </a:lnTo>
                  <a:lnTo>
                    <a:pt x="705403" y="541439"/>
                  </a:lnTo>
                  <a:lnTo>
                    <a:pt x="724081" y="501413"/>
                  </a:lnTo>
                  <a:lnTo>
                    <a:pt x="737857" y="458984"/>
                  </a:lnTo>
                  <a:lnTo>
                    <a:pt x="746380" y="414498"/>
                  </a:lnTo>
                  <a:lnTo>
                    <a:pt x="749300" y="368300"/>
                  </a:lnTo>
                  <a:lnTo>
                    <a:pt x="746380" y="322101"/>
                  </a:lnTo>
                  <a:lnTo>
                    <a:pt x="737857" y="277615"/>
                  </a:lnTo>
                  <a:lnTo>
                    <a:pt x="724081" y="235186"/>
                  </a:lnTo>
                  <a:lnTo>
                    <a:pt x="705403" y="195160"/>
                  </a:lnTo>
                  <a:lnTo>
                    <a:pt x="682175" y="157882"/>
                  </a:lnTo>
                  <a:lnTo>
                    <a:pt x="654746" y="123697"/>
                  </a:lnTo>
                  <a:lnTo>
                    <a:pt x="623469" y="92950"/>
                  </a:lnTo>
                  <a:lnTo>
                    <a:pt x="588695" y="65987"/>
                  </a:lnTo>
                  <a:lnTo>
                    <a:pt x="550774" y="43152"/>
                  </a:lnTo>
                  <a:lnTo>
                    <a:pt x="510058" y="24790"/>
                  </a:lnTo>
                  <a:lnTo>
                    <a:pt x="466898" y="11248"/>
                  </a:lnTo>
                  <a:lnTo>
                    <a:pt x="421645" y="2869"/>
                  </a:lnTo>
                  <a:lnTo>
                    <a:pt x="37465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5435600" y="6756400"/>
            <a:ext cx="1625600" cy="3467100"/>
            <a:chOff x="5435600" y="6756400"/>
            <a:chExt cx="1625600" cy="3467100"/>
          </a:xfrm>
        </p:grpSpPr>
        <p:sp>
          <p:nvSpPr>
            <p:cNvPr id="31" name="object 31" descr=""/>
            <p:cNvSpPr/>
            <p:nvPr/>
          </p:nvSpPr>
          <p:spPr>
            <a:xfrm>
              <a:off x="5435600" y="67564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4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459971" y="67806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8433" y="6808930"/>
              <a:ext cx="1507743" cy="332970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9633" y="6849343"/>
              <a:ext cx="85344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656551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261" y="506641"/>
            <a:ext cx="157815" cy="10309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5005"/>
            <a:ext cx="6442206" cy="60456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143000" y="2857500"/>
            <a:ext cx="1625600" cy="3467100"/>
            <a:chOff x="1143000" y="2857500"/>
            <a:chExt cx="1625600" cy="3467100"/>
          </a:xfrm>
        </p:grpSpPr>
        <p:sp>
          <p:nvSpPr>
            <p:cNvPr id="8" name="object 8" descr=""/>
            <p:cNvSpPr/>
            <p:nvPr/>
          </p:nvSpPr>
          <p:spPr>
            <a:xfrm>
              <a:off x="1143000" y="2857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67371" y="2881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5833" y="2910030"/>
              <a:ext cx="1507743" cy="332970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7033" y="2950443"/>
              <a:ext cx="85343" cy="84859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2971800" y="2857500"/>
            <a:ext cx="1625600" cy="3467100"/>
            <a:chOff x="2971800" y="2857500"/>
            <a:chExt cx="1625600" cy="3467100"/>
          </a:xfrm>
        </p:grpSpPr>
        <p:sp>
          <p:nvSpPr>
            <p:cNvPr id="13" name="object 13" descr=""/>
            <p:cNvSpPr/>
            <p:nvPr/>
          </p:nvSpPr>
          <p:spPr>
            <a:xfrm>
              <a:off x="2971800" y="2857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996171" y="2881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4633" y="2910030"/>
              <a:ext cx="1507743" cy="332970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5833" y="2950443"/>
              <a:ext cx="85344" cy="84859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4800600" y="2857500"/>
            <a:ext cx="1625600" cy="3467100"/>
            <a:chOff x="4800600" y="2857500"/>
            <a:chExt cx="1625600" cy="3467100"/>
          </a:xfrm>
        </p:grpSpPr>
        <p:sp>
          <p:nvSpPr>
            <p:cNvPr id="18" name="object 18" descr=""/>
            <p:cNvSpPr/>
            <p:nvPr/>
          </p:nvSpPr>
          <p:spPr>
            <a:xfrm>
              <a:off x="4800600" y="2857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24971" y="2881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53433" y="2910030"/>
              <a:ext cx="1507743" cy="332970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4633" y="2950443"/>
              <a:ext cx="85344" cy="84859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1841500" y="32639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5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4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4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5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29884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7060"/>
            <a:ext cx="118369" cy="10253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5005"/>
            <a:ext cx="6442273" cy="57534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551" y="2655147"/>
            <a:ext cx="6437299" cy="60355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143000" y="3746500"/>
            <a:ext cx="1625600" cy="3467100"/>
            <a:chOff x="1143000" y="37465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1143000" y="3746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67371" y="3770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5833" y="3799030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7033" y="38394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2971800" y="3746500"/>
            <a:ext cx="1625600" cy="3467100"/>
            <a:chOff x="2971800" y="3746500"/>
            <a:chExt cx="16256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2971800" y="3746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996171" y="3770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4633" y="3799030"/>
              <a:ext cx="150774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833" y="3839443"/>
              <a:ext cx="85344" cy="8485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4800600" y="3746500"/>
            <a:ext cx="1625600" cy="3467100"/>
            <a:chOff x="4800600" y="3746500"/>
            <a:chExt cx="1625600" cy="3467100"/>
          </a:xfrm>
        </p:grpSpPr>
        <p:sp>
          <p:nvSpPr>
            <p:cNvPr id="19" name="object 19" descr=""/>
            <p:cNvSpPr/>
            <p:nvPr/>
          </p:nvSpPr>
          <p:spPr>
            <a:xfrm>
              <a:off x="4800600" y="3746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24971" y="3770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53433" y="3799030"/>
              <a:ext cx="1507743" cy="332970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4633" y="3839443"/>
              <a:ext cx="85344" cy="84859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206500" y="47244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4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49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49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4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29884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11908" y="508685"/>
            <a:ext cx="71120" cy="100330"/>
          </a:xfrm>
          <a:custGeom>
            <a:avLst/>
            <a:gdLst/>
            <a:ahLst/>
            <a:cxnLst/>
            <a:rect l="l" t="t" r="r" b="b"/>
            <a:pathLst>
              <a:path w="71119" h="100329">
                <a:moveTo>
                  <a:pt x="26263" y="0"/>
                </a:moveTo>
                <a:lnTo>
                  <a:pt x="0" y="0"/>
                </a:lnTo>
                <a:lnTo>
                  <a:pt x="0" y="11430"/>
                </a:lnTo>
                <a:lnTo>
                  <a:pt x="13411" y="11430"/>
                </a:lnTo>
                <a:lnTo>
                  <a:pt x="13411" y="100330"/>
                </a:lnTo>
                <a:lnTo>
                  <a:pt x="26263" y="100330"/>
                </a:lnTo>
                <a:lnTo>
                  <a:pt x="26263" y="11430"/>
                </a:lnTo>
                <a:lnTo>
                  <a:pt x="26263" y="0"/>
                </a:lnTo>
                <a:close/>
              </a:path>
              <a:path w="71119" h="100329">
                <a:moveTo>
                  <a:pt x="71005" y="0"/>
                </a:moveTo>
                <a:lnTo>
                  <a:pt x="44742" y="0"/>
                </a:lnTo>
                <a:lnTo>
                  <a:pt x="44742" y="11430"/>
                </a:lnTo>
                <a:lnTo>
                  <a:pt x="58153" y="11430"/>
                </a:lnTo>
                <a:lnTo>
                  <a:pt x="58153" y="100330"/>
                </a:lnTo>
                <a:lnTo>
                  <a:pt x="71005" y="100330"/>
                </a:lnTo>
                <a:lnTo>
                  <a:pt x="71005" y="11430"/>
                </a:lnTo>
                <a:lnTo>
                  <a:pt x="71005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551" y="1867747"/>
            <a:ext cx="6441209" cy="8304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551" y="6947748"/>
            <a:ext cx="2737097" cy="1516224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168400" y="2984500"/>
            <a:ext cx="1625600" cy="3467100"/>
            <a:chOff x="1168400" y="29845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1168400" y="2984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92771" y="3008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1233" y="3037030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32433" y="30774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2933700" y="2984500"/>
            <a:ext cx="1625600" cy="3467100"/>
            <a:chOff x="2933700" y="2984500"/>
            <a:chExt cx="16256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2933700" y="2984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958071" y="3008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533" y="3037030"/>
              <a:ext cx="150774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7733" y="3077443"/>
              <a:ext cx="85344" cy="8485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4762500" y="2984500"/>
            <a:ext cx="1625600" cy="3467100"/>
            <a:chOff x="4762500" y="2984500"/>
            <a:chExt cx="1625600" cy="3467100"/>
          </a:xfrm>
        </p:grpSpPr>
        <p:sp>
          <p:nvSpPr>
            <p:cNvPr id="19" name="object 19" descr=""/>
            <p:cNvSpPr/>
            <p:nvPr/>
          </p:nvSpPr>
          <p:spPr>
            <a:xfrm>
              <a:off x="4762500" y="2984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786871" y="3008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15333" y="3037030"/>
              <a:ext cx="1507743" cy="332970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6533" y="3077443"/>
              <a:ext cx="85344" cy="84859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3746500" y="6896100"/>
            <a:ext cx="1625600" cy="3467100"/>
            <a:chOff x="3746500" y="6896100"/>
            <a:chExt cx="1625600" cy="3467100"/>
          </a:xfrm>
        </p:grpSpPr>
        <p:sp>
          <p:nvSpPr>
            <p:cNvPr id="24" name="object 24" descr=""/>
            <p:cNvSpPr/>
            <p:nvPr/>
          </p:nvSpPr>
          <p:spPr>
            <a:xfrm>
              <a:off x="3746500" y="6896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770871" y="6920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9333" y="6948630"/>
              <a:ext cx="1507743" cy="332970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0533" y="6989043"/>
              <a:ext cx="85344" cy="84859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5524500" y="6896100"/>
            <a:ext cx="1625600" cy="3467100"/>
            <a:chOff x="5524500" y="6896100"/>
            <a:chExt cx="1625600" cy="3467100"/>
          </a:xfrm>
        </p:grpSpPr>
        <p:sp>
          <p:nvSpPr>
            <p:cNvPr id="29" name="object 29" descr=""/>
            <p:cNvSpPr/>
            <p:nvPr/>
          </p:nvSpPr>
          <p:spPr>
            <a:xfrm>
              <a:off x="5524500" y="6896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4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548871" y="6920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77333" y="6948630"/>
              <a:ext cx="1507743" cy="332970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88533" y="6989043"/>
              <a:ext cx="85344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25516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6780"/>
            <a:ext cx="113759" cy="10281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551" y="1865005"/>
            <a:ext cx="6441412" cy="83316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6946900"/>
            <a:ext cx="2825344" cy="125924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487" y="8420100"/>
            <a:ext cx="2822976" cy="602672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93800" y="2984500"/>
            <a:ext cx="1625600" cy="3467100"/>
            <a:chOff x="1193800" y="2984500"/>
            <a:chExt cx="1625600" cy="3467100"/>
          </a:xfrm>
        </p:grpSpPr>
        <p:sp>
          <p:nvSpPr>
            <p:cNvPr id="10" name="object 10" descr=""/>
            <p:cNvSpPr/>
            <p:nvPr/>
          </p:nvSpPr>
          <p:spPr>
            <a:xfrm>
              <a:off x="1193800" y="2984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18171" y="3008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6633" y="3037030"/>
              <a:ext cx="1507743" cy="332970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7833" y="3077443"/>
              <a:ext cx="85343" cy="8485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959100" y="2984500"/>
            <a:ext cx="1625600" cy="3467100"/>
            <a:chOff x="2959100" y="2984500"/>
            <a:chExt cx="16256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2959100" y="2984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983471" y="3008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1933" y="3037030"/>
              <a:ext cx="150774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3133" y="3077443"/>
              <a:ext cx="85344" cy="8485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4787900" y="2984500"/>
            <a:ext cx="1625600" cy="3467100"/>
            <a:chOff x="4787900" y="2984500"/>
            <a:chExt cx="1625600" cy="3467100"/>
          </a:xfrm>
        </p:grpSpPr>
        <p:sp>
          <p:nvSpPr>
            <p:cNvPr id="20" name="object 20" descr=""/>
            <p:cNvSpPr/>
            <p:nvPr/>
          </p:nvSpPr>
          <p:spPr>
            <a:xfrm>
              <a:off x="4787900" y="2984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12271" y="3008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0733" y="3037030"/>
              <a:ext cx="1507743" cy="332970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1933" y="3077443"/>
              <a:ext cx="85344" cy="84859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1905000" y="39878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5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49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599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5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49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3771900" y="6896100"/>
            <a:ext cx="1638300" cy="3467100"/>
            <a:chOff x="3771900" y="6896100"/>
            <a:chExt cx="1638300" cy="3467100"/>
          </a:xfrm>
        </p:grpSpPr>
        <p:sp>
          <p:nvSpPr>
            <p:cNvPr id="26" name="object 26" descr=""/>
            <p:cNvSpPr/>
            <p:nvPr/>
          </p:nvSpPr>
          <p:spPr>
            <a:xfrm>
              <a:off x="3771900" y="6896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796474" y="6920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41" y="1446644"/>
                  </a:lnTo>
                  <a:lnTo>
                    <a:pt x="1611541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25143" y="6948630"/>
              <a:ext cx="1519523" cy="332970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41899" y="6989043"/>
              <a:ext cx="86010" cy="84859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5562600" y="6896100"/>
            <a:ext cx="1638300" cy="3467100"/>
            <a:chOff x="5562600" y="6896100"/>
            <a:chExt cx="1638300" cy="3467100"/>
          </a:xfrm>
        </p:grpSpPr>
        <p:sp>
          <p:nvSpPr>
            <p:cNvPr id="31" name="object 31" descr=""/>
            <p:cNvSpPr/>
            <p:nvPr/>
          </p:nvSpPr>
          <p:spPr>
            <a:xfrm>
              <a:off x="5562600" y="6896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4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587174" y="6920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41" y="1446644"/>
                  </a:lnTo>
                  <a:lnTo>
                    <a:pt x="1611541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15843" y="6948630"/>
              <a:ext cx="1519523" cy="332970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2599" y="6989043"/>
              <a:ext cx="86010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39960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6641"/>
            <a:ext cx="113200" cy="10365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99551" y="1865005"/>
            <a:ext cx="6441440" cy="835025"/>
          </a:xfrm>
          <a:custGeom>
            <a:avLst/>
            <a:gdLst/>
            <a:ahLst/>
            <a:cxnLst/>
            <a:rect l="l" t="t" r="r" b="b"/>
            <a:pathLst>
              <a:path w="6441440" h="835025">
                <a:moveTo>
                  <a:pt x="18382" y="48220"/>
                </a:moveTo>
                <a:lnTo>
                  <a:pt x="0" y="63644"/>
                </a:lnTo>
                <a:lnTo>
                  <a:pt x="4293" y="87601"/>
                </a:lnTo>
                <a:lnTo>
                  <a:pt x="22748" y="95845"/>
                </a:lnTo>
                <a:lnTo>
                  <a:pt x="27149" y="95845"/>
                </a:lnTo>
                <a:lnTo>
                  <a:pt x="45478" y="80385"/>
                </a:lnTo>
                <a:lnTo>
                  <a:pt x="41184" y="56464"/>
                </a:lnTo>
                <a:lnTo>
                  <a:pt x="18382" y="48220"/>
                </a:lnTo>
                <a:close/>
              </a:path>
              <a:path w="6441440" h="835025">
                <a:moveTo>
                  <a:pt x="175560" y="7739"/>
                </a:moveTo>
                <a:lnTo>
                  <a:pt x="152472" y="30469"/>
                </a:lnTo>
                <a:lnTo>
                  <a:pt x="146535" y="69245"/>
                </a:lnTo>
                <a:lnTo>
                  <a:pt x="159981" y="102393"/>
                </a:lnTo>
                <a:lnTo>
                  <a:pt x="188170" y="117276"/>
                </a:lnTo>
                <a:lnTo>
                  <a:pt x="220211" y="111287"/>
                </a:lnTo>
                <a:lnTo>
                  <a:pt x="224223" y="105153"/>
                </a:lnTo>
                <a:lnTo>
                  <a:pt x="188353" y="105153"/>
                </a:lnTo>
                <a:lnTo>
                  <a:pt x="171413" y="96675"/>
                </a:lnTo>
                <a:lnTo>
                  <a:pt x="160716" y="78473"/>
                </a:lnTo>
                <a:lnTo>
                  <a:pt x="159128" y="51178"/>
                </a:lnTo>
                <a:lnTo>
                  <a:pt x="167102" y="29873"/>
                </a:lnTo>
                <a:lnTo>
                  <a:pt x="182273" y="18093"/>
                </a:lnTo>
                <a:lnTo>
                  <a:pt x="202279" y="16903"/>
                </a:lnTo>
                <a:lnTo>
                  <a:pt x="224643" y="16903"/>
                </a:lnTo>
                <a:lnTo>
                  <a:pt x="215755" y="7901"/>
                </a:lnTo>
                <a:lnTo>
                  <a:pt x="175560" y="7739"/>
                </a:lnTo>
                <a:close/>
              </a:path>
              <a:path w="6441440" h="835025">
                <a:moveTo>
                  <a:pt x="239658" y="81557"/>
                </a:moveTo>
                <a:lnTo>
                  <a:pt x="226236" y="81557"/>
                </a:lnTo>
                <a:lnTo>
                  <a:pt x="220121" y="94654"/>
                </a:lnTo>
                <a:lnTo>
                  <a:pt x="188353" y="105153"/>
                </a:lnTo>
                <a:lnTo>
                  <a:pt x="224223" y="105153"/>
                </a:lnTo>
                <a:lnTo>
                  <a:pt x="239658" y="81557"/>
                </a:lnTo>
                <a:close/>
              </a:path>
              <a:path w="6441440" h="835025">
                <a:moveTo>
                  <a:pt x="224643" y="16903"/>
                </a:moveTo>
                <a:lnTo>
                  <a:pt x="202279" y="16903"/>
                </a:lnTo>
                <a:lnTo>
                  <a:pt x="226236" y="39994"/>
                </a:lnTo>
                <a:lnTo>
                  <a:pt x="239658" y="39994"/>
                </a:lnTo>
                <a:lnTo>
                  <a:pt x="236808" y="29224"/>
                </a:lnTo>
                <a:lnTo>
                  <a:pt x="224643" y="16903"/>
                </a:lnTo>
                <a:close/>
              </a:path>
              <a:path w="6441440" h="835025">
                <a:moveTo>
                  <a:pt x="272387" y="5357"/>
                </a:moveTo>
                <a:lnTo>
                  <a:pt x="259614" y="5357"/>
                </a:lnTo>
                <a:lnTo>
                  <a:pt x="259614" y="116194"/>
                </a:lnTo>
                <a:lnTo>
                  <a:pt x="272387" y="116194"/>
                </a:lnTo>
                <a:lnTo>
                  <a:pt x="272387" y="5357"/>
                </a:lnTo>
                <a:close/>
              </a:path>
              <a:path w="6441440" h="835025">
                <a:moveTo>
                  <a:pt x="308552" y="33066"/>
                </a:moveTo>
                <a:lnTo>
                  <a:pt x="295780" y="33066"/>
                </a:lnTo>
                <a:lnTo>
                  <a:pt x="295780" y="116194"/>
                </a:lnTo>
                <a:lnTo>
                  <a:pt x="308552" y="116194"/>
                </a:lnTo>
                <a:lnTo>
                  <a:pt x="308552" y="33066"/>
                </a:lnTo>
                <a:close/>
              </a:path>
              <a:path w="6441440" h="835025">
                <a:moveTo>
                  <a:pt x="297638" y="2742"/>
                </a:moveTo>
                <a:lnTo>
                  <a:pt x="302274" y="19212"/>
                </a:lnTo>
                <a:lnTo>
                  <a:pt x="304763" y="19212"/>
                </a:lnTo>
                <a:lnTo>
                  <a:pt x="311366" y="8171"/>
                </a:lnTo>
                <a:lnTo>
                  <a:pt x="297638" y="2742"/>
                </a:lnTo>
                <a:close/>
              </a:path>
              <a:path w="6441440" h="835025">
                <a:moveTo>
                  <a:pt x="357994" y="31984"/>
                </a:moveTo>
                <a:lnTo>
                  <a:pt x="340207" y="41148"/>
                </a:lnTo>
                <a:lnTo>
                  <a:pt x="329600" y="59170"/>
                </a:lnTo>
                <a:lnTo>
                  <a:pt x="328048" y="83361"/>
                </a:lnTo>
                <a:lnTo>
                  <a:pt x="335625" y="103656"/>
                </a:lnTo>
                <a:lnTo>
                  <a:pt x="351211" y="116085"/>
                </a:lnTo>
                <a:lnTo>
                  <a:pt x="365715" y="117925"/>
                </a:lnTo>
                <a:lnTo>
                  <a:pt x="386497" y="112207"/>
                </a:lnTo>
                <a:lnTo>
                  <a:pt x="389879" y="106452"/>
                </a:lnTo>
                <a:lnTo>
                  <a:pt x="360664" y="106452"/>
                </a:lnTo>
                <a:lnTo>
                  <a:pt x="345908" y="96170"/>
                </a:lnTo>
                <a:lnTo>
                  <a:pt x="341849" y="62886"/>
                </a:lnTo>
                <a:lnTo>
                  <a:pt x="356371" y="44756"/>
                </a:lnTo>
                <a:lnTo>
                  <a:pt x="391590" y="44756"/>
                </a:lnTo>
                <a:lnTo>
                  <a:pt x="385992" y="37396"/>
                </a:lnTo>
                <a:lnTo>
                  <a:pt x="357994" y="31984"/>
                </a:lnTo>
                <a:close/>
              </a:path>
              <a:path w="6441440" h="835025">
                <a:moveTo>
                  <a:pt x="398403" y="91948"/>
                </a:moveTo>
                <a:lnTo>
                  <a:pt x="385631" y="91948"/>
                </a:lnTo>
                <a:lnTo>
                  <a:pt x="384837" y="94979"/>
                </a:lnTo>
                <a:lnTo>
                  <a:pt x="360664" y="106452"/>
                </a:lnTo>
                <a:lnTo>
                  <a:pt x="389879" y="106452"/>
                </a:lnTo>
                <a:lnTo>
                  <a:pt x="398403" y="91948"/>
                </a:lnTo>
                <a:close/>
              </a:path>
              <a:path w="6441440" h="835025">
                <a:moveTo>
                  <a:pt x="391590" y="44756"/>
                </a:moveTo>
                <a:lnTo>
                  <a:pt x="356371" y="44756"/>
                </a:lnTo>
                <a:lnTo>
                  <a:pt x="375818" y="44937"/>
                </a:lnTo>
                <a:lnTo>
                  <a:pt x="385631" y="57961"/>
                </a:lnTo>
                <a:lnTo>
                  <a:pt x="398403" y="57961"/>
                </a:lnTo>
                <a:lnTo>
                  <a:pt x="397682" y="52766"/>
                </a:lnTo>
                <a:lnTo>
                  <a:pt x="391590" y="44756"/>
                </a:lnTo>
                <a:close/>
              </a:path>
              <a:path w="6441440" h="835025">
                <a:moveTo>
                  <a:pt x="429847" y="5357"/>
                </a:moveTo>
                <a:lnTo>
                  <a:pt x="417075" y="5357"/>
                </a:lnTo>
                <a:lnTo>
                  <a:pt x="417075" y="116194"/>
                </a:lnTo>
                <a:lnTo>
                  <a:pt x="429847" y="116194"/>
                </a:lnTo>
                <a:lnTo>
                  <a:pt x="429847" y="85887"/>
                </a:lnTo>
                <a:lnTo>
                  <a:pt x="428981" y="85887"/>
                </a:lnTo>
                <a:lnTo>
                  <a:pt x="428969" y="85048"/>
                </a:lnTo>
                <a:lnTo>
                  <a:pt x="428853" y="76564"/>
                </a:lnTo>
                <a:lnTo>
                  <a:pt x="428764" y="70084"/>
                </a:lnTo>
                <a:lnTo>
                  <a:pt x="429847" y="69056"/>
                </a:lnTo>
                <a:lnTo>
                  <a:pt x="429847" y="5357"/>
                </a:lnTo>
                <a:close/>
              </a:path>
              <a:path w="6441440" h="835025">
                <a:moveTo>
                  <a:pt x="447736" y="67728"/>
                </a:moveTo>
                <a:lnTo>
                  <a:pt x="438609" y="76564"/>
                </a:lnTo>
                <a:lnTo>
                  <a:pt x="469895" y="116194"/>
                </a:lnTo>
                <a:lnTo>
                  <a:pt x="486131" y="116194"/>
                </a:lnTo>
                <a:lnTo>
                  <a:pt x="447736" y="67728"/>
                </a:lnTo>
                <a:close/>
              </a:path>
              <a:path w="6441440" h="835025">
                <a:moveTo>
                  <a:pt x="429847" y="69056"/>
                </a:moveTo>
                <a:lnTo>
                  <a:pt x="428764" y="70084"/>
                </a:lnTo>
                <a:lnTo>
                  <a:pt x="428853" y="76564"/>
                </a:lnTo>
                <a:lnTo>
                  <a:pt x="428969" y="85048"/>
                </a:lnTo>
                <a:lnTo>
                  <a:pt x="428981" y="85887"/>
                </a:lnTo>
                <a:lnTo>
                  <a:pt x="429847" y="85048"/>
                </a:lnTo>
                <a:lnTo>
                  <a:pt x="429847" y="69056"/>
                </a:lnTo>
                <a:close/>
              </a:path>
              <a:path w="6441440" h="835025">
                <a:moveTo>
                  <a:pt x="429847" y="85048"/>
                </a:moveTo>
                <a:lnTo>
                  <a:pt x="428981" y="85887"/>
                </a:lnTo>
                <a:lnTo>
                  <a:pt x="429847" y="85887"/>
                </a:lnTo>
                <a:lnTo>
                  <a:pt x="429847" y="85048"/>
                </a:lnTo>
                <a:close/>
              </a:path>
              <a:path w="6441440" h="835025">
                <a:moveTo>
                  <a:pt x="483533" y="33066"/>
                </a:moveTo>
                <a:lnTo>
                  <a:pt x="467730" y="33066"/>
                </a:lnTo>
                <a:lnTo>
                  <a:pt x="429847" y="69056"/>
                </a:lnTo>
                <a:lnTo>
                  <a:pt x="429847" y="85048"/>
                </a:lnTo>
                <a:lnTo>
                  <a:pt x="438609" y="76564"/>
                </a:lnTo>
                <a:lnTo>
                  <a:pt x="437423" y="75063"/>
                </a:lnTo>
                <a:lnTo>
                  <a:pt x="446515" y="66187"/>
                </a:lnTo>
                <a:lnTo>
                  <a:pt x="449326" y="66187"/>
                </a:lnTo>
                <a:lnTo>
                  <a:pt x="483533" y="33066"/>
                </a:lnTo>
                <a:close/>
              </a:path>
              <a:path w="6441440" h="835025">
                <a:moveTo>
                  <a:pt x="446515" y="66187"/>
                </a:moveTo>
                <a:lnTo>
                  <a:pt x="437423" y="75063"/>
                </a:lnTo>
                <a:lnTo>
                  <a:pt x="438609" y="76564"/>
                </a:lnTo>
                <a:lnTo>
                  <a:pt x="447736" y="67728"/>
                </a:lnTo>
                <a:lnTo>
                  <a:pt x="446515" y="66187"/>
                </a:lnTo>
                <a:close/>
              </a:path>
              <a:path w="6441440" h="835025">
                <a:moveTo>
                  <a:pt x="449326" y="66187"/>
                </a:moveTo>
                <a:lnTo>
                  <a:pt x="446515" y="66187"/>
                </a:lnTo>
                <a:lnTo>
                  <a:pt x="447736" y="67728"/>
                </a:lnTo>
                <a:lnTo>
                  <a:pt x="449326" y="66187"/>
                </a:lnTo>
                <a:close/>
              </a:path>
              <a:path w="6441440" h="835025">
                <a:moveTo>
                  <a:pt x="512744" y="33066"/>
                </a:moveTo>
                <a:lnTo>
                  <a:pt x="499972" y="33066"/>
                </a:lnTo>
                <a:lnTo>
                  <a:pt x="499972" y="116194"/>
                </a:lnTo>
                <a:lnTo>
                  <a:pt x="512744" y="116194"/>
                </a:lnTo>
                <a:lnTo>
                  <a:pt x="512744" y="33066"/>
                </a:lnTo>
                <a:close/>
              </a:path>
              <a:path w="6441440" h="835025">
                <a:moveTo>
                  <a:pt x="501830" y="2742"/>
                </a:moveTo>
                <a:lnTo>
                  <a:pt x="506466" y="19212"/>
                </a:lnTo>
                <a:lnTo>
                  <a:pt x="508956" y="19212"/>
                </a:lnTo>
                <a:lnTo>
                  <a:pt x="515558" y="8171"/>
                </a:lnTo>
                <a:lnTo>
                  <a:pt x="501830" y="2742"/>
                </a:lnTo>
                <a:close/>
              </a:path>
              <a:path w="6441440" h="835025">
                <a:moveTo>
                  <a:pt x="548482" y="33139"/>
                </a:moveTo>
                <a:lnTo>
                  <a:pt x="536137" y="33139"/>
                </a:lnTo>
                <a:lnTo>
                  <a:pt x="536137" y="116194"/>
                </a:lnTo>
                <a:lnTo>
                  <a:pt x="548909" y="116194"/>
                </a:lnTo>
                <a:lnTo>
                  <a:pt x="548909" y="66187"/>
                </a:lnTo>
                <a:lnTo>
                  <a:pt x="553509" y="50457"/>
                </a:lnTo>
                <a:lnTo>
                  <a:pt x="567679" y="46055"/>
                </a:lnTo>
                <a:lnTo>
                  <a:pt x="549559" y="46055"/>
                </a:lnTo>
                <a:lnTo>
                  <a:pt x="548494" y="33283"/>
                </a:lnTo>
                <a:lnTo>
                  <a:pt x="548482" y="33139"/>
                </a:lnTo>
                <a:close/>
              </a:path>
              <a:path w="6441440" h="835025">
                <a:moveTo>
                  <a:pt x="594139" y="43457"/>
                </a:moveTo>
                <a:lnTo>
                  <a:pt x="576041" y="43457"/>
                </a:lnTo>
                <a:lnTo>
                  <a:pt x="587478" y="52621"/>
                </a:lnTo>
                <a:lnTo>
                  <a:pt x="589174" y="116194"/>
                </a:lnTo>
                <a:lnTo>
                  <a:pt x="601946" y="116194"/>
                </a:lnTo>
                <a:lnTo>
                  <a:pt x="600812" y="52621"/>
                </a:lnTo>
                <a:lnTo>
                  <a:pt x="600774" y="50457"/>
                </a:lnTo>
                <a:lnTo>
                  <a:pt x="594139" y="43457"/>
                </a:lnTo>
                <a:close/>
              </a:path>
              <a:path w="6441440" h="835025">
                <a:moveTo>
                  <a:pt x="584357" y="33139"/>
                </a:moveTo>
                <a:lnTo>
                  <a:pt x="562403" y="33283"/>
                </a:lnTo>
                <a:lnTo>
                  <a:pt x="549559" y="46055"/>
                </a:lnTo>
                <a:lnTo>
                  <a:pt x="567679" y="46055"/>
                </a:lnTo>
                <a:lnTo>
                  <a:pt x="576041" y="43457"/>
                </a:lnTo>
                <a:lnTo>
                  <a:pt x="594139" y="43457"/>
                </a:lnTo>
                <a:lnTo>
                  <a:pt x="584357" y="33139"/>
                </a:lnTo>
                <a:close/>
              </a:path>
              <a:path w="6441440" h="835025">
                <a:moveTo>
                  <a:pt x="637642" y="128533"/>
                </a:moveTo>
                <a:lnTo>
                  <a:pt x="624852" y="132429"/>
                </a:lnTo>
                <a:lnTo>
                  <a:pt x="658839" y="149098"/>
                </a:lnTo>
                <a:lnTo>
                  <a:pt x="682363" y="143813"/>
                </a:lnTo>
                <a:lnTo>
                  <a:pt x="687606" y="137841"/>
                </a:lnTo>
                <a:lnTo>
                  <a:pt x="653824" y="137841"/>
                </a:lnTo>
                <a:lnTo>
                  <a:pt x="637642" y="128533"/>
                </a:lnTo>
                <a:close/>
              </a:path>
              <a:path w="6441440" h="835025">
                <a:moveTo>
                  <a:pt x="693601" y="104215"/>
                </a:moveTo>
                <a:lnTo>
                  <a:pt x="678647" y="104215"/>
                </a:lnTo>
                <a:lnTo>
                  <a:pt x="682002" y="124636"/>
                </a:lnTo>
                <a:lnTo>
                  <a:pt x="671088" y="136218"/>
                </a:lnTo>
                <a:lnTo>
                  <a:pt x="653824" y="137841"/>
                </a:lnTo>
                <a:lnTo>
                  <a:pt x="687606" y="137841"/>
                </a:lnTo>
                <a:lnTo>
                  <a:pt x="693151" y="131527"/>
                </a:lnTo>
                <a:lnTo>
                  <a:pt x="693601" y="104215"/>
                </a:lnTo>
                <a:close/>
              </a:path>
              <a:path w="6441440" h="835025">
                <a:moveTo>
                  <a:pt x="649891" y="31984"/>
                </a:moveTo>
                <a:lnTo>
                  <a:pt x="633042" y="40697"/>
                </a:lnTo>
                <a:lnTo>
                  <a:pt x="622886" y="58268"/>
                </a:lnTo>
                <a:lnTo>
                  <a:pt x="621388" y="82856"/>
                </a:lnTo>
                <a:lnTo>
                  <a:pt x="629091" y="102339"/>
                </a:lnTo>
                <a:lnTo>
                  <a:pt x="643938" y="113307"/>
                </a:lnTo>
                <a:lnTo>
                  <a:pt x="662086" y="114895"/>
                </a:lnTo>
                <a:lnTo>
                  <a:pt x="678647" y="104215"/>
                </a:lnTo>
                <a:lnTo>
                  <a:pt x="693601" y="104215"/>
                </a:lnTo>
                <a:lnTo>
                  <a:pt x="693614" y="103421"/>
                </a:lnTo>
                <a:lnTo>
                  <a:pt x="653066" y="103421"/>
                </a:lnTo>
                <a:lnTo>
                  <a:pt x="638707" y="93698"/>
                </a:lnTo>
                <a:lnTo>
                  <a:pt x="635045" y="63229"/>
                </a:lnTo>
                <a:lnTo>
                  <a:pt x="648484" y="44828"/>
                </a:lnTo>
                <a:lnTo>
                  <a:pt x="679148" y="44828"/>
                </a:lnTo>
                <a:lnTo>
                  <a:pt x="649891" y="31984"/>
                </a:lnTo>
                <a:close/>
              </a:path>
              <a:path w="6441440" h="835025">
                <a:moveTo>
                  <a:pt x="679148" y="44828"/>
                </a:moveTo>
                <a:lnTo>
                  <a:pt x="668021" y="44828"/>
                </a:lnTo>
                <a:lnTo>
                  <a:pt x="681317" y="62706"/>
                </a:lnTo>
                <a:lnTo>
                  <a:pt x="677676" y="93698"/>
                </a:lnTo>
                <a:lnTo>
                  <a:pt x="677618" y="94185"/>
                </a:lnTo>
                <a:lnTo>
                  <a:pt x="658406" y="103421"/>
                </a:lnTo>
                <a:lnTo>
                  <a:pt x="693614" y="103421"/>
                </a:lnTo>
                <a:lnTo>
                  <a:pt x="694557" y="46271"/>
                </a:lnTo>
                <a:lnTo>
                  <a:pt x="682435" y="46271"/>
                </a:lnTo>
                <a:lnTo>
                  <a:pt x="679148" y="44828"/>
                </a:lnTo>
                <a:close/>
              </a:path>
              <a:path w="6441440" h="835025">
                <a:moveTo>
                  <a:pt x="694774" y="33066"/>
                </a:moveTo>
                <a:lnTo>
                  <a:pt x="682435" y="33066"/>
                </a:lnTo>
                <a:lnTo>
                  <a:pt x="682435" y="46271"/>
                </a:lnTo>
                <a:lnTo>
                  <a:pt x="694557" y="46271"/>
                </a:lnTo>
                <a:lnTo>
                  <a:pt x="694648" y="40697"/>
                </a:lnTo>
                <a:lnTo>
                  <a:pt x="694774" y="33066"/>
                </a:lnTo>
                <a:close/>
              </a:path>
              <a:path w="6441440" h="835025">
                <a:moveTo>
                  <a:pt x="809199" y="31984"/>
                </a:moveTo>
                <a:lnTo>
                  <a:pt x="791321" y="40914"/>
                </a:lnTo>
                <a:lnTo>
                  <a:pt x="780606" y="58845"/>
                </a:lnTo>
                <a:lnTo>
                  <a:pt x="779036" y="83650"/>
                </a:lnTo>
                <a:lnTo>
                  <a:pt x="786920" y="103999"/>
                </a:lnTo>
                <a:lnTo>
                  <a:pt x="802614" y="116140"/>
                </a:lnTo>
                <a:lnTo>
                  <a:pt x="816703" y="117925"/>
                </a:lnTo>
                <a:lnTo>
                  <a:pt x="824208" y="117925"/>
                </a:lnTo>
                <a:lnTo>
                  <a:pt x="842067" y="108996"/>
                </a:lnTo>
                <a:lnTo>
                  <a:pt x="843595" y="106452"/>
                </a:lnTo>
                <a:lnTo>
                  <a:pt x="811003" y="106452"/>
                </a:lnTo>
                <a:lnTo>
                  <a:pt x="798952" y="99146"/>
                </a:lnTo>
                <a:lnTo>
                  <a:pt x="791809" y="69507"/>
                </a:lnTo>
                <a:lnTo>
                  <a:pt x="806313" y="44937"/>
                </a:lnTo>
                <a:lnTo>
                  <a:pt x="845188" y="44937"/>
                </a:lnTo>
                <a:lnTo>
                  <a:pt x="830774" y="33770"/>
                </a:lnTo>
                <a:lnTo>
                  <a:pt x="809199" y="31984"/>
                </a:lnTo>
                <a:close/>
              </a:path>
              <a:path w="6441440" h="835025">
                <a:moveTo>
                  <a:pt x="845188" y="44937"/>
                </a:moveTo>
                <a:lnTo>
                  <a:pt x="827094" y="44937"/>
                </a:lnTo>
                <a:lnTo>
                  <a:pt x="840714" y="64329"/>
                </a:lnTo>
                <a:lnTo>
                  <a:pt x="834455" y="99146"/>
                </a:lnTo>
                <a:lnTo>
                  <a:pt x="816703" y="106452"/>
                </a:lnTo>
                <a:lnTo>
                  <a:pt x="843595" y="106452"/>
                </a:lnTo>
                <a:lnTo>
                  <a:pt x="852783" y="91154"/>
                </a:lnTo>
                <a:lnTo>
                  <a:pt x="854371" y="66404"/>
                </a:lnTo>
                <a:lnTo>
                  <a:pt x="846469" y="45929"/>
                </a:lnTo>
                <a:lnTo>
                  <a:pt x="845188" y="44937"/>
                </a:lnTo>
                <a:close/>
              </a:path>
              <a:path w="6441440" h="835025">
                <a:moveTo>
                  <a:pt x="886212" y="33139"/>
                </a:moveTo>
                <a:lnTo>
                  <a:pt x="873867" y="33139"/>
                </a:lnTo>
                <a:lnTo>
                  <a:pt x="873867" y="116194"/>
                </a:lnTo>
                <a:lnTo>
                  <a:pt x="886639" y="116194"/>
                </a:lnTo>
                <a:lnTo>
                  <a:pt x="886639" y="66187"/>
                </a:lnTo>
                <a:lnTo>
                  <a:pt x="891239" y="50457"/>
                </a:lnTo>
                <a:lnTo>
                  <a:pt x="905409" y="46055"/>
                </a:lnTo>
                <a:lnTo>
                  <a:pt x="887289" y="46055"/>
                </a:lnTo>
                <a:lnTo>
                  <a:pt x="886224" y="33283"/>
                </a:lnTo>
                <a:lnTo>
                  <a:pt x="886212" y="33139"/>
                </a:lnTo>
                <a:close/>
              </a:path>
              <a:path w="6441440" h="835025">
                <a:moveTo>
                  <a:pt x="931869" y="43457"/>
                </a:moveTo>
                <a:lnTo>
                  <a:pt x="913771" y="43457"/>
                </a:lnTo>
                <a:lnTo>
                  <a:pt x="925208" y="52621"/>
                </a:lnTo>
                <a:lnTo>
                  <a:pt x="926904" y="116194"/>
                </a:lnTo>
                <a:lnTo>
                  <a:pt x="939676" y="116194"/>
                </a:lnTo>
                <a:lnTo>
                  <a:pt x="938542" y="52621"/>
                </a:lnTo>
                <a:lnTo>
                  <a:pt x="938503" y="50457"/>
                </a:lnTo>
                <a:lnTo>
                  <a:pt x="931869" y="43457"/>
                </a:lnTo>
                <a:close/>
              </a:path>
              <a:path w="6441440" h="835025">
                <a:moveTo>
                  <a:pt x="922087" y="33139"/>
                </a:moveTo>
                <a:lnTo>
                  <a:pt x="900133" y="33283"/>
                </a:lnTo>
                <a:lnTo>
                  <a:pt x="887289" y="46055"/>
                </a:lnTo>
                <a:lnTo>
                  <a:pt x="905409" y="46055"/>
                </a:lnTo>
                <a:lnTo>
                  <a:pt x="913771" y="43457"/>
                </a:lnTo>
                <a:lnTo>
                  <a:pt x="931869" y="43457"/>
                </a:lnTo>
                <a:lnTo>
                  <a:pt x="922087" y="33139"/>
                </a:lnTo>
                <a:close/>
              </a:path>
              <a:path w="6441440" h="835025">
                <a:moveTo>
                  <a:pt x="1046195" y="13150"/>
                </a:moveTo>
                <a:lnTo>
                  <a:pt x="1033423" y="13150"/>
                </a:lnTo>
                <a:lnTo>
                  <a:pt x="1033423" y="95845"/>
                </a:lnTo>
                <a:lnTo>
                  <a:pt x="1039051" y="111034"/>
                </a:lnTo>
                <a:lnTo>
                  <a:pt x="1060284" y="117096"/>
                </a:lnTo>
                <a:lnTo>
                  <a:pt x="1046195" y="13150"/>
                </a:lnTo>
                <a:close/>
              </a:path>
              <a:path w="6441440" h="835025">
                <a:moveTo>
                  <a:pt x="1033423" y="33066"/>
                </a:moveTo>
                <a:lnTo>
                  <a:pt x="1020867" y="33066"/>
                </a:lnTo>
                <a:lnTo>
                  <a:pt x="1020867" y="43890"/>
                </a:lnTo>
                <a:lnTo>
                  <a:pt x="1033423" y="43890"/>
                </a:lnTo>
                <a:lnTo>
                  <a:pt x="1033423" y="33066"/>
                </a:lnTo>
                <a:close/>
              </a:path>
              <a:path w="6441440" h="835025">
                <a:moveTo>
                  <a:pt x="1063946" y="33066"/>
                </a:moveTo>
                <a:lnTo>
                  <a:pt x="1048894" y="33066"/>
                </a:lnTo>
                <a:lnTo>
                  <a:pt x="1050361" y="43890"/>
                </a:lnTo>
                <a:lnTo>
                  <a:pt x="1063946" y="43890"/>
                </a:lnTo>
                <a:lnTo>
                  <a:pt x="1063946" y="33066"/>
                </a:lnTo>
                <a:close/>
              </a:path>
              <a:path w="6441440" h="835025">
                <a:moveTo>
                  <a:pt x="1097717" y="5357"/>
                </a:moveTo>
                <a:lnTo>
                  <a:pt x="1084944" y="5357"/>
                </a:lnTo>
                <a:lnTo>
                  <a:pt x="1084944" y="116194"/>
                </a:lnTo>
                <a:lnTo>
                  <a:pt x="1097717" y="116194"/>
                </a:lnTo>
                <a:lnTo>
                  <a:pt x="1097717" y="66187"/>
                </a:lnTo>
                <a:lnTo>
                  <a:pt x="1102443" y="50457"/>
                </a:lnTo>
                <a:lnTo>
                  <a:pt x="1117009" y="46055"/>
                </a:lnTo>
                <a:lnTo>
                  <a:pt x="1098799" y="46055"/>
                </a:lnTo>
                <a:lnTo>
                  <a:pt x="1097717" y="5357"/>
                </a:lnTo>
                <a:close/>
              </a:path>
              <a:path w="6441440" h="835025">
                <a:moveTo>
                  <a:pt x="1146334" y="43457"/>
                </a:moveTo>
                <a:lnTo>
                  <a:pt x="1125606" y="43457"/>
                </a:lnTo>
                <a:lnTo>
                  <a:pt x="1137133" y="52531"/>
                </a:lnTo>
                <a:lnTo>
                  <a:pt x="1138847" y="116194"/>
                </a:lnTo>
                <a:lnTo>
                  <a:pt x="1151619" y="116194"/>
                </a:lnTo>
                <a:lnTo>
                  <a:pt x="1151619" y="63373"/>
                </a:lnTo>
                <a:lnTo>
                  <a:pt x="1146334" y="43457"/>
                </a:lnTo>
                <a:close/>
              </a:path>
              <a:path w="6441440" h="835025">
                <a:moveTo>
                  <a:pt x="1133886" y="33120"/>
                </a:moveTo>
                <a:lnTo>
                  <a:pt x="1111499" y="33265"/>
                </a:lnTo>
                <a:lnTo>
                  <a:pt x="1098799" y="46055"/>
                </a:lnTo>
                <a:lnTo>
                  <a:pt x="1117009" y="46055"/>
                </a:lnTo>
                <a:lnTo>
                  <a:pt x="1125606" y="43457"/>
                </a:lnTo>
                <a:lnTo>
                  <a:pt x="1146334" y="43457"/>
                </a:lnTo>
                <a:lnTo>
                  <a:pt x="1145702" y="41076"/>
                </a:lnTo>
                <a:lnTo>
                  <a:pt x="1133886" y="33120"/>
                </a:lnTo>
                <a:close/>
              </a:path>
              <a:path w="6441440" h="835025">
                <a:moveTo>
                  <a:pt x="1201035" y="31984"/>
                </a:moveTo>
                <a:lnTo>
                  <a:pt x="1183248" y="41148"/>
                </a:lnTo>
                <a:lnTo>
                  <a:pt x="1172640" y="59260"/>
                </a:lnTo>
                <a:lnTo>
                  <a:pt x="1171089" y="83794"/>
                </a:lnTo>
                <a:lnTo>
                  <a:pt x="1178882" y="104071"/>
                </a:lnTo>
                <a:lnTo>
                  <a:pt x="1194919" y="116158"/>
                </a:lnTo>
                <a:lnTo>
                  <a:pt x="1209838" y="117925"/>
                </a:lnTo>
                <a:lnTo>
                  <a:pt x="1229556" y="113560"/>
                </a:lnTo>
                <a:lnTo>
                  <a:pt x="1235283" y="106452"/>
                </a:lnTo>
                <a:lnTo>
                  <a:pt x="1204679" y="106452"/>
                </a:lnTo>
                <a:lnTo>
                  <a:pt x="1189309" y="97523"/>
                </a:lnTo>
                <a:lnTo>
                  <a:pt x="1187045" y="78960"/>
                </a:lnTo>
                <a:lnTo>
                  <a:pt x="1180181" y="78960"/>
                </a:lnTo>
                <a:lnTo>
                  <a:pt x="1180181" y="67919"/>
                </a:lnTo>
                <a:lnTo>
                  <a:pt x="1185698" y="67919"/>
                </a:lnTo>
                <a:lnTo>
                  <a:pt x="1184853" y="60992"/>
                </a:lnTo>
                <a:lnTo>
                  <a:pt x="1203452" y="43457"/>
                </a:lnTo>
                <a:lnTo>
                  <a:pt x="1233002" y="43457"/>
                </a:lnTo>
                <a:lnTo>
                  <a:pt x="1229429" y="37937"/>
                </a:lnTo>
                <a:lnTo>
                  <a:pt x="1201035" y="31984"/>
                </a:lnTo>
                <a:close/>
              </a:path>
              <a:path w="6441440" h="835025">
                <a:moveTo>
                  <a:pt x="1230620" y="93464"/>
                </a:moveTo>
                <a:lnTo>
                  <a:pt x="1229538" y="96350"/>
                </a:lnTo>
                <a:lnTo>
                  <a:pt x="1204679" y="106452"/>
                </a:lnTo>
                <a:lnTo>
                  <a:pt x="1235283" y="106452"/>
                </a:lnTo>
                <a:lnTo>
                  <a:pt x="1242959" y="96927"/>
                </a:lnTo>
                <a:lnTo>
                  <a:pt x="1230620" y="93464"/>
                </a:lnTo>
                <a:close/>
              </a:path>
              <a:path w="6441440" h="835025">
                <a:moveTo>
                  <a:pt x="1185698" y="67919"/>
                </a:moveTo>
                <a:lnTo>
                  <a:pt x="1180181" y="67919"/>
                </a:lnTo>
                <a:lnTo>
                  <a:pt x="1180181" y="78960"/>
                </a:lnTo>
                <a:lnTo>
                  <a:pt x="1187045" y="78960"/>
                </a:lnTo>
                <a:lnTo>
                  <a:pt x="1185698" y="67919"/>
                </a:lnTo>
                <a:close/>
              </a:path>
              <a:path w="6441440" h="835025">
                <a:moveTo>
                  <a:pt x="1233002" y="43457"/>
                </a:moveTo>
                <a:lnTo>
                  <a:pt x="1203452" y="43457"/>
                </a:lnTo>
                <a:lnTo>
                  <a:pt x="1223981" y="48779"/>
                </a:lnTo>
                <a:lnTo>
                  <a:pt x="1231269" y="67919"/>
                </a:lnTo>
                <a:lnTo>
                  <a:pt x="1185698" y="67919"/>
                </a:lnTo>
                <a:lnTo>
                  <a:pt x="1187045" y="78960"/>
                </a:lnTo>
                <a:lnTo>
                  <a:pt x="1244258" y="78960"/>
                </a:lnTo>
                <a:lnTo>
                  <a:pt x="1243320" y="60992"/>
                </a:lnTo>
                <a:lnTo>
                  <a:pt x="1243230" y="59260"/>
                </a:lnTo>
                <a:lnTo>
                  <a:pt x="1233002" y="43457"/>
                </a:lnTo>
                <a:close/>
              </a:path>
              <a:path w="6441440" h="835025">
                <a:moveTo>
                  <a:pt x="1337775" y="2976"/>
                </a:moveTo>
                <a:lnTo>
                  <a:pt x="1334888" y="5285"/>
                </a:lnTo>
                <a:lnTo>
                  <a:pt x="1324137" y="39994"/>
                </a:lnTo>
                <a:lnTo>
                  <a:pt x="1336259" y="39994"/>
                </a:lnTo>
                <a:lnTo>
                  <a:pt x="1336259" y="30036"/>
                </a:lnTo>
                <a:lnTo>
                  <a:pt x="1344702" y="8604"/>
                </a:lnTo>
                <a:lnTo>
                  <a:pt x="1337775" y="2976"/>
                </a:lnTo>
                <a:close/>
              </a:path>
              <a:path w="6441440" h="835025">
                <a:moveTo>
                  <a:pt x="1365484" y="2976"/>
                </a:moveTo>
                <a:lnTo>
                  <a:pt x="1362597" y="5285"/>
                </a:lnTo>
                <a:lnTo>
                  <a:pt x="1351846" y="39994"/>
                </a:lnTo>
                <a:lnTo>
                  <a:pt x="1363968" y="39994"/>
                </a:lnTo>
                <a:lnTo>
                  <a:pt x="1363968" y="30036"/>
                </a:lnTo>
                <a:lnTo>
                  <a:pt x="1372411" y="8604"/>
                </a:lnTo>
                <a:lnTo>
                  <a:pt x="1365484" y="2976"/>
                </a:lnTo>
                <a:close/>
              </a:path>
              <a:path w="6441440" h="835025">
                <a:moveTo>
                  <a:pt x="1385751" y="5357"/>
                </a:moveTo>
                <a:lnTo>
                  <a:pt x="1385751" y="116194"/>
                </a:lnTo>
                <a:lnTo>
                  <a:pt x="1405830" y="116194"/>
                </a:lnTo>
                <a:lnTo>
                  <a:pt x="1405830" y="78743"/>
                </a:lnTo>
                <a:lnTo>
                  <a:pt x="1399498" y="78743"/>
                </a:lnTo>
                <a:lnTo>
                  <a:pt x="1399498" y="62237"/>
                </a:lnTo>
                <a:lnTo>
                  <a:pt x="1405830" y="61556"/>
                </a:lnTo>
                <a:lnTo>
                  <a:pt x="1405830" y="22134"/>
                </a:lnTo>
                <a:lnTo>
                  <a:pt x="1460859" y="22134"/>
                </a:lnTo>
                <a:lnTo>
                  <a:pt x="1458939" y="17660"/>
                </a:lnTo>
                <a:lnTo>
                  <a:pt x="1442974" y="6945"/>
                </a:lnTo>
                <a:lnTo>
                  <a:pt x="1385751" y="5357"/>
                </a:lnTo>
                <a:close/>
              </a:path>
              <a:path w="6441440" h="835025">
                <a:moveTo>
                  <a:pt x="1405830" y="61556"/>
                </a:moveTo>
                <a:lnTo>
                  <a:pt x="1399498" y="62237"/>
                </a:lnTo>
                <a:lnTo>
                  <a:pt x="1399498" y="78743"/>
                </a:lnTo>
                <a:lnTo>
                  <a:pt x="1405830" y="78743"/>
                </a:lnTo>
                <a:lnTo>
                  <a:pt x="1405830" y="61556"/>
                </a:lnTo>
                <a:close/>
              </a:path>
              <a:path w="6441440" h="835025">
                <a:moveTo>
                  <a:pt x="1460859" y="22134"/>
                </a:moveTo>
                <a:lnTo>
                  <a:pt x="1429245" y="22134"/>
                </a:lnTo>
                <a:lnTo>
                  <a:pt x="1445156" y="34654"/>
                </a:lnTo>
                <a:lnTo>
                  <a:pt x="1439744" y="57907"/>
                </a:lnTo>
                <a:lnTo>
                  <a:pt x="1405830" y="61556"/>
                </a:lnTo>
                <a:lnTo>
                  <a:pt x="1405830" y="78743"/>
                </a:lnTo>
                <a:lnTo>
                  <a:pt x="1435595" y="78743"/>
                </a:lnTo>
                <a:lnTo>
                  <a:pt x="1454483" y="70860"/>
                </a:lnTo>
                <a:lnTo>
                  <a:pt x="1464892" y="55472"/>
                </a:lnTo>
                <a:lnTo>
                  <a:pt x="1466389" y="35015"/>
                </a:lnTo>
                <a:lnTo>
                  <a:pt x="1460859" y="22134"/>
                </a:lnTo>
                <a:close/>
              </a:path>
              <a:path w="6441440" h="835025">
                <a:moveTo>
                  <a:pt x="1546149" y="48094"/>
                </a:moveTo>
                <a:lnTo>
                  <a:pt x="1523652" y="48094"/>
                </a:lnTo>
                <a:lnTo>
                  <a:pt x="1529695" y="59801"/>
                </a:lnTo>
                <a:lnTo>
                  <a:pt x="1478444" y="84299"/>
                </a:lnTo>
                <a:lnTo>
                  <a:pt x="1483658" y="110331"/>
                </a:lnTo>
                <a:lnTo>
                  <a:pt x="1505396" y="117871"/>
                </a:lnTo>
                <a:lnTo>
                  <a:pt x="1509725" y="117871"/>
                </a:lnTo>
                <a:lnTo>
                  <a:pt x="1529804" y="104775"/>
                </a:lnTo>
                <a:lnTo>
                  <a:pt x="1549111" y="104775"/>
                </a:lnTo>
                <a:lnTo>
                  <a:pt x="1549091" y="103476"/>
                </a:lnTo>
                <a:lnTo>
                  <a:pt x="1510483" y="103476"/>
                </a:lnTo>
                <a:lnTo>
                  <a:pt x="1497783" y="98875"/>
                </a:lnTo>
                <a:lnTo>
                  <a:pt x="1497222" y="89441"/>
                </a:lnTo>
                <a:lnTo>
                  <a:pt x="1497134" y="87961"/>
                </a:lnTo>
                <a:lnTo>
                  <a:pt x="1548853" y="87961"/>
                </a:lnTo>
                <a:lnTo>
                  <a:pt x="1548420" y="59801"/>
                </a:lnTo>
                <a:lnTo>
                  <a:pt x="1548341" y="54678"/>
                </a:lnTo>
                <a:lnTo>
                  <a:pt x="1548276" y="50439"/>
                </a:lnTo>
                <a:lnTo>
                  <a:pt x="1546149" y="48094"/>
                </a:lnTo>
                <a:close/>
              </a:path>
              <a:path w="6441440" h="835025">
                <a:moveTo>
                  <a:pt x="1549111" y="104775"/>
                </a:moveTo>
                <a:lnTo>
                  <a:pt x="1529804" y="104775"/>
                </a:lnTo>
                <a:lnTo>
                  <a:pt x="1530453" y="116194"/>
                </a:lnTo>
                <a:lnTo>
                  <a:pt x="1549286" y="116194"/>
                </a:lnTo>
                <a:lnTo>
                  <a:pt x="1549196" y="110331"/>
                </a:lnTo>
                <a:lnTo>
                  <a:pt x="1549111" y="104775"/>
                </a:lnTo>
                <a:close/>
              </a:path>
              <a:path w="6441440" h="835025">
                <a:moveTo>
                  <a:pt x="1548853" y="87961"/>
                </a:moveTo>
                <a:lnTo>
                  <a:pt x="1497134" y="87961"/>
                </a:lnTo>
                <a:lnTo>
                  <a:pt x="1529749" y="89441"/>
                </a:lnTo>
                <a:lnTo>
                  <a:pt x="1510483" y="103476"/>
                </a:lnTo>
                <a:lnTo>
                  <a:pt x="1549091" y="103476"/>
                </a:lnTo>
                <a:lnTo>
                  <a:pt x="1548875" y="89441"/>
                </a:lnTo>
                <a:lnTo>
                  <a:pt x="1548853" y="87961"/>
                </a:lnTo>
                <a:close/>
              </a:path>
              <a:path w="6441440" h="835025">
                <a:moveTo>
                  <a:pt x="1535071" y="35881"/>
                </a:moveTo>
                <a:lnTo>
                  <a:pt x="1494806" y="36277"/>
                </a:lnTo>
                <a:lnTo>
                  <a:pt x="1480284" y="54931"/>
                </a:lnTo>
                <a:lnTo>
                  <a:pt x="1498577" y="57528"/>
                </a:lnTo>
                <a:lnTo>
                  <a:pt x="1499465" y="54931"/>
                </a:lnTo>
                <a:lnTo>
                  <a:pt x="1499551" y="54678"/>
                </a:lnTo>
                <a:lnTo>
                  <a:pt x="1523652" y="48094"/>
                </a:lnTo>
                <a:lnTo>
                  <a:pt x="1546149" y="48094"/>
                </a:lnTo>
                <a:lnTo>
                  <a:pt x="1535071" y="35881"/>
                </a:lnTo>
                <a:close/>
              </a:path>
              <a:path w="6441440" h="835025">
                <a:moveTo>
                  <a:pt x="1594097" y="13150"/>
                </a:moveTo>
                <a:lnTo>
                  <a:pt x="1574506" y="13150"/>
                </a:lnTo>
                <a:lnTo>
                  <a:pt x="1574470" y="99633"/>
                </a:lnTo>
                <a:lnTo>
                  <a:pt x="1583291" y="113452"/>
                </a:lnTo>
                <a:lnTo>
                  <a:pt x="1609467" y="116140"/>
                </a:lnTo>
                <a:lnTo>
                  <a:pt x="1594097" y="13150"/>
                </a:lnTo>
                <a:close/>
              </a:path>
              <a:path w="6441440" h="835025">
                <a:moveTo>
                  <a:pt x="1574498" y="33066"/>
                </a:moveTo>
                <a:lnTo>
                  <a:pt x="1562708" y="33066"/>
                </a:lnTo>
                <a:lnTo>
                  <a:pt x="1562708" y="48220"/>
                </a:lnTo>
                <a:lnTo>
                  <a:pt x="1574491" y="48220"/>
                </a:lnTo>
                <a:lnTo>
                  <a:pt x="1574498" y="33066"/>
                </a:lnTo>
                <a:close/>
              </a:path>
              <a:path w="6441440" h="835025">
                <a:moveTo>
                  <a:pt x="1610495" y="33066"/>
                </a:moveTo>
                <a:lnTo>
                  <a:pt x="1597069" y="33066"/>
                </a:lnTo>
                <a:lnTo>
                  <a:pt x="1599331" y="48220"/>
                </a:lnTo>
                <a:lnTo>
                  <a:pt x="1610495" y="48220"/>
                </a:lnTo>
                <a:lnTo>
                  <a:pt x="1610495" y="33066"/>
                </a:lnTo>
                <a:close/>
              </a:path>
              <a:path w="6441440" h="835025">
                <a:moveTo>
                  <a:pt x="1646471" y="33066"/>
                </a:moveTo>
                <a:lnTo>
                  <a:pt x="1626880" y="33066"/>
                </a:lnTo>
                <a:lnTo>
                  <a:pt x="1626880" y="116194"/>
                </a:lnTo>
                <a:lnTo>
                  <a:pt x="1646471" y="116194"/>
                </a:lnTo>
                <a:lnTo>
                  <a:pt x="1646471" y="33066"/>
                </a:lnTo>
                <a:close/>
              </a:path>
              <a:path w="6441440" h="835025">
                <a:moveTo>
                  <a:pt x="1633627" y="0"/>
                </a:moveTo>
                <a:lnTo>
                  <a:pt x="1625365" y="13583"/>
                </a:lnTo>
                <a:lnTo>
                  <a:pt x="1636730" y="21268"/>
                </a:lnTo>
                <a:lnTo>
                  <a:pt x="1639869" y="21268"/>
                </a:lnTo>
                <a:lnTo>
                  <a:pt x="1648095" y="7702"/>
                </a:lnTo>
                <a:lnTo>
                  <a:pt x="1633627" y="0"/>
                </a:lnTo>
                <a:close/>
              </a:path>
              <a:path w="6441440" h="835025">
                <a:moveTo>
                  <a:pt x="1694452" y="31984"/>
                </a:moveTo>
                <a:lnTo>
                  <a:pt x="1675781" y="41058"/>
                </a:lnTo>
                <a:lnTo>
                  <a:pt x="1664669" y="59062"/>
                </a:lnTo>
                <a:lnTo>
                  <a:pt x="1663045" y="83812"/>
                </a:lnTo>
                <a:lnTo>
                  <a:pt x="1671163" y="104179"/>
                </a:lnTo>
                <a:lnTo>
                  <a:pt x="1687886" y="116085"/>
                </a:lnTo>
                <a:lnTo>
                  <a:pt x="1703418" y="117817"/>
                </a:lnTo>
                <a:lnTo>
                  <a:pt x="1725643" y="112910"/>
                </a:lnTo>
                <a:lnTo>
                  <a:pt x="1736557" y="98010"/>
                </a:lnTo>
                <a:lnTo>
                  <a:pt x="1689365" y="98010"/>
                </a:lnTo>
                <a:lnTo>
                  <a:pt x="1685230" y="79988"/>
                </a:lnTo>
                <a:lnTo>
                  <a:pt x="1672245" y="79988"/>
                </a:lnTo>
                <a:lnTo>
                  <a:pt x="1672245" y="66783"/>
                </a:lnTo>
                <a:lnTo>
                  <a:pt x="1682852" y="66783"/>
                </a:lnTo>
                <a:lnTo>
                  <a:pt x="1686713" y="54606"/>
                </a:lnTo>
                <a:lnTo>
                  <a:pt x="1709696" y="48094"/>
                </a:lnTo>
                <a:lnTo>
                  <a:pt x="1731538" y="48094"/>
                </a:lnTo>
                <a:lnTo>
                  <a:pt x="1725517" y="38623"/>
                </a:lnTo>
                <a:lnTo>
                  <a:pt x="1694452" y="31984"/>
                </a:lnTo>
                <a:close/>
              </a:path>
              <a:path w="6441440" h="835025">
                <a:moveTo>
                  <a:pt x="1721278" y="91840"/>
                </a:moveTo>
                <a:lnTo>
                  <a:pt x="1720518" y="93896"/>
                </a:lnTo>
                <a:lnTo>
                  <a:pt x="1720412" y="94185"/>
                </a:lnTo>
                <a:lnTo>
                  <a:pt x="1689365" y="98010"/>
                </a:lnTo>
                <a:lnTo>
                  <a:pt x="1736557" y="98010"/>
                </a:lnTo>
                <a:lnTo>
                  <a:pt x="1739570" y="93896"/>
                </a:lnTo>
                <a:lnTo>
                  <a:pt x="1721278" y="91840"/>
                </a:lnTo>
                <a:close/>
              </a:path>
              <a:path w="6441440" h="835025">
                <a:moveTo>
                  <a:pt x="1682852" y="66783"/>
                </a:moveTo>
                <a:lnTo>
                  <a:pt x="1672245" y="66783"/>
                </a:lnTo>
                <a:lnTo>
                  <a:pt x="1672245" y="79988"/>
                </a:lnTo>
                <a:lnTo>
                  <a:pt x="1685230" y="79988"/>
                </a:lnTo>
                <a:lnTo>
                  <a:pt x="1682474" y="67973"/>
                </a:lnTo>
                <a:lnTo>
                  <a:pt x="1682852" y="66783"/>
                </a:lnTo>
                <a:close/>
              </a:path>
              <a:path w="6441440" h="835025">
                <a:moveTo>
                  <a:pt x="1731538" y="48094"/>
                </a:moveTo>
                <a:lnTo>
                  <a:pt x="1709696" y="48094"/>
                </a:lnTo>
                <a:lnTo>
                  <a:pt x="1721602" y="66783"/>
                </a:lnTo>
                <a:lnTo>
                  <a:pt x="1682852" y="66783"/>
                </a:lnTo>
                <a:lnTo>
                  <a:pt x="1682474" y="67973"/>
                </a:lnTo>
                <a:lnTo>
                  <a:pt x="1685230" y="79988"/>
                </a:lnTo>
                <a:lnTo>
                  <a:pt x="1740382" y="79988"/>
                </a:lnTo>
                <a:lnTo>
                  <a:pt x="1739371" y="60415"/>
                </a:lnTo>
                <a:lnTo>
                  <a:pt x="1731538" y="48094"/>
                </a:lnTo>
                <a:close/>
              </a:path>
              <a:path w="6441440" h="835025">
                <a:moveTo>
                  <a:pt x="1775681" y="33066"/>
                </a:moveTo>
                <a:lnTo>
                  <a:pt x="1756956" y="33066"/>
                </a:lnTo>
                <a:lnTo>
                  <a:pt x="1756956" y="116194"/>
                </a:lnTo>
                <a:lnTo>
                  <a:pt x="1776547" y="116194"/>
                </a:lnTo>
                <a:lnTo>
                  <a:pt x="1776547" y="67486"/>
                </a:lnTo>
                <a:lnTo>
                  <a:pt x="1780281" y="54444"/>
                </a:lnTo>
                <a:lnTo>
                  <a:pt x="1799187" y="48545"/>
                </a:lnTo>
                <a:lnTo>
                  <a:pt x="1826497" y="48545"/>
                </a:lnTo>
                <a:lnTo>
                  <a:pt x="1825234" y="47192"/>
                </a:lnTo>
                <a:lnTo>
                  <a:pt x="1776655" y="47192"/>
                </a:lnTo>
                <a:lnTo>
                  <a:pt x="1775701" y="33355"/>
                </a:lnTo>
                <a:lnTo>
                  <a:pt x="1775681" y="33066"/>
                </a:lnTo>
                <a:close/>
              </a:path>
              <a:path w="6441440" h="835025">
                <a:moveTo>
                  <a:pt x="1826497" y="48545"/>
                </a:moveTo>
                <a:lnTo>
                  <a:pt x="1799187" y="48545"/>
                </a:lnTo>
                <a:lnTo>
                  <a:pt x="1808874" y="56392"/>
                </a:lnTo>
                <a:lnTo>
                  <a:pt x="1810317" y="116194"/>
                </a:lnTo>
                <a:lnTo>
                  <a:pt x="1829908" y="116194"/>
                </a:lnTo>
                <a:lnTo>
                  <a:pt x="1828866" y="56392"/>
                </a:lnTo>
                <a:lnTo>
                  <a:pt x="1828772" y="50980"/>
                </a:lnTo>
                <a:lnTo>
                  <a:pt x="1826497" y="48545"/>
                </a:lnTo>
                <a:close/>
              </a:path>
              <a:path w="6441440" h="835025">
                <a:moveTo>
                  <a:pt x="1812175" y="33211"/>
                </a:moveTo>
                <a:lnTo>
                  <a:pt x="1790023" y="33355"/>
                </a:lnTo>
                <a:lnTo>
                  <a:pt x="1776655" y="47192"/>
                </a:lnTo>
                <a:lnTo>
                  <a:pt x="1825234" y="47192"/>
                </a:lnTo>
                <a:lnTo>
                  <a:pt x="1812175" y="33211"/>
                </a:lnTo>
                <a:close/>
              </a:path>
              <a:path w="6441440" h="835025">
                <a:moveTo>
                  <a:pt x="1874936" y="13150"/>
                </a:moveTo>
                <a:lnTo>
                  <a:pt x="1855345" y="13150"/>
                </a:lnTo>
                <a:lnTo>
                  <a:pt x="1855308" y="99633"/>
                </a:lnTo>
                <a:lnTo>
                  <a:pt x="1864130" y="113452"/>
                </a:lnTo>
                <a:lnTo>
                  <a:pt x="1890306" y="116140"/>
                </a:lnTo>
                <a:lnTo>
                  <a:pt x="1874936" y="13150"/>
                </a:lnTo>
                <a:close/>
              </a:path>
              <a:path w="6441440" h="835025">
                <a:moveTo>
                  <a:pt x="1855336" y="33066"/>
                </a:moveTo>
                <a:lnTo>
                  <a:pt x="1843547" y="33066"/>
                </a:lnTo>
                <a:lnTo>
                  <a:pt x="1843547" y="48220"/>
                </a:lnTo>
                <a:lnTo>
                  <a:pt x="1855330" y="48220"/>
                </a:lnTo>
                <a:lnTo>
                  <a:pt x="1855336" y="33066"/>
                </a:lnTo>
                <a:close/>
              </a:path>
              <a:path w="6441440" h="835025">
                <a:moveTo>
                  <a:pt x="1891334" y="33066"/>
                </a:moveTo>
                <a:lnTo>
                  <a:pt x="1877908" y="33066"/>
                </a:lnTo>
                <a:lnTo>
                  <a:pt x="1880169" y="48220"/>
                </a:lnTo>
                <a:lnTo>
                  <a:pt x="1891334" y="48220"/>
                </a:lnTo>
                <a:lnTo>
                  <a:pt x="1891334" y="33066"/>
                </a:lnTo>
                <a:close/>
              </a:path>
              <a:path w="6441440" h="835025">
                <a:moveTo>
                  <a:pt x="1968304" y="5357"/>
                </a:moveTo>
                <a:lnTo>
                  <a:pt x="1968304" y="116194"/>
                </a:lnTo>
                <a:lnTo>
                  <a:pt x="1988382" y="116194"/>
                </a:lnTo>
                <a:lnTo>
                  <a:pt x="1988382" y="75604"/>
                </a:lnTo>
                <a:lnTo>
                  <a:pt x="1979993" y="75604"/>
                </a:lnTo>
                <a:lnTo>
                  <a:pt x="1979993" y="58935"/>
                </a:lnTo>
                <a:lnTo>
                  <a:pt x="1988382" y="57902"/>
                </a:lnTo>
                <a:lnTo>
                  <a:pt x="1988382" y="22134"/>
                </a:lnTo>
                <a:lnTo>
                  <a:pt x="2043807" y="22134"/>
                </a:lnTo>
                <a:lnTo>
                  <a:pt x="2041491" y="16903"/>
                </a:lnTo>
                <a:lnTo>
                  <a:pt x="2025526" y="6837"/>
                </a:lnTo>
                <a:lnTo>
                  <a:pt x="1968304" y="5357"/>
                </a:lnTo>
                <a:close/>
              </a:path>
              <a:path w="6441440" h="835025">
                <a:moveTo>
                  <a:pt x="2025562" y="65971"/>
                </a:moveTo>
                <a:lnTo>
                  <a:pt x="2003644" y="65971"/>
                </a:lnTo>
                <a:lnTo>
                  <a:pt x="2030595" y="116194"/>
                </a:lnTo>
                <a:lnTo>
                  <a:pt x="2053000" y="116194"/>
                </a:lnTo>
                <a:lnTo>
                  <a:pt x="2030825" y="75604"/>
                </a:lnTo>
                <a:lnTo>
                  <a:pt x="2018112" y="75604"/>
                </a:lnTo>
                <a:lnTo>
                  <a:pt x="2028664" y="71649"/>
                </a:lnTo>
                <a:lnTo>
                  <a:pt x="2025562" y="65971"/>
                </a:lnTo>
                <a:close/>
              </a:path>
              <a:path w="6441440" h="835025">
                <a:moveTo>
                  <a:pt x="1988382" y="57902"/>
                </a:moveTo>
                <a:lnTo>
                  <a:pt x="1979993" y="58935"/>
                </a:lnTo>
                <a:lnTo>
                  <a:pt x="1979993" y="75604"/>
                </a:lnTo>
                <a:lnTo>
                  <a:pt x="1988382" y="75604"/>
                </a:lnTo>
                <a:lnTo>
                  <a:pt x="1988382" y="57902"/>
                </a:lnTo>
                <a:close/>
              </a:path>
              <a:path w="6441440" h="835025">
                <a:moveTo>
                  <a:pt x="2043807" y="22134"/>
                </a:moveTo>
                <a:lnTo>
                  <a:pt x="2006783" y="22134"/>
                </a:lnTo>
                <a:lnTo>
                  <a:pt x="2024606" y="27925"/>
                </a:lnTo>
                <a:lnTo>
                  <a:pt x="2024642" y="53433"/>
                </a:lnTo>
                <a:lnTo>
                  <a:pt x="1988382" y="57902"/>
                </a:lnTo>
                <a:lnTo>
                  <a:pt x="1988382" y="75604"/>
                </a:lnTo>
                <a:lnTo>
                  <a:pt x="2008813" y="75604"/>
                </a:lnTo>
                <a:lnTo>
                  <a:pt x="2003644" y="65971"/>
                </a:lnTo>
                <a:lnTo>
                  <a:pt x="2038833" y="65971"/>
                </a:lnTo>
                <a:lnTo>
                  <a:pt x="2047426" y="54083"/>
                </a:lnTo>
                <a:lnTo>
                  <a:pt x="2048941" y="33734"/>
                </a:lnTo>
                <a:lnTo>
                  <a:pt x="2043807" y="22134"/>
                </a:lnTo>
                <a:close/>
              </a:path>
              <a:path w="6441440" h="835025">
                <a:moveTo>
                  <a:pt x="2028664" y="71649"/>
                </a:moveTo>
                <a:lnTo>
                  <a:pt x="2018112" y="75604"/>
                </a:lnTo>
                <a:lnTo>
                  <a:pt x="2030825" y="75604"/>
                </a:lnTo>
                <a:lnTo>
                  <a:pt x="2028664" y="71649"/>
                </a:lnTo>
                <a:close/>
              </a:path>
              <a:path w="6441440" h="835025">
                <a:moveTo>
                  <a:pt x="2038833" y="65971"/>
                </a:moveTo>
                <a:lnTo>
                  <a:pt x="2025562" y="65971"/>
                </a:lnTo>
                <a:lnTo>
                  <a:pt x="2028664" y="71649"/>
                </a:lnTo>
                <a:lnTo>
                  <a:pt x="2036981" y="68533"/>
                </a:lnTo>
                <a:lnTo>
                  <a:pt x="2038833" y="65971"/>
                </a:lnTo>
                <a:close/>
              </a:path>
              <a:path w="6441440" h="835025">
                <a:moveTo>
                  <a:pt x="2093202" y="31984"/>
                </a:moveTo>
                <a:lnTo>
                  <a:pt x="2074531" y="41058"/>
                </a:lnTo>
                <a:lnTo>
                  <a:pt x="2063418" y="59062"/>
                </a:lnTo>
                <a:lnTo>
                  <a:pt x="2061795" y="83812"/>
                </a:lnTo>
                <a:lnTo>
                  <a:pt x="2069913" y="104179"/>
                </a:lnTo>
                <a:lnTo>
                  <a:pt x="2086636" y="116085"/>
                </a:lnTo>
                <a:lnTo>
                  <a:pt x="2102168" y="117817"/>
                </a:lnTo>
                <a:lnTo>
                  <a:pt x="2124393" y="112910"/>
                </a:lnTo>
                <a:lnTo>
                  <a:pt x="2135307" y="98010"/>
                </a:lnTo>
                <a:lnTo>
                  <a:pt x="2088115" y="98010"/>
                </a:lnTo>
                <a:lnTo>
                  <a:pt x="2083980" y="79988"/>
                </a:lnTo>
                <a:lnTo>
                  <a:pt x="2070995" y="79988"/>
                </a:lnTo>
                <a:lnTo>
                  <a:pt x="2070995" y="66783"/>
                </a:lnTo>
                <a:lnTo>
                  <a:pt x="2081601" y="66783"/>
                </a:lnTo>
                <a:lnTo>
                  <a:pt x="2085463" y="54606"/>
                </a:lnTo>
                <a:lnTo>
                  <a:pt x="2108446" y="48094"/>
                </a:lnTo>
                <a:lnTo>
                  <a:pt x="2130288" y="48094"/>
                </a:lnTo>
                <a:lnTo>
                  <a:pt x="2124267" y="38623"/>
                </a:lnTo>
                <a:lnTo>
                  <a:pt x="2093202" y="31984"/>
                </a:lnTo>
                <a:close/>
              </a:path>
              <a:path w="6441440" h="835025">
                <a:moveTo>
                  <a:pt x="2120027" y="91840"/>
                </a:moveTo>
                <a:lnTo>
                  <a:pt x="2119268" y="93896"/>
                </a:lnTo>
                <a:lnTo>
                  <a:pt x="2119161" y="94185"/>
                </a:lnTo>
                <a:lnTo>
                  <a:pt x="2088115" y="98010"/>
                </a:lnTo>
                <a:lnTo>
                  <a:pt x="2135307" y="98010"/>
                </a:lnTo>
                <a:lnTo>
                  <a:pt x="2138319" y="93896"/>
                </a:lnTo>
                <a:lnTo>
                  <a:pt x="2120027" y="91840"/>
                </a:lnTo>
                <a:close/>
              </a:path>
              <a:path w="6441440" h="835025">
                <a:moveTo>
                  <a:pt x="2081601" y="66783"/>
                </a:moveTo>
                <a:lnTo>
                  <a:pt x="2070995" y="66783"/>
                </a:lnTo>
                <a:lnTo>
                  <a:pt x="2070995" y="79988"/>
                </a:lnTo>
                <a:lnTo>
                  <a:pt x="2083980" y="79988"/>
                </a:lnTo>
                <a:lnTo>
                  <a:pt x="2081224" y="67973"/>
                </a:lnTo>
                <a:lnTo>
                  <a:pt x="2081601" y="66783"/>
                </a:lnTo>
                <a:close/>
              </a:path>
              <a:path w="6441440" h="835025">
                <a:moveTo>
                  <a:pt x="2130288" y="48094"/>
                </a:moveTo>
                <a:lnTo>
                  <a:pt x="2108446" y="48094"/>
                </a:lnTo>
                <a:lnTo>
                  <a:pt x="2120352" y="66783"/>
                </a:lnTo>
                <a:lnTo>
                  <a:pt x="2081601" y="66783"/>
                </a:lnTo>
                <a:lnTo>
                  <a:pt x="2081224" y="67973"/>
                </a:lnTo>
                <a:lnTo>
                  <a:pt x="2083980" y="79988"/>
                </a:lnTo>
                <a:lnTo>
                  <a:pt x="2139131" y="79988"/>
                </a:lnTo>
                <a:lnTo>
                  <a:pt x="2138121" y="60415"/>
                </a:lnTo>
                <a:lnTo>
                  <a:pt x="2130288" y="48094"/>
                </a:lnTo>
                <a:close/>
              </a:path>
              <a:path w="6441440" h="835025">
                <a:moveTo>
                  <a:pt x="2155164" y="128100"/>
                </a:moveTo>
                <a:lnTo>
                  <a:pt x="2164617" y="141828"/>
                </a:lnTo>
                <a:lnTo>
                  <a:pt x="2191857" y="149098"/>
                </a:lnTo>
                <a:lnTo>
                  <a:pt x="2217762" y="143325"/>
                </a:lnTo>
                <a:lnTo>
                  <a:pt x="2227055" y="132917"/>
                </a:lnTo>
                <a:lnTo>
                  <a:pt x="2202338" y="132917"/>
                </a:lnTo>
                <a:lnTo>
                  <a:pt x="2155164" y="128100"/>
                </a:lnTo>
                <a:close/>
              </a:path>
              <a:path w="6441440" h="835025">
                <a:moveTo>
                  <a:pt x="2229691" y="101257"/>
                </a:moveTo>
                <a:lnTo>
                  <a:pt x="2210474" y="101257"/>
                </a:lnTo>
                <a:lnTo>
                  <a:pt x="2211448" y="123139"/>
                </a:lnTo>
                <a:lnTo>
                  <a:pt x="2202338" y="132917"/>
                </a:lnTo>
                <a:lnTo>
                  <a:pt x="2227055" y="132917"/>
                </a:lnTo>
                <a:lnTo>
                  <a:pt x="2229181" y="130535"/>
                </a:lnTo>
                <a:lnTo>
                  <a:pt x="2229583" y="107480"/>
                </a:lnTo>
                <a:lnTo>
                  <a:pt x="2229691" y="101257"/>
                </a:lnTo>
                <a:close/>
              </a:path>
              <a:path w="6441440" h="835025">
                <a:moveTo>
                  <a:pt x="2180221" y="31984"/>
                </a:moveTo>
                <a:lnTo>
                  <a:pt x="2164040" y="40156"/>
                </a:lnTo>
                <a:lnTo>
                  <a:pt x="2153811" y="57528"/>
                </a:lnTo>
                <a:lnTo>
                  <a:pt x="2153811" y="90956"/>
                </a:lnTo>
                <a:lnTo>
                  <a:pt x="2164022" y="107480"/>
                </a:lnTo>
                <a:lnTo>
                  <a:pt x="2191316" y="115003"/>
                </a:lnTo>
                <a:lnTo>
                  <a:pt x="2210474" y="101257"/>
                </a:lnTo>
                <a:lnTo>
                  <a:pt x="2229691" y="101257"/>
                </a:lnTo>
                <a:lnTo>
                  <a:pt x="2229719" y="99633"/>
                </a:lnTo>
                <a:lnTo>
                  <a:pt x="2187726" y="99633"/>
                </a:lnTo>
                <a:lnTo>
                  <a:pt x="2176000" y="91407"/>
                </a:lnTo>
                <a:lnTo>
                  <a:pt x="2178165" y="53740"/>
                </a:lnTo>
                <a:lnTo>
                  <a:pt x="2196241" y="48057"/>
                </a:lnTo>
                <a:lnTo>
                  <a:pt x="2230616" y="48057"/>
                </a:lnTo>
                <a:lnTo>
                  <a:pt x="2230638" y="46813"/>
                </a:lnTo>
                <a:lnTo>
                  <a:pt x="2211556" y="46813"/>
                </a:lnTo>
                <a:lnTo>
                  <a:pt x="2180221" y="31984"/>
                </a:lnTo>
                <a:close/>
              </a:path>
              <a:path w="6441440" h="835025">
                <a:moveTo>
                  <a:pt x="2230616" y="48057"/>
                </a:moveTo>
                <a:lnTo>
                  <a:pt x="2196241" y="48057"/>
                </a:lnTo>
                <a:lnTo>
                  <a:pt x="2207804" y="56572"/>
                </a:lnTo>
                <a:lnTo>
                  <a:pt x="2207768" y="91678"/>
                </a:lnTo>
                <a:lnTo>
                  <a:pt x="2192020" y="99633"/>
                </a:lnTo>
                <a:lnTo>
                  <a:pt x="2229719" y="99633"/>
                </a:lnTo>
                <a:lnTo>
                  <a:pt x="2230452" y="57528"/>
                </a:lnTo>
                <a:lnTo>
                  <a:pt x="2230518" y="53740"/>
                </a:lnTo>
                <a:lnTo>
                  <a:pt x="2230616" y="48057"/>
                </a:lnTo>
                <a:close/>
              </a:path>
              <a:path w="6441440" h="835025">
                <a:moveTo>
                  <a:pt x="2230877" y="33066"/>
                </a:moveTo>
                <a:lnTo>
                  <a:pt x="2211556" y="33066"/>
                </a:lnTo>
                <a:lnTo>
                  <a:pt x="2211556" y="46813"/>
                </a:lnTo>
                <a:lnTo>
                  <a:pt x="2230638" y="46813"/>
                </a:lnTo>
                <a:lnTo>
                  <a:pt x="2230754" y="40156"/>
                </a:lnTo>
                <a:lnTo>
                  <a:pt x="2230877" y="33066"/>
                </a:lnTo>
                <a:close/>
              </a:path>
              <a:path w="6441440" h="835025">
                <a:moveTo>
                  <a:pt x="2270546" y="33066"/>
                </a:moveTo>
                <a:lnTo>
                  <a:pt x="2250955" y="33066"/>
                </a:lnTo>
                <a:lnTo>
                  <a:pt x="2250955" y="116194"/>
                </a:lnTo>
                <a:lnTo>
                  <a:pt x="2270546" y="116194"/>
                </a:lnTo>
                <a:lnTo>
                  <a:pt x="2270546" y="33066"/>
                </a:lnTo>
                <a:close/>
              </a:path>
              <a:path w="6441440" h="835025">
                <a:moveTo>
                  <a:pt x="2257702" y="0"/>
                </a:moveTo>
                <a:lnTo>
                  <a:pt x="2249440" y="13583"/>
                </a:lnTo>
                <a:lnTo>
                  <a:pt x="2260805" y="21268"/>
                </a:lnTo>
                <a:lnTo>
                  <a:pt x="2263944" y="21268"/>
                </a:lnTo>
                <a:lnTo>
                  <a:pt x="2272170" y="7702"/>
                </a:lnTo>
                <a:lnTo>
                  <a:pt x="2257702" y="0"/>
                </a:lnTo>
                <a:close/>
              </a:path>
              <a:path w="6441440" h="835025">
                <a:moveTo>
                  <a:pt x="2306116" y="91678"/>
                </a:moveTo>
                <a:lnTo>
                  <a:pt x="2287012" y="93518"/>
                </a:lnTo>
                <a:lnTo>
                  <a:pt x="2291901" y="107138"/>
                </a:lnTo>
                <a:lnTo>
                  <a:pt x="2304312" y="115689"/>
                </a:lnTo>
                <a:lnTo>
                  <a:pt x="2335738" y="116699"/>
                </a:lnTo>
                <a:lnTo>
                  <a:pt x="2354067" y="103043"/>
                </a:lnTo>
                <a:lnTo>
                  <a:pt x="2318113" y="103043"/>
                </a:lnTo>
                <a:lnTo>
                  <a:pt x="2306116" y="91678"/>
                </a:lnTo>
                <a:close/>
              </a:path>
              <a:path w="6441440" h="835025">
                <a:moveTo>
                  <a:pt x="2310446" y="33030"/>
                </a:moveTo>
                <a:lnTo>
                  <a:pt x="2290693" y="47643"/>
                </a:lnTo>
                <a:lnTo>
                  <a:pt x="2289303" y="63265"/>
                </a:lnTo>
                <a:lnTo>
                  <a:pt x="2298847" y="76181"/>
                </a:lnTo>
                <a:lnTo>
                  <a:pt x="2330723" y="84444"/>
                </a:lnTo>
                <a:lnTo>
                  <a:pt x="2338101" y="95899"/>
                </a:lnTo>
                <a:lnTo>
                  <a:pt x="2318113" y="103043"/>
                </a:lnTo>
                <a:lnTo>
                  <a:pt x="2354067" y="103043"/>
                </a:lnTo>
                <a:lnTo>
                  <a:pt x="2356610" y="101149"/>
                </a:lnTo>
                <a:lnTo>
                  <a:pt x="2358143" y="85346"/>
                </a:lnTo>
                <a:lnTo>
                  <a:pt x="2348510" y="73169"/>
                </a:lnTo>
                <a:lnTo>
                  <a:pt x="2313368" y="63536"/>
                </a:lnTo>
                <a:lnTo>
                  <a:pt x="2315643" y="47967"/>
                </a:lnTo>
                <a:lnTo>
                  <a:pt x="2315714" y="47480"/>
                </a:lnTo>
                <a:lnTo>
                  <a:pt x="2354544" y="47480"/>
                </a:lnTo>
                <a:lnTo>
                  <a:pt x="2340356" y="34059"/>
                </a:lnTo>
                <a:lnTo>
                  <a:pt x="2310446" y="33030"/>
                </a:lnTo>
                <a:close/>
              </a:path>
              <a:path w="6441440" h="835025">
                <a:moveTo>
                  <a:pt x="2354544" y="47480"/>
                </a:moveTo>
                <a:lnTo>
                  <a:pt x="2315714" y="47480"/>
                </a:lnTo>
                <a:lnTo>
                  <a:pt x="2356393" y="55039"/>
                </a:lnTo>
                <a:lnTo>
                  <a:pt x="2355058" y="47967"/>
                </a:lnTo>
                <a:lnTo>
                  <a:pt x="2354544" y="47480"/>
                </a:lnTo>
                <a:close/>
              </a:path>
              <a:path w="6441440" h="835025">
                <a:moveTo>
                  <a:pt x="2399445" y="13150"/>
                </a:moveTo>
                <a:lnTo>
                  <a:pt x="2379854" y="13150"/>
                </a:lnTo>
                <a:lnTo>
                  <a:pt x="2379818" y="99633"/>
                </a:lnTo>
                <a:lnTo>
                  <a:pt x="2388639" y="113452"/>
                </a:lnTo>
                <a:lnTo>
                  <a:pt x="2414815" y="116140"/>
                </a:lnTo>
                <a:lnTo>
                  <a:pt x="2399445" y="13150"/>
                </a:lnTo>
                <a:close/>
              </a:path>
              <a:path w="6441440" h="835025">
                <a:moveTo>
                  <a:pt x="2379846" y="33066"/>
                </a:moveTo>
                <a:lnTo>
                  <a:pt x="2368056" y="33066"/>
                </a:lnTo>
                <a:lnTo>
                  <a:pt x="2368056" y="48220"/>
                </a:lnTo>
                <a:lnTo>
                  <a:pt x="2379839" y="48220"/>
                </a:lnTo>
                <a:lnTo>
                  <a:pt x="2379846" y="33066"/>
                </a:lnTo>
                <a:close/>
              </a:path>
              <a:path w="6441440" h="835025">
                <a:moveTo>
                  <a:pt x="2415843" y="33066"/>
                </a:moveTo>
                <a:lnTo>
                  <a:pt x="2402417" y="33066"/>
                </a:lnTo>
                <a:lnTo>
                  <a:pt x="2404679" y="48220"/>
                </a:lnTo>
                <a:lnTo>
                  <a:pt x="2415843" y="48220"/>
                </a:lnTo>
                <a:lnTo>
                  <a:pt x="2415843" y="33066"/>
                </a:lnTo>
                <a:close/>
              </a:path>
              <a:path w="6441440" h="835025">
                <a:moveTo>
                  <a:pt x="2451232" y="33193"/>
                </a:moveTo>
                <a:lnTo>
                  <a:pt x="2432228" y="33193"/>
                </a:lnTo>
                <a:lnTo>
                  <a:pt x="2432228" y="116194"/>
                </a:lnTo>
                <a:lnTo>
                  <a:pt x="2451819" y="116194"/>
                </a:lnTo>
                <a:lnTo>
                  <a:pt x="2452631" y="60667"/>
                </a:lnTo>
                <a:lnTo>
                  <a:pt x="2470545" y="49302"/>
                </a:lnTo>
                <a:lnTo>
                  <a:pt x="2471827" y="46921"/>
                </a:lnTo>
                <a:lnTo>
                  <a:pt x="2452090" y="46921"/>
                </a:lnTo>
                <a:lnTo>
                  <a:pt x="2451232" y="33193"/>
                </a:lnTo>
                <a:close/>
              </a:path>
              <a:path w="6441440" h="835025">
                <a:moveTo>
                  <a:pt x="2479637" y="32417"/>
                </a:moveTo>
                <a:lnTo>
                  <a:pt x="2463599" y="33193"/>
                </a:lnTo>
                <a:lnTo>
                  <a:pt x="2452090" y="46921"/>
                </a:lnTo>
                <a:lnTo>
                  <a:pt x="2471827" y="46921"/>
                </a:lnTo>
                <a:lnTo>
                  <a:pt x="2479637" y="32417"/>
                </a:lnTo>
                <a:close/>
              </a:path>
              <a:path w="6441440" h="835025">
                <a:moveTo>
                  <a:pt x="2555838" y="48094"/>
                </a:moveTo>
                <a:lnTo>
                  <a:pt x="2533341" y="48094"/>
                </a:lnTo>
                <a:lnTo>
                  <a:pt x="2539384" y="59801"/>
                </a:lnTo>
                <a:lnTo>
                  <a:pt x="2488133" y="84299"/>
                </a:lnTo>
                <a:lnTo>
                  <a:pt x="2493347" y="110331"/>
                </a:lnTo>
                <a:lnTo>
                  <a:pt x="2515085" y="117871"/>
                </a:lnTo>
                <a:lnTo>
                  <a:pt x="2519414" y="117871"/>
                </a:lnTo>
                <a:lnTo>
                  <a:pt x="2539492" y="104775"/>
                </a:lnTo>
                <a:lnTo>
                  <a:pt x="2558800" y="104775"/>
                </a:lnTo>
                <a:lnTo>
                  <a:pt x="2558780" y="103476"/>
                </a:lnTo>
                <a:lnTo>
                  <a:pt x="2520172" y="103476"/>
                </a:lnTo>
                <a:lnTo>
                  <a:pt x="2507472" y="98875"/>
                </a:lnTo>
                <a:lnTo>
                  <a:pt x="2506910" y="89441"/>
                </a:lnTo>
                <a:lnTo>
                  <a:pt x="2506822" y="87961"/>
                </a:lnTo>
                <a:lnTo>
                  <a:pt x="2558542" y="87961"/>
                </a:lnTo>
                <a:lnTo>
                  <a:pt x="2558109" y="59801"/>
                </a:lnTo>
                <a:lnTo>
                  <a:pt x="2558030" y="54678"/>
                </a:lnTo>
                <a:lnTo>
                  <a:pt x="2557965" y="50439"/>
                </a:lnTo>
                <a:lnTo>
                  <a:pt x="2555838" y="48094"/>
                </a:lnTo>
                <a:close/>
              </a:path>
              <a:path w="6441440" h="835025">
                <a:moveTo>
                  <a:pt x="2558800" y="104775"/>
                </a:moveTo>
                <a:lnTo>
                  <a:pt x="2539492" y="104775"/>
                </a:lnTo>
                <a:lnTo>
                  <a:pt x="2540142" y="116194"/>
                </a:lnTo>
                <a:lnTo>
                  <a:pt x="2558975" y="116194"/>
                </a:lnTo>
                <a:lnTo>
                  <a:pt x="2558885" y="110331"/>
                </a:lnTo>
                <a:lnTo>
                  <a:pt x="2558800" y="104775"/>
                </a:lnTo>
                <a:close/>
              </a:path>
              <a:path w="6441440" h="835025">
                <a:moveTo>
                  <a:pt x="2558542" y="87961"/>
                </a:moveTo>
                <a:lnTo>
                  <a:pt x="2506822" y="87961"/>
                </a:lnTo>
                <a:lnTo>
                  <a:pt x="2539438" y="89441"/>
                </a:lnTo>
                <a:lnTo>
                  <a:pt x="2520172" y="103476"/>
                </a:lnTo>
                <a:lnTo>
                  <a:pt x="2558780" y="103476"/>
                </a:lnTo>
                <a:lnTo>
                  <a:pt x="2558564" y="89441"/>
                </a:lnTo>
                <a:lnTo>
                  <a:pt x="2558542" y="87961"/>
                </a:lnTo>
                <a:close/>
              </a:path>
              <a:path w="6441440" h="835025">
                <a:moveTo>
                  <a:pt x="2544760" y="35881"/>
                </a:moveTo>
                <a:lnTo>
                  <a:pt x="2504495" y="36277"/>
                </a:lnTo>
                <a:lnTo>
                  <a:pt x="2489973" y="54931"/>
                </a:lnTo>
                <a:lnTo>
                  <a:pt x="2508266" y="57528"/>
                </a:lnTo>
                <a:lnTo>
                  <a:pt x="2509154" y="54931"/>
                </a:lnTo>
                <a:lnTo>
                  <a:pt x="2509240" y="54678"/>
                </a:lnTo>
                <a:lnTo>
                  <a:pt x="2533341" y="48094"/>
                </a:lnTo>
                <a:lnTo>
                  <a:pt x="2555838" y="48094"/>
                </a:lnTo>
                <a:lnTo>
                  <a:pt x="2544760" y="35881"/>
                </a:lnTo>
                <a:close/>
              </a:path>
              <a:path w="6441440" h="835025">
                <a:moveTo>
                  <a:pt x="2603786" y="13150"/>
                </a:moveTo>
                <a:lnTo>
                  <a:pt x="2584195" y="13150"/>
                </a:lnTo>
                <a:lnTo>
                  <a:pt x="2584159" y="99633"/>
                </a:lnTo>
                <a:lnTo>
                  <a:pt x="2592980" y="113452"/>
                </a:lnTo>
                <a:lnTo>
                  <a:pt x="2619156" y="116140"/>
                </a:lnTo>
                <a:lnTo>
                  <a:pt x="2603786" y="13150"/>
                </a:lnTo>
                <a:close/>
              </a:path>
              <a:path w="6441440" h="835025">
                <a:moveTo>
                  <a:pt x="2584187" y="33066"/>
                </a:moveTo>
                <a:lnTo>
                  <a:pt x="2572397" y="33066"/>
                </a:lnTo>
                <a:lnTo>
                  <a:pt x="2572397" y="48220"/>
                </a:lnTo>
                <a:lnTo>
                  <a:pt x="2584180" y="48220"/>
                </a:lnTo>
                <a:lnTo>
                  <a:pt x="2584187" y="33066"/>
                </a:lnTo>
                <a:close/>
              </a:path>
              <a:path w="6441440" h="835025">
                <a:moveTo>
                  <a:pt x="2620184" y="33066"/>
                </a:moveTo>
                <a:lnTo>
                  <a:pt x="2606758" y="33066"/>
                </a:lnTo>
                <a:lnTo>
                  <a:pt x="2609020" y="48220"/>
                </a:lnTo>
                <a:lnTo>
                  <a:pt x="2620184" y="48220"/>
                </a:lnTo>
                <a:lnTo>
                  <a:pt x="2620184" y="33066"/>
                </a:lnTo>
                <a:close/>
              </a:path>
              <a:path w="6441440" h="835025">
                <a:moveTo>
                  <a:pt x="2656160" y="33066"/>
                </a:moveTo>
                <a:lnTo>
                  <a:pt x="2636569" y="33066"/>
                </a:lnTo>
                <a:lnTo>
                  <a:pt x="2636569" y="116194"/>
                </a:lnTo>
                <a:lnTo>
                  <a:pt x="2656160" y="116194"/>
                </a:lnTo>
                <a:lnTo>
                  <a:pt x="2656160" y="33066"/>
                </a:lnTo>
                <a:close/>
              </a:path>
              <a:path w="6441440" h="835025">
                <a:moveTo>
                  <a:pt x="2643316" y="0"/>
                </a:moveTo>
                <a:lnTo>
                  <a:pt x="2635054" y="13583"/>
                </a:lnTo>
                <a:lnTo>
                  <a:pt x="2646419" y="21268"/>
                </a:lnTo>
                <a:lnTo>
                  <a:pt x="2649558" y="21268"/>
                </a:lnTo>
                <a:lnTo>
                  <a:pt x="2657784" y="7702"/>
                </a:lnTo>
                <a:lnTo>
                  <a:pt x="2643316" y="0"/>
                </a:lnTo>
                <a:close/>
              </a:path>
              <a:path w="6441440" h="835025">
                <a:moveTo>
                  <a:pt x="2704448" y="31984"/>
                </a:moveTo>
                <a:lnTo>
                  <a:pt x="2685506" y="40914"/>
                </a:lnTo>
                <a:lnTo>
                  <a:pt x="2674358" y="58845"/>
                </a:lnTo>
                <a:lnTo>
                  <a:pt x="2672734" y="83542"/>
                </a:lnTo>
                <a:lnTo>
                  <a:pt x="2680888" y="103891"/>
                </a:lnTo>
                <a:lnTo>
                  <a:pt x="2697413" y="116031"/>
                </a:lnTo>
                <a:lnTo>
                  <a:pt x="2712566" y="117817"/>
                </a:lnTo>
                <a:lnTo>
                  <a:pt x="2720684" y="117817"/>
                </a:lnTo>
                <a:lnTo>
                  <a:pt x="2739626" y="108888"/>
                </a:lnTo>
                <a:lnTo>
                  <a:pt x="2743846" y="102123"/>
                </a:lnTo>
                <a:lnTo>
                  <a:pt x="2708164" y="102123"/>
                </a:lnTo>
                <a:lnTo>
                  <a:pt x="2696240" y="92760"/>
                </a:lnTo>
                <a:lnTo>
                  <a:pt x="2698459" y="53650"/>
                </a:lnTo>
                <a:lnTo>
                  <a:pt x="2717076" y="47516"/>
                </a:lnTo>
                <a:lnTo>
                  <a:pt x="2744861" y="47516"/>
                </a:lnTo>
                <a:lnTo>
                  <a:pt x="2744226" y="45929"/>
                </a:lnTo>
                <a:lnTo>
                  <a:pt x="2727720" y="33770"/>
                </a:lnTo>
                <a:lnTo>
                  <a:pt x="2704448" y="31984"/>
                </a:lnTo>
                <a:close/>
              </a:path>
              <a:path w="6441440" h="835025">
                <a:moveTo>
                  <a:pt x="2744861" y="47516"/>
                </a:moveTo>
                <a:lnTo>
                  <a:pt x="2717076" y="47516"/>
                </a:lnTo>
                <a:lnTo>
                  <a:pt x="2728874" y="56951"/>
                </a:lnTo>
                <a:lnTo>
                  <a:pt x="2728874" y="92760"/>
                </a:lnTo>
                <a:lnTo>
                  <a:pt x="2712674" y="102123"/>
                </a:lnTo>
                <a:lnTo>
                  <a:pt x="2743846" y="102123"/>
                </a:lnTo>
                <a:lnTo>
                  <a:pt x="2750756" y="91046"/>
                </a:lnTo>
                <a:lnTo>
                  <a:pt x="2752398" y="66368"/>
                </a:lnTo>
                <a:lnTo>
                  <a:pt x="2744861" y="47516"/>
                </a:lnTo>
                <a:close/>
              </a:path>
              <a:path w="6441440" h="835025">
                <a:moveTo>
                  <a:pt x="2787751" y="33066"/>
                </a:moveTo>
                <a:lnTo>
                  <a:pt x="2769026" y="33066"/>
                </a:lnTo>
                <a:lnTo>
                  <a:pt x="2769026" y="116194"/>
                </a:lnTo>
                <a:lnTo>
                  <a:pt x="2788617" y="116194"/>
                </a:lnTo>
                <a:lnTo>
                  <a:pt x="2788617" y="67486"/>
                </a:lnTo>
                <a:lnTo>
                  <a:pt x="2792351" y="54444"/>
                </a:lnTo>
                <a:lnTo>
                  <a:pt x="2811257" y="48545"/>
                </a:lnTo>
                <a:lnTo>
                  <a:pt x="2838568" y="48545"/>
                </a:lnTo>
                <a:lnTo>
                  <a:pt x="2837304" y="47192"/>
                </a:lnTo>
                <a:lnTo>
                  <a:pt x="2788726" y="47192"/>
                </a:lnTo>
                <a:lnTo>
                  <a:pt x="2787771" y="33355"/>
                </a:lnTo>
                <a:lnTo>
                  <a:pt x="2787751" y="33066"/>
                </a:lnTo>
                <a:close/>
              </a:path>
              <a:path w="6441440" h="835025">
                <a:moveTo>
                  <a:pt x="2838568" y="48545"/>
                </a:moveTo>
                <a:lnTo>
                  <a:pt x="2811257" y="48545"/>
                </a:lnTo>
                <a:lnTo>
                  <a:pt x="2820945" y="56392"/>
                </a:lnTo>
                <a:lnTo>
                  <a:pt x="2822388" y="116194"/>
                </a:lnTo>
                <a:lnTo>
                  <a:pt x="2841979" y="116194"/>
                </a:lnTo>
                <a:lnTo>
                  <a:pt x="2840937" y="56392"/>
                </a:lnTo>
                <a:lnTo>
                  <a:pt x="2840842" y="50980"/>
                </a:lnTo>
                <a:lnTo>
                  <a:pt x="2838568" y="48545"/>
                </a:lnTo>
                <a:close/>
              </a:path>
              <a:path w="6441440" h="835025">
                <a:moveTo>
                  <a:pt x="2824246" y="33211"/>
                </a:moveTo>
                <a:lnTo>
                  <a:pt x="2802093" y="33355"/>
                </a:lnTo>
                <a:lnTo>
                  <a:pt x="2788726" y="47192"/>
                </a:lnTo>
                <a:lnTo>
                  <a:pt x="2837304" y="47192"/>
                </a:lnTo>
                <a:lnTo>
                  <a:pt x="2824246" y="33211"/>
                </a:lnTo>
                <a:close/>
              </a:path>
              <a:path w="6441440" h="835025">
                <a:moveTo>
                  <a:pt x="2935252" y="33066"/>
                </a:moveTo>
                <a:lnTo>
                  <a:pt x="2915282" y="33066"/>
                </a:lnTo>
                <a:lnTo>
                  <a:pt x="2938770" y="116194"/>
                </a:lnTo>
                <a:lnTo>
                  <a:pt x="2959227" y="116194"/>
                </a:lnTo>
                <a:lnTo>
                  <a:pt x="2966074" y="91515"/>
                </a:lnTo>
                <a:lnTo>
                  <a:pt x="2950622" y="91515"/>
                </a:lnTo>
                <a:lnTo>
                  <a:pt x="2935252" y="33066"/>
                </a:lnTo>
                <a:close/>
              </a:path>
              <a:path w="6441440" h="835025">
                <a:moveTo>
                  <a:pt x="2992615" y="60018"/>
                </a:moveTo>
                <a:lnTo>
                  <a:pt x="2974813" y="60018"/>
                </a:lnTo>
                <a:lnTo>
                  <a:pt x="2991536" y="116194"/>
                </a:lnTo>
                <a:lnTo>
                  <a:pt x="3011939" y="116194"/>
                </a:lnTo>
                <a:lnTo>
                  <a:pt x="3018928" y="91515"/>
                </a:lnTo>
                <a:lnTo>
                  <a:pt x="3019020" y="91191"/>
                </a:lnTo>
                <a:lnTo>
                  <a:pt x="3001061" y="91191"/>
                </a:lnTo>
                <a:lnTo>
                  <a:pt x="2992615" y="60018"/>
                </a:lnTo>
                <a:close/>
              </a:path>
              <a:path w="6441440" h="835025">
                <a:moveTo>
                  <a:pt x="2985312" y="33066"/>
                </a:moveTo>
                <a:lnTo>
                  <a:pt x="2965559" y="33066"/>
                </a:lnTo>
                <a:lnTo>
                  <a:pt x="2950705" y="91191"/>
                </a:lnTo>
                <a:lnTo>
                  <a:pt x="2950622" y="91515"/>
                </a:lnTo>
                <a:lnTo>
                  <a:pt x="2966074" y="91515"/>
                </a:lnTo>
                <a:lnTo>
                  <a:pt x="2974813" y="60018"/>
                </a:lnTo>
                <a:lnTo>
                  <a:pt x="2992615" y="60018"/>
                </a:lnTo>
                <a:lnTo>
                  <a:pt x="2985312" y="33066"/>
                </a:lnTo>
                <a:close/>
              </a:path>
              <a:path w="6441440" h="835025">
                <a:moveTo>
                  <a:pt x="3035481" y="33066"/>
                </a:moveTo>
                <a:lnTo>
                  <a:pt x="3015457" y="33066"/>
                </a:lnTo>
                <a:lnTo>
                  <a:pt x="3001061" y="91191"/>
                </a:lnTo>
                <a:lnTo>
                  <a:pt x="3019020" y="91191"/>
                </a:lnTo>
                <a:lnTo>
                  <a:pt x="3035481" y="33066"/>
                </a:lnTo>
                <a:close/>
              </a:path>
              <a:path w="6441440" h="835025">
                <a:moveTo>
                  <a:pt x="3068751" y="33066"/>
                </a:moveTo>
                <a:lnTo>
                  <a:pt x="3049160" y="33066"/>
                </a:lnTo>
                <a:lnTo>
                  <a:pt x="3049160" y="116194"/>
                </a:lnTo>
                <a:lnTo>
                  <a:pt x="3068751" y="116194"/>
                </a:lnTo>
                <a:lnTo>
                  <a:pt x="3068751" y="33066"/>
                </a:lnTo>
                <a:close/>
              </a:path>
              <a:path w="6441440" h="835025">
                <a:moveTo>
                  <a:pt x="3055907" y="0"/>
                </a:moveTo>
                <a:lnTo>
                  <a:pt x="3047644" y="13583"/>
                </a:lnTo>
                <a:lnTo>
                  <a:pt x="3059009" y="21268"/>
                </a:lnTo>
                <a:lnTo>
                  <a:pt x="3062148" y="21268"/>
                </a:lnTo>
                <a:lnTo>
                  <a:pt x="3070374" y="7702"/>
                </a:lnTo>
                <a:lnTo>
                  <a:pt x="3055907" y="0"/>
                </a:lnTo>
                <a:close/>
              </a:path>
              <a:path w="6441440" h="835025">
                <a:moveTo>
                  <a:pt x="3114008" y="13150"/>
                </a:moveTo>
                <a:lnTo>
                  <a:pt x="3094417" y="13150"/>
                </a:lnTo>
                <a:lnTo>
                  <a:pt x="3094381" y="99633"/>
                </a:lnTo>
                <a:lnTo>
                  <a:pt x="3103202" y="113452"/>
                </a:lnTo>
                <a:lnTo>
                  <a:pt x="3129378" y="116140"/>
                </a:lnTo>
                <a:lnTo>
                  <a:pt x="3114008" y="13150"/>
                </a:lnTo>
                <a:close/>
              </a:path>
              <a:path w="6441440" h="835025">
                <a:moveTo>
                  <a:pt x="3094409" y="33066"/>
                </a:moveTo>
                <a:lnTo>
                  <a:pt x="3082619" y="33066"/>
                </a:lnTo>
                <a:lnTo>
                  <a:pt x="3082619" y="48220"/>
                </a:lnTo>
                <a:lnTo>
                  <a:pt x="3094402" y="48220"/>
                </a:lnTo>
                <a:lnTo>
                  <a:pt x="3094409" y="33066"/>
                </a:lnTo>
                <a:close/>
              </a:path>
              <a:path w="6441440" h="835025">
                <a:moveTo>
                  <a:pt x="3130406" y="33066"/>
                </a:moveTo>
                <a:lnTo>
                  <a:pt x="3116980" y="33066"/>
                </a:lnTo>
                <a:lnTo>
                  <a:pt x="3119242" y="48220"/>
                </a:lnTo>
                <a:lnTo>
                  <a:pt x="3130406" y="48220"/>
                </a:lnTo>
                <a:lnTo>
                  <a:pt x="3130406" y="33066"/>
                </a:lnTo>
                <a:close/>
              </a:path>
              <a:path w="6441440" h="835025">
                <a:moveTo>
                  <a:pt x="3167735" y="5357"/>
                </a:moveTo>
                <a:lnTo>
                  <a:pt x="3148577" y="5357"/>
                </a:lnTo>
                <a:lnTo>
                  <a:pt x="3148577" y="116194"/>
                </a:lnTo>
                <a:lnTo>
                  <a:pt x="3168168" y="116194"/>
                </a:lnTo>
                <a:lnTo>
                  <a:pt x="3168168" y="67486"/>
                </a:lnTo>
                <a:lnTo>
                  <a:pt x="3171992" y="54444"/>
                </a:lnTo>
                <a:lnTo>
                  <a:pt x="3191295" y="48545"/>
                </a:lnTo>
                <a:lnTo>
                  <a:pt x="3218691" y="48545"/>
                </a:lnTo>
                <a:lnTo>
                  <a:pt x="3217418" y="47192"/>
                </a:lnTo>
                <a:lnTo>
                  <a:pt x="3168709" y="47192"/>
                </a:lnTo>
                <a:lnTo>
                  <a:pt x="3167735" y="5357"/>
                </a:lnTo>
                <a:close/>
              </a:path>
              <a:path w="6441440" h="835025">
                <a:moveTo>
                  <a:pt x="3218691" y="48545"/>
                </a:moveTo>
                <a:lnTo>
                  <a:pt x="3191295" y="48545"/>
                </a:lnTo>
                <a:lnTo>
                  <a:pt x="3201036" y="56356"/>
                </a:lnTo>
                <a:lnTo>
                  <a:pt x="3202480" y="116194"/>
                </a:lnTo>
                <a:lnTo>
                  <a:pt x="3222071" y="116194"/>
                </a:lnTo>
                <a:lnTo>
                  <a:pt x="3220980" y="56356"/>
                </a:lnTo>
                <a:lnTo>
                  <a:pt x="3220880" y="50872"/>
                </a:lnTo>
                <a:lnTo>
                  <a:pt x="3218691" y="48545"/>
                </a:lnTo>
                <a:close/>
              </a:path>
              <a:path w="6441440" h="835025">
                <a:moveTo>
                  <a:pt x="3204248" y="33193"/>
                </a:moveTo>
                <a:lnTo>
                  <a:pt x="3181860" y="33355"/>
                </a:lnTo>
                <a:lnTo>
                  <a:pt x="3168709" y="47192"/>
                </a:lnTo>
                <a:lnTo>
                  <a:pt x="3217418" y="47192"/>
                </a:lnTo>
                <a:lnTo>
                  <a:pt x="3204248" y="33193"/>
                </a:lnTo>
                <a:close/>
              </a:path>
              <a:path w="6441440" h="835025">
                <a:moveTo>
                  <a:pt x="3381868" y="103999"/>
                </a:moveTo>
                <a:lnTo>
                  <a:pt x="3369510" y="112563"/>
                </a:lnTo>
                <a:lnTo>
                  <a:pt x="3379529" y="125719"/>
                </a:lnTo>
                <a:lnTo>
                  <a:pt x="3399012" y="125719"/>
                </a:lnTo>
                <a:lnTo>
                  <a:pt x="3381868" y="103999"/>
                </a:lnTo>
                <a:close/>
              </a:path>
              <a:path w="6441440" h="835025">
                <a:moveTo>
                  <a:pt x="3343648" y="4265"/>
                </a:moveTo>
                <a:lnTo>
                  <a:pt x="3314370" y="18874"/>
                </a:lnTo>
                <a:lnTo>
                  <a:pt x="3300227" y="52143"/>
                </a:lnTo>
                <a:lnTo>
                  <a:pt x="3306359" y="90722"/>
                </a:lnTo>
                <a:lnTo>
                  <a:pt x="3306468" y="91407"/>
                </a:lnTo>
                <a:lnTo>
                  <a:pt x="3330605" y="113904"/>
                </a:lnTo>
                <a:lnTo>
                  <a:pt x="3364524" y="116018"/>
                </a:lnTo>
                <a:lnTo>
                  <a:pt x="3369510" y="112563"/>
                </a:lnTo>
                <a:lnTo>
                  <a:pt x="3359704" y="99687"/>
                </a:lnTo>
                <a:lnTo>
                  <a:pt x="3344712" y="99687"/>
                </a:lnTo>
                <a:lnTo>
                  <a:pt x="3326528" y="87871"/>
                </a:lnTo>
                <a:lnTo>
                  <a:pt x="3319998" y="52369"/>
                </a:lnTo>
                <a:lnTo>
                  <a:pt x="3326528" y="33698"/>
                </a:lnTo>
                <a:lnTo>
                  <a:pt x="3339391" y="23361"/>
                </a:lnTo>
                <a:lnTo>
                  <a:pt x="3356763" y="21864"/>
                </a:lnTo>
                <a:lnTo>
                  <a:pt x="3387246" y="21864"/>
                </a:lnTo>
                <a:lnTo>
                  <a:pt x="3376769" y="10607"/>
                </a:lnTo>
                <a:lnTo>
                  <a:pt x="3343648" y="4265"/>
                </a:lnTo>
                <a:close/>
              </a:path>
              <a:path w="6441440" h="835025">
                <a:moveTo>
                  <a:pt x="3371387" y="90722"/>
                </a:moveTo>
                <a:lnTo>
                  <a:pt x="3362085" y="98208"/>
                </a:lnTo>
                <a:lnTo>
                  <a:pt x="3358791" y="98488"/>
                </a:lnTo>
                <a:lnTo>
                  <a:pt x="3369510" y="112563"/>
                </a:lnTo>
                <a:lnTo>
                  <a:pt x="3381868" y="103999"/>
                </a:lnTo>
                <a:lnTo>
                  <a:pt x="3371387" y="90722"/>
                </a:lnTo>
                <a:close/>
              </a:path>
              <a:path w="6441440" h="835025">
                <a:moveTo>
                  <a:pt x="3387246" y="21864"/>
                </a:moveTo>
                <a:lnTo>
                  <a:pt x="3356763" y="21864"/>
                </a:lnTo>
                <a:lnTo>
                  <a:pt x="3374929" y="33698"/>
                </a:lnTo>
                <a:lnTo>
                  <a:pt x="3381478" y="60775"/>
                </a:lnTo>
                <a:lnTo>
                  <a:pt x="3381478" y="69182"/>
                </a:lnTo>
                <a:lnTo>
                  <a:pt x="3374929" y="87871"/>
                </a:lnTo>
                <a:lnTo>
                  <a:pt x="3371387" y="90722"/>
                </a:lnTo>
                <a:lnTo>
                  <a:pt x="3381868" y="103999"/>
                </a:lnTo>
                <a:lnTo>
                  <a:pt x="3391320" y="97448"/>
                </a:lnTo>
                <a:lnTo>
                  <a:pt x="3401664" y="60775"/>
                </a:lnTo>
                <a:lnTo>
                  <a:pt x="3394953" y="30144"/>
                </a:lnTo>
                <a:lnTo>
                  <a:pt x="3387246" y="21864"/>
                </a:lnTo>
                <a:close/>
              </a:path>
              <a:path w="6441440" h="835025">
                <a:moveTo>
                  <a:pt x="3358791" y="98488"/>
                </a:moveTo>
                <a:lnTo>
                  <a:pt x="3344712" y="99687"/>
                </a:lnTo>
                <a:lnTo>
                  <a:pt x="3359704" y="99687"/>
                </a:lnTo>
                <a:lnTo>
                  <a:pt x="3358791" y="98488"/>
                </a:lnTo>
                <a:close/>
              </a:path>
              <a:path w="6441440" h="835025">
                <a:moveTo>
                  <a:pt x="3362103" y="78960"/>
                </a:moveTo>
                <a:lnTo>
                  <a:pt x="3343919" y="78960"/>
                </a:lnTo>
                <a:lnTo>
                  <a:pt x="3358791" y="98488"/>
                </a:lnTo>
                <a:lnTo>
                  <a:pt x="3362085" y="98208"/>
                </a:lnTo>
                <a:lnTo>
                  <a:pt x="3371387" y="90722"/>
                </a:lnTo>
                <a:lnTo>
                  <a:pt x="3362103" y="78960"/>
                </a:lnTo>
                <a:close/>
              </a:path>
              <a:path w="6441440" h="835025">
                <a:moveTo>
                  <a:pt x="3420795" y="5357"/>
                </a:moveTo>
                <a:lnTo>
                  <a:pt x="3420795" y="116194"/>
                </a:lnTo>
                <a:lnTo>
                  <a:pt x="3440874" y="116194"/>
                </a:lnTo>
                <a:lnTo>
                  <a:pt x="3440874" y="75604"/>
                </a:lnTo>
                <a:lnTo>
                  <a:pt x="3432485" y="75604"/>
                </a:lnTo>
                <a:lnTo>
                  <a:pt x="3432485" y="58935"/>
                </a:lnTo>
                <a:lnTo>
                  <a:pt x="3440874" y="57902"/>
                </a:lnTo>
                <a:lnTo>
                  <a:pt x="3440874" y="22134"/>
                </a:lnTo>
                <a:lnTo>
                  <a:pt x="3496298" y="22134"/>
                </a:lnTo>
                <a:lnTo>
                  <a:pt x="3493983" y="16903"/>
                </a:lnTo>
                <a:lnTo>
                  <a:pt x="3478017" y="6837"/>
                </a:lnTo>
                <a:lnTo>
                  <a:pt x="3420795" y="5357"/>
                </a:lnTo>
                <a:close/>
              </a:path>
              <a:path w="6441440" h="835025">
                <a:moveTo>
                  <a:pt x="3478053" y="65971"/>
                </a:moveTo>
                <a:lnTo>
                  <a:pt x="3456135" y="65971"/>
                </a:lnTo>
                <a:lnTo>
                  <a:pt x="3483086" y="116194"/>
                </a:lnTo>
                <a:lnTo>
                  <a:pt x="3505492" y="116194"/>
                </a:lnTo>
                <a:lnTo>
                  <a:pt x="3483316" y="75604"/>
                </a:lnTo>
                <a:lnTo>
                  <a:pt x="3470603" y="75604"/>
                </a:lnTo>
                <a:lnTo>
                  <a:pt x="3481156" y="71649"/>
                </a:lnTo>
                <a:lnTo>
                  <a:pt x="3478053" y="65971"/>
                </a:lnTo>
                <a:close/>
              </a:path>
              <a:path w="6441440" h="835025">
                <a:moveTo>
                  <a:pt x="3440874" y="57902"/>
                </a:moveTo>
                <a:lnTo>
                  <a:pt x="3432485" y="58935"/>
                </a:lnTo>
                <a:lnTo>
                  <a:pt x="3432485" y="75604"/>
                </a:lnTo>
                <a:lnTo>
                  <a:pt x="3440874" y="75604"/>
                </a:lnTo>
                <a:lnTo>
                  <a:pt x="3440874" y="57902"/>
                </a:lnTo>
                <a:close/>
              </a:path>
              <a:path w="6441440" h="835025">
                <a:moveTo>
                  <a:pt x="3496298" y="22134"/>
                </a:moveTo>
                <a:lnTo>
                  <a:pt x="3459274" y="22134"/>
                </a:lnTo>
                <a:lnTo>
                  <a:pt x="3477097" y="27925"/>
                </a:lnTo>
                <a:lnTo>
                  <a:pt x="3477133" y="53433"/>
                </a:lnTo>
                <a:lnTo>
                  <a:pt x="3440874" y="57902"/>
                </a:lnTo>
                <a:lnTo>
                  <a:pt x="3440874" y="75604"/>
                </a:lnTo>
                <a:lnTo>
                  <a:pt x="3461305" y="75604"/>
                </a:lnTo>
                <a:lnTo>
                  <a:pt x="3456135" y="65971"/>
                </a:lnTo>
                <a:lnTo>
                  <a:pt x="3491324" y="65971"/>
                </a:lnTo>
                <a:lnTo>
                  <a:pt x="3499918" y="54083"/>
                </a:lnTo>
                <a:lnTo>
                  <a:pt x="3501433" y="33734"/>
                </a:lnTo>
                <a:lnTo>
                  <a:pt x="3496298" y="22134"/>
                </a:lnTo>
                <a:close/>
              </a:path>
              <a:path w="6441440" h="835025">
                <a:moveTo>
                  <a:pt x="3481156" y="71649"/>
                </a:moveTo>
                <a:lnTo>
                  <a:pt x="3470603" y="75604"/>
                </a:lnTo>
                <a:lnTo>
                  <a:pt x="3483316" y="75604"/>
                </a:lnTo>
                <a:lnTo>
                  <a:pt x="3481156" y="71649"/>
                </a:lnTo>
                <a:close/>
              </a:path>
              <a:path w="6441440" h="835025">
                <a:moveTo>
                  <a:pt x="3491324" y="65971"/>
                </a:moveTo>
                <a:lnTo>
                  <a:pt x="3478053" y="65971"/>
                </a:lnTo>
                <a:lnTo>
                  <a:pt x="3481156" y="71649"/>
                </a:lnTo>
                <a:lnTo>
                  <a:pt x="3489472" y="68533"/>
                </a:lnTo>
                <a:lnTo>
                  <a:pt x="3491324" y="65971"/>
                </a:lnTo>
                <a:close/>
              </a:path>
              <a:path w="6441440" h="835025">
                <a:moveTo>
                  <a:pt x="3531929" y="5357"/>
                </a:moveTo>
                <a:lnTo>
                  <a:pt x="3519806" y="5357"/>
                </a:lnTo>
                <a:lnTo>
                  <a:pt x="3519806" y="15315"/>
                </a:lnTo>
                <a:lnTo>
                  <a:pt x="3511364" y="36746"/>
                </a:lnTo>
                <a:lnTo>
                  <a:pt x="3518291" y="42375"/>
                </a:lnTo>
                <a:lnTo>
                  <a:pt x="3521177" y="40066"/>
                </a:lnTo>
                <a:lnTo>
                  <a:pt x="3531929" y="5357"/>
                </a:lnTo>
                <a:close/>
              </a:path>
              <a:path w="6441440" h="835025">
                <a:moveTo>
                  <a:pt x="3559638" y="5357"/>
                </a:moveTo>
                <a:lnTo>
                  <a:pt x="3547515" y="5357"/>
                </a:lnTo>
                <a:lnTo>
                  <a:pt x="3547515" y="15315"/>
                </a:lnTo>
                <a:lnTo>
                  <a:pt x="3539073" y="36746"/>
                </a:lnTo>
                <a:lnTo>
                  <a:pt x="3546000" y="42375"/>
                </a:lnTo>
                <a:lnTo>
                  <a:pt x="3548886" y="40066"/>
                </a:lnTo>
                <a:lnTo>
                  <a:pt x="3559638" y="5357"/>
                </a:lnTo>
                <a:close/>
              </a:path>
              <a:path w="6441440" h="835025">
                <a:moveTo>
                  <a:pt x="3661895" y="13150"/>
                </a:moveTo>
                <a:lnTo>
                  <a:pt x="3649123" y="13150"/>
                </a:lnTo>
                <a:lnTo>
                  <a:pt x="3649123" y="95845"/>
                </a:lnTo>
                <a:lnTo>
                  <a:pt x="3654752" y="111034"/>
                </a:lnTo>
                <a:lnTo>
                  <a:pt x="3675984" y="117096"/>
                </a:lnTo>
                <a:lnTo>
                  <a:pt x="3661895" y="13150"/>
                </a:lnTo>
                <a:close/>
              </a:path>
              <a:path w="6441440" h="835025">
                <a:moveTo>
                  <a:pt x="3649123" y="33066"/>
                </a:moveTo>
                <a:lnTo>
                  <a:pt x="3636567" y="33066"/>
                </a:lnTo>
                <a:lnTo>
                  <a:pt x="3636567" y="43890"/>
                </a:lnTo>
                <a:lnTo>
                  <a:pt x="3649123" y="43890"/>
                </a:lnTo>
                <a:lnTo>
                  <a:pt x="3649123" y="33066"/>
                </a:lnTo>
                <a:close/>
              </a:path>
              <a:path w="6441440" h="835025">
                <a:moveTo>
                  <a:pt x="3679647" y="33066"/>
                </a:moveTo>
                <a:lnTo>
                  <a:pt x="3664595" y="33066"/>
                </a:lnTo>
                <a:lnTo>
                  <a:pt x="3666062" y="43890"/>
                </a:lnTo>
                <a:lnTo>
                  <a:pt x="3679647" y="43890"/>
                </a:lnTo>
                <a:lnTo>
                  <a:pt x="3679647" y="33066"/>
                </a:lnTo>
                <a:close/>
              </a:path>
              <a:path w="6441440" h="835025">
                <a:moveTo>
                  <a:pt x="3756234" y="44576"/>
                </a:moveTo>
                <a:lnTo>
                  <a:pt x="3720236" y="44576"/>
                </a:lnTo>
                <a:lnTo>
                  <a:pt x="3741378" y="44720"/>
                </a:lnTo>
                <a:lnTo>
                  <a:pt x="3748649" y="60126"/>
                </a:lnTo>
                <a:lnTo>
                  <a:pt x="3695900" y="83975"/>
                </a:lnTo>
                <a:lnTo>
                  <a:pt x="3701276" y="110241"/>
                </a:lnTo>
                <a:lnTo>
                  <a:pt x="3723321" y="118142"/>
                </a:lnTo>
                <a:lnTo>
                  <a:pt x="3728155" y="118142"/>
                </a:lnTo>
                <a:lnTo>
                  <a:pt x="3747133" y="106741"/>
                </a:lnTo>
                <a:lnTo>
                  <a:pt x="3720282" y="106741"/>
                </a:lnTo>
                <a:lnTo>
                  <a:pt x="3707734" y="97685"/>
                </a:lnTo>
                <a:lnTo>
                  <a:pt x="3711999" y="83975"/>
                </a:lnTo>
                <a:lnTo>
                  <a:pt x="3712100" y="83650"/>
                </a:lnTo>
                <a:lnTo>
                  <a:pt x="3761421" y="83650"/>
                </a:lnTo>
                <a:lnTo>
                  <a:pt x="3761421" y="54822"/>
                </a:lnTo>
                <a:lnTo>
                  <a:pt x="3756307" y="44720"/>
                </a:lnTo>
                <a:lnTo>
                  <a:pt x="3756234" y="44576"/>
                </a:lnTo>
                <a:close/>
              </a:path>
              <a:path w="6441440" h="835025">
                <a:moveTo>
                  <a:pt x="3761421" y="83650"/>
                </a:moveTo>
                <a:lnTo>
                  <a:pt x="3712100" y="83650"/>
                </a:lnTo>
                <a:lnTo>
                  <a:pt x="3748649" y="86103"/>
                </a:lnTo>
                <a:lnTo>
                  <a:pt x="3744175" y="99146"/>
                </a:lnTo>
                <a:lnTo>
                  <a:pt x="3725088" y="106741"/>
                </a:lnTo>
                <a:lnTo>
                  <a:pt x="3747133" y="106741"/>
                </a:lnTo>
                <a:lnTo>
                  <a:pt x="3748649" y="116194"/>
                </a:lnTo>
                <a:lnTo>
                  <a:pt x="3761421" y="116194"/>
                </a:lnTo>
                <a:lnTo>
                  <a:pt x="3761421" y="83650"/>
                </a:lnTo>
                <a:close/>
              </a:path>
              <a:path w="6441440" h="835025">
                <a:moveTo>
                  <a:pt x="3713615" y="34834"/>
                </a:moveTo>
                <a:lnTo>
                  <a:pt x="3697344" y="51467"/>
                </a:lnTo>
                <a:lnTo>
                  <a:pt x="3709466" y="55796"/>
                </a:lnTo>
                <a:lnTo>
                  <a:pt x="3720236" y="44576"/>
                </a:lnTo>
                <a:lnTo>
                  <a:pt x="3756234" y="44576"/>
                </a:lnTo>
                <a:lnTo>
                  <a:pt x="3753285" y="38749"/>
                </a:lnTo>
                <a:lnTo>
                  <a:pt x="3713615" y="34834"/>
                </a:lnTo>
                <a:close/>
              </a:path>
              <a:path w="6441440" h="835025">
                <a:moveTo>
                  <a:pt x="3812560" y="103421"/>
                </a:moveTo>
                <a:lnTo>
                  <a:pt x="3798804" y="103421"/>
                </a:lnTo>
                <a:lnTo>
                  <a:pt x="3831492" y="117925"/>
                </a:lnTo>
                <a:lnTo>
                  <a:pt x="3848215" y="109140"/>
                </a:lnTo>
                <a:lnTo>
                  <a:pt x="3849740" y="106452"/>
                </a:lnTo>
                <a:lnTo>
                  <a:pt x="3817709" y="106452"/>
                </a:lnTo>
                <a:lnTo>
                  <a:pt x="3812560" y="103421"/>
                </a:lnTo>
                <a:close/>
              </a:path>
              <a:path w="6441440" h="835025">
                <a:moveTo>
                  <a:pt x="3799237" y="5357"/>
                </a:moveTo>
                <a:lnTo>
                  <a:pt x="3786464" y="5357"/>
                </a:lnTo>
                <a:lnTo>
                  <a:pt x="3786464" y="116194"/>
                </a:lnTo>
                <a:lnTo>
                  <a:pt x="3798804" y="116194"/>
                </a:lnTo>
                <a:lnTo>
                  <a:pt x="3798804" y="103421"/>
                </a:lnTo>
                <a:lnTo>
                  <a:pt x="3812560" y="103421"/>
                </a:lnTo>
                <a:lnTo>
                  <a:pt x="3806308" y="99741"/>
                </a:lnTo>
                <a:lnTo>
                  <a:pt x="3799020" y="74630"/>
                </a:lnTo>
                <a:lnTo>
                  <a:pt x="3806200" y="50006"/>
                </a:lnTo>
                <a:lnTo>
                  <a:pt x="3828244" y="43457"/>
                </a:lnTo>
                <a:lnTo>
                  <a:pt x="3849587" y="43457"/>
                </a:lnTo>
                <a:lnTo>
                  <a:pt x="3849005" y="42988"/>
                </a:lnTo>
                <a:lnTo>
                  <a:pt x="3802556" y="42988"/>
                </a:lnTo>
                <a:lnTo>
                  <a:pt x="3799237" y="5357"/>
                </a:lnTo>
                <a:close/>
              </a:path>
              <a:path w="6441440" h="835025">
                <a:moveTo>
                  <a:pt x="3849587" y="43457"/>
                </a:moveTo>
                <a:lnTo>
                  <a:pt x="3828244" y="43457"/>
                </a:lnTo>
                <a:lnTo>
                  <a:pt x="3842604" y="54101"/>
                </a:lnTo>
                <a:lnTo>
                  <a:pt x="3846158" y="85923"/>
                </a:lnTo>
                <a:lnTo>
                  <a:pt x="3832628" y="105045"/>
                </a:lnTo>
                <a:lnTo>
                  <a:pt x="3817709" y="106452"/>
                </a:lnTo>
                <a:lnTo>
                  <a:pt x="3849740" y="106452"/>
                </a:lnTo>
                <a:lnTo>
                  <a:pt x="3858353" y="91281"/>
                </a:lnTo>
                <a:lnTo>
                  <a:pt x="3859850" y="66115"/>
                </a:lnTo>
                <a:lnTo>
                  <a:pt x="3852364" y="45694"/>
                </a:lnTo>
                <a:lnTo>
                  <a:pt x="3849587" y="43457"/>
                </a:lnTo>
                <a:close/>
              </a:path>
              <a:path w="6441440" h="835025">
                <a:moveTo>
                  <a:pt x="3818936" y="31984"/>
                </a:moveTo>
                <a:lnTo>
                  <a:pt x="3802556" y="42988"/>
                </a:lnTo>
                <a:lnTo>
                  <a:pt x="3849005" y="42988"/>
                </a:lnTo>
                <a:lnTo>
                  <a:pt x="3837517" y="33734"/>
                </a:lnTo>
                <a:lnTo>
                  <a:pt x="3818936" y="31984"/>
                </a:lnTo>
                <a:close/>
              </a:path>
              <a:path w="6441440" h="835025">
                <a:moveTo>
                  <a:pt x="3951094" y="33066"/>
                </a:moveTo>
                <a:lnTo>
                  <a:pt x="3937672" y="33066"/>
                </a:lnTo>
                <a:lnTo>
                  <a:pt x="3963000" y="116194"/>
                </a:lnTo>
                <a:lnTo>
                  <a:pt x="3975556" y="116194"/>
                </a:lnTo>
                <a:lnTo>
                  <a:pt x="3981104" y="96711"/>
                </a:lnTo>
                <a:lnTo>
                  <a:pt x="3969927" y="96711"/>
                </a:lnTo>
                <a:lnTo>
                  <a:pt x="3951094" y="33066"/>
                </a:lnTo>
                <a:close/>
              </a:path>
              <a:path w="6441440" h="835025">
                <a:moveTo>
                  <a:pt x="4006906" y="52333"/>
                </a:moveTo>
                <a:lnTo>
                  <a:pt x="3993740" y="52333"/>
                </a:lnTo>
                <a:lnTo>
                  <a:pt x="4013223" y="116194"/>
                </a:lnTo>
                <a:lnTo>
                  <a:pt x="4025779" y="116194"/>
                </a:lnTo>
                <a:lnTo>
                  <a:pt x="4031715" y="96711"/>
                </a:lnTo>
                <a:lnTo>
                  <a:pt x="4031781" y="96494"/>
                </a:lnTo>
                <a:lnTo>
                  <a:pt x="4019717" y="96494"/>
                </a:lnTo>
                <a:lnTo>
                  <a:pt x="4006906" y="52333"/>
                </a:lnTo>
                <a:close/>
              </a:path>
              <a:path w="6441440" h="835025">
                <a:moveTo>
                  <a:pt x="4001316" y="33066"/>
                </a:moveTo>
                <a:lnTo>
                  <a:pt x="3987679" y="33066"/>
                </a:lnTo>
                <a:lnTo>
                  <a:pt x="3969988" y="96494"/>
                </a:lnTo>
                <a:lnTo>
                  <a:pt x="3969927" y="96711"/>
                </a:lnTo>
                <a:lnTo>
                  <a:pt x="3981104" y="96711"/>
                </a:lnTo>
                <a:lnTo>
                  <a:pt x="3993740" y="52333"/>
                </a:lnTo>
                <a:lnTo>
                  <a:pt x="4006906" y="52333"/>
                </a:lnTo>
                <a:lnTo>
                  <a:pt x="4001316" y="33066"/>
                </a:lnTo>
                <a:close/>
              </a:path>
              <a:path w="6441440" h="835025">
                <a:moveTo>
                  <a:pt x="4051106" y="33066"/>
                </a:moveTo>
                <a:lnTo>
                  <a:pt x="4037685" y="33066"/>
                </a:lnTo>
                <a:lnTo>
                  <a:pt x="4019717" y="96494"/>
                </a:lnTo>
                <a:lnTo>
                  <a:pt x="4031781" y="96494"/>
                </a:lnTo>
                <a:lnTo>
                  <a:pt x="4051106" y="33066"/>
                </a:lnTo>
                <a:close/>
              </a:path>
              <a:path w="6441440" h="835025">
                <a:moveTo>
                  <a:pt x="4080764" y="33066"/>
                </a:moveTo>
                <a:lnTo>
                  <a:pt x="4067991" y="33066"/>
                </a:lnTo>
                <a:lnTo>
                  <a:pt x="4067991" y="116194"/>
                </a:lnTo>
                <a:lnTo>
                  <a:pt x="4080764" y="116194"/>
                </a:lnTo>
                <a:lnTo>
                  <a:pt x="4080764" y="33066"/>
                </a:lnTo>
                <a:close/>
              </a:path>
              <a:path w="6441440" h="835025">
                <a:moveTo>
                  <a:pt x="4069850" y="2742"/>
                </a:moveTo>
                <a:lnTo>
                  <a:pt x="4074486" y="19212"/>
                </a:lnTo>
                <a:lnTo>
                  <a:pt x="4076975" y="19212"/>
                </a:lnTo>
                <a:lnTo>
                  <a:pt x="4083578" y="8171"/>
                </a:lnTo>
                <a:lnTo>
                  <a:pt x="4069850" y="2742"/>
                </a:lnTo>
                <a:close/>
              </a:path>
              <a:path w="6441440" h="835025">
                <a:moveTo>
                  <a:pt x="4116929" y="5357"/>
                </a:moveTo>
                <a:lnTo>
                  <a:pt x="4104157" y="5357"/>
                </a:lnTo>
                <a:lnTo>
                  <a:pt x="4104157" y="116194"/>
                </a:lnTo>
                <a:lnTo>
                  <a:pt x="4116929" y="116194"/>
                </a:lnTo>
                <a:lnTo>
                  <a:pt x="4116929" y="5357"/>
                </a:lnTo>
                <a:close/>
              </a:path>
              <a:path w="6441440" h="835025">
                <a:moveTo>
                  <a:pt x="4153094" y="5357"/>
                </a:moveTo>
                <a:lnTo>
                  <a:pt x="4140322" y="5357"/>
                </a:lnTo>
                <a:lnTo>
                  <a:pt x="4140322" y="116194"/>
                </a:lnTo>
                <a:lnTo>
                  <a:pt x="4153094" y="116194"/>
                </a:lnTo>
                <a:lnTo>
                  <a:pt x="4153094" y="5357"/>
                </a:lnTo>
                <a:close/>
              </a:path>
              <a:path w="6441440" h="835025">
                <a:moveTo>
                  <a:pt x="4267532" y="31984"/>
                </a:moveTo>
                <a:lnTo>
                  <a:pt x="4249655" y="40914"/>
                </a:lnTo>
                <a:lnTo>
                  <a:pt x="4238939" y="58845"/>
                </a:lnTo>
                <a:lnTo>
                  <a:pt x="4237370" y="83650"/>
                </a:lnTo>
                <a:lnTo>
                  <a:pt x="4245253" y="103999"/>
                </a:lnTo>
                <a:lnTo>
                  <a:pt x="4260947" y="116140"/>
                </a:lnTo>
                <a:lnTo>
                  <a:pt x="4275037" y="117925"/>
                </a:lnTo>
                <a:lnTo>
                  <a:pt x="4282542" y="117925"/>
                </a:lnTo>
                <a:lnTo>
                  <a:pt x="4300401" y="108996"/>
                </a:lnTo>
                <a:lnTo>
                  <a:pt x="4301928" y="106452"/>
                </a:lnTo>
                <a:lnTo>
                  <a:pt x="4269336" y="106452"/>
                </a:lnTo>
                <a:lnTo>
                  <a:pt x="4257286" y="99146"/>
                </a:lnTo>
                <a:lnTo>
                  <a:pt x="4250142" y="69507"/>
                </a:lnTo>
                <a:lnTo>
                  <a:pt x="4264646" y="44937"/>
                </a:lnTo>
                <a:lnTo>
                  <a:pt x="4303521" y="44937"/>
                </a:lnTo>
                <a:lnTo>
                  <a:pt x="4289108" y="33770"/>
                </a:lnTo>
                <a:lnTo>
                  <a:pt x="4267532" y="31984"/>
                </a:lnTo>
                <a:close/>
              </a:path>
              <a:path w="6441440" h="835025">
                <a:moveTo>
                  <a:pt x="4303521" y="44937"/>
                </a:moveTo>
                <a:lnTo>
                  <a:pt x="4285428" y="44937"/>
                </a:lnTo>
                <a:lnTo>
                  <a:pt x="4299047" y="64329"/>
                </a:lnTo>
                <a:lnTo>
                  <a:pt x="4292788" y="99146"/>
                </a:lnTo>
                <a:lnTo>
                  <a:pt x="4275037" y="106452"/>
                </a:lnTo>
                <a:lnTo>
                  <a:pt x="4301928" y="106452"/>
                </a:lnTo>
                <a:lnTo>
                  <a:pt x="4311116" y="91154"/>
                </a:lnTo>
                <a:lnTo>
                  <a:pt x="4312704" y="66404"/>
                </a:lnTo>
                <a:lnTo>
                  <a:pt x="4304802" y="45929"/>
                </a:lnTo>
                <a:lnTo>
                  <a:pt x="4303521" y="44937"/>
                </a:lnTo>
                <a:close/>
              </a:path>
              <a:path w="6441440" h="835025">
                <a:moveTo>
                  <a:pt x="4344540" y="33066"/>
                </a:moveTo>
                <a:lnTo>
                  <a:pt x="4332200" y="33066"/>
                </a:lnTo>
                <a:lnTo>
                  <a:pt x="4332200" y="147366"/>
                </a:lnTo>
                <a:lnTo>
                  <a:pt x="4344973" y="147366"/>
                </a:lnTo>
                <a:lnTo>
                  <a:pt x="4344973" y="103421"/>
                </a:lnTo>
                <a:lnTo>
                  <a:pt x="4358296" y="103421"/>
                </a:lnTo>
                <a:lnTo>
                  <a:pt x="4352044" y="99741"/>
                </a:lnTo>
                <a:lnTo>
                  <a:pt x="4344756" y="74630"/>
                </a:lnTo>
                <a:lnTo>
                  <a:pt x="4351936" y="50006"/>
                </a:lnTo>
                <a:lnTo>
                  <a:pt x="4373981" y="43457"/>
                </a:lnTo>
                <a:lnTo>
                  <a:pt x="4395323" y="43457"/>
                </a:lnTo>
                <a:lnTo>
                  <a:pt x="4394741" y="42988"/>
                </a:lnTo>
                <a:lnTo>
                  <a:pt x="4348292" y="42988"/>
                </a:lnTo>
                <a:lnTo>
                  <a:pt x="4344540" y="33066"/>
                </a:lnTo>
                <a:close/>
              </a:path>
              <a:path w="6441440" h="835025">
                <a:moveTo>
                  <a:pt x="4358296" y="103421"/>
                </a:moveTo>
                <a:lnTo>
                  <a:pt x="4344973" y="103421"/>
                </a:lnTo>
                <a:lnTo>
                  <a:pt x="4377228" y="117925"/>
                </a:lnTo>
                <a:lnTo>
                  <a:pt x="4393951" y="109140"/>
                </a:lnTo>
                <a:lnTo>
                  <a:pt x="4395476" y="106452"/>
                </a:lnTo>
                <a:lnTo>
                  <a:pt x="4363445" y="106452"/>
                </a:lnTo>
                <a:lnTo>
                  <a:pt x="4358296" y="103421"/>
                </a:lnTo>
                <a:close/>
              </a:path>
              <a:path w="6441440" h="835025">
                <a:moveTo>
                  <a:pt x="4395323" y="43457"/>
                </a:moveTo>
                <a:lnTo>
                  <a:pt x="4373981" y="43457"/>
                </a:lnTo>
                <a:lnTo>
                  <a:pt x="4388340" y="54101"/>
                </a:lnTo>
                <a:lnTo>
                  <a:pt x="4391894" y="85923"/>
                </a:lnTo>
                <a:lnTo>
                  <a:pt x="4378364" y="105045"/>
                </a:lnTo>
                <a:lnTo>
                  <a:pt x="4363445" y="106452"/>
                </a:lnTo>
                <a:lnTo>
                  <a:pt x="4395476" y="106452"/>
                </a:lnTo>
                <a:lnTo>
                  <a:pt x="4404089" y="91281"/>
                </a:lnTo>
                <a:lnTo>
                  <a:pt x="4405586" y="66115"/>
                </a:lnTo>
                <a:lnTo>
                  <a:pt x="4398100" y="45694"/>
                </a:lnTo>
                <a:lnTo>
                  <a:pt x="4395323" y="43457"/>
                </a:lnTo>
                <a:close/>
              </a:path>
              <a:path w="6441440" h="835025">
                <a:moveTo>
                  <a:pt x="4364672" y="31984"/>
                </a:moveTo>
                <a:lnTo>
                  <a:pt x="4348292" y="42988"/>
                </a:lnTo>
                <a:lnTo>
                  <a:pt x="4394741" y="42988"/>
                </a:lnTo>
                <a:lnTo>
                  <a:pt x="4383253" y="33734"/>
                </a:lnTo>
                <a:lnTo>
                  <a:pt x="4364672" y="31984"/>
                </a:lnTo>
                <a:close/>
              </a:path>
              <a:path w="6441440" h="835025">
                <a:moveTo>
                  <a:pt x="4451118" y="31984"/>
                </a:moveTo>
                <a:lnTo>
                  <a:pt x="4433331" y="41148"/>
                </a:lnTo>
                <a:lnTo>
                  <a:pt x="4422724" y="59260"/>
                </a:lnTo>
                <a:lnTo>
                  <a:pt x="4421173" y="83794"/>
                </a:lnTo>
                <a:lnTo>
                  <a:pt x="4428966" y="104071"/>
                </a:lnTo>
                <a:lnTo>
                  <a:pt x="4445003" y="116158"/>
                </a:lnTo>
                <a:lnTo>
                  <a:pt x="4459922" y="117925"/>
                </a:lnTo>
                <a:lnTo>
                  <a:pt x="4479640" y="113560"/>
                </a:lnTo>
                <a:lnTo>
                  <a:pt x="4485367" y="106452"/>
                </a:lnTo>
                <a:lnTo>
                  <a:pt x="4454762" y="106452"/>
                </a:lnTo>
                <a:lnTo>
                  <a:pt x="4439393" y="97523"/>
                </a:lnTo>
                <a:lnTo>
                  <a:pt x="4437129" y="78960"/>
                </a:lnTo>
                <a:lnTo>
                  <a:pt x="4430265" y="78960"/>
                </a:lnTo>
                <a:lnTo>
                  <a:pt x="4430265" y="67919"/>
                </a:lnTo>
                <a:lnTo>
                  <a:pt x="4435782" y="67919"/>
                </a:lnTo>
                <a:lnTo>
                  <a:pt x="4434937" y="60992"/>
                </a:lnTo>
                <a:lnTo>
                  <a:pt x="4453536" y="43457"/>
                </a:lnTo>
                <a:lnTo>
                  <a:pt x="4483086" y="43457"/>
                </a:lnTo>
                <a:lnTo>
                  <a:pt x="4479513" y="37937"/>
                </a:lnTo>
                <a:lnTo>
                  <a:pt x="4451118" y="31984"/>
                </a:lnTo>
                <a:close/>
              </a:path>
              <a:path w="6441440" h="835025">
                <a:moveTo>
                  <a:pt x="4480704" y="93464"/>
                </a:moveTo>
                <a:lnTo>
                  <a:pt x="4479621" y="96350"/>
                </a:lnTo>
                <a:lnTo>
                  <a:pt x="4454762" y="106452"/>
                </a:lnTo>
                <a:lnTo>
                  <a:pt x="4485367" y="106452"/>
                </a:lnTo>
                <a:lnTo>
                  <a:pt x="4493043" y="96927"/>
                </a:lnTo>
                <a:lnTo>
                  <a:pt x="4480704" y="93464"/>
                </a:lnTo>
                <a:close/>
              </a:path>
              <a:path w="6441440" h="835025">
                <a:moveTo>
                  <a:pt x="4435782" y="67919"/>
                </a:moveTo>
                <a:lnTo>
                  <a:pt x="4430265" y="67919"/>
                </a:lnTo>
                <a:lnTo>
                  <a:pt x="4430265" y="78960"/>
                </a:lnTo>
                <a:lnTo>
                  <a:pt x="4437129" y="78960"/>
                </a:lnTo>
                <a:lnTo>
                  <a:pt x="4435782" y="67919"/>
                </a:lnTo>
                <a:close/>
              </a:path>
              <a:path w="6441440" h="835025">
                <a:moveTo>
                  <a:pt x="4483086" y="43457"/>
                </a:moveTo>
                <a:lnTo>
                  <a:pt x="4453536" y="43457"/>
                </a:lnTo>
                <a:lnTo>
                  <a:pt x="4474065" y="48779"/>
                </a:lnTo>
                <a:lnTo>
                  <a:pt x="4481353" y="67919"/>
                </a:lnTo>
                <a:lnTo>
                  <a:pt x="4435782" y="67919"/>
                </a:lnTo>
                <a:lnTo>
                  <a:pt x="4437129" y="78960"/>
                </a:lnTo>
                <a:lnTo>
                  <a:pt x="4494342" y="78960"/>
                </a:lnTo>
                <a:lnTo>
                  <a:pt x="4493404" y="60992"/>
                </a:lnTo>
                <a:lnTo>
                  <a:pt x="4493314" y="59260"/>
                </a:lnTo>
                <a:lnTo>
                  <a:pt x="4483086" y="43457"/>
                </a:lnTo>
                <a:close/>
              </a:path>
              <a:path w="6441440" h="835025">
                <a:moveTo>
                  <a:pt x="4526116" y="33139"/>
                </a:moveTo>
                <a:lnTo>
                  <a:pt x="4513770" y="33139"/>
                </a:lnTo>
                <a:lnTo>
                  <a:pt x="4513770" y="116194"/>
                </a:lnTo>
                <a:lnTo>
                  <a:pt x="4526543" y="116194"/>
                </a:lnTo>
                <a:lnTo>
                  <a:pt x="4526543" y="66187"/>
                </a:lnTo>
                <a:lnTo>
                  <a:pt x="4531143" y="50457"/>
                </a:lnTo>
                <a:lnTo>
                  <a:pt x="4545312" y="46055"/>
                </a:lnTo>
                <a:lnTo>
                  <a:pt x="4527192" y="46055"/>
                </a:lnTo>
                <a:lnTo>
                  <a:pt x="4526128" y="33283"/>
                </a:lnTo>
                <a:lnTo>
                  <a:pt x="4526116" y="33139"/>
                </a:lnTo>
                <a:close/>
              </a:path>
              <a:path w="6441440" h="835025">
                <a:moveTo>
                  <a:pt x="4571772" y="43457"/>
                </a:moveTo>
                <a:lnTo>
                  <a:pt x="4553675" y="43457"/>
                </a:lnTo>
                <a:lnTo>
                  <a:pt x="4565112" y="52621"/>
                </a:lnTo>
                <a:lnTo>
                  <a:pt x="4566807" y="116194"/>
                </a:lnTo>
                <a:lnTo>
                  <a:pt x="4579580" y="116194"/>
                </a:lnTo>
                <a:lnTo>
                  <a:pt x="4578446" y="52621"/>
                </a:lnTo>
                <a:lnTo>
                  <a:pt x="4578407" y="50457"/>
                </a:lnTo>
                <a:lnTo>
                  <a:pt x="4571772" y="43457"/>
                </a:lnTo>
                <a:close/>
              </a:path>
              <a:path w="6441440" h="835025">
                <a:moveTo>
                  <a:pt x="4561991" y="33139"/>
                </a:moveTo>
                <a:lnTo>
                  <a:pt x="4540037" y="33283"/>
                </a:lnTo>
                <a:lnTo>
                  <a:pt x="4527192" y="46055"/>
                </a:lnTo>
                <a:lnTo>
                  <a:pt x="4545312" y="46055"/>
                </a:lnTo>
                <a:lnTo>
                  <a:pt x="4553675" y="43457"/>
                </a:lnTo>
                <a:lnTo>
                  <a:pt x="4571772" y="43457"/>
                </a:lnTo>
                <a:lnTo>
                  <a:pt x="4561991" y="33139"/>
                </a:lnTo>
                <a:close/>
              </a:path>
              <a:path w="6441440" h="835025">
                <a:moveTo>
                  <a:pt x="4686099" y="13150"/>
                </a:moveTo>
                <a:lnTo>
                  <a:pt x="4673327" y="13150"/>
                </a:lnTo>
                <a:lnTo>
                  <a:pt x="4673327" y="95845"/>
                </a:lnTo>
                <a:lnTo>
                  <a:pt x="4678955" y="111034"/>
                </a:lnTo>
                <a:lnTo>
                  <a:pt x="4700188" y="117096"/>
                </a:lnTo>
                <a:lnTo>
                  <a:pt x="4686099" y="13150"/>
                </a:lnTo>
                <a:close/>
              </a:path>
              <a:path w="6441440" h="835025">
                <a:moveTo>
                  <a:pt x="4673327" y="33066"/>
                </a:moveTo>
                <a:lnTo>
                  <a:pt x="4660771" y="33066"/>
                </a:lnTo>
                <a:lnTo>
                  <a:pt x="4660771" y="43890"/>
                </a:lnTo>
                <a:lnTo>
                  <a:pt x="4673327" y="43890"/>
                </a:lnTo>
                <a:lnTo>
                  <a:pt x="4673327" y="33066"/>
                </a:lnTo>
                <a:close/>
              </a:path>
              <a:path w="6441440" h="835025">
                <a:moveTo>
                  <a:pt x="4703850" y="33066"/>
                </a:moveTo>
                <a:lnTo>
                  <a:pt x="4688798" y="33066"/>
                </a:lnTo>
                <a:lnTo>
                  <a:pt x="4690265" y="43890"/>
                </a:lnTo>
                <a:lnTo>
                  <a:pt x="4703850" y="43890"/>
                </a:lnTo>
                <a:lnTo>
                  <a:pt x="4703850" y="33066"/>
                </a:lnTo>
                <a:close/>
              </a:path>
              <a:path w="6441440" h="835025">
                <a:moveTo>
                  <a:pt x="4737620" y="5357"/>
                </a:moveTo>
                <a:lnTo>
                  <a:pt x="4724848" y="5357"/>
                </a:lnTo>
                <a:lnTo>
                  <a:pt x="4724848" y="116194"/>
                </a:lnTo>
                <a:lnTo>
                  <a:pt x="4737620" y="116194"/>
                </a:lnTo>
                <a:lnTo>
                  <a:pt x="4737620" y="66187"/>
                </a:lnTo>
                <a:lnTo>
                  <a:pt x="4742346" y="50457"/>
                </a:lnTo>
                <a:lnTo>
                  <a:pt x="4756913" y="46055"/>
                </a:lnTo>
                <a:lnTo>
                  <a:pt x="4738702" y="46055"/>
                </a:lnTo>
                <a:lnTo>
                  <a:pt x="4737620" y="5357"/>
                </a:lnTo>
                <a:close/>
              </a:path>
              <a:path w="6441440" h="835025">
                <a:moveTo>
                  <a:pt x="4786238" y="43457"/>
                </a:moveTo>
                <a:lnTo>
                  <a:pt x="4765510" y="43457"/>
                </a:lnTo>
                <a:lnTo>
                  <a:pt x="4777037" y="52531"/>
                </a:lnTo>
                <a:lnTo>
                  <a:pt x="4778751" y="116194"/>
                </a:lnTo>
                <a:lnTo>
                  <a:pt x="4791523" y="116194"/>
                </a:lnTo>
                <a:lnTo>
                  <a:pt x="4791523" y="63373"/>
                </a:lnTo>
                <a:lnTo>
                  <a:pt x="4786238" y="43457"/>
                </a:lnTo>
                <a:close/>
              </a:path>
              <a:path w="6441440" h="835025">
                <a:moveTo>
                  <a:pt x="4773790" y="33120"/>
                </a:moveTo>
                <a:lnTo>
                  <a:pt x="4751402" y="33265"/>
                </a:lnTo>
                <a:lnTo>
                  <a:pt x="4738702" y="46055"/>
                </a:lnTo>
                <a:lnTo>
                  <a:pt x="4756913" y="46055"/>
                </a:lnTo>
                <a:lnTo>
                  <a:pt x="4765510" y="43457"/>
                </a:lnTo>
                <a:lnTo>
                  <a:pt x="4786238" y="43457"/>
                </a:lnTo>
                <a:lnTo>
                  <a:pt x="4785606" y="41076"/>
                </a:lnTo>
                <a:lnTo>
                  <a:pt x="4773790" y="33120"/>
                </a:lnTo>
                <a:close/>
              </a:path>
              <a:path w="6441440" h="835025">
                <a:moveTo>
                  <a:pt x="4840938" y="31984"/>
                </a:moveTo>
                <a:lnTo>
                  <a:pt x="4823151" y="41148"/>
                </a:lnTo>
                <a:lnTo>
                  <a:pt x="4812544" y="59260"/>
                </a:lnTo>
                <a:lnTo>
                  <a:pt x="4810993" y="83794"/>
                </a:lnTo>
                <a:lnTo>
                  <a:pt x="4818786" y="104071"/>
                </a:lnTo>
                <a:lnTo>
                  <a:pt x="4834823" y="116158"/>
                </a:lnTo>
                <a:lnTo>
                  <a:pt x="4849742" y="117925"/>
                </a:lnTo>
                <a:lnTo>
                  <a:pt x="4869460" y="113560"/>
                </a:lnTo>
                <a:lnTo>
                  <a:pt x="4875187" y="106452"/>
                </a:lnTo>
                <a:lnTo>
                  <a:pt x="4844582" y="106452"/>
                </a:lnTo>
                <a:lnTo>
                  <a:pt x="4829213" y="97523"/>
                </a:lnTo>
                <a:lnTo>
                  <a:pt x="4826949" y="78960"/>
                </a:lnTo>
                <a:lnTo>
                  <a:pt x="4820085" y="78960"/>
                </a:lnTo>
                <a:lnTo>
                  <a:pt x="4820085" y="67919"/>
                </a:lnTo>
                <a:lnTo>
                  <a:pt x="4825602" y="67919"/>
                </a:lnTo>
                <a:lnTo>
                  <a:pt x="4824757" y="60992"/>
                </a:lnTo>
                <a:lnTo>
                  <a:pt x="4843356" y="43457"/>
                </a:lnTo>
                <a:lnTo>
                  <a:pt x="4872906" y="43457"/>
                </a:lnTo>
                <a:lnTo>
                  <a:pt x="4869333" y="37937"/>
                </a:lnTo>
                <a:lnTo>
                  <a:pt x="4840938" y="31984"/>
                </a:lnTo>
                <a:close/>
              </a:path>
              <a:path w="6441440" h="835025">
                <a:moveTo>
                  <a:pt x="4870524" y="93464"/>
                </a:moveTo>
                <a:lnTo>
                  <a:pt x="4869441" y="96350"/>
                </a:lnTo>
                <a:lnTo>
                  <a:pt x="4844582" y="106452"/>
                </a:lnTo>
                <a:lnTo>
                  <a:pt x="4875187" y="106452"/>
                </a:lnTo>
                <a:lnTo>
                  <a:pt x="4882863" y="96927"/>
                </a:lnTo>
                <a:lnTo>
                  <a:pt x="4870524" y="93464"/>
                </a:lnTo>
                <a:close/>
              </a:path>
              <a:path w="6441440" h="835025">
                <a:moveTo>
                  <a:pt x="4825602" y="67919"/>
                </a:moveTo>
                <a:lnTo>
                  <a:pt x="4820085" y="67919"/>
                </a:lnTo>
                <a:lnTo>
                  <a:pt x="4820085" y="78960"/>
                </a:lnTo>
                <a:lnTo>
                  <a:pt x="4826949" y="78960"/>
                </a:lnTo>
                <a:lnTo>
                  <a:pt x="4825602" y="67919"/>
                </a:lnTo>
                <a:close/>
              </a:path>
              <a:path w="6441440" h="835025">
                <a:moveTo>
                  <a:pt x="4872906" y="43457"/>
                </a:moveTo>
                <a:lnTo>
                  <a:pt x="4843356" y="43457"/>
                </a:lnTo>
                <a:lnTo>
                  <a:pt x="4863885" y="48779"/>
                </a:lnTo>
                <a:lnTo>
                  <a:pt x="4871173" y="67919"/>
                </a:lnTo>
                <a:lnTo>
                  <a:pt x="4825602" y="67919"/>
                </a:lnTo>
                <a:lnTo>
                  <a:pt x="4826949" y="78960"/>
                </a:lnTo>
                <a:lnTo>
                  <a:pt x="4884162" y="78960"/>
                </a:lnTo>
                <a:lnTo>
                  <a:pt x="4883224" y="60992"/>
                </a:lnTo>
                <a:lnTo>
                  <a:pt x="4883134" y="59260"/>
                </a:lnTo>
                <a:lnTo>
                  <a:pt x="4872906" y="43457"/>
                </a:lnTo>
                <a:close/>
              </a:path>
              <a:path w="6441440" h="835025">
                <a:moveTo>
                  <a:pt x="5042897" y="105153"/>
                </a:moveTo>
                <a:lnTo>
                  <a:pt x="5033405" y="112080"/>
                </a:lnTo>
                <a:lnTo>
                  <a:pt x="5044353" y="126585"/>
                </a:lnTo>
                <a:lnTo>
                  <a:pt x="5059074" y="126585"/>
                </a:lnTo>
                <a:lnTo>
                  <a:pt x="5042897" y="105153"/>
                </a:lnTo>
                <a:close/>
              </a:path>
              <a:path w="6441440" h="835025">
                <a:moveTo>
                  <a:pt x="5007802" y="4275"/>
                </a:moveTo>
                <a:lnTo>
                  <a:pt x="4979613" y="19158"/>
                </a:lnTo>
                <a:lnTo>
                  <a:pt x="4966168" y="52306"/>
                </a:lnTo>
                <a:lnTo>
                  <a:pt x="4972104" y="91082"/>
                </a:lnTo>
                <a:lnTo>
                  <a:pt x="4995192" y="113812"/>
                </a:lnTo>
                <a:lnTo>
                  <a:pt x="5028090" y="115977"/>
                </a:lnTo>
                <a:lnTo>
                  <a:pt x="5033405" y="112080"/>
                </a:lnTo>
                <a:lnTo>
                  <a:pt x="5028177" y="105153"/>
                </a:lnTo>
                <a:lnTo>
                  <a:pt x="5007985" y="105153"/>
                </a:lnTo>
                <a:lnTo>
                  <a:pt x="4991046" y="96675"/>
                </a:lnTo>
                <a:lnTo>
                  <a:pt x="4980348" y="78473"/>
                </a:lnTo>
                <a:lnTo>
                  <a:pt x="4978826" y="52306"/>
                </a:lnTo>
                <a:lnTo>
                  <a:pt x="4978761" y="51178"/>
                </a:lnTo>
                <a:lnTo>
                  <a:pt x="4986734" y="29873"/>
                </a:lnTo>
                <a:lnTo>
                  <a:pt x="5001906" y="18093"/>
                </a:lnTo>
                <a:lnTo>
                  <a:pt x="5021406" y="16398"/>
                </a:lnTo>
                <a:lnTo>
                  <a:pt x="5044212" y="16398"/>
                </a:lnTo>
                <a:lnTo>
                  <a:pt x="5039915" y="10769"/>
                </a:lnTo>
                <a:lnTo>
                  <a:pt x="5007802" y="4275"/>
                </a:lnTo>
                <a:close/>
              </a:path>
              <a:path w="6441440" h="835025">
                <a:moveTo>
                  <a:pt x="5025087" y="81557"/>
                </a:moveTo>
                <a:lnTo>
                  <a:pt x="5010366" y="81557"/>
                </a:lnTo>
                <a:lnTo>
                  <a:pt x="5033405" y="112080"/>
                </a:lnTo>
                <a:lnTo>
                  <a:pt x="5042850" y="105153"/>
                </a:lnTo>
                <a:lnTo>
                  <a:pt x="5041652" y="103504"/>
                </a:lnTo>
                <a:lnTo>
                  <a:pt x="5027408" y="103504"/>
                </a:lnTo>
                <a:lnTo>
                  <a:pt x="5036389" y="96531"/>
                </a:lnTo>
                <a:lnTo>
                  <a:pt x="5025087" y="81557"/>
                </a:lnTo>
                <a:close/>
              </a:path>
              <a:path w="6441440" h="835025">
                <a:moveTo>
                  <a:pt x="5026932" y="103504"/>
                </a:moveTo>
                <a:lnTo>
                  <a:pt x="5007985" y="105153"/>
                </a:lnTo>
                <a:lnTo>
                  <a:pt x="5028177" y="105153"/>
                </a:lnTo>
                <a:lnTo>
                  <a:pt x="5026932" y="103504"/>
                </a:lnTo>
                <a:close/>
              </a:path>
              <a:path w="6441440" h="835025">
                <a:moveTo>
                  <a:pt x="5044212" y="16398"/>
                </a:moveTo>
                <a:lnTo>
                  <a:pt x="5021406" y="16398"/>
                </a:lnTo>
                <a:lnTo>
                  <a:pt x="5042639" y="29873"/>
                </a:lnTo>
                <a:lnTo>
                  <a:pt x="5050631" y="60775"/>
                </a:lnTo>
                <a:lnTo>
                  <a:pt x="5050631" y="70373"/>
                </a:lnTo>
                <a:lnTo>
                  <a:pt x="5042639" y="91678"/>
                </a:lnTo>
                <a:lnTo>
                  <a:pt x="5036389" y="96531"/>
                </a:lnTo>
                <a:lnTo>
                  <a:pt x="5042897" y="105153"/>
                </a:lnTo>
                <a:lnTo>
                  <a:pt x="5045099" y="103504"/>
                </a:lnTo>
                <a:lnTo>
                  <a:pt x="5053828" y="97103"/>
                </a:lnTo>
                <a:lnTo>
                  <a:pt x="5063619" y="60775"/>
                </a:lnTo>
                <a:lnTo>
                  <a:pt x="5060058" y="37152"/>
                </a:lnTo>
                <a:lnTo>
                  <a:pt x="5044212" y="16398"/>
                </a:lnTo>
                <a:close/>
              </a:path>
              <a:path w="6441440" h="835025">
                <a:moveTo>
                  <a:pt x="5036389" y="96531"/>
                </a:moveTo>
                <a:lnTo>
                  <a:pt x="5027408" y="103504"/>
                </a:lnTo>
                <a:lnTo>
                  <a:pt x="5041652" y="103504"/>
                </a:lnTo>
                <a:lnTo>
                  <a:pt x="5036497" y="96675"/>
                </a:lnTo>
                <a:lnTo>
                  <a:pt x="5036389" y="96531"/>
                </a:lnTo>
                <a:close/>
              </a:path>
              <a:path w="6441440" h="835025">
                <a:moveTo>
                  <a:pt x="5086187" y="5357"/>
                </a:moveTo>
                <a:lnTo>
                  <a:pt x="5086187" y="116194"/>
                </a:lnTo>
                <a:lnTo>
                  <a:pt x="5099609" y="116194"/>
                </a:lnTo>
                <a:lnTo>
                  <a:pt x="5099609" y="72898"/>
                </a:lnTo>
                <a:lnTo>
                  <a:pt x="5093547" y="72898"/>
                </a:lnTo>
                <a:lnTo>
                  <a:pt x="5093547" y="60775"/>
                </a:lnTo>
                <a:lnTo>
                  <a:pt x="5099609" y="60227"/>
                </a:lnTo>
                <a:lnTo>
                  <a:pt x="5099609" y="17264"/>
                </a:lnTo>
                <a:lnTo>
                  <a:pt x="5154750" y="17264"/>
                </a:lnTo>
                <a:lnTo>
                  <a:pt x="5154630" y="16740"/>
                </a:lnTo>
                <a:lnTo>
                  <a:pt x="5139405" y="6837"/>
                </a:lnTo>
                <a:lnTo>
                  <a:pt x="5086187" y="5357"/>
                </a:lnTo>
                <a:close/>
              </a:path>
              <a:path w="6441440" h="835025">
                <a:moveTo>
                  <a:pt x="5138358" y="66404"/>
                </a:moveTo>
                <a:lnTo>
                  <a:pt x="5123205" y="66404"/>
                </a:lnTo>
                <a:lnTo>
                  <a:pt x="5150048" y="116194"/>
                </a:lnTo>
                <a:lnTo>
                  <a:pt x="5165635" y="116194"/>
                </a:lnTo>
                <a:lnTo>
                  <a:pt x="5141916" y="72898"/>
                </a:lnTo>
                <a:lnTo>
                  <a:pt x="5132441" y="72898"/>
                </a:lnTo>
                <a:lnTo>
                  <a:pt x="5140228" y="69816"/>
                </a:lnTo>
                <a:lnTo>
                  <a:pt x="5138358" y="66404"/>
                </a:lnTo>
                <a:close/>
              </a:path>
              <a:path w="6441440" h="835025">
                <a:moveTo>
                  <a:pt x="5099609" y="60227"/>
                </a:moveTo>
                <a:lnTo>
                  <a:pt x="5093547" y="60775"/>
                </a:lnTo>
                <a:lnTo>
                  <a:pt x="5093547" y="72898"/>
                </a:lnTo>
                <a:lnTo>
                  <a:pt x="5099609" y="72898"/>
                </a:lnTo>
                <a:lnTo>
                  <a:pt x="5099609" y="60227"/>
                </a:lnTo>
                <a:close/>
              </a:path>
              <a:path w="6441440" h="835025">
                <a:moveTo>
                  <a:pt x="5154750" y="17264"/>
                </a:moveTo>
                <a:lnTo>
                  <a:pt x="5099609" y="17264"/>
                </a:lnTo>
                <a:lnTo>
                  <a:pt x="5134011" y="18184"/>
                </a:lnTo>
                <a:lnTo>
                  <a:pt x="5147270" y="31028"/>
                </a:lnTo>
                <a:lnTo>
                  <a:pt x="5141353" y="56446"/>
                </a:lnTo>
                <a:lnTo>
                  <a:pt x="5099609" y="60227"/>
                </a:lnTo>
                <a:lnTo>
                  <a:pt x="5099609" y="72898"/>
                </a:lnTo>
                <a:lnTo>
                  <a:pt x="5126706" y="72898"/>
                </a:lnTo>
                <a:lnTo>
                  <a:pt x="5123205" y="66404"/>
                </a:lnTo>
                <a:lnTo>
                  <a:pt x="5148849" y="66404"/>
                </a:lnTo>
                <a:lnTo>
                  <a:pt x="5150535" y="65736"/>
                </a:lnTo>
                <a:lnTo>
                  <a:pt x="5161305" y="45875"/>
                </a:lnTo>
                <a:lnTo>
                  <a:pt x="5154750" y="17264"/>
                </a:lnTo>
                <a:close/>
              </a:path>
              <a:path w="6441440" h="835025">
                <a:moveTo>
                  <a:pt x="5140228" y="69816"/>
                </a:moveTo>
                <a:lnTo>
                  <a:pt x="5132441" y="72898"/>
                </a:lnTo>
                <a:lnTo>
                  <a:pt x="5141916" y="72898"/>
                </a:lnTo>
                <a:lnTo>
                  <a:pt x="5140228" y="69816"/>
                </a:lnTo>
                <a:close/>
              </a:path>
              <a:path w="6441440" h="835025">
                <a:moveTo>
                  <a:pt x="5148849" y="66404"/>
                </a:moveTo>
                <a:lnTo>
                  <a:pt x="5138358" y="66404"/>
                </a:lnTo>
                <a:lnTo>
                  <a:pt x="5140228" y="69816"/>
                </a:lnTo>
                <a:lnTo>
                  <a:pt x="5148849" y="66404"/>
                </a:lnTo>
                <a:close/>
              </a:path>
              <a:path w="6441440" h="835025">
                <a:moveTo>
                  <a:pt x="5259057" y="33066"/>
                </a:moveTo>
                <a:lnTo>
                  <a:pt x="5246717" y="33066"/>
                </a:lnTo>
                <a:lnTo>
                  <a:pt x="5246717" y="147366"/>
                </a:lnTo>
                <a:lnTo>
                  <a:pt x="5259490" y="147366"/>
                </a:lnTo>
                <a:lnTo>
                  <a:pt x="5259490" y="103421"/>
                </a:lnTo>
                <a:lnTo>
                  <a:pt x="5272813" y="103421"/>
                </a:lnTo>
                <a:lnTo>
                  <a:pt x="5266561" y="99741"/>
                </a:lnTo>
                <a:lnTo>
                  <a:pt x="5259273" y="74630"/>
                </a:lnTo>
                <a:lnTo>
                  <a:pt x="5266453" y="50006"/>
                </a:lnTo>
                <a:lnTo>
                  <a:pt x="5288498" y="43457"/>
                </a:lnTo>
                <a:lnTo>
                  <a:pt x="5309840" y="43457"/>
                </a:lnTo>
                <a:lnTo>
                  <a:pt x="5309258" y="42988"/>
                </a:lnTo>
                <a:lnTo>
                  <a:pt x="5262809" y="42988"/>
                </a:lnTo>
                <a:lnTo>
                  <a:pt x="5259057" y="33066"/>
                </a:lnTo>
                <a:close/>
              </a:path>
              <a:path w="6441440" h="835025">
                <a:moveTo>
                  <a:pt x="5272813" y="103421"/>
                </a:moveTo>
                <a:lnTo>
                  <a:pt x="5259490" y="103421"/>
                </a:lnTo>
                <a:lnTo>
                  <a:pt x="5291745" y="117925"/>
                </a:lnTo>
                <a:lnTo>
                  <a:pt x="5308468" y="109140"/>
                </a:lnTo>
                <a:lnTo>
                  <a:pt x="5309993" y="106452"/>
                </a:lnTo>
                <a:lnTo>
                  <a:pt x="5277962" y="106452"/>
                </a:lnTo>
                <a:lnTo>
                  <a:pt x="5272813" y="103421"/>
                </a:lnTo>
                <a:close/>
              </a:path>
              <a:path w="6441440" h="835025">
                <a:moveTo>
                  <a:pt x="5309840" y="43457"/>
                </a:moveTo>
                <a:lnTo>
                  <a:pt x="5288498" y="43457"/>
                </a:lnTo>
                <a:lnTo>
                  <a:pt x="5302857" y="54101"/>
                </a:lnTo>
                <a:lnTo>
                  <a:pt x="5306411" y="85923"/>
                </a:lnTo>
                <a:lnTo>
                  <a:pt x="5292881" y="105045"/>
                </a:lnTo>
                <a:lnTo>
                  <a:pt x="5277962" y="106452"/>
                </a:lnTo>
                <a:lnTo>
                  <a:pt x="5309993" y="106452"/>
                </a:lnTo>
                <a:lnTo>
                  <a:pt x="5318606" y="91281"/>
                </a:lnTo>
                <a:lnTo>
                  <a:pt x="5320103" y="66115"/>
                </a:lnTo>
                <a:lnTo>
                  <a:pt x="5312617" y="45694"/>
                </a:lnTo>
                <a:lnTo>
                  <a:pt x="5309840" y="43457"/>
                </a:lnTo>
                <a:close/>
              </a:path>
              <a:path w="6441440" h="835025">
                <a:moveTo>
                  <a:pt x="5279189" y="31984"/>
                </a:moveTo>
                <a:lnTo>
                  <a:pt x="5262809" y="42988"/>
                </a:lnTo>
                <a:lnTo>
                  <a:pt x="5309258" y="42988"/>
                </a:lnTo>
                <a:lnTo>
                  <a:pt x="5297770" y="33734"/>
                </a:lnTo>
                <a:lnTo>
                  <a:pt x="5279189" y="31984"/>
                </a:lnTo>
                <a:close/>
              </a:path>
              <a:path w="6441440" h="835025">
                <a:moveTo>
                  <a:pt x="5396961" y="44576"/>
                </a:moveTo>
                <a:lnTo>
                  <a:pt x="5360963" y="44576"/>
                </a:lnTo>
                <a:lnTo>
                  <a:pt x="5382106" y="44720"/>
                </a:lnTo>
                <a:lnTo>
                  <a:pt x="5389376" y="60126"/>
                </a:lnTo>
                <a:lnTo>
                  <a:pt x="5336628" y="83975"/>
                </a:lnTo>
                <a:lnTo>
                  <a:pt x="5342004" y="110241"/>
                </a:lnTo>
                <a:lnTo>
                  <a:pt x="5364048" y="118142"/>
                </a:lnTo>
                <a:lnTo>
                  <a:pt x="5368883" y="118142"/>
                </a:lnTo>
                <a:lnTo>
                  <a:pt x="5387860" y="106741"/>
                </a:lnTo>
                <a:lnTo>
                  <a:pt x="5361009" y="106741"/>
                </a:lnTo>
                <a:lnTo>
                  <a:pt x="5348462" y="97685"/>
                </a:lnTo>
                <a:lnTo>
                  <a:pt x="5352726" y="83975"/>
                </a:lnTo>
                <a:lnTo>
                  <a:pt x="5352827" y="83650"/>
                </a:lnTo>
                <a:lnTo>
                  <a:pt x="5402148" y="83650"/>
                </a:lnTo>
                <a:lnTo>
                  <a:pt x="5402148" y="54822"/>
                </a:lnTo>
                <a:lnTo>
                  <a:pt x="5397034" y="44720"/>
                </a:lnTo>
                <a:lnTo>
                  <a:pt x="5396961" y="44576"/>
                </a:lnTo>
                <a:close/>
              </a:path>
              <a:path w="6441440" h="835025">
                <a:moveTo>
                  <a:pt x="5402148" y="83650"/>
                </a:moveTo>
                <a:lnTo>
                  <a:pt x="5352827" y="83650"/>
                </a:lnTo>
                <a:lnTo>
                  <a:pt x="5389376" y="86103"/>
                </a:lnTo>
                <a:lnTo>
                  <a:pt x="5384902" y="99146"/>
                </a:lnTo>
                <a:lnTo>
                  <a:pt x="5365815" y="106741"/>
                </a:lnTo>
                <a:lnTo>
                  <a:pt x="5387860" y="106741"/>
                </a:lnTo>
                <a:lnTo>
                  <a:pt x="5389376" y="116194"/>
                </a:lnTo>
                <a:lnTo>
                  <a:pt x="5402148" y="116194"/>
                </a:lnTo>
                <a:lnTo>
                  <a:pt x="5402148" y="83650"/>
                </a:lnTo>
                <a:close/>
              </a:path>
              <a:path w="6441440" h="835025">
                <a:moveTo>
                  <a:pt x="5354343" y="34834"/>
                </a:moveTo>
                <a:lnTo>
                  <a:pt x="5338071" y="51467"/>
                </a:lnTo>
                <a:lnTo>
                  <a:pt x="5350193" y="55796"/>
                </a:lnTo>
                <a:lnTo>
                  <a:pt x="5360963" y="44576"/>
                </a:lnTo>
                <a:lnTo>
                  <a:pt x="5396961" y="44576"/>
                </a:lnTo>
                <a:lnTo>
                  <a:pt x="5394012" y="38749"/>
                </a:lnTo>
                <a:lnTo>
                  <a:pt x="5354343" y="34834"/>
                </a:lnTo>
                <a:close/>
              </a:path>
              <a:path w="6441440" h="835025">
                <a:moveTo>
                  <a:pt x="5437817" y="128533"/>
                </a:moveTo>
                <a:lnTo>
                  <a:pt x="5425027" y="132429"/>
                </a:lnTo>
                <a:lnTo>
                  <a:pt x="5459014" y="149098"/>
                </a:lnTo>
                <a:lnTo>
                  <a:pt x="5482538" y="143813"/>
                </a:lnTo>
                <a:lnTo>
                  <a:pt x="5487781" y="137841"/>
                </a:lnTo>
                <a:lnTo>
                  <a:pt x="5453999" y="137841"/>
                </a:lnTo>
                <a:lnTo>
                  <a:pt x="5437817" y="128533"/>
                </a:lnTo>
                <a:close/>
              </a:path>
              <a:path w="6441440" h="835025">
                <a:moveTo>
                  <a:pt x="5493776" y="104215"/>
                </a:moveTo>
                <a:lnTo>
                  <a:pt x="5478822" y="104215"/>
                </a:lnTo>
                <a:lnTo>
                  <a:pt x="5482177" y="124636"/>
                </a:lnTo>
                <a:lnTo>
                  <a:pt x="5471263" y="136218"/>
                </a:lnTo>
                <a:lnTo>
                  <a:pt x="5453999" y="137841"/>
                </a:lnTo>
                <a:lnTo>
                  <a:pt x="5487781" y="137841"/>
                </a:lnTo>
                <a:lnTo>
                  <a:pt x="5493326" y="131527"/>
                </a:lnTo>
                <a:lnTo>
                  <a:pt x="5493776" y="104215"/>
                </a:lnTo>
                <a:close/>
              </a:path>
              <a:path w="6441440" h="835025">
                <a:moveTo>
                  <a:pt x="5450066" y="31984"/>
                </a:moveTo>
                <a:lnTo>
                  <a:pt x="5433217" y="40697"/>
                </a:lnTo>
                <a:lnTo>
                  <a:pt x="5423061" y="58268"/>
                </a:lnTo>
                <a:lnTo>
                  <a:pt x="5421563" y="82856"/>
                </a:lnTo>
                <a:lnTo>
                  <a:pt x="5429266" y="102339"/>
                </a:lnTo>
                <a:lnTo>
                  <a:pt x="5444113" y="113307"/>
                </a:lnTo>
                <a:lnTo>
                  <a:pt x="5462261" y="114895"/>
                </a:lnTo>
                <a:lnTo>
                  <a:pt x="5478822" y="104215"/>
                </a:lnTo>
                <a:lnTo>
                  <a:pt x="5493776" y="104215"/>
                </a:lnTo>
                <a:lnTo>
                  <a:pt x="5493789" y="103421"/>
                </a:lnTo>
                <a:lnTo>
                  <a:pt x="5453241" y="103421"/>
                </a:lnTo>
                <a:lnTo>
                  <a:pt x="5438881" y="93698"/>
                </a:lnTo>
                <a:lnTo>
                  <a:pt x="5435220" y="63229"/>
                </a:lnTo>
                <a:lnTo>
                  <a:pt x="5448659" y="44828"/>
                </a:lnTo>
                <a:lnTo>
                  <a:pt x="5479323" y="44828"/>
                </a:lnTo>
                <a:lnTo>
                  <a:pt x="5450066" y="31984"/>
                </a:lnTo>
                <a:close/>
              </a:path>
              <a:path w="6441440" h="835025">
                <a:moveTo>
                  <a:pt x="5479323" y="44828"/>
                </a:moveTo>
                <a:lnTo>
                  <a:pt x="5468196" y="44828"/>
                </a:lnTo>
                <a:lnTo>
                  <a:pt x="5481492" y="62706"/>
                </a:lnTo>
                <a:lnTo>
                  <a:pt x="5477851" y="93698"/>
                </a:lnTo>
                <a:lnTo>
                  <a:pt x="5477793" y="94185"/>
                </a:lnTo>
                <a:lnTo>
                  <a:pt x="5458581" y="103421"/>
                </a:lnTo>
                <a:lnTo>
                  <a:pt x="5493789" y="103421"/>
                </a:lnTo>
                <a:lnTo>
                  <a:pt x="5494732" y="46271"/>
                </a:lnTo>
                <a:lnTo>
                  <a:pt x="5482610" y="46271"/>
                </a:lnTo>
                <a:lnTo>
                  <a:pt x="5479323" y="44828"/>
                </a:lnTo>
                <a:close/>
              </a:path>
              <a:path w="6441440" h="835025">
                <a:moveTo>
                  <a:pt x="5494949" y="33066"/>
                </a:moveTo>
                <a:lnTo>
                  <a:pt x="5482610" y="33066"/>
                </a:lnTo>
                <a:lnTo>
                  <a:pt x="5482610" y="46271"/>
                </a:lnTo>
                <a:lnTo>
                  <a:pt x="5494732" y="46271"/>
                </a:lnTo>
                <a:lnTo>
                  <a:pt x="5494823" y="40697"/>
                </a:lnTo>
                <a:lnTo>
                  <a:pt x="5494949" y="33066"/>
                </a:lnTo>
                <a:close/>
              </a:path>
              <a:path w="6441440" h="835025">
                <a:moveTo>
                  <a:pt x="5544378" y="31984"/>
                </a:moveTo>
                <a:lnTo>
                  <a:pt x="5526591" y="41148"/>
                </a:lnTo>
                <a:lnTo>
                  <a:pt x="5515984" y="59260"/>
                </a:lnTo>
                <a:lnTo>
                  <a:pt x="5514432" y="83794"/>
                </a:lnTo>
                <a:lnTo>
                  <a:pt x="5522225" y="104071"/>
                </a:lnTo>
                <a:lnTo>
                  <a:pt x="5538263" y="116158"/>
                </a:lnTo>
                <a:lnTo>
                  <a:pt x="5553181" y="117925"/>
                </a:lnTo>
                <a:lnTo>
                  <a:pt x="5572899" y="113560"/>
                </a:lnTo>
                <a:lnTo>
                  <a:pt x="5578627" y="106452"/>
                </a:lnTo>
                <a:lnTo>
                  <a:pt x="5548022" y="106452"/>
                </a:lnTo>
                <a:lnTo>
                  <a:pt x="5532652" y="97523"/>
                </a:lnTo>
                <a:lnTo>
                  <a:pt x="5530388" y="78960"/>
                </a:lnTo>
                <a:lnTo>
                  <a:pt x="5523524" y="78960"/>
                </a:lnTo>
                <a:lnTo>
                  <a:pt x="5523524" y="67919"/>
                </a:lnTo>
                <a:lnTo>
                  <a:pt x="5529041" y="67919"/>
                </a:lnTo>
                <a:lnTo>
                  <a:pt x="5528196" y="60992"/>
                </a:lnTo>
                <a:lnTo>
                  <a:pt x="5546795" y="43457"/>
                </a:lnTo>
                <a:lnTo>
                  <a:pt x="5576345" y="43457"/>
                </a:lnTo>
                <a:lnTo>
                  <a:pt x="5572772" y="37937"/>
                </a:lnTo>
                <a:lnTo>
                  <a:pt x="5544378" y="31984"/>
                </a:lnTo>
                <a:close/>
              </a:path>
              <a:path w="6441440" h="835025">
                <a:moveTo>
                  <a:pt x="5573963" y="93464"/>
                </a:moveTo>
                <a:lnTo>
                  <a:pt x="5572881" y="96350"/>
                </a:lnTo>
                <a:lnTo>
                  <a:pt x="5548022" y="106452"/>
                </a:lnTo>
                <a:lnTo>
                  <a:pt x="5578627" y="106452"/>
                </a:lnTo>
                <a:lnTo>
                  <a:pt x="5586303" y="96927"/>
                </a:lnTo>
                <a:lnTo>
                  <a:pt x="5573963" y="93464"/>
                </a:lnTo>
                <a:close/>
              </a:path>
              <a:path w="6441440" h="835025">
                <a:moveTo>
                  <a:pt x="5529041" y="67919"/>
                </a:moveTo>
                <a:lnTo>
                  <a:pt x="5523524" y="67919"/>
                </a:lnTo>
                <a:lnTo>
                  <a:pt x="5523524" y="78960"/>
                </a:lnTo>
                <a:lnTo>
                  <a:pt x="5530388" y="78960"/>
                </a:lnTo>
                <a:lnTo>
                  <a:pt x="5529041" y="67919"/>
                </a:lnTo>
                <a:close/>
              </a:path>
              <a:path w="6441440" h="835025">
                <a:moveTo>
                  <a:pt x="5576345" y="43457"/>
                </a:moveTo>
                <a:lnTo>
                  <a:pt x="5546795" y="43457"/>
                </a:lnTo>
                <a:lnTo>
                  <a:pt x="5567325" y="48779"/>
                </a:lnTo>
                <a:lnTo>
                  <a:pt x="5574613" y="67919"/>
                </a:lnTo>
                <a:lnTo>
                  <a:pt x="5529041" y="67919"/>
                </a:lnTo>
                <a:lnTo>
                  <a:pt x="5530388" y="78960"/>
                </a:lnTo>
                <a:lnTo>
                  <a:pt x="5587601" y="78960"/>
                </a:lnTo>
                <a:lnTo>
                  <a:pt x="5586664" y="60992"/>
                </a:lnTo>
                <a:lnTo>
                  <a:pt x="5586573" y="59260"/>
                </a:lnTo>
                <a:lnTo>
                  <a:pt x="5576345" y="43457"/>
                </a:lnTo>
                <a:close/>
              </a:path>
              <a:path w="6441440" h="835025">
                <a:moveTo>
                  <a:pt x="5626080" y="101040"/>
                </a:moveTo>
                <a:lnTo>
                  <a:pt x="5612226" y="101040"/>
                </a:lnTo>
                <a:lnTo>
                  <a:pt x="5605515" y="143253"/>
                </a:lnTo>
                <a:lnTo>
                  <a:pt x="5615256" y="143253"/>
                </a:lnTo>
                <a:lnTo>
                  <a:pt x="5626080" y="101040"/>
                </a:lnTo>
                <a:close/>
              </a:path>
              <a:path w="6441440" h="835025">
                <a:moveTo>
                  <a:pt x="5721450" y="33066"/>
                </a:moveTo>
                <a:lnTo>
                  <a:pt x="5708029" y="33066"/>
                </a:lnTo>
                <a:lnTo>
                  <a:pt x="5733356" y="116194"/>
                </a:lnTo>
                <a:lnTo>
                  <a:pt x="5745912" y="116194"/>
                </a:lnTo>
                <a:lnTo>
                  <a:pt x="5751460" y="96711"/>
                </a:lnTo>
                <a:lnTo>
                  <a:pt x="5740284" y="96711"/>
                </a:lnTo>
                <a:lnTo>
                  <a:pt x="5721450" y="33066"/>
                </a:lnTo>
                <a:close/>
              </a:path>
              <a:path w="6441440" h="835025">
                <a:moveTo>
                  <a:pt x="5777262" y="52333"/>
                </a:moveTo>
                <a:lnTo>
                  <a:pt x="5764096" y="52333"/>
                </a:lnTo>
                <a:lnTo>
                  <a:pt x="5783579" y="116194"/>
                </a:lnTo>
                <a:lnTo>
                  <a:pt x="5796135" y="116194"/>
                </a:lnTo>
                <a:lnTo>
                  <a:pt x="5802071" y="96711"/>
                </a:lnTo>
                <a:lnTo>
                  <a:pt x="5802137" y="96494"/>
                </a:lnTo>
                <a:lnTo>
                  <a:pt x="5790074" y="96494"/>
                </a:lnTo>
                <a:lnTo>
                  <a:pt x="5777262" y="52333"/>
                </a:lnTo>
                <a:close/>
              </a:path>
              <a:path w="6441440" h="835025">
                <a:moveTo>
                  <a:pt x="5771673" y="33066"/>
                </a:moveTo>
                <a:lnTo>
                  <a:pt x="5758035" y="33066"/>
                </a:lnTo>
                <a:lnTo>
                  <a:pt x="5740344" y="96494"/>
                </a:lnTo>
                <a:lnTo>
                  <a:pt x="5740284" y="96711"/>
                </a:lnTo>
                <a:lnTo>
                  <a:pt x="5751460" y="96711"/>
                </a:lnTo>
                <a:lnTo>
                  <a:pt x="5764096" y="52333"/>
                </a:lnTo>
                <a:lnTo>
                  <a:pt x="5777262" y="52333"/>
                </a:lnTo>
                <a:lnTo>
                  <a:pt x="5771673" y="33066"/>
                </a:lnTo>
                <a:close/>
              </a:path>
              <a:path w="6441440" h="835025">
                <a:moveTo>
                  <a:pt x="5821463" y="33066"/>
                </a:moveTo>
                <a:lnTo>
                  <a:pt x="5808041" y="33066"/>
                </a:lnTo>
                <a:lnTo>
                  <a:pt x="5790074" y="96494"/>
                </a:lnTo>
                <a:lnTo>
                  <a:pt x="5802137" y="96494"/>
                </a:lnTo>
                <a:lnTo>
                  <a:pt x="5821463" y="33066"/>
                </a:lnTo>
                <a:close/>
              </a:path>
              <a:path w="6441440" h="835025">
                <a:moveTo>
                  <a:pt x="5851120" y="5357"/>
                </a:moveTo>
                <a:lnTo>
                  <a:pt x="5838348" y="5357"/>
                </a:lnTo>
                <a:lnTo>
                  <a:pt x="5838348" y="116194"/>
                </a:lnTo>
                <a:lnTo>
                  <a:pt x="5851120" y="116194"/>
                </a:lnTo>
                <a:lnTo>
                  <a:pt x="5851120" y="66187"/>
                </a:lnTo>
                <a:lnTo>
                  <a:pt x="5855846" y="50457"/>
                </a:lnTo>
                <a:lnTo>
                  <a:pt x="5870413" y="46055"/>
                </a:lnTo>
                <a:lnTo>
                  <a:pt x="5852202" y="46055"/>
                </a:lnTo>
                <a:lnTo>
                  <a:pt x="5851120" y="5357"/>
                </a:lnTo>
                <a:close/>
              </a:path>
              <a:path w="6441440" h="835025">
                <a:moveTo>
                  <a:pt x="5899738" y="43457"/>
                </a:moveTo>
                <a:lnTo>
                  <a:pt x="5879010" y="43457"/>
                </a:lnTo>
                <a:lnTo>
                  <a:pt x="5890537" y="52531"/>
                </a:lnTo>
                <a:lnTo>
                  <a:pt x="5892251" y="116194"/>
                </a:lnTo>
                <a:lnTo>
                  <a:pt x="5905023" y="116194"/>
                </a:lnTo>
                <a:lnTo>
                  <a:pt x="5905023" y="63373"/>
                </a:lnTo>
                <a:lnTo>
                  <a:pt x="5899738" y="43457"/>
                </a:lnTo>
                <a:close/>
              </a:path>
              <a:path w="6441440" h="835025">
                <a:moveTo>
                  <a:pt x="5887290" y="33120"/>
                </a:moveTo>
                <a:lnTo>
                  <a:pt x="5864902" y="33265"/>
                </a:lnTo>
                <a:lnTo>
                  <a:pt x="5852202" y="46055"/>
                </a:lnTo>
                <a:lnTo>
                  <a:pt x="5870413" y="46055"/>
                </a:lnTo>
                <a:lnTo>
                  <a:pt x="5879010" y="43457"/>
                </a:lnTo>
                <a:lnTo>
                  <a:pt x="5899738" y="43457"/>
                </a:lnTo>
                <a:lnTo>
                  <a:pt x="5899106" y="41076"/>
                </a:lnTo>
                <a:lnTo>
                  <a:pt x="5887290" y="33120"/>
                </a:lnTo>
                <a:close/>
              </a:path>
              <a:path w="6441440" h="835025">
                <a:moveTo>
                  <a:pt x="5954438" y="31984"/>
                </a:moveTo>
                <a:lnTo>
                  <a:pt x="5936651" y="41148"/>
                </a:lnTo>
                <a:lnTo>
                  <a:pt x="5926044" y="59260"/>
                </a:lnTo>
                <a:lnTo>
                  <a:pt x="5924492" y="83794"/>
                </a:lnTo>
                <a:lnTo>
                  <a:pt x="5932285" y="104071"/>
                </a:lnTo>
                <a:lnTo>
                  <a:pt x="5948323" y="116158"/>
                </a:lnTo>
                <a:lnTo>
                  <a:pt x="5963242" y="117925"/>
                </a:lnTo>
                <a:lnTo>
                  <a:pt x="5982959" y="113560"/>
                </a:lnTo>
                <a:lnTo>
                  <a:pt x="5988687" y="106452"/>
                </a:lnTo>
                <a:lnTo>
                  <a:pt x="5958082" y="106452"/>
                </a:lnTo>
                <a:lnTo>
                  <a:pt x="5942713" y="97523"/>
                </a:lnTo>
                <a:lnTo>
                  <a:pt x="5940448" y="78960"/>
                </a:lnTo>
                <a:lnTo>
                  <a:pt x="5933585" y="78960"/>
                </a:lnTo>
                <a:lnTo>
                  <a:pt x="5933585" y="67919"/>
                </a:lnTo>
                <a:lnTo>
                  <a:pt x="5939102" y="67919"/>
                </a:lnTo>
                <a:lnTo>
                  <a:pt x="5938257" y="60992"/>
                </a:lnTo>
                <a:lnTo>
                  <a:pt x="5956856" y="43457"/>
                </a:lnTo>
                <a:lnTo>
                  <a:pt x="5986405" y="43457"/>
                </a:lnTo>
                <a:lnTo>
                  <a:pt x="5982833" y="37937"/>
                </a:lnTo>
                <a:lnTo>
                  <a:pt x="5954438" y="31984"/>
                </a:lnTo>
                <a:close/>
              </a:path>
              <a:path w="6441440" h="835025">
                <a:moveTo>
                  <a:pt x="5984024" y="93464"/>
                </a:moveTo>
                <a:lnTo>
                  <a:pt x="5982941" y="96350"/>
                </a:lnTo>
                <a:lnTo>
                  <a:pt x="5958082" y="106452"/>
                </a:lnTo>
                <a:lnTo>
                  <a:pt x="5988687" y="106452"/>
                </a:lnTo>
                <a:lnTo>
                  <a:pt x="5996363" y="96927"/>
                </a:lnTo>
                <a:lnTo>
                  <a:pt x="5984024" y="93464"/>
                </a:lnTo>
                <a:close/>
              </a:path>
              <a:path w="6441440" h="835025">
                <a:moveTo>
                  <a:pt x="5939102" y="67919"/>
                </a:moveTo>
                <a:lnTo>
                  <a:pt x="5933585" y="67919"/>
                </a:lnTo>
                <a:lnTo>
                  <a:pt x="5933585" y="78960"/>
                </a:lnTo>
                <a:lnTo>
                  <a:pt x="5940448" y="78960"/>
                </a:lnTo>
                <a:lnTo>
                  <a:pt x="5939102" y="67919"/>
                </a:lnTo>
                <a:close/>
              </a:path>
              <a:path w="6441440" h="835025">
                <a:moveTo>
                  <a:pt x="5986405" y="43457"/>
                </a:moveTo>
                <a:lnTo>
                  <a:pt x="5956856" y="43457"/>
                </a:lnTo>
                <a:lnTo>
                  <a:pt x="5977385" y="48779"/>
                </a:lnTo>
                <a:lnTo>
                  <a:pt x="5984673" y="67919"/>
                </a:lnTo>
                <a:lnTo>
                  <a:pt x="5939102" y="67919"/>
                </a:lnTo>
                <a:lnTo>
                  <a:pt x="5940448" y="78960"/>
                </a:lnTo>
                <a:lnTo>
                  <a:pt x="5997662" y="78960"/>
                </a:lnTo>
                <a:lnTo>
                  <a:pt x="5996724" y="60992"/>
                </a:lnTo>
                <a:lnTo>
                  <a:pt x="5996633" y="59260"/>
                </a:lnTo>
                <a:lnTo>
                  <a:pt x="5986405" y="43457"/>
                </a:lnTo>
                <a:close/>
              </a:path>
              <a:path w="6441440" h="835025">
                <a:moveTo>
                  <a:pt x="6029430" y="33066"/>
                </a:moveTo>
                <a:lnTo>
                  <a:pt x="6017090" y="33066"/>
                </a:lnTo>
                <a:lnTo>
                  <a:pt x="6017090" y="116194"/>
                </a:lnTo>
                <a:lnTo>
                  <a:pt x="6029863" y="116194"/>
                </a:lnTo>
                <a:lnTo>
                  <a:pt x="6030765" y="56500"/>
                </a:lnTo>
                <a:lnTo>
                  <a:pt x="6048404" y="45622"/>
                </a:lnTo>
                <a:lnTo>
                  <a:pt x="6030296" y="45622"/>
                </a:lnTo>
                <a:lnTo>
                  <a:pt x="6029430" y="33066"/>
                </a:lnTo>
                <a:close/>
              </a:path>
              <a:path w="6441440" h="835025">
                <a:moveTo>
                  <a:pt x="6046964" y="31768"/>
                </a:moveTo>
                <a:lnTo>
                  <a:pt x="6030296" y="45622"/>
                </a:lnTo>
                <a:lnTo>
                  <a:pt x="6048404" y="45622"/>
                </a:lnTo>
                <a:lnTo>
                  <a:pt x="6050861" y="44107"/>
                </a:lnTo>
                <a:lnTo>
                  <a:pt x="6058654" y="31984"/>
                </a:lnTo>
                <a:lnTo>
                  <a:pt x="6046964" y="31768"/>
                </a:lnTo>
                <a:close/>
              </a:path>
              <a:path w="6441440" h="835025">
                <a:moveTo>
                  <a:pt x="6097313" y="31984"/>
                </a:moveTo>
                <a:lnTo>
                  <a:pt x="6079526" y="41148"/>
                </a:lnTo>
                <a:lnTo>
                  <a:pt x="6068919" y="59260"/>
                </a:lnTo>
                <a:lnTo>
                  <a:pt x="6067367" y="83794"/>
                </a:lnTo>
                <a:lnTo>
                  <a:pt x="6075160" y="104071"/>
                </a:lnTo>
                <a:lnTo>
                  <a:pt x="6091198" y="116158"/>
                </a:lnTo>
                <a:lnTo>
                  <a:pt x="6106117" y="117925"/>
                </a:lnTo>
                <a:lnTo>
                  <a:pt x="6125834" y="113560"/>
                </a:lnTo>
                <a:lnTo>
                  <a:pt x="6131562" y="106452"/>
                </a:lnTo>
                <a:lnTo>
                  <a:pt x="6100957" y="106452"/>
                </a:lnTo>
                <a:lnTo>
                  <a:pt x="6085588" y="97523"/>
                </a:lnTo>
                <a:lnTo>
                  <a:pt x="6083323" y="78960"/>
                </a:lnTo>
                <a:lnTo>
                  <a:pt x="6076460" y="78960"/>
                </a:lnTo>
                <a:lnTo>
                  <a:pt x="6076460" y="67919"/>
                </a:lnTo>
                <a:lnTo>
                  <a:pt x="6081977" y="67919"/>
                </a:lnTo>
                <a:lnTo>
                  <a:pt x="6081132" y="60992"/>
                </a:lnTo>
                <a:lnTo>
                  <a:pt x="6099731" y="43457"/>
                </a:lnTo>
                <a:lnTo>
                  <a:pt x="6129280" y="43457"/>
                </a:lnTo>
                <a:lnTo>
                  <a:pt x="6125708" y="37937"/>
                </a:lnTo>
                <a:lnTo>
                  <a:pt x="6097313" y="31984"/>
                </a:lnTo>
                <a:close/>
              </a:path>
              <a:path w="6441440" h="835025">
                <a:moveTo>
                  <a:pt x="6126899" y="93464"/>
                </a:moveTo>
                <a:lnTo>
                  <a:pt x="6125816" y="96350"/>
                </a:lnTo>
                <a:lnTo>
                  <a:pt x="6100957" y="106452"/>
                </a:lnTo>
                <a:lnTo>
                  <a:pt x="6131562" y="106452"/>
                </a:lnTo>
                <a:lnTo>
                  <a:pt x="6139238" y="96927"/>
                </a:lnTo>
                <a:lnTo>
                  <a:pt x="6126899" y="93464"/>
                </a:lnTo>
                <a:close/>
              </a:path>
              <a:path w="6441440" h="835025">
                <a:moveTo>
                  <a:pt x="6081977" y="67919"/>
                </a:moveTo>
                <a:lnTo>
                  <a:pt x="6076460" y="67919"/>
                </a:lnTo>
                <a:lnTo>
                  <a:pt x="6076460" y="78960"/>
                </a:lnTo>
                <a:lnTo>
                  <a:pt x="6083323" y="78960"/>
                </a:lnTo>
                <a:lnTo>
                  <a:pt x="6081977" y="67919"/>
                </a:lnTo>
                <a:close/>
              </a:path>
              <a:path w="6441440" h="835025">
                <a:moveTo>
                  <a:pt x="6129280" y="43457"/>
                </a:moveTo>
                <a:lnTo>
                  <a:pt x="6099731" y="43457"/>
                </a:lnTo>
                <a:lnTo>
                  <a:pt x="6120260" y="48779"/>
                </a:lnTo>
                <a:lnTo>
                  <a:pt x="6127548" y="67919"/>
                </a:lnTo>
                <a:lnTo>
                  <a:pt x="6081977" y="67919"/>
                </a:lnTo>
                <a:lnTo>
                  <a:pt x="6083323" y="78960"/>
                </a:lnTo>
                <a:lnTo>
                  <a:pt x="6140537" y="78960"/>
                </a:lnTo>
                <a:lnTo>
                  <a:pt x="6139599" y="60992"/>
                </a:lnTo>
                <a:lnTo>
                  <a:pt x="6139508" y="59260"/>
                </a:lnTo>
                <a:lnTo>
                  <a:pt x="6129280" y="43457"/>
                </a:lnTo>
                <a:close/>
              </a:path>
              <a:path w="6441440" h="835025">
                <a:moveTo>
                  <a:pt x="6243145" y="13150"/>
                </a:moveTo>
                <a:lnTo>
                  <a:pt x="6230373" y="13150"/>
                </a:lnTo>
                <a:lnTo>
                  <a:pt x="6230373" y="95845"/>
                </a:lnTo>
                <a:lnTo>
                  <a:pt x="6236002" y="111034"/>
                </a:lnTo>
                <a:lnTo>
                  <a:pt x="6257235" y="117096"/>
                </a:lnTo>
                <a:lnTo>
                  <a:pt x="6243145" y="13150"/>
                </a:lnTo>
                <a:close/>
              </a:path>
              <a:path w="6441440" h="835025">
                <a:moveTo>
                  <a:pt x="6230373" y="33066"/>
                </a:moveTo>
                <a:lnTo>
                  <a:pt x="6217818" y="33066"/>
                </a:lnTo>
                <a:lnTo>
                  <a:pt x="6217818" y="43890"/>
                </a:lnTo>
                <a:lnTo>
                  <a:pt x="6230373" y="43890"/>
                </a:lnTo>
                <a:lnTo>
                  <a:pt x="6230373" y="33066"/>
                </a:lnTo>
                <a:close/>
              </a:path>
              <a:path w="6441440" h="835025">
                <a:moveTo>
                  <a:pt x="6260897" y="33066"/>
                </a:moveTo>
                <a:lnTo>
                  <a:pt x="6245845" y="33066"/>
                </a:lnTo>
                <a:lnTo>
                  <a:pt x="6247312" y="43890"/>
                </a:lnTo>
                <a:lnTo>
                  <a:pt x="6260897" y="43890"/>
                </a:lnTo>
                <a:lnTo>
                  <a:pt x="6260897" y="33066"/>
                </a:lnTo>
                <a:close/>
              </a:path>
              <a:path w="6441440" h="835025">
                <a:moveTo>
                  <a:pt x="6294667" y="5357"/>
                </a:moveTo>
                <a:lnTo>
                  <a:pt x="6281895" y="5357"/>
                </a:lnTo>
                <a:lnTo>
                  <a:pt x="6281895" y="116194"/>
                </a:lnTo>
                <a:lnTo>
                  <a:pt x="6294667" y="116194"/>
                </a:lnTo>
                <a:lnTo>
                  <a:pt x="6294667" y="66187"/>
                </a:lnTo>
                <a:lnTo>
                  <a:pt x="6299393" y="50457"/>
                </a:lnTo>
                <a:lnTo>
                  <a:pt x="6313960" y="46055"/>
                </a:lnTo>
                <a:lnTo>
                  <a:pt x="6295749" y="46055"/>
                </a:lnTo>
                <a:lnTo>
                  <a:pt x="6294667" y="5357"/>
                </a:lnTo>
                <a:close/>
              </a:path>
              <a:path w="6441440" h="835025">
                <a:moveTo>
                  <a:pt x="6343285" y="43457"/>
                </a:moveTo>
                <a:lnTo>
                  <a:pt x="6322557" y="43457"/>
                </a:lnTo>
                <a:lnTo>
                  <a:pt x="6334084" y="52531"/>
                </a:lnTo>
                <a:lnTo>
                  <a:pt x="6335798" y="116194"/>
                </a:lnTo>
                <a:lnTo>
                  <a:pt x="6348570" y="116194"/>
                </a:lnTo>
                <a:lnTo>
                  <a:pt x="6348570" y="63373"/>
                </a:lnTo>
                <a:lnTo>
                  <a:pt x="6343285" y="43457"/>
                </a:lnTo>
                <a:close/>
              </a:path>
              <a:path w="6441440" h="835025">
                <a:moveTo>
                  <a:pt x="6330837" y="33120"/>
                </a:moveTo>
                <a:lnTo>
                  <a:pt x="6308449" y="33265"/>
                </a:lnTo>
                <a:lnTo>
                  <a:pt x="6295749" y="46055"/>
                </a:lnTo>
                <a:lnTo>
                  <a:pt x="6313960" y="46055"/>
                </a:lnTo>
                <a:lnTo>
                  <a:pt x="6322557" y="43457"/>
                </a:lnTo>
                <a:lnTo>
                  <a:pt x="6343285" y="43457"/>
                </a:lnTo>
                <a:lnTo>
                  <a:pt x="6342653" y="41076"/>
                </a:lnTo>
                <a:lnTo>
                  <a:pt x="6330837" y="33120"/>
                </a:lnTo>
                <a:close/>
              </a:path>
              <a:path w="6441440" h="835025">
                <a:moveTo>
                  <a:pt x="6397985" y="31984"/>
                </a:moveTo>
                <a:lnTo>
                  <a:pt x="6380198" y="41148"/>
                </a:lnTo>
                <a:lnTo>
                  <a:pt x="6369591" y="59260"/>
                </a:lnTo>
                <a:lnTo>
                  <a:pt x="6368039" y="83794"/>
                </a:lnTo>
                <a:lnTo>
                  <a:pt x="6375832" y="104071"/>
                </a:lnTo>
                <a:lnTo>
                  <a:pt x="6391870" y="116158"/>
                </a:lnTo>
                <a:lnTo>
                  <a:pt x="6406789" y="117925"/>
                </a:lnTo>
                <a:lnTo>
                  <a:pt x="6426506" y="113560"/>
                </a:lnTo>
                <a:lnTo>
                  <a:pt x="6432234" y="106452"/>
                </a:lnTo>
                <a:lnTo>
                  <a:pt x="6401629" y="106452"/>
                </a:lnTo>
                <a:lnTo>
                  <a:pt x="6386260" y="97523"/>
                </a:lnTo>
                <a:lnTo>
                  <a:pt x="6383995" y="78960"/>
                </a:lnTo>
                <a:lnTo>
                  <a:pt x="6377131" y="78960"/>
                </a:lnTo>
                <a:lnTo>
                  <a:pt x="6377131" y="67919"/>
                </a:lnTo>
                <a:lnTo>
                  <a:pt x="6382649" y="67919"/>
                </a:lnTo>
                <a:lnTo>
                  <a:pt x="6381804" y="60992"/>
                </a:lnTo>
                <a:lnTo>
                  <a:pt x="6400403" y="43457"/>
                </a:lnTo>
                <a:lnTo>
                  <a:pt x="6429953" y="43457"/>
                </a:lnTo>
                <a:lnTo>
                  <a:pt x="6426380" y="37937"/>
                </a:lnTo>
                <a:lnTo>
                  <a:pt x="6397985" y="31984"/>
                </a:lnTo>
                <a:close/>
              </a:path>
              <a:path w="6441440" h="835025">
                <a:moveTo>
                  <a:pt x="6427571" y="93464"/>
                </a:moveTo>
                <a:lnTo>
                  <a:pt x="6426488" y="96350"/>
                </a:lnTo>
                <a:lnTo>
                  <a:pt x="6401629" y="106452"/>
                </a:lnTo>
                <a:lnTo>
                  <a:pt x="6432234" y="106452"/>
                </a:lnTo>
                <a:lnTo>
                  <a:pt x="6439909" y="96927"/>
                </a:lnTo>
                <a:lnTo>
                  <a:pt x="6427571" y="93464"/>
                </a:lnTo>
                <a:close/>
              </a:path>
              <a:path w="6441440" h="835025">
                <a:moveTo>
                  <a:pt x="6382649" y="67919"/>
                </a:moveTo>
                <a:lnTo>
                  <a:pt x="6377131" y="67919"/>
                </a:lnTo>
                <a:lnTo>
                  <a:pt x="6377131" y="78960"/>
                </a:lnTo>
                <a:lnTo>
                  <a:pt x="6383995" y="78960"/>
                </a:lnTo>
                <a:lnTo>
                  <a:pt x="6382649" y="67919"/>
                </a:lnTo>
                <a:close/>
              </a:path>
              <a:path w="6441440" h="835025">
                <a:moveTo>
                  <a:pt x="6429953" y="43457"/>
                </a:moveTo>
                <a:lnTo>
                  <a:pt x="6400403" y="43457"/>
                </a:lnTo>
                <a:lnTo>
                  <a:pt x="6420932" y="48779"/>
                </a:lnTo>
                <a:lnTo>
                  <a:pt x="6428220" y="67919"/>
                </a:lnTo>
                <a:lnTo>
                  <a:pt x="6382649" y="67919"/>
                </a:lnTo>
                <a:lnTo>
                  <a:pt x="6383995" y="78960"/>
                </a:lnTo>
                <a:lnTo>
                  <a:pt x="6441209" y="78960"/>
                </a:lnTo>
                <a:lnTo>
                  <a:pt x="6440270" y="60992"/>
                </a:lnTo>
                <a:lnTo>
                  <a:pt x="6440180" y="59260"/>
                </a:lnTo>
                <a:lnTo>
                  <a:pt x="6429953" y="43457"/>
                </a:lnTo>
                <a:close/>
              </a:path>
              <a:path w="6441440" h="835025">
                <a:moveTo>
                  <a:pt x="150469" y="233957"/>
                </a:moveTo>
                <a:lnTo>
                  <a:pt x="150469" y="344794"/>
                </a:lnTo>
                <a:lnTo>
                  <a:pt x="184673" y="344794"/>
                </a:lnTo>
                <a:lnTo>
                  <a:pt x="207139" y="341049"/>
                </a:lnTo>
                <a:lnTo>
                  <a:pt x="217589" y="332887"/>
                </a:lnTo>
                <a:lnTo>
                  <a:pt x="163891" y="332887"/>
                </a:lnTo>
                <a:lnTo>
                  <a:pt x="163891" y="245864"/>
                </a:lnTo>
                <a:lnTo>
                  <a:pt x="218031" y="245864"/>
                </a:lnTo>
                <a:lnTo>
                  <a:pt x="207761" y="237702"/>
                </a:lnTo>
                <a:lnTo>
                  <a:pt x="150469" y="233957"/>
                </a:lnTo>
                <a:close/>
              </a:path>
              <a:path w="6441440" h="835025">
                <a:moveTo>
                  <a:pt x="218031" y="245864"/>
                </a:moveTo>
                <a:lnTo>
                  <a:pt x="193981" y="245864"/>
                </a:lnTo>
                <a:lnTo>
                  <a:pt x="212833" y="254577"/>
                </a:lnTo>
                <a:lnTo>
                  <a:pt x="223043" y="272508"/>
                </a:lnTo>
                <a:lnTo>
                  <a:pt x="224504" y="298179"/>
                </a:lnTo>
                <a:lnTo>
                  <a:pt x="217108" y="319015"/>
                </a:lnTo>
                <a:lnTo>
                  <a:pt x="200566" y="331120"/>
                </a:lnTo>
                <a:lnTo>
                  <a:pt x="163891" y="332887"/>
                </a:lnTo>
                <a:lnTo>
                  <a:pt x="217589" y="332887"/>
                </a:lnTo>
                <a:lnTo>
                  <a:pt x="227887" y="324844"/>
                </a:lnTo>
                <a:lnTo>
                  <a:pt x="237493" y="289159"/>
                </a:lnTo>
                <a:lnTo>
                  <a:pt x="227985" y="253775"/>
                </a:lnTo>
                <a:lnTo>
                  <a:pt x="218031" y="245864"/>
                </a:lnTo>
                <a:close/>
              </a:path>
              <a:path w="6441440" h="835025">
                <a:moveTo>
                  <a:pt x="326898" y="233957"/>
                </a:moveTo>
                <a:lnTo>
                  <a:pt x="260007" y="233957"/>
                </a:lnTo>
                <a:lnTo>
                  <a:pt x="260007" y="344794"/>
                </a:lnTo>
                <a:lnTo>
                  <a:pt x="327764" y="344794"/>
                </a:lnTo>
                <a:lnTo>
                  <a:pt x="327764" y="332887"/>
                </a:lnTo>
                <a:lnTo>
                  <a:pt x="273428" y="332887"/>
                </a:lnTo>
                <a:lnTo>
                  <a:pt x="273428" y="295220"/>
                </a:lnTo>
                <a:lnTo>
                  <a:pt x="323435" y="295220"/>
                </a:lnTo>
                <a:lnTo>
                  <a:pt x="323435" y="283314"/>
                </a:lnTo>
                <a:lnTo>
                  <a:pt x="273428" y="283314"/>
                </a:lnTo>
                <a:lnTo>
                  <a:pt x="273428" y="245864"/>
                </a:lnTo>
                <a:lnTo>
                  <a:pt x="326898" y="245864"/>
                </a:lnTo>
                <a:lnTo>
                  <a:pt x="326898" y="233957"/>
                </a:lnTo>
                <a:close/>
              </a:path>
              <a:path w="6441440" h="835025">
                <a:moveTo>
                  <a:pt x="388790" y="232875"/>
                </a:moveTo>
                <a:lnTo>
                  <a:pt x="360601" y="247758"/>
                </a:lnTo>
                <a:lnTo>
                  <a:pt x="347156" y="280906"/>
                </a:lnTo>
                <a:lnTo>
                  <a:pt x="353092" y="319682"/>
                </a:lnTo>
                <a:lnTo>
                  <a:pt x="376181" y="342412"/>
                </a:lnTo>
                <a:lnTo>
                  <a:pt x="409078" y="344577"/>
                </a:lnTo>
                <a:lnTo>
                  <a:pt x="423838" y="333753"/>
                </a:lnTo>
                <a:lnTo>
                  <a:pt x="388973" y="333753"/>
                </a:lnTo>
                <a:lnTo>
                  <a:pt x="372034" y="325275"/>
                </a:lnTo>
                <a:lnTo>
                  <a:pt x="361336" y="307073"/>
                </a:lnTo>
                <a:lnTo>
                  <a:pt x="359814" y="280906"/>
                </a:lnTo>
                <a:lnTo>
                  <a:pt x="359749" y="279778"/>
                </a:lnTo>
                <a:lnTo>
                  <a:pt x="367722" y="258473"/>
                </a:lnTo>
                <a:lnTo>
                  <a:pt x="382894" y="246693"/>
                </a:lnTo>
                <a:lnTo>
                  <a:pt x="402395" y="244998"/>
                </a:lnTo>
                <a:lnTo>
                  <a:pt x="425201" y="244998"/>
                </a:lnTo>
                <a:lnTo>
                  <a:pt x="420903" y="239369"/>
                </a:lnTo>
                <a:lnTo>
                  <a:pt x="388790" y="232875"/>
                </a:lnTo>
                <a:close/>
              </a:path>
              <a:path w="6441440" h="835025">
                <a:moveTo>
                  <a:pt x="425201" y="244998"/>
                </a:moveTo>
                <a:lnTo>
                  <a:pt x="402395" y="244998"/>
                </a:lnTo>
                <a:lnTo>
                  <a:pt x="423627" y="258473"/>
                </a:lnTo>
                <a:lnTo>
                  <a:pt x="431619" y="289375"/>
                </a:lnTo>
                <a:lnTo>
                  <a:pt x="431619" y="298973"/>
                </a:lnTo>
                <a:lnTo>
                  <a:pt x="423627" y="320278"/>
                </a:lnTo>
                <a:lnTo>
                  <a:pt x="408456" y="332058"/>
                </a:lnTo>
                <a:lnTo>
                  <a:pt x="388973" y="333753"/>
                </a:lnTo>
                <a:lnTo>
                  <a:pt x="423838" y="333753"/>
                </a:lnTo>
                <a:lnTo>
                  <a:pt x="434816" y="325703"/>
                </a:lnTo>
                <a:lnTo>
                  <a:pt x="444608" y="289375"/>
                </a:lnTo>
                <a:lnTo>
                  <a:pt x="441046" y="265752"/>
                </a:lnTo>
                <a:lnTo>
                  <a:pt x="425201" y="244998"/>
                </a:lnTo>
                <a:close/>
              </a:path>
              <a:path w="6441440" h="835025">
                <a:moveTo>
                  <a:pt x="568484" y="261666"/>
                </a:moveTo>
                <a:lnTo>
                  <a:pt x="556145" y="261666"/>
                </a:lnTo>
                <a:lnTo>
                  <a:pt x="556145" y="344794"/>
                </a:lnTo>
                <a:lnTo>
                  <a:pt x="568917" y="344794"/>
                </a:lnTo>
                <a:lnTo>
                  <a:pt x="568917" y="292839"/>
                </a:lnTo>
                <a:lnTo>
                  <a:pt x="573158" y="279327"/>
                </a:lnTo>
                <a:lnTo>
                  <a:pt x="573283" y="278930"/>
                </a:lnTo>
                <a:lnTo>
                  <a:pt x="585290" y="274655"/>
                </a:lnTo>
                <a:lnTo>
                  <a:pt x="569566" y="274655"/>
                </a:lnTo>
                <a:lnTo>
                  <a:pt x="568501" y="261865"/>
                </a:lnTo>
                <a:lnTo>
                  <a:pt x="568484" y="261666"/>
                </a:lnTo>
                <a:close/>
              </a:path>
              <a:path w="6441440" h="835025">
                <a:moveTo>
                  <a:pt x="612500" y="272184"/>
                </a:moveTo>
                <a:lnTo>
                  <a:pt x="592760" y="272184"/>
                </a:lnTo>
                <a:lnTo>
                  <a:pt x="602669" y="279327"/>
                </a:lnTo>
                <a:lnTo>
                  <a:pt x="604203" y="344794"/>
                </a:lnTo>
                <a:lnTo>
                  <a:pt x="617191" y="344794"/>
                </a:lnTo>
                <a:lnTo>
                  <a:pt x="617191" y="285298"/>
                </a:lnTo>
                <a:lnTo>
                  <a:pt x="627284" y="274655"/>
                </a:lnTo>
                <a:lnTo>
                  <a:pt x="615027" y="274655"/>
                </a:lnTo>
                <a:lnTo>
                  <a:pt x="612500" y="272184"/>
                </a:lnTo>
                <a:close/>
              </a:path>
              <a:path w="6441440" h="835025">
                <a:moveTo>
                  <a:pt x="662886" y="272184"/>
                </a:moveTo>
                <a:lnTo>
                  <a:pt x="630151" y="272184"/>
                </a:lnTo>
                <a:lnTo>
                  <a:pt x="650800" y="278642"/>
                </a:lnTo>
                <a:lnTo>
                  <a:pt x="652477" y="344794"/>
                </a:lnTo>
                <a:lnTo>
                  <a:pt x="665249" y="344794"/>
                </a:lnTo>
                <a:lnTo>
                  <a:pt x="662967" y="274655"/>
                </a:lnTo>
                <a:lnTo>
                  <a:pt x="662886" y="272184"/>
                </a:lnTo>
                <a:close/>
              </a:path>
              <a:path w="6441440" h="835025">
                <a:moveTo>
                  <a:pt x="601949" y="261865"/>
                </a:moveTo>
                <a:lnTo>
                  <a:pt x="581781" y="261865"/>
                </a:lnTo>
                <a:lnTo>
                  <a:pt x="569566" y="274655"/>
                </a:lnTo>
                <a:lnTo>
                  <a:pt x="585290" y="274655"/>
                </a:lnTo>
                <a:lnTo>
                  <a:pt x="592231" y="272184"/>
                </a:lnTo>
                <a:lnTo>
                  <a:pt x="612500" y="272184"/>
                </a:lnTo>
                <a:lnTo>
                  <a:pt x="601949" y="261865"/>
                </a:lnTo>
                <a:close/>
              </a:path>
              <a:path w="6441440" h="835025">
                <a:moveTo>
                  <a:pt x="647354" y="260584"/>
                </a:moveTo>
                <a:lnTo>
                  <a:pt x="628863" y="261865"/>
                </a:lnTo>
                <a:lnTo>
                  <a:pt x="615027" y="274655"/>
                </a:lnTo>
                <a:lnTo>
                  <a:pt x="627284" y="274655"/>
                </a:lnTo>
                <a:lnTo>
                  <a:pt x="629627" y="272184"/>
                </a:lnTo>
                <a:lnTo>
                  <a:pt x="662886" y="272184"/>
                </a:lnTo>
                <a:lnTo>
                  <a:pt x="647354" y="260584"/>
                </a:lnTo>
                <a:close/>
              </a:path>
              <a:path w="6441440" h="835025">
                <a:moveTo>
                  <a:pt x="701374" y="261666"/>
                </a:moveTo>
                <a:lnTo>
                  <a:pt x="688602" y="261666"/>
                </a:lnTo>
                <a:lnTo>
                  <a:pt x="689705" y="324517"/>
                </a:lnTo>
                <a:lnTo>
                  <a:pt x="689756" y="327421"/>
                </a:lnTo>
                <a:lnTo>
                  <a:pt x="705681" y="344794"/>
                </a:lnTo>
                <a:lnTo>
                  <a:pt x="702084" y="344794"/>
                </a:lnTo>
                <a:lnTo>
                  <a:pt x="726918" y="344415"/>
                </a:lnTo>
                <a:lnTo>
                  <a:pt x="737409" y="333537"/>
                </a:lnTo>
                <a:lnTo>
                  <a:pt x="714254" y="333537"/>
                </a:lnTo>
                <a:lnTo>
                  <a:pt x="703070" y="324517"/>
                </a:lnTo>
                <a:lnTo>
                  <a:pt x="701374" y="261666"/>
                </a:lnTo>
                <a:close/>
              </a:path>
              <a:path w="6441440" h="835025">
                <a:moveTo>
                  <a:pt x="753762" y="330723"/>
                </a:moveTo>
                <a:lnTo>
                  <a:pt x="740124" y="330723"/>
                </a:lnTo>
                <a:lnTo>
                  <a:pt x="740966" y="344415"/>
                </a:lnTo>
                <a:lnTo>
                  <a:pt x="740989" y="344794"/>
                </a:lnTo>
                <a:lnTo>
                  <a:pt x="753762" y="344794"/>
                </a:lnTo>
                <a:lnTo>
                  <a:pt x="753762" y="330723"/>
                </a:lnTo>
                <a:close/>
              </a:path>
              <a:path w="6441440" h="835025">
                <a:moveTo>
                  <a:pt x="753762" y="261666"/>
                </a:moveTo>
                <a:lnTo>
                  <a:pt x="740989" y="261666"/>
                </a:lnTo>
                <a:lnTo>
                  <a:pt x="740989" y="310807"/>
                </a:lnTo>
                <a:lnTo>
                  <a:pt x="735343" y="326988"/>
                </a:lnTo>
                <a:lnTo>
                  <a:pt x="714254" y="333537"/>
                </a:lnTo>
                <a:lnTo>
                  <a:pt x="737409" y="333537"/>
                </a:lnTo>
                <a:lnTo>
                  <a:pt x="740124" y="330723"/>
                </a:lnTo>
                <a:lnTo>
                  <a:pt x="753762" y="330723"/>
                </a:lnTo>
                <a:lnTo>
                  <a:pt x="753762" y="261666"/>
                </a:lnTo>
                <a:close/>
              </a:path>
              <a:path w="6441440" h="835025">
                <a:moveTo>
                  <a:pt x="785597" y="321847"/>
                </a:moveTo>
                <a:lnTo>
                  <a:pt x="773475" y="324878"/>
                </a:lnTo>
                <a:lnTo>
                  <a:pt x="774954" y="331949"/>
                </a:lnTo>
                <a:lnTo>
                  <a:pt x="789584" y="344685"/>
                </a:lnTo>
                <a:lnTo>
                  <a:pt x="811538" y="346525"/>
                </a:lnTo>
                <a:lnTo>
                  <a:pt x="830733" y="338155"/>
                </a:lnTo>
                <a:lnTo>
                  <a:pt x="831956" y="334150"/>
                </a:lnTo>
                <a:lnTo>
                  <a:pt x="795393" y="334150"/>
                </a:lnTo>
                <a:lnTo>
                  <a:pt x="785597" y="321847"/>
                </a:lnTo>
                <a:close/>
              </a:path>
              <a:path w="6441440" h="835025">
                <a:moveTo>
                  <a:pt x="806596" y="260584"/>
                </a:moveTo>
                <a:lnTo>
                  <a:pt x="782693" y="268558"/>
                </a:lnTo>
                <a:lnTo>
                  <a:pt x="776072" y="290350"/>
                </a:lnTo>
                <a:lnTo>
                  <a:pt x="784948" y="302743"/>
                </a:lnTo>
                <a:lnTo>
                  <a:pt x="819296" y="313044"/>
                </a:lnTo>
                <a:lnTo>
                  <a:pt x="824347" y="325852"/>
                </a:lnTo>
                <a:lnTo>
                  <a:pt x="815543" y="334006"/>
                </a:lnTo>
                <a:lnTo>
                  <a:pt x="795393" y="334150"/>
                </a:lnTo>
                <a:lnTo>
                  <a:pt x="831956" y="334150"/>
                </a:lnTo>
                <a:lnTo>
                  <a:pt x="837552" y="315822"/>
                </a:lnTo>
                <a:lnTo>
                  <a:pt x="828442" y="303681"/>
                </a:lnTo>
                <a:lnTo>
                  <a:pt x="789999" y="289646"/>
                </a:lnTo>
                <a:lnTo>
                  <a:pt x="790401" y="280283"/>
                </a:lnTo>
                <a:lnTo>
                  <a:pt x="790522" y="277451"/>
                </a:lnTo>
                <a:lnTo>
                  <a:pt x="810312" y="271624"/>
                </a:lnTo>
                <a:lnTo>
                  <a:pt x="831128" y="271624"/>
                </a:lnTo>
                <a:lnTo>
                  <a:pt x="821280" y="262388"/>
                </a:lnTo>
                <a:lnTo>
                  <a:pt x="806596" y="260584"/>
                </a:lnTo>
                <a:close/>
              </a:path>
              <a:path w="6441440" h="835025">
                <a:moveTo>
                  <a:pt x="831128" y="271624"/>
                </a:moveTo>
                <a:lnTo>
                  <a:pt x="810312" y="271624"/>
                </a:lnTo>
                <a:lnTo>
                  <a:pt x="824563" y="283531"/>
                </a:lnTo>
                <a:lnTo>
                  <a:pt x="836036" y="280283"/>
                </a:lnTo>
                <a:lnTo>
                  <a:pt x="834052" y="274366"/>
                </a:lnTo>
                <a:lnTo>
                  <a:pt x="831128" y="271624"/>
                </a:lnTo>
                <a:close/>
              </a:path>
              <a:path w="6441440" h="835025">
                <a:moveTo>
                  <a:pt x="875178" y="241750"/>
                </a:moveTo>
                <a:lnTo>
                  <a:pt x="862406" y="241750"/>
                </a:lnTo>
                <a:lnTo>
                  <a:pt x="862406" y="324445"/>
                </a:lnTo>
                <a:lnTo>
                  <a:pt x="868035" y="339634"/>
                </a:lnTo>
                <a:lnTo>
                  <a:pt x="889267" y="345696"/>
                </a:lnTo>
                <a:lnTo>
                  <a:pt x="875178" y="241750"/>
                </a:lnTo>
                <a:close/>
              </a:path>
              <a:path w="6441440" h="835025">
                <a:moveTo>
                  <a:pt x="862406" y="261666"/>
                </a:moveTo>
                <a:lnTo>
                  <a:pt x="849850" y="261666"/>
                </a:lnTo>
                <a:lnTo>
                  <a:pt x="849850" y="272490"/>
                </a:lnTo>
                <a:lnTo>
                  <a:pt x="862406" y="272490"/>
                </a:lnTo>
                <a:lnTo>
                  <a:pt x="862406" y="261666"/>
                </a:lnTo>
                <a:close/>
              </a:path>
              <a:path w="6441440" h="835025">
                <a:moveTo>
                  <a:pt x="892929" y="261666"/>
                </a:moveTo>
                <a:lnTo>
                  <a:pt x="877878" y="261666"/>
                </a:lnTo>
                <a:lnTo>
                  <a:pt x="879345" y="272490"/>
                </a:lnTo>
                <a:lnTo>
                  <a:pt x="892929" y="272490"/>
                </a:lnTo>
                <a:lnTo>
                  <a:pt x="892929" y="261666"/>
                </a:lnTo>
                <a:close/>
              </a:path>
              <a:path w="6441440" h="835025">
                <a:moveTo>
                  <a:pt x="1011286" y="321847"/>
                </a:moveTo>
                <a:lnTo>
                  <a:pt x="999163" y="324878"/>
                </a:lnTo>
                <a:lnTo>
                  <a:pt x="1000642" y="331949"/>
                </a:lnTo>
                <a:lnTo>
                  <a:pt x="1015272" y="344685"/>
                </a:lnTo>
                <a:lnTo>
                  <a:pt x="1037227" y="346525"/>
                </a:lnTo>
                <a:lnTo>
                  <a:pt x="1056421" y="338155"/>
                </a:lnTo>
                <a:lnTo>
                  <a:pt x="1057644" y="334150"/>
                </a:lnTo>
                <a:lnTo>
                  <a:pt x="1021081" y="334150"/>
                </a:lnTo>
                <a:lnTo>
                  <a:pt x="1011286" y="321847"/>
                </a:lnTo>
                <a:close/>
              </a:path>
              <a:path w="6441440" h="835025">
                <a:moveTo>
                  <a:pt x="1032284" y="260584"/>
                </a:moveTo>
                <a:lnTo>
                  <a:pt x="1008381" y="268558"/>
                </a:lnTo>
                <a:lnTo>
                  <a:pt x="1001761" y="290350"/>
                </a:lnTo>
                <a:lnTo>
                  <a:pt x="1010636" y="302743"/>
                </a:lnTo>
                <a:lnTo>
                  <a:pt x="1044984" y="313044"/>
                </a:lnTo>
                <a:lnTo>
                  <a:pt x="1050035" y="325852"/>
                </a:lnTo>
                <a:lnTo>
                  <a:pt x="1041232" y="334006"/>
                </a:lnTo>
                <a:lnTo>
                  <a:pt x="1021081" y="334150"/>
                </a:lnTo>
                <a:lnTo>
                  <a:pt x="1057644" y="334150"/>
                </a:lnTo>
                <a:lnTo>
                  <a:pt x="1063240" y="315822"/>
                </a:lnTo>
                <a:lnTo>
                  <a:pt x="1054130" y="303681"/>
                </a:lnTo>
                <a:lnTo>
                  <a:pt x="1015687" y="289646"/>
                </a:lnTo>
                <a:lnTo>
                  <a:pt x="1016089" y="280283"/>
                </a:lnTo>
                <a:lnTo>
                  <a:pt x="1016210" y="277451"/>
                </a:lnTo>
                <a:lnTo>
                  <a:pt x="1036000" y="271624"/>
                </a:lnTo>
                <a:lnTo>
                  <a:pt x="1056817" y="271624"/>
                </a:lnTo>
                <a:lnTo>
                  <a:pt x="1046968" y="262388"/>
                </a:lnTo>
                <a:lnTo>
                  <a:pt x="1032284" y="260584"/>
                </a:lnTo>
                <a:close/>
              </a:path>
              <a:path w="6441440" h="835025">
                <a:moveTo>
                  <a:pt x="1056817" y="271624"/>
                </a:moveTo>
                <a:lnTo>
                  <a:pt x="1036000" y="271624"/>
                </a:lnTo>
                <a:lnTo>
                  <a:pt x="1050252" y="283531"/>
                </a:lnTo>
                <a:lnTo>
                  <a:pt x="1061725" y="280283"/>
                </a:lnTo>
                <a:lnTo>
                  <a:pt x="1059740" y="274366"/>
                </a:lnTo>
                <a:lnTo>
                  <a:pt x="1056817" y="271624"/>
                </a:lnTo>
                <a:close/>
              </a:path>
              <a:path w="6441440" h="835025">
                <a:moveTo>
                  <a:pt x="1108515" y="260584"/>
                </a:moveTo>
                <a:lnTo>
                  <a:pt x="1090728" y="269748"/>
                </a:lnTo>
                <a:lnTo>
                  <a:pt x="1080121" y="287770"/>
                </a:lnTo>
                <a:lnTo>
                  <a:pt x="1078569" y="311961"/>
                </a:lnTo>
                <a:lnTo>
                  <a:pt x="1086146" y="332256"/>
                </a:lnTo>
                <a:lnTo>
                  <a:pt x="1101732" y="344685"/>
                </a:lnTo>
                <a:lnTo>
                  <a:pt x="1116236" y="346525"/>
                </a:lnTo>
                <a:lnTo>
                  <a:pt x="1137018" y="340807"/>
                </a:lnTo>
                <a:lnTo>
                  <a:pt x="1140400" y="335052"/>
                </a:lnTo>
                <a:lnTo>
                  <a:pt x="1111185" y="335052"/>
                </a:lnTo>
                <a:lnTo>
                  <a:pt x="1096429" y="324770"/>
                </a:lnTo>
                <a:lnTo>
                  <a:pt x="1092370" y="291486"/>
                </a:lnTo>
                <a:lnTo>
                  <a:pt x="1106892" y="273356"/>
                </a:lnTo>
                <a:lnTo>
                  <a:pt x="1142111" y="273356"/>
                </a:lnTo>
                <a:lnTo>
                  <a:pt x="1136513" y="265996"/>
                </a:lnTo>
                <a:lnTo>
                  <a:pt x="1108515" y="260584"/>
                </a:lnTo>
                <a:close/>
              </a:path>
              <a:path w="6441440" h="835025">
                <a:moveTo>
                  <a:pt x="1148925" y="320548"/>
                </a:moveTo>
                <a:lnTo>
                  <a:pt x="1136152" y="320548"/>
                </a:lnTo>
                <a:lnTo>
                  <a:pt x="1135359" y="323579"/>
                </a:lnTo>
                <a:lnTo>
                  <a:pt x="1111185" y="335052"/>
                </a:lnTo>
                <a:lnTo>
                  <a:pt x="1140400" y="335052"/>
                </a:lnTo>
                <a:lnTo>
                  <a:pt x="1148925" y="320548"/>
                </a:lnTo>
                <a:close/>
              </a:path>
              <a:path w="6441440" h="835025">
                <a:moveTo>
                  <a:pt x="1142111" y="273356"/>
                </a:moveTo>
                <a:lnTo>
                  <a:pt x="1106892" y="273356"/>
                </a:lnTo>
                <a:lnTo>
                  <a:pt x="1126339" y="273537"/>
                </a:lnTo>
                <a:lnTo>
                  <a:pt x="1136152" y="286561"/>
                </a:lnTo>
                <a:lnTo>
                  <a:pt x="1148925" y="286561"/>
                </a:lnTo>
                <a:lnTo>
                  <a:pt x="1148203" y="281366"/>
                </a:lnTo>
                <a:lnTo>
                  <a:pt x="1142111" y="273356"/>
                </a:lnTo>
                <a:close/>
              </a:path>
              <a:path w="6441440" h="835025">
                <a:moveTo>
                  <a:pt x="1224971" y="273176"/>
                </a:moveTo>
                <a:lnTo>
                  <a:pt x="1188973" y="273176"/>
                </a:lnTo>
                <a:lnTo>
                  <a:pt x="1210115" y="273320"/>
                </a:lnTo>
                <a:lnTo>
                  <a:pt x="1217385" y="288726"/>
                </a:lnTo>
                <a:lnTo>
                  <a:pt x="1164637" y="312575"/>
                </a:lnTo>
                <a:lnTo>
                  <a:pt x="1170013" y="338841"/>
                </a:lnTo>
                <a:lnTo>
                  <a:pt x="1192058" y="346742"/>
                </a:lnTo>
                <a:lnTo>
                  <a:pt x="1196892" y="346742"/>
                </a:lnTo>
                <a:lnTo>
                  <a:pt x="1215870" y="335341"/>
                </a:lnTo>
                <a:lnTo>
                  <a:pt x="1189019" y="335341"/>
                </a:lnTo>
                <a:lnTo>
                  <a:pt x="1176471" y="326285"/>
                </a:lnTo>
                <a:lnTo>
                  <a:pt x="1180736" y="312575"/>
                </a:lnTo>
                <a:lnTo>
                  <a:pt x="1180837" y="312250"/>
                </a:lnTo>
                <a:lnTo>
                  <a:pt x="1230158" y="312250"/>
                </a:lnTo>
                <a:lnTo>
                  <a:pt x="1230158" y="283422"/>
                </a:lnTo>
                <a:lnTo>
                  <a:pt x="1225044" y="273320"/>
                </a:lnTo>
                <a:lnTo>
                  <a:pt x="1224971" y="273176"/>
                </a:lnTo>
                <a:close/>
              </a:path>
              <a:path w="6441440" h="835025">
                <a:moveTo>
                  <a:pt x="1230158" y="312250"/>
                </a:moveTo>
                <a:lnTo>
                  <a:pt x="1180837" y="312250"/>
                </a:lnTo>
                <a:lnTo>
                  <a:pt x="1217385" y="314703"/>
                </a:lnTo>
                <a:lnTo>
                  <a:pt x="1212912" y="327746"/>
                </a:lnTo>
                <a:lnTo>
                  <a:pt x="1193824" y="335341"/>
                </a:lnTo>
                <a:lnTo>
                  <a:pt x="1215870" y="335341"/>
                </a:lnTo>
                <a:lnTo>
                  <a:pt x="1217385" y="344794"/>
                </a:lnTo>
                <a:lnTo>
                  <a:pt x="1230158" y="344794"/>
                </a:lnTo>
                <a:lnTo>
                  <a:pt x="1230158" y="312250"/>
                </a:lnTo>
                <a:close/>
              </a:path>
              <a:path w="6441440" h="835025">
                <a:moveTo>
                  <a:pt x="1182352" y="263434"/>
                </a:moveTo>
                <a:lnTo>
                  <a:pt x="1166080" y="280067"/>
                </a:lnTo>
                <a:lnTo>
                  <a:pt x="1178203" y="284396"/>
                </a:lnTo>
                <a:lnTo>
                  <a:pt x="1188973" y="273176"/>
                </a:lnTo>
                <a:lnTo>
                  <a:pt x="1224971" y="273176"/>
                </a:lnTo>
                <a:lnTo>
                  <a:pt x="1222022" y="267349"/>
                </a:lnTo>
                <a:lnTo>
                  <a:pt x="1182352" y="263434"/>
                </a:lnTo>
                <a:close/>
              </a:path>
              <a:path w="6441440" h="835025">
                <a:moveTo>
                  <a:pt x="1265815" y="261739"/>
                </a:moveTo>
                <a:lnTo>
                  <a:pt x="1253470" y="261739"/>
                </a:lnTo>
                <a:lnTo>
                  <a:pt x="1253470" y="344794"/>
                </a:lnTo>
                <a:lnTo>
                  <a:pt x="1266242" y="344794"/>
                </a:lnTo>
                <a:lnTo>
                  <a:pt x="1266242" y="294787"/>
                </a:lnTo>
                <a:lnTo>
                  <a:pt x="1270842" y="279057"/>
                </a:lnTo>
                <a:lnTo>
                  <a:pt x="1285011" y="274655"/>
                </a:lnTo>
                <a:lnTo>
                  <a:pt x="1266891" y="274655"/>
                </a:lnTo>
                <a:lnTo>
                  <a:pt x="1265827" y="261883"/>
                </a:lnTo>
                <a:lnTo>
                  <a:pt x="1265815" y="261739"/>
                </a:lnTo>
                <a:close/>
              </a:path>
              <a:path w="6441440" h="835025">
                <a:moveTo>
                  <a:pt x="1311471" y="272057"/>
                </a:moveTo>
                <a:lnTo>
                  <a:pt x="1293373" y="272057"/>
                </a:lnTo>
                <a:lnTo>
                  <a:pt x="1304811" y="281221"/>
                </a:lnTo>
                <a:lnTo>
                  <a:pt x="1306506" y="344794"/>
                </a:lnTo>
                <a:lnTo>
                  <a:pt x="1319279" y="344794"/>
                </a:lnTo>
                <a:lnTo>
                  <a:pt x="1318145" y="281221"/>
                </a:lnTo>
                <a:lnTo>
                  <a:pt x="1318106" y="279057"/>
                </a:lnTo>
                <a:lnTo>
                  <a:pt x="1311471" y="272057"/>
                </a:lnTo>
                <a:close/>
              </a:path>
              <a:path w="6441440" h="835025">
                <a:moveTo>
                  <a:pt x="1301690" y="261739"/>
                </a:moveTo>
                <a:lnTo>
                  <a:pt x="1279735" y="261883"/>
                </a:lnTo>
                <a:lnTo>
                  <a:pt x="1266891" y="274655"/>
                </a:lnTo>
                <a:lnTo>
                  <a:pt x="1285011" y="274655"/>
                </a:lnTo>
                <a:lnTo>
                  <a:pt x="1293373" y="272057"/>
                </a:lnTo>
                <a:lnTo>
                  <a:pt x="1311471" y="272057"/>
                </a:lnTo>
                <a:lnTo>
                  <a:pt x="1301690" y="261739"/>
                </a:lnTo>
                <a:close/>
              </a:path>
              <a:path w="6441440" h="835025">
                <a:moveTo>
                  <a:pt x="1451719" y="241750"/>
                </a:moveTo>
                <a:lnTo>
                  <a:pt x="1438947" y="241750"/>
                </a:lnTo>
                <a:lnTo>
                  <a:pt x="1438947" y="324445"/>
                </a:lnTo>
                <a:lnTo>
                  <a:pt x="1444576" y="339634"/>
                </a:lnTo>
                <a:lnTo>
                  <a:pt x="1465808" y="345696"/>
                </a:lnTo>
                <a:lnTo>
                  <a:pt x="1451719" y="241750"/>
                </a:lnTo>
                <a:close/>
              </a:path>
              <a:path w="6441440" h="835025">
                <a:moveTo>
                  <a:pt x="1438947" y="261666"/>
                </a:moveTo>
                <a:lnTo>
                  <a:pt x="1426392" y="261666"/>
                </a:lnTo>
                <a:lnTo>
                  <a:pt x="1426392" y="272490"/>
                </a:lnTo>
                <a:lnTo>
                  <a:pt x="1438947" y="272490"/>
                </a:lnTo>
                <a:lnTo>
                  <a:pt x="1438947" y="261666"/>
                </a:lnTo>
                <a:close/>
              </a:path>
              <a:path w="6441440" h="835025">
                <a:moveTo>
                  <a:pt x="1469470" y="261666"/>
                </a:moveTo>
                <a:lnTo>
                  <a:pt x="1454419" y="261666"/>
                </a:lnTo>
                <a:lnTo>
                  <a:pt x="1455886" y="272490"/>
                </a:lnTo>
                <a:lnTo>
                  <a:pt x="1469470" y="272490"/>
                </a:lnTo>
                <a:lnTo>
                  <a:pt x="1469470" y="261666"/>
                </a:lnTo>
                <a:close/>
              </a:path>
              <a:path w="6441440" h="835025">
                <a:moveTo>
                  <a:pt x="1503241" y="233957"/>
                </a:moveTo>
                <a:lnTo>
                  <a:pt x="1490469" y="233957"/>
                </a:lnTo>
                <a:lnTo>
                  <a:pt x="1490469" y="344794"/>
                </a:lnTo>
                <a:lnTo>
                  <a:pt x="1503241" y="344794"/>
                </a:lnTo>
                <a:lnTo>
                  <a:pt x="1503241" y="294787"/>
                </a:lnTo>
                <a:lnTo>
                  <a:pt x="1507967" y="279057"/>
                </a:lnTo>
                <a:lnTo>
                  <a:pt x="1522534" y="274655"/>
                </a:lnTo>
                <a:lnTo>
                  <a:pt x="1504323" y="274655"/>
                </a:lnTo>
                <a:lnTo>
                  <a:pt x="1503241" y="233957"/>
                </a:lnTo>
                <a:close/>
              </a:path>
              <a:path w="6441440" h="835025">
                <a:moveTo>
                  <a:pt x="1551859" y="272057"/>
                </a:moveTo>
                <a:lnTo>
                  <a:pt x="1531130" y="272057"/>
                </a:lnTo>
                <a:lnTo>
                  <a:pt x="1542658" y="281131"/>
                </a:lnTo>
                <a:lnTo>
                  <a:pt x="1544372" y="344794"/>
                </a:lnTo>
                <a:lnTo>
                  <a:pt x="1557144" y="344794"/>
                </a:lnTo>
                <a:lnTo>
                  <a:pt x="1557144" y="291973"/>
                </a:lnTo>
                <a:lnTo>
                  <a:pt x="1551859" y="272057"/>
                </a:lnTo>
                <a:close/>
              </a:path>
              <a:path w="6441440" h="835025">
                <a:moveTo>
                  <a:pt x="1539411" y="261721"/>
                </a:moveTo>
                <a:lnTo>
                  <a:pt x="1517023" y="261865"/>
                </a:lnTo>
                <a:lnTo>
                  <a:pt x="1504323" y="274655"/>
                </a:lnTo>
                <a:lnTo>
                  <a:pt x="1522534" y="274655"/>
                </a:lnTo>
                <a:lnTo>
                  <a:pt x="1531130" y="272057"/>
                </a:lnTo>
                <a:lnTo>
                  <a:pt x="1551859" y="272057"/>
                </a:lnTo>
                <a:lnTo>
                  <a:pt x="1551227" y="269676"/>
                </a:lnTo>
                <a:lnTo>
                  <a:pt x="1539411" y="261721"/>
                </a:lnTo>
                <a:close/>
              </a:path>
              <a:path w="6441440" h="835025">
                <a:moveTo>
                  <a:pt x="1606559" y="260584"/>
                </a:moveTo>
                <a:lnTo>
                  <a:pt x="1588772" y="269748"/>
                </a:lnTo>
                <a:lnTo>
                  <a:pt x="1578165" y="287860"/>
                </a:lnTo>
                <a:lnTo>
                  <a:pt x="1576613" y="312394"/>
                </a:lnTo>
                <a:lnTo>
                  <a:pt x="1584406" y="332671"/>
                </a:lnTo>
                <a:lnTo>
                  <a:pt x="1600444" y="344758"/>
                </a:lnTo>
                <a:lnTo>
                  <a:pt x="1615363" y="346525"/>
                </a:lnTo>
                <a:lnTo>
                  <a:pt x="1635080" y="342160"/>
                </a:lnTo>
                <a:lnTo>
                  <a:pt x="1640808" y="335052"/>
                </a:lnTo>
                <a:lnTo>
                  <a:pt x="1610203" y="335052"/>
                </a:lnTo>
                <a:lnTo>
                  <a:pt x="1594833" y="326123"/>
                </a:lnTo>
                <a:lnTo>
                  <a:pt x="1592569" y="307560"/>
                </a:lnTo>
                <a:lnTo>
                  <a:pt x="1585705" y="307560"/>
                </a:lnTo>
                <a:lnTo>
                  <a:pt x="1585705" y="296519"/>
                </a:lnTo>
                <a:lnTo>
                  <a:pt x="1591222" y="296519"/>
                </a:lnTo>
                <a:lnTo>
                  <a:pt x="1590378" y="289592"/>
                </a:lnTo>
                <a:lnTo>
                  <a:pt x="1608977" y="272057"/>
                </a:lnTo>
                <a:lnTo>
                  <a:pt x="1638527" y="272057"/>
                </a:lnTo>
                <a:lnTo>
                  <a:pt x="1634954" y="266537"/>
                </a:lnTo>
                <a:lnTo>
                  <a:pt x="1606559" y="260584"/>
                </a:lnTo>
                <a:close/>
              </a:path>
              <a:path w="6441440" h="835025">
                <a:moveTo>
                  <a:pt x="1636144" y="322064"/>
                </a:moveTo>
                <a:lnTo>
                  <a:pt x="1635062" y="324950"/>
                </a:lnTo>
                <a:lnTo>
                  <a:pt x="1610203" y="335052"/>
                </a:lnTo>
                <a:lnTo>
                  <a:pt x="1640808" y="335052"/>
                </a:lnTo>
                <a:lnTo>
                  <a:pt x="1648483" y="325527"/>
                </a:lnTo>
                <a:lnTo>
                  <a:pt x="1636144" y="322064"/>
                </a:lnTo>
                <a:close/>
              </a:path>
              <a:path w="6441440" h="835025">
                <a:moveTo>
                  <a:pt x="1591222" y="296519"/>
                </a:moveTo>
                <a:lnTo>
                  <a:pt x="1585705" y="296519"/>
                </a:lnTo>
                <a:lnTo>
                  <a:pt x="1585705" y="307560"/>
                </a:lnTo>
                <a:lnTo>
                  <a:pt x="1592569" y="307560"/>
                </a:lnTo>
                <a:lnTo>
                  <a:pt x="1591222" y="296519"/>
                </a:lnTo>
                <a:close/>
              </a:path>
              <a:path w="6441440" h="835025">
                <a:moveTo>
                  <a:pt x="1638527" y="272057"/>
                </a:moveTo>
                <a:lnTo>
                  <a:pt x="1608977" y="272057"/>
                </a:lnTo>
                <a:lnTo>
                  <a:pt x="1629506" y="277379"/>
                </a:lnTo>
                <a:lnTo>
                  <a:pt x="1636794" y="296519"/>
                </a:lnTo>
                <a:lnTo>
                  <a:pt x="1591222" y="296519"/>
                </a:lnTo>
                <a:lnTo>
                  <a:pt x="1592569" y="307560"/>
                </a:lnTo>
                <a:lnTo>
                  <a:pt x="1649782" y="307560"/>
                </a:lnTo>
                <a:lnTo>
                  <a:pt x="1648845" y="289592"/>
                </a:lnTo>
                <a:lnTo>
                  <a:pt x="1648754" y="287860"/>
                </a:lnTo>
                <a:lnTo>
                  <a:pt x="1638527" y="272057"/>
                </a:lnTo>
                <a:close/>
              </a:path>
              <a:path w="6441440" h="835025">
                <a:moveTo>
                  <a:pt x="1772252" y="261666"/>
                </a:moveTo>
                <a:lnTo>
                  <a:pt x="1759913" y="261666"/>
                </a:lnTo>
                <a:lnTo>
                  <a:pt x="1759913" y="375966"/>
                </a:lnTo>
                <a:lnTo>
                  <a:pt x="1772685" y="375966"/>
                </a:lnTo>
                <a:lnTo>
                  <a:pt x="1772685" y="332021"/>
                </a:lnTo>
                <a:lnTo>
                  <a:pt x="1786008" y="332021"/>
                </a:lnTo>
                <a:lnTo>
                  <a:pt x="1779756" y="328341"/>
                </a:lnTo>
                <a:lnTo>
                  <a:pt x="1772468" y="303230"/>
                </a:lnTo>
                <a:lnTo>
                  <a:pt x="1779648" y="278606"/>
                </a:lnTo>
                <a:lnTo>
                  <a:pt x="1801693" y="272057"/>
                </a:lnTo>
                <a:lnTo>
                  <a:pt x="1823035" y="272057"/>
                </a:lnTo>
                <a:lnTo>
                  <a:pt x="1822453" y="271588"/>
                </a:lnTo>
                <a:lnTo>
                  <a:pt x="1776004" y="271588"/>
                </a:lnTo>
                <a:lnTo>
                  <a:pt x="1772252" y="261666"/>
                </a:lnTo>
                <a:close/>
              </a:path>
              <a:path w="6441440" h="835025">
                <a:moveTo>
                  <a:pt x="1786008" y="332021"/>
                </a:moveTo>
                <a:lnTo>
                  <a:pt x="1772685" y="332021"/>
                </a:lnTo>
                <a:lnTo>
                  <a:pt x="1804940" y="346525"/>
                </a:lnTo>
                <a:lnTo>
                  <a:pt x="1821663" y="337740"/>
                </a:lnTo>
                <a:lnTo>
                  <a:pt x="1823189" y="335052"/>
                </a:lnTo>
                <a:lnTo>
                  <a:pt x="1791157" y="335052"/>
                </a:lnTo>
                <a:lnTo>
                  <a:pt x="1786008" y="332021"/>
                </a:lnTo>
                <a:close/>
              </a:path>
              <a:path w="6441440" h="835025">
                <a:moveTo>
                  <a:pt x="1823035" y="272057"/>
                </a:moveTo>
                <a:lnTo>
                  <a:pt x="1801693" y="272057"/>
                </a:lnTo>
                <a:lnTo>
                  <a:pt x="1816052" y="282701"/>
                </a:lnTo>
                <a:lnTo>
                  <a:pt x="1819606" y="314523"/>
                </a:lnTo>
                <a:lnTo>
                  <a:pt x="1806076" y="333645"/>
                </a:lnTo>
                <a:lnTo>
                  <a:pt x="1791157" y="335052"/>
                </a:lnTo>
                <a:lnTo>
                  <a:pt x="1823189" y="335052"/>
                </a:lnTo>
                <a:lnTo>
                  <a:pt x="1831801" y="319881"/>
                </a:lnTo>
                <a:lnTo>
                  <a:pt x="1833298" y="294715"/>
                </a:lnTo>
                <a:lnTo>
                  <a:pt x="1825812" y="274294"/>
                </a:lnTo>
                <a:lnTo>
                  <a:pt x="1823035" y="272057"/>
                </a:lnTo>
                <a:close/>
              </a:path>
              <a:path w="6441440" h="835025">
                <a:moveTo>
                  <a:pt x="1792384" y="260584"/>
                </a:moveTo>
                <a:lnTo>
                  <a:pt x="1776004" y="271588"/>
                </a:lnTo>
                <a:lnTo>
                  <a:pt x="1822453" y="271588"/>
                </a:lnTo>
                <a:lnTo>
                  <a:pt x="1810965" y="262334"/>
                </a:lnTo>
                <a:lnTo>
                  <a:pt x="1792384" y="260584"/>
                </a:lnTo>
                <a:close/>
              </a:path>
              <a:path w="6441440" h="835025">
                <a:moveTo>
                  <a:pt x="1910157" y="273176"/>
                </a:moveTo>
                <a:lnTo>
                  <a:pt x="1874158" y="273176"/>
                </a:lnTo>
                <a:lnTo>
                  <a:pt x="1895301" y="273320"/>
                </a:lnTo>
                <a:lnTo>
                  <a:pt x="1902571" y="288726"/>
                </a:lnTo>
                <a:lnTo>
                  <a:pt x="1849823" y="312575"/>
                </a:lnTo>
                <a:lnTo>
                  <a:pt x="1855199" y="338841"/>
                </a:lnTo>
                <a:lnTo>
                  <a:pt x="1877243" y="346742"/>
                </a:lnTo>
                <a:lnTo>
                  <a:pt x="1882078" y="346742"/>
                </a:lnTo>
                <a:lnTo>
                  <a:pt x="1901056" y="335341"/>
                </a:lnTo>
                <a:lnTo>
                  <a:pt x="1874204" y="335341"/>
                </a:lnTo>
                <a:lnTo>
                  <a:pt x="1861657" y="326285"/>
                </a:lnTo>
                <a:lnTo>
                  <a:pt x="1865922" y="312575"/>
                </a:lnTo>
                <a:lnTo>
                  <a:pt x="1866023" y="312250"/>
                </a:lnTo>
                <a:lnTo>
                  <a:pt x="1915343" y="312250"/>
                </a:lnTo>
                <a:lnTo>
                  <a:pt x="1915343" y="283422"/>
                </a:lnTo>
                <a:lnTo>
                  <a:pt x="1910230" y="273320"/>
                </a:lnTo>
                <a:lnTo>
                  <a:pt x="1910157" y="273176"/>
                </a:lnTo>
                <a:close/>
              </a:path>
              <a:path w="6441440" h="835025">
                <a:moveTo>
                  <a:pt x="1915343" y="312250"/>
                </a:moveTo>
                <a:lnTo>
                  <a:pt x="1866023" y="312250"/>
                </a:lnTo>
                <a:lnTo>
                  <a:pt x="1902571" y="314703"/>
                </a:lnTo>
                <a:lnTo>
                  <a:pt x="1898097" y="327746"/>
                </a:lnTo>
                <a:lnTo>
                  <a:pt x="1879010" y="335341"/>
                </a:lnTo>
                <a:lnTo>
                  <a:pt x="1901056" y="335341"/>
                </a:lnTo>
                <a:lnTo>
                  <a:pt x="1902571" y="344794"/>
                </a:lnTo>
                <a:lnTo>
                  <a:pt x="1915343" y="344794"/>
                </a:lnTo>
                <a:lnTo>
                  <a:pt x="1915343" y="312250"/>
                </a:lnTo>
                <a:close/>
              </a:path>
              <a:path w="6441440" h="835025">
                <a:moveTo>
                  <a:pt x="1867538" y="263434"/>
                </a:moveTo>
                <a:lnTo>
                  <a:pt x="1851266" y="280067"/>
                </a:lnTo>
                <a:lnTo>
                  <a:pt x="1863389" y="284396"/>
                </a:lnTo>
                <a:lnTo>
                  <a:pt x="1874158" y="273176"/>
                </a:lnTo>
                <a:lnTo>
                  <a:pt x="1910157" y="273176"/>
                </a:lnTo>
                <a:lnTo>
                  <a:pt x="1907207" y="267349"/>
                </a:lnTo>
                <a:lnTo>
                  <a:pt x="1867538" y="263434"/>
                </a:lnTo>
                <a:close/>
              </a:path>
              <a:path w="6441440" h="835025">
                <a:moveTo>
                  <a:pt x="1957056" y="241750"/>
                </a:moveTo>
                <a:lnTo>
                  <a:pt x="1944283" y="241750"/>
                </a:lnTo>
                <a:lnTo>
                  <a:pt x="1944283" y="324445"/>
                </a:lnTo>
                <a:lnTo>
                  <a:pt x="1949912" y="339634"/>
                </a:lnTo>
                <a:lnTo>
                  <a:pt x="1971145" y="345696"/>
                </a:lnTo>
                <a:lnTo>
                  <a:pt x="1957056" y="241750"/>
                </a:lnTo>
                <a:close/>
              </a:path>
              <a:path w="6441440" h="835025">
                <a:moveTo>
                  <a:pt x="1944283" y="261666"/>
                </a:moveTo>
                <a:lnTo>
                  <a:pt x="1931728" y="261666"/>
                </a:lnTo>
                <a:lnTo>
                  <a:pt x="1931728" y="272490"/>
                </a:lnTo>
                <a:lnTo>
                  <a:pt x="1944283" y="272490"/>
                </a:lnTo>
                <a:lnTo>
                  <a:pt x="1944283" y="261666"/>
                </a:lnTo>
                <a:close/>
              </a:path>
              <a:path w="6441440" h="835025">
                <a:moveTo>
                  <a:pt x="1974807" y="261666"/>
                </a:moveTo>
                <a:lnTo>
                  <a:pt x="1959755" y="261666"/>
                </a:lnTo>
                <a:lnTo>
                  <a:pt x="1961222" y="272490"/>
                </a:lnTo>
                <a:lnTo>
                  <a:pt x="1974807" y="272490"/>
                </a:lnTo>
                <a:lnTo>
                  <a:pt x="1974807" y="261666"/>
                </a:lnTo>
                <a:close/>
              </a:path>
              <a:path w="6441440" h="835025">
                <a:moveTo>
                  <a:pt x="2006791" y="261666"/>
                </a:moveTo>
                <a:lnTo>
                  <a:pt x="1994019" y="261666"/>
                </a:lnTo>
                <a:lnTo>
                  <a:pt x="1994019" y="344794"/>
                </a:lnTo>
                <a:lnTo>
                  <a:pt x="2006791" y="344794"/>
                </a:lnTo>
                <a:lnTo>
                  <a:pt x="2006791" y="261666"/>
                </a:lnTo>
                <a:close/>
              </a:path>
              <a:path w="6441440" h="835025">
                <a:moveTo>
                  <a:pt x="1995877" y="231342"/>
                </a:moveTo>
                <a:lnTo>
                  <a:pt x="2000514" y="247812"/>
                </a:lnTo>
                <a:lnTo>
                  <a:pt x="2003003" y="247812"/>
                </a:lnTo>
                <a:lnTo>
                  <a:pt x="2009605" y="236771"/>
                </a:lnTo>
                <a:lnTo>
                  <a:pt x="1995877" y="231342"/>
                </a:lnTo>
                <a:close/>
              </a:path>
              <a:path w="6441440" h="835025">
                <a:moveTo>
                  <a:pt x="2056234" y="260584"/>
                </a:moveTo>
                <a:lnTo>
                  <a:pt x="2038447" y="269748"/>
                </a:lnTo>
                <a:lnTo>
                  <a:pt x="2027839" y="287860"/>
                </a:lnTo>
                <a:lnTo>
                  <a:pt x="2026288" y="312394"/>
                </a:lnTo>
                <a:lnTo>
                  <a:pt x="2034081" y="332671"/>
                </a:lnTo>
                <a:lnTo>
                  <a:pt x="2050118" y="344758"/>
                </a:lnTo>
                <a:lnTo>
                  <a:pt x="2065037" y="346525"/>
                </a:lnTo>
                <a:lnTo>
                  <a:pt x="2084755" y="342160"/>
                </a:lnTo>
                <a:lnTo>
                  <a:pt x="2090482" y="335052"/>
                </a:lnTo>
                <a:lnTo>
                  <a:pt x="2059878" y="335052"/>
                </a:lnTo>
                <a:lnTo>
                  <a:pt x="2044508" y="326123"/>
                </a:lnTo>
                <a:lnTo>
                  <a:pt x="2042244" y="307560"/>
                </a:lnTo>
                <a:lnTo>
                  <a:pt x="2035380" y="307560"/>
                </a:lnTo>
                <a:lnTo>
                  <a:pt x="2035380" y="296519"/>
                </a:lnTo>
                <a:lnTo>
                  <a:pt x="2040897" y="296519"/>
                </a:lnTo>
                <a:lnTo>
                  <a:pt x="2040052" y="289592"/>
                </a:lnTo>
                <a:lnTo>
                  <a:pt x="2058651" y="272057"/>
                </a:lnTo>
                <a:lnTo>
                  <a:pt x="2088201" y="272057"/>
                </a:lnTo>
                <a:lnTo>
                  <a:pt x="2084629" y="266537"/>
                </a:lnTo>
                <a:lnTo>
                  <a:pt x="2056234" y="260584"/>
                </a:lnTo>
                <a:close/>
              </a:path>
              <a:path w="6441440" h="835025">
                <a:moveTo>
                  <a:pt x="2085819" y="322064"/>
                </a:moveTo>
                <a:lnTo>
                  <a:pt x="2084737" y="324950"/>
                </a:lnTo>
                <a:lnTo>
                  <a:pt x="2059878" y="335052"/>
                </a:lnTo>
                <a:lnTo>
                  <a:pt x="2090482" y="335052"/>
                </a:lnTo>
                <a:lnTo>
                  <a:pt x="2098158" y="325527"/>
                </a:lnTo>
                <a:lnTo>
                  <a:pt x="2085819" y="322064"/>
                </a:lnTo>
                <a:close/>
              </a:path>
              <a:path w="6441440" h="835025">
                <a:moveTo>
                  <a:pt x="2040897" y="296519"/>
                </a:moveTo>
                <a:lnTo>
                  <a:pt x="2035380" y="296519"/>
                </a:lnTo>
                <a:lnTo>
                  <a:pt x="2035380" y="307560"/>
                </a:lnTo>
                <a:lnTo>
                  <a:pt x="2042244" y="307560"/>
                </a:lnTo>
                <a:lnTo>
                  <a:pt x="2040897" y="296519"/>
                </a:lnTo>
                <a:close/>
              </a:path>
              <a:path w="6441440" h="835025">
                <a:moveTo>
                  <a:pt x="2088201" y="272057"/>
                </a:moveTo>
                <a:lnTo>
                  <a:pt x="2058651" y="272057"/>
                </a:lnTo>
                <a:lnTo>
                  <a:pt x="2079180" y="277379"/>
                </a:lnTo>
                <a:lnTo>
                  <a:pt x="2086469" y="296519"/>
                </a:lnTo>
                <a:lnTo>
                  <a:pt x="2040897" y="296519"/>
                </a:lnTo>
                <a:lnTo>
                  <a:pt x="2042244" y="307560"/>
                </a:lnTo>
                <a:lnTo>
                  <a:pt x="2099457" y="307560"/>
                </a:lnTo>
                <a:lnTo>
                  <a:pt x="2098519" y="289592"/>
                </a:lnTo>
                <a:lnTo>
                  <a:pt x="2098429" y="287860"/>
                </a:lnTo>
                <a:lnTo>
                  <a:pt x="2088201" y="272057"/>
                </a:lnTo>
                <a:close/>
              </a:path>
              <a:path w="6441440" h="835025">
                <a:moveTo>
                  <a:pt x="2131231" y="261739"/>
                </a:moveTo>
                <a:lnTo>
                  <a:pt x="2118886" y="261739"/>
                </a:lnTo>
                <a:lnTo>
                  <a:pt x="2118886" y="344794"/>
                </a:lnTo>
                <a:lnTo>
                  <a:pt x="2131658" y="344794"/>
                </a:lnTo>
                <a:lnTo>
                  <a:pt x="2131658" y="294787"/>
                </a:lnTo>
                <a:lnTo>
                  <a:pt x="2136258" y="279057"/>
                </a:lnTo>
                <a:lnTo>
                  <a:pt x="2150428" y="274655"/>
                </a:lnTo>
                <a:lnTo>
                  <a:pt x="2132308" y="274655"/>
                </a:lnTo>
                <a:lnTo>
                  <a:pt x="2131243" y="261883"/>
                </a:lnTo>
                <a:lnTo>
                  <a:pt x="2131231" y="261739"/>
                </a:lnTo>
                <a:close/>
              </a:path>
              <a:path w="6441440" h="835025">
                <a:moveTo>
                  <a:pt x="2176888" y="272057"/>
                </a:moveTo>
                <a:lnTo>
                  <a:pt x="2158790" y="272057"/>
                </a:lnTo>
                <a:lnTo>
                  <a:pt x="2170227" y="281221"/>
                </a:lnTo>
                <a:lnTo>
                  <a:pt x="2171923" y="344794"/>
                </a:lnTo>
                <a:lnTo>
                  <a:pt x="2184695" y="344794"/>
                </a:lnTo>
                <a:lnTo>
                  <a:pt x="2183561" y="281221"/>
                </a:lnTo>
                <a:lnTo>
                  <a:pt x="2183523" y="279057"/>
                </a:lnTo>
                <a:lnTo>
                  <a:pt x="2176888" y="272057"/>
                </a:lnTo>
                <a:close/>
              </a:path>
              <a:path w="6441440" h="835025">
                <a:moveTo>
                  <a:pt x="2167106" y="261739"/>
                </a:moveTo>
                <a:lnTo>
                  <a:pt x="2145152" y="261883"/>
                </a:lnTo>
                <a:lnTo>
                  <a:pt x="2132308" y="274655"/>
                </a:lnTo>
                <a:lnTo>
                  <a:pt x="2150428" y="274655"/>
                </a:lnTo>
                <a:lnTo>
                  <a:pt x="2158790" y="272057"/>
                </a:lnTo>
                <a:lnTo>
                  <a:pt x="2176888" y="272057"/>
                </a:lnTo>
                <a:lnTo>
                  <a:pt x="2167106" y="261739"/>
                </a:lnTo>
                <a:close/>
              </a:path>
              <a:path w="6441440" h="835025">
                <a:moveTo>
                  <a:pt x="2226435" y="241750"/>
                </a:moveTo>
                <a:lnTo>
                  <a:pt x="2213662" y="241750"/>
                </a:lnTo>
                <a:lnTo>
                  <a:pt x="2213662" y="324445"/>
                </a:lnTo>
                <a:lnTo>
                  <a:pt x="2219291" y="339634"/>
                </a:lnTo>
                <a:lnTo>
                  <a:pt x="2240524" y="345696"/>
                </a:lnTo>
                <a:lnTo>
                  <a:pt x="2226435" y="241750"/>
                </a:lnTo>
                <a:close/>
              </a:path>
              <a:path w="6441440" h="835025">
                <a:moveTo>
                  <a:pt x="2213662" y="261666"/>
                </a:moveTo>
                <a:lnTo>
                  <a:pt x="2201107" y="261666"/>
                </a:lnTo>
                <a:lnTo>
                  <a:pt x="2201107" y="272490"/>
                </a:lnTo>
                <a:lnTo>
                  <a:pt x="2213662" y="272490"/>
                </a:lnTo>
                <a:lnTo>
                  <a:pt x="2213662" y="261666"/>
                </a:lnTo>
                <a:close/>
              </a:path>
              <a:path w="6441440" h="835025">
                <a:moveTo>
                  <a:pt x="2244186" y="261666"/>
                </a:moveTo>
                <a:lnTo>
                  <a:pt x="2229134" y="261666"/>
                </a:lnTo>
                <a:lnTo>
                  <a:pt x="2230601" y="272490"/>
                </a:lnTo>
                <a:lnTo>
                  <a:pt x="2244186" y="272490"/>
                </a:lnTo>
                <a:lnTo>
                  <a:pt x="2244186" y="261666"/>
                </a:lnTo>
                <a:close/>
              </a:path>
              <a:path w="6441440" h="835025">
                <a:moveTo>
                  <a:pt x="2278971" y="233957"/>
                </a:moveTo>
                <a:lnTo>
                  <a:pt x="2266848" y="233957"/>
                </a:lnTo>
                <a:lnTo>
                  <a:pt x="2266848" y="243915"/>
                </a:lnTo>
                <a:lnTo>
                  <a:pt x="2258406" y="265346"/>
                </a:lnTo>
                <a:lnTo>
                  <a:pt x="2265333" y="270975"/>
                </a:lnTo>
                <a:lnTo>
                  <a:pt x="2268219" y="268666"/>
                </a:lnTo>
                <a:lnTo>
                  <a:pt x="2278971" y="233957"/>
                </a:lnTo>
                <a:close/>
              </a:path>
              <a:path w="6441440" h="835025">
                <a:moveTo>
                  <a:pt x="2292528" y="321847"/>
                </a:moveTo>
                <a:lnTo>
                  <a:pt x="2280405" y="324878"/>
                </a:lnTo>
                <a:lnTo>
                  <a:pt x="2281884" y="331949"/>
                </a:lnTo>
                <a:lnTo>
                  <a:pt x="2296515" y="344685"/>
                </a:lnTo>
                <a:lnTo>
                  <a:pt x="2318469" y="346525"/>
                </a:lnTo>
                <a:lnTo>
                  <a:pt x="2337663" y="338155"/>
                </a:lnTo>
                <a:lnTo>
                  <a:pt x="2338886" y="334150"/>
                </a:lnTo>
                <a:lnTo>
                  <a:pt x="2302323" y="334150"/>
                </a:lnTo>
                <a:lnTo>
                  <a:pt x="2292528" y="321847"/>
                </a:lnTo>
                <a:close/>
              </a:path>
              <a:path w="6441440" h="835025">
                <a:moveTo>
                  <a:pt x="2313526" y="260584"/>
                </a:moveTo>
                <a:lnTo>
                  <a:pt x="2289623" y="268558"/>
                </a:lnTo>
                <a:lnTo>
                  <a:pt x="2283003" y="290350"/>
                </a:lnTo>
                <a:lnTo>
                  <a:pt x="2291878" y="302743"/>
                </a:lnTo>
                <a:lnTo>
                  <a:pt x="2326226" y="313044"/>
                </a:lnTo>
                <a:lnTo>
                  <a:pt x="2331277" y="325852"/>
                </a:lnTo>
                <a:lnTo>
                  <a:pt x="2322474" y="334006"/>
                </a:lnTo>
                <a:lnTo>
                  <a:pt x="2302323" y="334150"/>
                </a:lnTo>
                <a:lnTo>
                  <a:pt x="2338886" y="334150"/>
                </a:lnTo>
                <a:lnTo>
                  <a:pt x="2344482" y="315822"/>
                </a:lnTo>
                <a:lnTo>
                  <a:pt x="2335372" y="303681"/>
                </a:lnTo>
                <a:lnTo>
                  <a:pt x="2296930" y="289646"/>
                </a:lnTo>
                <a:lnTo>
                  <a:pt x="2297331" y="280283"/>
                </a:lnTo>
                <a:lnTo>
                  <a:pt x="2297453" y="277451"/>
                </a:lnTo>
                <a:lnTo>
                  <a:pt x="2317242" y="271624"/>
                </a:lnTo>
                <a:lnTo>
                  <a:pt x="2338059" y="271624"/>
                </a:lnTo>
                <a:lnTo>
                  <a:pt x="2328210" y="262388"/>
                </a:lnTo>
                <a:lnTo>
                  <a:pt x="2313526" y="260584"/>
                </a:lnTo>
                <a:close/>
              </a:path>
              <a:path w="6441440" h="835025">
                <a:moveTo>
                  <a:pt x="2338059" y="271624"/>
                </a:moveTo>
                <a:lnTo>
                  <a:pt x="2317242" y="271624"/>
                </a:lnTo>
                <a:lnTo>
                  <a:pt x="2331494" y="283531"/>
                </a:lnTo>
                <a:lnTo>
                  <a:pt x="2342967" y="280283"/>
                </a:lnTo>
                <a:lnTo>
                  <a:pt x="2340983" y="274366"/>
                </a:lnTo>
                <a:lnTo>
                  <a:pt x="2338059" y="271624"/>
                </a:lnTo>
                <a:close/>
              </a:path>
              <a:path w="6441440" h="835025">
                <a:moveTo>
                  <a:pt x="2528937" y="333753"/>
                </a:moveTo>
                <a:lnTo>
                  <a:pt x="2519445" y="340680"/>
                </a:lnTo>
                <a:lnTo>
                  <a:pt x="2530393" y="355185"/>
                </a:lnTo>
                <a:lnTo>
                  <a:pt x="2545113" y="355185"/>
                </a:lnTo>
                <a:lnTo>
                  <a:pt x="2528937" y="333753"/>
                </a:lnTo>
                <a:close/>
              </a:path>
              <a:path w="6441440" h="835025">
                <a:moveTo>
                  <a:pt x="2493842" y="232875"/>
                </a:moveTo>
                <a:lnTo>
                  <a:pt x="2465653" y="247758"/>
                </a:lnTo>
                <a:lnTo>
                  <a:pt x="2452208" y="280906"/>
                </a:lnTo>
                <a:lnTo>
                  <a:pt x="2458144" y="319682"/>
                </a:lnTo>
                <a:lnTo>
                  <a:pt x="2481232" y="342412"/>
                </a:lnTo>
                <a:lnTo>
                  <a:pt x="2514130" y="344577"/>
                </a:lnTo>
                <a:lnTo>
                  <a:pt x="2519445" y="340680"/>
                </a:lnTo>
                <a:lnTo>
                  <a:pt x="2514217" y="333753"/>
                </a:lnTo>
                <a:lnTo>
                  <a:pt x="2494025" y="333753"/>
                </a:lnTo>
                <a:lnTo>
                  <a:pt x="2477085" y="325275"/>
                </a:lnTo>
                <a:lnTo>
                  <a:pt x="2466388" y="307073"/>
                </a:lnTo>
                <a:lnTo>
                  <a:pt x="2464866" y="280906"/>
                </a:lnTo>
                <a:lnTo>
                  <a:pt x="2464800" y="279778"/>
                </a:lnTo>
                <a:lnTo>
                  <a:pt x="2472774" y="258473"/>
                </a:lnTo>
                <a:lnTo>
                  <a:pt x="2487945" y="246693"/>
                </a:lnTo>
                <a:lnTo>
                  <a:pt x="2507446" y="244998"/>
                </a:lnTo>
                <a:lnTo>
                  <a:pt x="2530252" y="244998"/>
                </a:lnTo>
                <a:lnTo>
                  <a:pt x="2525955" y="239369"/>
                </a:lnTo>
                <a:lnTo>
                  <a:pt x="2493842" y="232875"/>
                </a:lnTo>
                <a:close/>
              </a:path>
              <a:path w="6441440" h="835025">
                <a:moveTo>
                  <a:pt x="2511127" y="310157"/>
                </a:moveTo>
                <a:lnTo>
                  <a:pt x="2496406" y="310157"/>
                </a:lnTo>
                <a:lnTo>
                  <a:pt x="2519445" y="340680"/>
                </a:lnTo>
                <a:lnTo>
                  <a:pt x="2528890" y="333753"/>
                </a:lnTo>
                <a:lnTo>
                  <a:pt x="2527692" y="332104"/>
                </a:lnTo>
                <a:lnTo>
                  <a:pt x="2513448" y="332104"/>
                </a:lnTo>
                <a:lnTo>
                  <a:pt x="2522429" y="325131"/>
                </a:lnTo>
                <a:lnTo>
                  <a:pt x="2511127" y="310157"/>
                </a:lnTo>
                <a:close/>
              </a:path>
              <a:path w="6441440" h="835025">
                <a:moveTo>
                  <a:pt x="2512972" y="332104"/>
                </a:moveTo>
                <a:lnTo>
                  <a:pt x="2494025" y="333753"/>
                </a:lnTo>
                <a:lnTo>
                  <a:pt x="2514217" y="333753"/>
                </a:lnTo>
                <a:lnTo>
                  <a:pt x="2512972" y="332104"/>
                </a:lnTo>
                <a:close/>
              </a:path>
              <a:path w="6441440" h="835025">
                <a:moveTo>
                  <a:pt x="2530252" y="244998"/>
                </a:moveTo>
                <a:lnTo>
                  <a:pt x="2507446" y="244998"/>
                </a:lnTo>
                <a:lnTo>
                  <a:pt x="2528679" y="258473"/>
                </a:lnTo>
                <a:lnTo>
                  <a:pt x="2536671" y="289375"/>
                </a:lnTo>
                <a:lnTo>
                  <a:pt x="2536671" y="298973"/>
                </a:lnTo>
                <a:lnTo>
                  <a:pt x="2528679" y="320278"/>
                </a:lnTo>
                <a:lnTo>
                  <a:pt x="2522429" y="325131"/>
                </a:lnTo>
                <a:lnTo>
                  <a:pt x="2528937" y="333753"/>
                </a:lnTo>
                <a:lnTo>
                  <a:pt x="2531138" y="332104"/>
                </a:lnTo>
                <a:lnTo>
                  <a:pt x="2539867" y="325703"/>
                </a:lnTo>
                <a:lnTo>
                  <a:pt x="2549660" y="289375"/>
                </a:lnTo>
                <a:lnTo>
                  <a:pt x="2546098" y="265752"/>
                </a:lnTo>
                <a:lnTo>
                  <a:pt x="2530252" y="244998"/>
                </a:lnTo>
                <a:close/>
              </a:path>
              <a:path w="6441440" h="835025">
                <a:moveTo>
                  <a:pt x="2522429" y="325131"/>
                </a:moveTo>
                <a:lnTo>
                  <a:pt x="2513448" y="332104"/>
                </a:lnTo>
                <a:lnTo>
                  <a:pt x="2527692" y="332104"/>
                </a:lnTo>
                <a:lnTo>
                  <a:pt x="2522537" y="325275"/>
                </a:lnTo>
                <a:lnTo>
                  <a:pt x="2522429" y="325131"/>
                </a:lnTo>
                <a:close/>
              </a:path>
              <a:path w="6441440" h="835025">
                <a:moveTo>
                  <a:pt x="2572227" y="233957"/>
                </a:moveTo>
                <a:lnTo>
                  <a:pt x="2572227" y="344794"/>
                </a:lnTo>
                <a:lnTo>
                  <a:pt x="2585649" y="344794"/>
                </a:lnTo>
                <a:lnTo>
                  <a:pt x="2585649" y="301498"/>
                </a:lnTo>
                <a:lnTo>
                  <a:pt x="2579588" y="301498"/>
                </a:lnTo>
                <a:lnTo>
                  <a:pt x="2579588" y="289375"/>
                </a:lnTo>
                <a:lnTo>
                  <a:pt x="2585649" y="288827"/>
                </a:lnTo>
                <a:lnTo>
                  <a:pt x="2585649" y="245864"/>
                </a:lnTo>
                <a:lnTo>
                  <a:pt x="2640790" y="245864"/>
                </a:lnTo>
                <a:lnTo>
                  <a:pt x="2640670" y="245340"/>
                </a:lnTo>
                <a:lnTo>
                  <a:pt x="2625445" y="235437"/>
                </a:lnTo>
                <a:lnTo>
                  <a:pt x="2572227" y="233957"/>
                </a:lnTo>
                <a:close/>
              </a:path>
              <a:path w="6441440" h="835025">
                <a:moveTo>
                  <a:pt x="2624398" y="295004"/>
                </a:moveTo>
                <a:lnTo>
                  <a:pt x="2609245" y="295004"/>
                </a:lnTo>
                <a:lnTo>
                  <a:pt x="2636088" y="344794"/>
                </a:lnTo>
                <a:lnTo>
                  <a:pt x="2651674" y="344794"/>
                </a:lnTo>
                <a:lnTo>
                  <a:pt x="2627956" y="301498"/>
                </a:lnTo>
                <a:lnTo>
                  <a:pt x="2618481" y="301498"/>
                </a:lnTo>
                <a:lnTo>
                  <a:pt x="2626268" y="298416"/>
                </a:lnTo>
                <a:lnTo>
                  <a:pt x="2624398" y="295004"/>
                </a:lnTo>
                <a:close/>
              </a:path>
              <a:path w="6441440" h="835025">
                <a:moveTo>
                  <a:pt x="2585649" y="288827"/>
                </a:moveTo>
                <a:lnTo>
                  <a:pt x="2579588" y="289375"/>
                </a:lnTo>
                <a:lnTo>
                  <a:pt x="2579588" y="301498"/>
                </a:lnTo>
                <a:lnTo>
                  <a:pt x="2585649" y="301498"/>
                </a:lnTo>
                <a:lnTo>
                  <a:pt x="2585649" y="288827"/>
                </a:lnTo>
                <a:close/>
              </a:path>
              <a:path w="6441440" h="835025">
                <a:moveTo>
                  <a:pt x="2640790" y="245864"/>
                </a:moveTo>
                <a:lnTo>
                  <a:pt x="2585649" y="245864"/>
                </a:lnTo>
                <a:lnTo>
                  <a:pt x="2620051" y="246784"/>
                </a:lnTo>
                <a:lnTo>
                  <a:pt x="2633310" y="259628"/>
                </a:lnTo>
                <a:lnTo>
                  <a:pt x="2627393" y="285046"/>
                </a:lnTo>
                <a:lnTo>
                  <a:pt x="2585649" y="288827"/>
                </a:lnTo>
                <a:lnTo>
                  <a:pt x="2585649" y="301498"/>
                </a:lnTo>
                <a:lnTo>
                  <a:pt x="2612746" y="301498"/>
                </a:lnTo>
                <a:lnTo>
                  <a:pt x="2609245" y="295004"/>
                </a:lnTo>
                <a:lnTo>
                  <a:pt x="2634889" y="295004"/>
                </a:lnTo>
                <a:lnTo>
                  <a:pt x="2636575" y="294336"/>
                </a:lnTo>
                <a:lnTo>
                  <a:pt x="2647345" y="274475"/>
                </a:lnTo>
                <a:lnTo>
                  <a:pt x="2640790" y="245864"/>
                </a:lnTo>
                <a:close/>
              </a:path>
              <a:path w="6441440" h="835025">
                <a:moveTo>
                  <a:pt x="2626268" y="298416"/>
                </a:moveTo>
                <a:lnTo>
                  <a:pt x="2618481" y="301498"/>
                </a:lnTo>
                <a:lnTo>
                  <a:pt x="2627956" y="301498"/>
                </a:lnTo>
                <a:lnTo>
                  <a:pt x="2626268" y="298416"/>
                </a:lnTo>
                <a:close/>
              </a:path>
              <a:path w="6441440" h="835025">
                <a:moveTo>
                  <a:pt x="2634889" y="295004"/>
                </a:moveTo>
                <a:lnTo>
                  <a:pt x="2624398" y="295004"/>
                </a:lnTo>
                <a:lnTo>
                  <a:pt x="2626268" y="298416"/>
                </a:lnTo>
                <a:lnTo>
                  <a:pt x="2634889" y="295004"/>
                </a:lnTo>
                <a:close/>
              </a:path>
              <a:path w="6441440" h="835025">
                <a:moveTo>
                  <a:pt x="2784728" y="260584"/>
                </a:moveTo>
                <a:lnTo>
                  <a:pt x="2766941" y="269748"/>
                </a:lnTo>
                <a:lnTo>
                  <a:pt x="2756334" y="287770"/>
                </a:lnTo>
                <a:lnTo>
                  <a:pt x="2754782" y="311961"/>
                </a:lnTo>
                <a:lnTo>
                  <a:pt x="2762359" y="332256"/>
                </a:lnTo>
                <a:lnTo>
                  <a:pt x="2777946" y="344685"/>
                </a:lnTo>
                <a:lnTo>
                  <a:pt x="2792450" y="346525"/>
                </a:lnTo>
                <a:lnTo>
                  <a:pt x="2813231" y="340807"/>
                </a:lnTo>
                <a:lnTo>
                  <a:pt x="2816613" y="335052"/>
                </a:lnTo>
                <a:lnTo>
                  <a:pt x="2787398" y="335052"/>
                </a:lnTo>
                <a:lnTo>
                  <a:pt x="2772642" y="324770"/>
                </a:lnTo>
                <a:lnTo>
                  <a:pt x="2768583" y="291486"/>
                </a:lnTo>
                <a:lnTo>
                  <a:pt x="2783105" y="273356"/>
                </a:lnTo>
                <a:lnTo>
                  <a:pt x="2818324" y="273356"/>
                </a:lnTo>
                <a:lnTo>
                  <a:pt x="2812726" y="265996"/>
                </a:lnTo>
                <a:lnTo>
                  <a:pt x="2784728" y="260584"/>
                </a:lnTo>
                <a:close/>
              </a:path>
              <a:path w="6441440" h="835025">
                <a:moveTo>
                  <a:pt x="2825138" y="320548"/>
                </a:moveTo>
                <a:lnTo>
                  <a:pt x="2812365" y="320548"/>
                </a:lnTo>
                <a:lnTo>
                  <a:pt x="2811572" y="323579"/>
                </a:lnTo>
                <a:lnTo>
                  <a:pt x="2787398" y="335052"/>
                </a:lnTo>
                <a:lnTo>
                  <a:pt x="2816613" y="335052"/>
                </a:lnTo>
                <a:lnTo>
                  <a:pt x="2825138" y="320548"/>
                </a:lnTo>
                <a:close/>
              </a:path>
              <a:path w="6441440" h="835025">
                <a:moveTo>
                  <a:pt x="2818324" y="273356"/>
                </a:moveTo>
                <a:lnTo>
                  <a:pt x="2783105" y="273356"/>
                </a:lnTo>
                <a:lnTo>
                  <a:pt x="2802552" y="273537"/>
                </a:lnTo>
                <a:lnTo>
                  <a:pt x="2812365" y="286561"/>
                </a:lnTo>
                <a:lnTo>
                  <a:pt x="2825138" y="286561"/>
                </a:lnTo>
                <a:lnTo>
                  <a:pt x="2824416" y="281366"/>
                </a:lnTo>
                <a:lnTo>
                  <a:pt x="2818324" y="273356"/>
                </a:lnTo>
                <a:close/>
              </a:path>
              <a:path w="6441440" h="835025">
                <a:moveTo>
                  <a:pt x="2870075" y="260584"/>
                </a:moveTo>
                <a:lnTo>
                  <a:pt x="2852197" y="269514"/>
                </a:lnTo>
                <a:lnTo>
                  <a:pt x="2841482" y="287445"/>
                </a:lnTo>
                <a:lnTo>
                  <a:pt x="2839912" y="312250"/>
                </a:lnTo>
                <a:lnTo>
                  <a:pt x="2847796" y="332599"/>
                </a:lnTo>
                <a:lnTo>
                  <a:pt x="2863490" y="344740"/>
                </a:lnTo>
                <a:lnTo>
                  <a:pt x="2877579" y="346525"/>
                </a:lnTo>
                <a:lnTo>
                  <a:pt x="2885084" y="346525"/>
                </a:lnTo>
                <a:lnTo>
                  <a:pt x="2902943" y="337596"/>
                </a:lnTo>
                <a:lnTo>
                  <a:pt x="2904471" y="335052"/>
                </a:lnTo>
                <a:lnTo>
                  <a:pt x="2871879" y="335052"/>
                </a:lnTo>
                <a:lnTo>
                  <a:pt x="2859828" y="327746"/>
                </a:lnTo>
                <a:lnTo>
                  <a:pt x="2852684" y="298107"/>
                </a:lnTo>
                <a:lnTo>
                  <a:pt x="2867188" y="273537"/>
                </a:lnTo>
                <a:lnTo>
                  <a:pt x="2906064" y="273537"/>
                </a:lnTo>
                <a:lnTo>
                  <a:pt x="2891650" y="262370"/>
                </a:lnTo>
                <a:lnTo>
                  <a:pt x="2870075" y="260584"/>
                </a:lnTo>
                <a:close/>
              </a:path>
              <a:path w="6441440" h="835025">
                <a:moveTo>
                  <a:pt x="2906064" y="273537"/>
                </a:moveTo>
                <a:lnTo>
                  <a:pt x="2887970" y="273537"/>
                </a:lnTo>
                <a:lnTo>
                  <a:pt x="2901590" y="292929"/>
                </a:lnTo>
                <a:lnTo>
                  <a:pt x="2895330" y="327746"/>
                </a:lnTo>
                <a:lnTo>
                  <a:pt x="2877579" y="335052"/>
                </a:lnTo>
                <a:lnTo>
                  <a:pt x="2904471" y="335052"/>
                </a:lnTo>
                <a:lnTo>
                  <a:pt x="2913659" y="319754"/>
                </a:lnTo>
                <a:lnTo>
                  <a:pt x="2915246" y="295004"/>
                </a:lnTo>
                <a:lnTo>
                  <a:pt x="2907345" y="274529"/>
                </a:lnTo>
                <a:lnTo>
                  <a:pt x="2906064" y="273537"/>
                </a:lnTo>
                <a:close/>
              </a:path>
              <a:path w="6441440" h="835025">
                <a:moveTo>
                  <a:pt x="2959349" y="260584"/>
                </a:moveTo>
                <a:lnTo>
                  <a:pt x="2942500" y="269333"/>
                </a:lnTo>
                <a:lnTo>
                  <a:pt x="2932344" y="287139"/>
                </a:lnTo>
                <a:lnTo>
                  <a:pt x="2930846" y="312250"/>
                </a:lnTo>
                <a:lnTo>
                  <a:pt x="2938333" y="332761"/>
                </a:lnTo>
                <a:lnTo>
                  <a:pt x="2953224" y="344794"/>
                </a:lnTo>
                <a:lnTo>
                  <a:pt x="2966132" y="346525"/>
                </a:lnTo>
                <a:lnTo>
                  <a:pt x="2971472" y="346525"/>
                </a:lnTo>
                <a:lnTo>
                  <a:pt x="2987343" y="335052"/>
                </a:lnTo>
                <a:lnTo>
                  <a:pt x="2962524" y="335052"/>
                </a:lnTo>
                <a:lnTo>
                  <a:pt x="2948164" y="324156"/>
                </a:lnTo>
                <a:lnTo>
                  <a:pt x="2944502" y="292118"/>
                </a:lnTo>
                <a:lnTo>
                  <a:pt x="2957942" y="273446"/>
                </a:lnTo>
                <a:lnTo>
                  <a:pt x="2988257" y="273446"/>
                </a:lnTo>
                <a:lnTo>
                  <a:pt x="2959349" y="260584"/>
                </a:lnTo>
                <a:close/>
              </a:path>
              <a:path w="6441440" h="835025">
                <a:moveTo>
                  <a:pt x="3004232" y="333537"/>
                </a:moveTo>
                <a:lnTo>
                  <a:pt x="2989439" y="333537"/>
                </a:lnTo>
                <a:lnTo>
                  <a:pt x="2991893" y="344794"/>
                </a:lnTo>
                <a:lnTo>
                  <a:pt x="3004232" y="344794"/>
                </a:lnTo>
                <a:lnTo>
                  <a:pt x="3004232" y="333537"/>
                </a:lnTo>
                <a:close/>
              </a:path>
              <a:path w="6441440" h="835025">
                <a:moveTo>
                  <a:pt x="2988257" y="273446"/>
                </a:moveTo>
                <a:lnTo>
                  <a:pt x="2977478" y="273446"/>
                </a:lnTo>
                <a:lnTo>
                  <a:pt x="2990774" y="291594"/>
                </a:lnTo>
                <a:lnTo>
                  <a:pt x="2984388" y="328341"/>
                </a:lnTo>
                <a:lnTo>
                  <a:pt x="2967864" y="335052"/>
                </a:lnTo>
                <a:lnTo>
                  <a:pt x="2987343" y="335052"/>
                </a:lnTo>
                <a:lnTo>
                  <a:pt x="2989439" y="333537"/>
                </a:lnTo>
                <a:lnTo>
                  <a:pt x="3004232" y="333537"/>
                </a:lnTo>
                <a:lnTo>
                  <a:pt x="3004232" y="274871"/>
                </a:lnTo>
                <a:lnTo>
                  <a:pt x="2991460" y="274871"/>
                </a:lnTo>
                <a:lnTo>
                  <a:pt x="2988257" y="273446"/>
                </a:lnTo>
                <a:close/>
              </a:path>
              <a:path w="6441440" h="835025">
                <a:moveTo>
                  <a:pt x="3004232" y="233957"/>
                </a:moveTo>
                <a:lnTo>
                  <a:pt x="2991460" y="233957"/>
                </a:lnTo>
                <a:lnTo>
                  <a:pt x="2991460" y="274871"/>
                </a:lnTo>
                <a:lnTo>
                  <a:pt x="3004232" y="274871"/>
                </a:lnTo>
                <a:lnTo>
                  <a:pt x="3004232" y="233957"/>
                </a:lnTo>
                <a:close/>
              </a:path>
              <a:path w="6441440" h="835025">
                <a:moveTo>
                  <a:pt x="3055447" y="260584"/>
                </a:moveTo>
                <a:lnTo>
                  <a:pt x="3037660" y="269748"/>
                </a:lnTo>
                <a:lnTo>
                  <a:pt x="3027052" y="287860"/>
                </a:lnTo>
                <a:lnTo>
                  <a:pt x="3025501" y="312394"/>
                </a:lnTo>
                <a:lnTo>
                  <a:pt x="3033294" y="332671"/>
                </a:lnTo>
                <a:lnTo>
                  <a:pt x="3049331" y="344758"/>
                </a:lnTo>
                <a:lnTo>
                  <a:pt x="3064250" y="346525"/>
                </a:lnTo>
                <a:lnTo>
                  <a:pt x="3083968" y="342160"/>
                </a:lnTo>
                <a:lnTo>
                  <a:pt x="3089695" y="335052"/>
                </a:lnTo>
                <a:lnTo>
                  <a:pt x="3059091" y="335052"/>
                </a:lnTo>
                <a:lnTo>
                  <a:pt x="3043721" y="326123"/>
                </a:lnTo>
                <a:lnTo>
                  <a:pt x="3041457" y="307560"/>
                </a:lnTo>
                <a:lnTo>
                  <a:pt x="3034593" y="307560"/>
                </a:lnTo>
                <a:lnTo>
                  <a:pt x="3034593" y="296519"/>
                </a:lnTo>
                <a:lnTo>
                  <a:pt x="3040110" y="296519"/>
                </a:lnTo>
                <a:lnTo>
                  <a:pt x="3039265" y="289592"/>
                </a:lnTo>
                <a:lnTo>
                  <a:pt x="3057864" y="272057"/>
                </a:lnTo>
                <a:lnTo>
                  <a:pt x="3087414" y="272057"/>
                </a:lnTo>
                <a:lnTo>
                  <a:pt x="3083842" y="266537"/>
                </a:lnTo>
                <a:lnTo>
                  <a:pt x="3055447" y="260584"/>
                </a:lnTo>
                <a:close/>
              </a:path>
              <a:path w="6441440" h="835025">
                <a:moveTo>
                  <a:pt x="3085032" y="322064"/>
                </a:moveTo>
                <a:lnTo>
                  <a:pt x="3083950" y="324950"/>
                </a:lnTo>
                <a:lnTo>
                  <a:pt x="3059091" y="335052"/>
                </a:lnTo>
                <a:lnTo>
                  <a:pt x="3089695" y="335052"/>
                </a:lnTo>
                <a:lnTo>
                  <a:pt x="3097371" y="325527"/>
                </a:lnTo>
                <a:lnTo>
                  <a:pt x="3085032" y="322064"/>
                </a:lnTo>
                <a:close/>
              </a:path>
              <a:path w="6441440" h="835025">
                <a:moveTo>
                  <a:pt x="3040110" y="296519"/>
                </a:moveTo>
                <a:lnTo>
                  <a:pt x="3034593" y="296519"/>
                </a:lnTo>
                <a:lnTo>
                  <a:pt x="3034593" y="307560"/>
                </a:lnTo>
                <a:lnTo>
                  <a:pt x="3041457" y="307560"/>
                </a:lnTo>
                <a:lnTo>
                  <a:pt x="3040110" y="296519"/>
                </a:lnTo>
                <a:close/>
              </a:path>
              <a:path w="6441440" h="835025">
                <a:moveTo>
                  <a:pt x="3087414" y="272057"/>
                </a:moveTo>
                <a:lnTo>
                  <a:pt x="3057864" y="272057"/>
                </a:lnTo>
                <a:lnTo>
                  <a:pt x="3078394" y="277379"/>
                </a:lnTo>
                <a:lnTo>
                  <a:pt x="3085682" y="296519"/>
                </a:lnTo>
                <a:lnTo>
                  <a:pt x="3040110" y="296519"/>
                </a:lnTo>
                <a:lnTo>
                  <a:pt x="3041457" y="307560"/>
                </a:lnTo>
                <a:lnTo>
                  <a:pt x="3098670" y="307560"/>
                </a:lnTo>
                <a:lnTo>
                  <a:pt x="3097732" y="289592"/>
                </a:lnTo>
                <a:lnTo>
                  <a:pt x="3097642" y="287860"/>
                </a:lnTo>
                <a:lnTo>
                  <a:pt x="3087414" y="272057"/>
                </a:lnTo>
                <a:close/>
              </a:path>
              <a:path w="6441440" h="835025">
                <a:moveTo>
                  <a:pt x="3132369" y="327133"/>
                </a:moveTo>
                <a:lnTo>
                  <a:pt x="3117666" y="333248"/>
                </a:lnTo>
                <a:lnTo>
                  <a:pt x="3127408" y="345660"/>
                </a:lnTo>
                <a:lnTo>
                  <a:pt x="3132369" y="327133"/>
                </a:lnTo>
                <a:close/>
              </a:path>
              <a:path w="6441440" h="835025">
                <a:moveTo>
                  <a:pt x="3290202" y="232875"/>
                </a:moveTo>
                <a:lnTo>
                  <a:pt x="3262013" y="247758"/>
                </a:lnTo>
                <a:lnTo>
                  <a:pt x="3248568" y="280906"/>
                </a:lnTo>
                <a:lnTo>
                  <a:pt x="3254504" y="319682"/>
                </a:lnTo>
                <a:lnTo>
                  <a:pt x="3277593" y="342412"/>
                </a:lnTo>
                <a:lnTo>
                  <a:pt x="3310490" y="344577"/>
                </a:lnTo>
                <a:lnTo>
                  <a:pt x="3325250" y="333753"/>
                </a:lnTo>
                <a:lnTo>
                  <a:pt x="3290385" y="333753"/>
                </a:lnTo>
                <a:lnTo>
                  <a:pt x="3273446" y="325275"/>
                </a:lnTo>
                <a:lnTo>
                  <a:pt x="3262748" y="307073"/>
                </a:lnTo>
                <a:lnTo>
                  <a:pt x="3261226" y="280906"/>
                </a:lnTo>
                <a:lnTo>
                  <a:pt x="3261161" y="279778"/>
                </a:lnTo>
                <a:lnTo>
                  <a:pt x="3269134" y="258473"/>
                </a:lnTo>
                <a:lnTo>
                  <a:pt x="3284306" y="246693"/>
                </a:lnTo>
                <a:lnTo>
                  <a:pt x="3303807" y="244998"/>
                </a:lnTo>
                <a:lnTo>
                  <a:pt x="3326613" y="244998"/>
                </a:lnTo>
                <a:lnTo>
                  <a:pt x="3322316" y="239369"/>
                </a:lnTo>
                <a:lnTo>
                  <a:pt x="3290202" y="232875"/>
                </a:lnTo>
                <a:close/>
              </a:path>
              <a:path w="6441440" h="835025">
                <a:moveTo>
                  <a:pt x="3326613" y="244998"/>
                </a:moveTo>
                <a:lnTo>
                  <a:pt x="3303807" y="244998"/>
                </a:lnTo>
                <a:lnTo>
                  <a:pt x="3325039" y="258473"/>
                </a:lnTo>
                <a:lnTo>
                  <a:pt x="3333031" y="289375"/>
                </a:lnTo>
                <a:lnTo>
                  <a:pt x="3333031" y="298973"/>
                </a:lnTo>
                <a:lnTo>
                  <a:pt x="3325039" y="320278"/>
                </a:lnTo>
                <a:lnTo>
                  <a:pt x="3309868" y="332058"/>
                </a:lnTo>
                <a:lnTo>
                  <a:pt x="3290385" y="333753"/>
                </a:lnTo>
                <a:lnTo>
                  <a:pt x="3325250" y="333753"/>
                </a:lnTo>
                <a:lnTo>
                  <a:pt x="3336228" y="325703"/>
                </a:lnTo>
                <a:lnTo>
                  <a:pt x="3346020" y="289375"/>
                </a:lnTo>
                <a:lnTo>
                  <a:pt x="3342458" y="265752"/>
                </a:lnTo>
                <a:lnTo>
                  <a:pt x="3326613" y="244998"/>
                </a:lnTo>
                <a:close/>
              </a:path>
              <a:path w="6441440" h="835025">
                <a:moveTo>
                  <a:pt x="3379201" y="261739"/>
                </a:moveTo>
                <a:lnTo>
                  <a:pt x="3366856" y="261739"/>
                </a:lnTo>
                <a:lnTo>
                  <a:pt x="3366856" y="344794"/>
                </a:lnTo>
                <a:lnTo>
                  <a:pt x="3379628" y="344794"/>
                </a:lnTo>
                <a:lnTo>
                  <a:pt x="3379628" y="294787"/>
                </a:lnTo>
                <a:lnTo>
                  <a:pt x="3384228" y="279057"/>
                </a:lnTo>
                <a:lnTo>
                  <a:pt x="3398397" y="274655"/>
                </a:lnTo>
                <a:lnTo>
                  <a:pt x="3380277" y="274655"/>
                </a:lnTo>
                <a:lnTo>
                  <a:pt x="3379213" y="261883"/>
                </a:lnTo>
                <a:lnTo>
                  <a:pt x="3379201" y="261739"/>
                </a:lnTo>
                <a:close/>
              </a:path>
              <a:path w="6441440" h="835025">
                <a:moveTo>
                  <a:pt x="3424857" y="272057"/>
                </a:moveTo>
                <a:lnTo>
                  <a:pt x="3406760" y="272057"/>
                </a:lnTo>
                <a:lnTo>
                  <a:pt x="3418197" y="281221"/>
                </a:lnTo>
                <a:lnTo>
                  <a:pt x="3419893" y="344794"/>
                </a:lnTo>
                <a:lnTo>
                  <a:pt x="3432665" y="344794"/>
                </a:lnTo>
                <a:lnTo>
                  <a:pt x="3431531" y="281221"/>
                </a:lnTo>
                <a:lnTo>
                  <a:pt x="3431492" y="279057"/>
                </a:lnTo>
                <a:lnTo>
                  <a:pt x="3424857" y="272057"/>
                </a:lnTo>
                <a:close/>
              </a:path>
              <a:path w="6441440" h="835025">
                <a:moveTo>
                  <a:pt x="3415076" y="261739"/>
                </a:moveTo>
                <a:lnTo>
                  <a:pt x="3393122" y="261883"/>
                </a:lnTo>
                <a:lnTo>
                  <a:pt x="3380277" y="274655"/>
                </a:lnTo>
                <a:lnTo>
                  <a:pt x="3398397" y="274655"/>
                </a:lnTo>
                <a:lnTo>
                  <a:pt x="3406760" y="272057"/>
                </a:lnTo>
                <a:lnTo>
                  <a:pt x="3424857" y="272057"/>
                </a:lnTo>
                <a:lnTo>
                  <a:pt x="3415076" y="261739"/>
                </a:lnTo>
                <a:close/>
              </a:path>
              <a:path w="6441440" h="835025">
                <a:moveTo>
                  <a:pt x="3482053" y="260584"/>
                </a:moveTo>
                <a:lnTo>
                  <a:pt x="3464266" y="269748"/>
                </a:lnTo>
                <a:lnTo>
                  <a:pt x="3453659" y="287770"/>
                </a:lnTo>
                <a:lnTo>
                  <a:pt x="3452107" y="311961"/>
                </a:lnTo>
                <a:lnTo>
                  <a:pt x="3459684" y="332256"/>
                </a:lnTo>
                <a:lnTo>
                  <a:pt x="3475270" y="344685"/>
                </a:lnTo>
                <a:lnTo>
                  <a:pt x="3489774" y="346525"/>
                </a:lnTo>
                <a:lnTo>
                  <a:pt x="3510556" y="340807"/>
                </a:lnTo>
                <a:lnTo>
                  <a:pt x="3513938" y="335052"/>
                </a:lnTo>
                <a:lnTo>
                  <a:pt x="3484723" y="335052"/>
                </a:lnTo>
                <a:lnTo>
                  <a:pt x="3469967" y="324770"/>
                </a:lnTo>
                <a:lnTo>
                  <a:pt x="3465908" y="291486"/>
                </a:lnTo>
                <a:lnTo>
                  <a:pt x="3480430" y="273356"/>
                </a:lnTo>
                <a:lnTo>
                  <a:pt x="3515649" y="273356"/>
                </a:lnTo>
                <a:lnTo>
                  <a:pt x="3510051" y="265996"/>
                </a:lnTo>
                <a:lnTo>
                  <a:pt x="3482053" y="260584"/>
                </a:lnTo>
                <a:close/>
              </a:path>
              <a:path w="6441440" h="835025">
                <a:moveTo>
                  <a:pt x="3522462" y="320548"/>
                </a:moveTo>
                <a:lnTo>
                  <a:pt x="3509690" y="320548"/>
                </a:lnTo>
                <a:lnTo>
                  <a:pt x="3508896" y="323579"/>
                </a:lnTo>
                <a:lnTo>
                  <a:pt x="3484723" y="335052"/>
                </a:lnTo>
                <a:lnTo>
                  <a:pt x="3513938" y="335052"/>
                </a:lnTo>
                <a:lnTo>
                  <a:pt x="3522462" y="320548"/>
                </a:lnTo>
                <a:close/>
              </a:path>
              <a:path w="6441440" h="835025">
                <a:moveTo>
                  <a:pt x="3515649" y="273356"/>
                </a:moveTo>
                <a:lnTo>
                  <a:pt x="3480430" y="273356"/>
                </a:lnTo>
                <a:lnTo>
                  <a:pt x="3499876" y="273537"/>
                </a:lnTo>
                <a:lnTo>
                  <a:pt x="3509690" y="286561"/>
                </a:lnTo>
                <a:lnTo>
                  <a:pt x="3522462" y="286561"/>
                </a:lnTo>
                <a:lnTo>
                  <a:pt x="3521741" y="281366"/>
                </a:lnTo>
                <a:lnTo>
                  <a:pt x="3515649" y="273356"/>
                </a:lnTo>
                <a:close/>
              </a:path>
              <a:path w="6441440" h="835025">
                <a:moveTo>
                  <a:pt x="3567183" y="260584"/>
                </a:moveTo>
                <a:lnTo>
                  <a:pt x="3549396" y="269748"/>
                </a:lnTo>
                <a:lnTo>
                  <a:pt x="3538788" y="287860"/>
                </a:lnTo>
                <a:lnTo>
                  <a:pt x="3537237" y="312394"/>
                </a:lnTo>
                <a:lnTo>
                  <a:pt x="3545030" y="332671"/>
                </a:lnTo>
                <a:lnTo>
                  <a:pt x="3561067" y="344758"/>
                </a:lnTo>
                <a:lnTo>
                  <a:pt x="3575986" y="346525"/>
                </a:lnTo>
                <a:lnTo>
                  <a:pt x="3595704" y="342160"/>
                </a:lnTo>
                <a:lnTo>
                  <a:pt x="3601432" y="335052"/>
                </a:lnTo>
                <a:lnTo>
                  <a:pt x="3570827" y="335052"/>
                </a:lnTo>
                <a:lnTo>
                  <a:pt x="3555457" y="326123"/>
                </a:lnTo>
                <a:lnTo>
                  <a:pt x="3553193" y="307560"/>
                </a:lnTo>
                <a:lnTo>
                  <a:pt x="3546329" y="307560"/>
                </a:lnTo>
                <a:lnTo>
                  <a:pt x="3546329" y="296519"/>
                </a:lnTo>
                <a:lnTo>
                  <a:pt x="3551846" y="296519"/>
                </a:lnTo>
                <a:lnTo>
                  <a:pt x="3551001" y="289592"/>
                </a:lnTo>
                <a:lnTo>
                  <a:pt x="3569600" y="272057"/>
                </a:lnTo>
                <a:lnTo>
                  <a:pt x="3599150" y="272057"/>
                </a:lnTo>
                <a:lnTo>
                  <a:pt x="3595577" y="266537"/>
                </a:lnTo>
                <a:lnTo>
                  <a:pt x="3567183" y="260584"/>
                </a:lnTo>
                <a:close/>
              </a:path>
              <a:path w="6441440" h="835025">
                <a:moveTo>
                  <a:pt x="3596768" y="322064"/>
                </a:moveTo>
                <a:lnTo>
                  <a:pt x="3595686" y="324950"/>
                </a:lnTo>
                <a:lnTo>
                  <a:pt x="3570827" y="335052"/>
                </a:lnTo>
                <a:lnTo>
                  <a:pt x="3601432" y="335052"/>
                </a:lnTo>
                <a:lnTo>
                  <a:pt x="3609107" y="325527"/>
                </a:lnTo>
                <a:lnTo>
                  <a:pt x="3596768" y="322064"/>
                </a:lnTo>
                <a:close/>
              </a:path>
              <a:path w="6441440" h="835025">
                <a:moveTo>
                  <a:pt x="3551846" y="296519"/>
                </a:moveTo>
                <a:lnTo>
                  <a:pt x="3546329" y="296519"/>
                </a:lnTo>
                <a:lnTo>
                  <a:pt x="3546329" y="307560"/>
                </a:lnTo>
                <a:lnTo>
                  <a:pt x="3553193" y="307560"/>
                </a:lnTo>
                <a:lnTo>
                  <a:pt x="3551846" y="296519"/>
                </a:lnTo>
                <a:close/>
              </a:path>
              <a:path w="6441440" h="835025">
                <a:moveTo>
                  <a:pt x="3599150" y="272057"/>
                </a:moveTo>
                <a:lnTo>
                  <a:pt x="3569600" y="272057"/>
                </a:lnTo>
                <a:lnTo>
                  <a:pt x="3590130" y="277379"/>
                </a:lnTo>
                <a:lnTo>
                  <a:pt x="3597417" y="296519"/>
                </a:lnTo>
                <a:lnTo>
                  <a:pt x="3551846" y="296519"/>
                </a:lnTo>
                <a:lnTo>
                  <a:pt x="3553193" y="307560"/>
                </a:lnTo>
                <a:lnTo>
                  <a:pt x="3610406" y="307560"/>
                </a:lnTo>
                <a:lnTo>
                  <a:pt x="3609468" y="289592"/>
                </a:lnTo>
                <a:lnTo>
                  <a:pt x="3609378" y="287860"/>
                </a:lnTo>
                <a:lnTo>
                  <a:pt x="3599150" y="272057"/>
                </a:lnTo>
                <a:close/>
              </a:path>
              <a:path w="6441440" h="835025">
                <a:moveTo>
                  <a:pt x="3728979" y="321847"/>
                </a:moveTo>
                <a:lnTo>
                  <a:pt x="3716856" y="324878"/>
                </a:lnTo>
                <a:lnTo>
                  <a:pt x="3718335" y="331949"/>
                </a:lnTo>
                <a:lnTo>
                  <a:pt x="3732965" y="344685"/>
                </a:lnTo>
                <a:lnTo>
                  <a:pt x="3754920" y="346525"/>
                </a:lnTo>
                <a:lnTo>
                  <a:pt x="3774114" y="338155"/>
                </a:lnTo>
                <a:lnTo>
                  <a:pt x="3775337" y="334150"/>
                </a:lnTo>
                <a:lnTo>
                  <a:pt x="3738774" y="334150"/>
                </a:lnTo>
                <a:lnTo>
                  <a:pt x="3728979" y="321847"/>
                </a:lnTo>
                <a:close/>
              </a:path>
              <a:path w="6441440" h="835025">
                <a:moveTo>
                  <a:pt x="3749977" y="260584"/>
                </a:moveTo>
                <a:lnTo>
                  <a:pt x="3726074" y="268558"/>
                </a:lnTo>
                <a:lnTo>
                  <a:pt x="3719454" y="290350"/>
                </a:lnTo>
                <a:lnTo>
                  <a:pt x="3728329" y="302743"/>
                </a:lnTo>
                <a:lnTo>
                  <a:pt x="3762677" y="313044"/>
                </a:lnTo>
                <a:lnTo>
                  <a:pt x="3767728" y="325852"/>
                </a:lnTo>
                <a:lnTo>
                  <a:pt x="3758925" y="334006"/>
                </a:lnTo>
                <a:lnTo>
                  <a:pt x="3738774" y="334150"/>
                </a:lnTo>
                <a:lnTo>
                  <a:pt x="3775337" y="334150"/>
                </a:lnTo>
                <a:lnTo>
                  <a:pt x="3780933" y="315822"/>
                </a:lnTo>
                <a:lnTo>
                  <a:pt x="3771823" y="303681"/>
                </a:lnTo>
                <a:lnTo>
                  <a:pt x="3733380" y="289646"/>
                </a:lnTo>
                <a:lnTo>
                  <a:pt x="3733782" y="280283"/>
                </a:lnTo>
                <a:lnTo>
                  <a:pt x="3733904" y="277451"/>
                </a:lnTo>
                <a:lnTo>
                  <a:pt x="3753693" y="271624"/>
                </a:lnTo>
                <a:lnTo>
                  <a:pt x="3774510" y="271624"/>
                </a:lnTo>
                <a:lnTo>
                  <a:pt x="3764661" y="262388"/>
                </a:lnTo>
                <a:lnTo>
                  <a:pt x="3749977" y="260584"/>
                </a:lnTo>
                <a:close/>
              </a:path>
              <a:path w="6441440" h="835025">
                <a:moveTo>
                  <a:pt x="3774510" y="271624"/>
                </a:moveTo>
                <a:lnTo>
                  <a:pt x="3753693" y="271624"/>
                </a:lnTo>
                <a:lnTo>
                  <a:pt x="3767945" y="283531"/>
                </a:lnTo>
                <a:lnTo>
                  <a:pt x="3779418" y="280283"/>
                </a:lnTo>
                <a:lnTo>
                  <a:pt x="3777434" y="274366"/>
                </a:lnTo>
                <a:lnTo>
                  <a:pt x="3774510" y="271624"/>
                </a:lnTo>
                <a:close/>
              </a:path>
              <a:path w="6441440" h="835025">
                <a:moveTo>
                  <a:pt x="3826209" y="260584"/>
                </a:moveTo>
                <a:lnTo>
                  <a:pt x="3808421" y="269748"/>
                </a:lnTo>
                <a:lnTo>
                  <a:pt x="3797814" y="287770"/>
                </a:lnTo>
                <a:lnTo>
                  <a:pt x="3796263" y="311961"/>
                </a:lnTo>
                <a:lnTo>
                  <a:pt x="3803839" y="332256"/>
                </a:lnTo>
                <a:lnTo>
                  <a:pt x="3819426" y="344685"/>
                </a:lnTo>
                <a:lnTo>
                  <a:pt x="3833930" y="346525"/>
                </a:lnTo>
                <a:lnTo>
                  <a:pt x="3854711" y="340807"/>
                </a:lnTo>
                <a:lnTo>
                  <a:pt x="3858094" y="335052"/>
                </a:lnTo>
                <a:lnTo>
                  <a:pt x="3828879" y="335052"/>
                </a:lnTo>
                <a:lnTo>
                  <a:pt x="3814122" y="324770"/>
                </a:lnTo>
                <a:lnTo>
                  <a:pt x="3810063" y="291486"/>
                </a:lnTo>
                <a:lnTo>
                  <a:pt x="3824585" y="273356"/>
                </a:lnTo>
                <a:lnTo>
                  <a:pt x="3859804" y="273356"/>
                </a:lnTo>
                <a:lnTo>
                  <a:pt x="3854206" y="265996"/>
                </a:lnTo>
                <a:lnTo>
                  <a:pt x="3826209" y="260584"/>
                </a:lnTo>
                <a:close/>
              </a:path>
              <a:path w="6441440" h="835025">
                <a:moveTo>
                  <a:pt x="3866618" y="320548"/>
                </a:moveTo>
                <a:lnTo>
                  <a:pt x="3853846" y="320548"/>
                </a:lnTo>
                <a:lnTo>
                  <a:pt x="3853052" y="323579"/>
                </a:lnTo>
                <a:lnTo>
                  <a:pt x="3828879" y="335052"/>
                </a:lnTo>
                <a:lnTo>
                  <a:pt x="3858094" y="335052"/>
                </a:lnTo>
                <a:lnTo>
                  <a:pt x="3866618" y="320548"/>
                </a:lnTo>
                <a:close/>
              </a:path>
              <a:path w="6441440" h="835025">
                <a:moveTo>
                  <a:pt x="3859804" y="273356"/>
                </a:moveTo>
                <a:lnTo>
                  <a:pt x="3824585" y="273356"/>
                </a:lnTo>
                <a:lnTo>
                  <a:pt x="3844032" y="273537"/>
                </a:lnTo>
                <a:lnTo>
                  <a:pt x="3853846" y="286561"/>
                </a:lnTo>
                <a:lnTo>
                  <a:pt x="3866618" y="286561"/>
                </a:lnTo>
                <a:lnTo>
                  <a:pt x="3865896" y="281366"/>
                </a:lnTo>
                <a:lnTo>
                  <a:pt x="3859804" y="273356"/>
                </a:lnTo>
                <a:close/>
              </a:path>
              <a:path w="6441440" h="835025">
                <a:moveTo>
                  <a:pt x="3942664" y="273176"/>
                </a:moveTo>
                <a:lnTo>
                  <a:pt x="3906666" y="273176"/>
                </a:lnTo>
                <a:lnTo>
                  <a:pt x="3927809" y="273320"/>
                </a:lnTo>
                <a:lnTo>
                  <a:pt x="3935079" y="288726"/>
                </a:lnTo>
                <a:lnTo>
                  <a:pt x="3882330" y="312575"/>
                </a:lnTo>
                <a:lnTo>
                  <a:pt x="3887706" y="338841"/>
                </a:lnTo>
                <a:lnTo>
                  <a:pt x="3909751" y="346742"/>
                </a:lnTo>
                <a:lnTo>
                  <a:pt x="3914585" y="346742"/>
                </a:lnTo>
                <a:lnTo>
                  <a:pt x="3933563" y="335341"/>
                </a:lnTo>
                <a:lnTo>
                  <a:pt x="3906712" y="335341"/>
                </a:lnTo>
                <a:lnTo>
                  <a:pt x="3894164" y="326285"/>
                </a:lnTo>
                <a:lnTo>
                  <a:pt x="3898429" y="312575"/>
                </a:lnTo>
                <a:lnTo>
                  <a:pt x="3898530" y="312250"/>
                </a:lnTo>
                <a:lnTo>
                  <a:pt x="3947851" y="312250"/>
                </a:lnTo>
                <a:lnTo>
                  <a:pt x="3947851" y="283422"/>
                </a:lnTo>
                <a:lnTo>
                  <a:pt x="3942737" y="273320"/>
                </a:lnTo>
                <a:lnTo>
                  <a:pt x="3942664" y="273176"/>
                </a:lnTo>
                <a:close/>
              </a:path>
              <a:path w="6441440" h="835025">
                <a:moveTo>
                  <a:pt x="3947851" y="312250"/>
                </a:moveTo>
                <a:lnTo>
                  <a:pt x="3898530" y="312250"/>
                </a:lnTo>
                <a:lnTo>
                  <a:pt x="3935079" y="314703"/>
                </a:lnTo>
                <a:lnTo>
                  <a:pt x="3930605" y="327746"/>
                </a:lnTo>
                <a:lnTo>
                  <a:pt x="3911518" y="335341"/>
                </a:lnTo>
                <a:lnTo>
                  <a:pt x="3933563" y="335341"/>
                </a:lnTo>
                <a:lnTo>
                  <a:pt x="3935079" y="344794"/>
                </a:lnTo>
                <a:lnTo>
                  <a:pt x="3947851" y="344794"/>
                </a:lnTo>
                <a:lnTo>
                  <a:pt x="3947851" y="312250"/>
                </a:lnTo>
                <a:close/>
              </a:path>
              <a:path w="6441440" h="835025">
                <a:moveTo>
                  <a:pt x="3900045" y="263434"/>
                </a:moveTo>
                <a:lnTo>
                  <a:pt x="3883774" y="280067"/>
                </a:lnTo>
                <a:lnTo>
                  <a:pt x="3895896" y="284396"/>
                </a:lnTo>
                <a:lnTo>
                  <a:pt x="3906666" y="273176"/>
                </a:lnTo>
                <a:lnTo>
                  <a:pt x="3942664" y="273176"/>
                </a:lnTo>
                <a:lnTo>
                  <a:pt x="3939715" y="267349"/>
                </a:lnTo>
                <a:lnTo>
                  <a:pt x="3900045" y="263434"/>
                </a:lnTo>
                <a:close/>
              </a:path>
              <a:path w="6441440" h="835025">
                <a:moveTo>
                  <a:pt x="3983508" y="261739"/>
                </a:moveTo>
                <a:lnTo>
                  <a:pt x="3971162" y="261739"/>
                </a:lnTo>
                <a:lnTo>
                  <a:pt x="3971162" y="344794"/>
                </a:lnTo>
                <a:lnTo>
                  <a:pt x="3983935" y="344794"/>
                </a:lnTo>
                <a:lnTo>
                  <a:pt x="3983935" y="294787"/>
                </a:lnTo>
                <a:lnTo>
                  <a:pt x="3988535" y="279057"/>
                </a:lnTo>
                <a:lnTo>
                  <a:pt x="4002704" y="274655"/>
                </a:lnTo>
                <a:lnTo>
                  <a:pt x="3984584" y="274655"/>
                </a:lnTo>
                <a:lnTo>
                  <a:pt x="3983520" y="261883"/>
                </a:lnTo>
                <a:lnTo>
                  <a:pt x="3983508" y="261739"/>
                </a:lnTo>
                <a:close/>
              </a:path>
              <a:path w="6441440" h="835025">
                <a:moveTo>
                  <a:pt x="4029164" y="272057"/>
                </a:moveTo>
                <a:lnTo>
                  <a:pt x="4011067" y="272057"/>
                </a:lnTo>
                <a:lnTo>
                  <a:pt x="4022504" y="281221"/>
                </a:lnTo>
                <a:lnTo>
                  <a:pt x="4024200" y="344794"/>
                </a:lnTo>
                <a:lnTo>
                  <a:pt x="4036972" y="344794"/>
                </a:lnTo>
                <a:lnTo>
                  <a:pt x="4035838" y="281221"/>
                </a:lnTo>
                <a:lnTo>
                  <a:pt x="4035799" y="279057"/>
                </a:lnTo>
                <a:lnTo>
                  <a:pt x="4029164" y="272057"/>
                </a:lnTo>
                <a:close/>
              </a:path>
              <a:path w="6441440" h="835025">
                <a:moveTo>
                  <a:pt x="4019383" y="261739"/>
                </a:moveTo>
                <a:lnTo>
                  <a:pt x="3997429" y="261883"/>
                </a:lnTo>
                <a:lnTo>
                  <a:pt x="3984584" y="274655"/>
                </a:lnTo>
                <a:lnTo>
                  <a:pt x="4002704" y="274655"/>
                </a:lnTo>
                <a:lnTo>
                  <a:pt x="4011067" y="272057"/>
                </a:lnTo>
                <a:lnTo>
                  <a:pt x="4029164" y="272057"/>
                </a:lnTo>
                <a:lnTo>
                  <a:pt x="4019383" y="261739"/>
                </a:lnTo>
                <a:close/>
              </a:path>
              <a:path w="6441440" h="835025">
                <a:moveTo>
                  <a:pt x="4072656" y="261739"/>
                </a:moveTo>
                <a:lnTo>
                  <a:pt x="4060311" y="261739"/>
                </a:lnTo>
                <a:lnTo>
                  <a:pt x="4060311" y="344794"/>
                </a:lnTo>
                <a:lnTo>
                  <a:pt x="4073083" y="344794"/>
                </a:lnTo>
                <a:lnTo>
                  <a:pt x="4073083" y="294787"/>
                </a:lnTo>
                <a:lnTo>
                  <a:pt x="4077683" y="279057"/>
                </a:lnTo>
                <a:lnTo>
                  <a:pt x="4091852" y="274655"/>
                </a:lnTo>
                <a:lnTo>
                  <a:pt x="4073732" y="274655"/>
                </a:lnTo>
                <a:lnTo>
                  <a:pt x="4072668" y="261883"/>
                </a:lnTo>
                <a:lnTo>
                  <a:pt x="4072656" y="261739"/>
                </a:lnTo>
                <a:close/>
              </a:path>
              <a:path w="6441440" h="835025">
                <a:moveTo>
                  <a:pt x="4118312" y="272057"/>
                </a:moveTo>
                <a:lnTo>
                  <a:pt x="4100215" y="272057"/>
                </a:lnTo>
                <a:lnTo>
                  <a:pt x="4111652" y="281221"/>
                </a:lnTo>
                <a:lnTo>
                  <a:pt x="4113348" y="344794"/>
                </a:lnTo>
                <a:lnTo>
                  <a:pt x="4126120" y="344794"/>
                </a:lnTo>
                <a:lnTo>
                  <a:pt x="4124986" y="281221"/>
                </a:lnTo>
                <a:lnTo>
                  <a:pt x="4124947" y="279057"/>
                </a:lnTo>
                <a:lnTo>
                  <a:pt x="4118312" y="272057"/>
                </a:lnTo>
                <a:close/>
              </a:path>
              <a:path w="6441440" h="835025">
                <a:moveTo>
                  <a:pt x="4108531" y="261739"/>
                </a:moveTo>
                <a:lnTo>
                  <a:pt x="4086577" y="261883"/>
                </a:lnTo>
                <a:lnTo>
                  <a:pt x="4073732" y="274655"/>
                </a:lnTo>
                <a:lnTo>
                  <a:pt x="4091852" y="274655"/>
                </a:lnTo>
                <a:lnTo>
                  <a:pt x="4100215" y="272057"/>
                </a:lnTo>
                <a:lnTo>
                  <a:pt x="4118312" y="272057"/>
                </a:lnTo>
                <a:lnTo>
                  <a:pt x="4108531" y="261739"/>
                </a:lnTo>
                <a:close/>
              </a:path>
              <a:path w="6441440" h="835025">
                <a:moveTo>
                  <a:pt x="4175508" y="260584"/>
                </a:moveTo>
                <a:lnTo>
                  <a:pt x="4157721" y="269748"/>
                </a:lnTo>
                <a:lnTo>
                  <a:pt x="4147114" y="287860"/>
                </a:lnTo>
                <a:lnTo>
                  <a:pt x="4145562" y="312394"/>
                </a:lnTo>
                <a:lnTo>
                  <a:pt x="4153355" y="332671"/>
                </a:lnTo>
                <a:lnTo>
                  <a:pt x="4169393" y="344758"/>
                </a:lnTo>
                <a:lnTo>
                  <a:pt x="4184311" y="346525"/>
                </a:lnTo>
                <a:lnTo>
                  <a:pt x="4204029" y="342160"/>
                </a:lnTo>
                <a:lnTo>
                  <a:pt x="4209757" y="335052"/>
                </a:lnTo>
                <a:lnTo>
                  <a:pt x="4179152" y="335052"/>
                </a:lnTo>
                <a:lnTo>
                  <a:pt x="4163782" y="326123"/>
                </a:lnTo>
                <a:lnTo>
                  <a:pt x="4161518" y="307560"/>
                </a:lnTo>
                <a:lnTo>
                  <a:pt x="4154654" y="307560"/>
                </a:lnTo>
                <a:lnTo>
                  <a:pt x="4154654" y="296519"/>
                </a:lnTo>
                <a:lnTo>
                  <a:pt x="4160172" y="296519"/>
                </a:lnTo>
                <a:lnTo>
                  <a:pt x="4159327" y="289592"/>
                </a:lnTo>
                <a:lnTo>
                  <a:pt x="4177925" y="272057"/>
                </a:lnTo>
                <a:lnTo>
                  <a:pt x="4207475" y="272057"/>
                </a:lnTo>
                <a:lnTo>
                  <a:pt x="4203903" y="266537"/>
                </a:lnTo>
                <a:lnTo>
                  <a:pt x="4175508" y="260584"/>
                </a:lnTo>
                <a:close/>
              </a:path>
              <a:path w="6441440" h="835025">
                <a:moveTo>
                  <a:pt x="4205094" y="322064"/>
                </a:moveTo>
                <a:lnTo>
                  <a:pt x="4204011" y="324950"/>
                </a:lnTo>
                <a:lnTo>
                  <a:pt x="4179152" y="335052"/>
                </a:lnTo>
                <a:lnTo>
                  <a:pt x="4209757" y="335052"/>
                </a:lnTo>
                <a:lnTo>
                  <a:pt x="4217433" y="325527"/>
                </a:lnTo>
                <a:lnTo>
                  <a:pt x="4205094" y="322064"/>
                </a:lnTo>
                <a:close/>
              </a:path>
              <a:path w="6441440" h="835025">
                <a:moveTo>
                  <a:pt x="4160172" y="296519"/>
                </a:moveTo>
                <a:lnTo>
                  <a:pt x="4154654" y="296519"/>
                </a:lnTo>
                <a:lnTo>
                  <a:pt x="4154654" y="307560"/>
                </a:lnTo>
                <a:lnTo>
                  <a:pt x="4161518" y="307560"/>
                </a:lnTo>
                <a:lnTo>
                  <a:pt x="4160172" y="296519"/>
                </a:lnTo>
                <a:close/>
              </a:path>
              <a:path w="6441440" h="835025">
                <a:moveTo>
                  <a:pt x="4207475" y="272057"/>
                </a:moveTo>
                <a:lnTo>
                  <a:pt x="4177925" y="272057"/>
                </a:lnTo>
                <a:lnTo>
                  <a:pt x="4198455" y="277379"/>
                </a:lnTo>
                <a:lnTo>
                  <a:pt x="4205743" y="296519"/>
                </a:lnTo>
                <a:lnTo>
                  <a:pt x="4160172" y="296519"/>
                </a:lnTo>
                <a:lnTo>
                  <a:pt x="4161518" y="307560"/>
                </a:lnTo>
                <a:lnTo>
                  <a:pt x="4218731" y="307560"/>
                </a:lnTo>
                <a:lnTo>
                  <a:pt x="4217794" y="289592"/>
                </a:lnTo>
                <a:lnTo>
                  <a:pt x="4217703" y="287860"/>
                </a:lnTo>
                <a:lnTo>
                  <a:pt x="4207475" y="272057"/>
                </a:lnTo>
                <a:close/>
              </a:path>
              <a:path w="6441440" h="835025">
                <a:moveTo>
                  <a:pt x="4262767" y="260584"/>
                </a:moveTo>
                <a:lnTo>
                  <a:pt x="4245917" y="269333"/>
                </a:lnTo>
                <a:lnTo>
                  <a:pt x="4235761" y="287139"/>
                </a:lnTo>
                <a:lnTo>
                  <a:pt x="4234264" y="312250"/>
                </a:lnTo>
                <a:lnTo>
                  <a:pt x="4241750" y="332761"/>
                </a:lnTo>
                <a:lnTo>
                  <a:pt x="4256641" y="344794"/>
                </a:lnTo>
                <a:lnTo>
                  <a:pt x="4269550" y="346525"/>
                </a:lnTo>
                <a:lnTo>
                  <a:pt x="4274889" y="346525"/>
                </a:lnTo>
                <a:lnTo>
                  <a:pt x="4290761" y="335052"/>
                </a:lnTo>
                <a:lnTo>
                  <a:pt x="4265942" y="335052"/>
                </a:lnTo>
                <a:lnTo>
                  <a:pt x="4251582" y="324156"/>
                </a:lnTo>
                <a:lnTo>
                  <a:pt x="4247920" y="292118"/>
                </a:lnTo>
                <a:lnTo>
                  <a:pt x="4261359" y="273446"/>
                </a:lnTo>
                <a:lnTo>
                  <a:pt x="4291674" y="273446"/>
                </a:lnTo>
                <a:lnTo>
                  <a:pt x="4262767" y="260584"/>
                </a:lnTo>
                <a:close/>
              </a:path>
              <a:path w="6441440" h="835025">
                <a:moveTo>
                  <a:pt x="4307650" y="333537"/>
                </a:moveTo>
                <a:lnTo>
                  <a:pt x="4292857" y="333537"/>
                </a:lnTo>
                <a:lnTo>
                  <a:pt x="4295310" y="344794"/>
                </a:lnTo>
                <a:lnTo>
                  <a:pt x="4307650" y="344794"/>
                </a:lnTo>
                <a:lnTo>
                  <a:pt x="4307650" y="333537"/>
                </a:lnTo>
                <a:close/>
              </a:path>
              <a:path w="6441440" h="835025">
                <a:moveTo>
                  <a:pt x="4291674" y="273446"/>
                </a:moveTo>
                <a:lnTo>
                  <a:pt x="4280895" y="273446"/>
                </a:lnTo>
                <a:lnTo>
                  <a:pt x="4294192" y="291594"/>
                </a:lnTo>
                <a:lnTo>
                  <a:pt x="4287806" y="328341"/>
                </a:lnTo>
                <a:lnTo>
                  <a:pt x="4271281" y="335052"/>
                </a:lnTo>
                <a:lnTo>
                  <a:pt x="4290761" y="335052"/>
                </a:lnTo>
                <a:lnTo>
                  <a:pt x="4292857" y="333537"/>
                </a:lnTo>
                <a:lnTo>
                  <a:pt x="4307650" y="333537"/>
                </a:lnTo>
                <a:lnTo>
                  <a:pt x="4307650" y="274871"/>
                </a:lnTo>
                <a:lnTo>
                  <a:pt x="4294877" y="274871"/>
                </a:lnTo>
                <a:lnTo>
                  <a:pt x="4291674" y="273446"/>
                </a:lnTo>
                <a:close/>
              </a:path>
              <a:path w="6441440" h="835025">
                <a:moveTo>
                  <a:pt x="4307650" y="233957"/>
                </a:moveTo>
                <a:lnTo>
                  <a:pt x="4294877" y="233957"/>
                </a:lnTo>
                <a:lnTo>
                  <a:pt x="4294877" y="274871"/>
                </a:lnTo>
                <a:lnTo>
                  <a:pt x="4307650" y="274871"/>
                </a:lnTo>
                <a:lnTo>
                  <a:pt x="4307650" y="233957"/>
                </a:lnTo>
                <a:close/>
              </a:path>
              <a:path w="6441440" h="835025">
                <a:moveTo>
                  <a:pt x="4351865" y="329640"/>
                </a:moveTo>
                <a:lnTo>
                  <a:pt x="4338011" y="329640"/>
                </a:lnTo>
                <a:lnTo>
                  <a:pt x="4331300" y="371853"/>
                </a:lnTo>
                <a:lnTo>
                  <a:pt x="4341041" y="371853"/>
                </a:lnTo>
                <a:lnTo>
                  <a:pt x="4351865" y="329640"/>
                </a:lnTo>
                <a:close/>
              </a:path>
              <a:path w="6441440" h="835025">
                <a:moveTo>
                  <a:pt x="4484630" y="241750"/>
                </a:moveTo>
                <a:lnTo>
                  <a:pt x="4471858" y="241750"/>
                </a:lnTo>
                <a:lnTo>
                  <a:pt x="4471858" y="324445"/>
                </a:lnTo>
                <a:lnTo>
                  <a:pt x="4477487" y="339634"/>
                </a:lnTo>
                <a:lnTo>
                  <a:pt x="4498719" y="345696"/>
                </a:lnTo>
                <a:lnTo>
                  <a:pt x="4484630" y="241750"/>
                </a:lnTo>
                <a:close/>
              </a:path>
              <a:path w="6441440" h="835025">
                <a:moveTo>
                  <a:pt x="4471858" y="261666"/>
                </a:moveTo>
                <a:lnTo>
                  <a:pt x="4459302" y="261666"/>
                </a:lnTo>
                <a:lnTo>
                  <a:pt x="4459302" y="272490"/>
                </a:lnTo>
                <a:lnTo>
                  <a:pt x="4471858" y="272490"/>
                </a:lnTo>
                <a:lnTo>
                  <a:pt x="4471858" y="261666"/>
                </a:lnTo>
                <a:close/>
              </a:path>
              <a:path w="6441440" h="835025">
                <a:moveTo>
                  <a:pt x="4502382" y="261666"/>
                </a:moveTo>
                <a:lnTo>
                  <a:pt x="4487330" y="261666"/>
                </a:lnTo>
                <a:lnTo>
                  <a:pt x="4488797" y="272490"/>
                </a:lnTo>
                <a:lnTo>
                  <a:pt x="4502382" y="272490"/>
                </a:lnTo>
                <a:lnTo>
                  <a:pt x="4502382" y="261666"/>
                </a:lnTo>
                <a:close/>
              </a:path>
              <a:path w="6441440" h="835025">
                <a:moveTo>
                  <a:pt x="4536152" y="233957"/>
                </a:moveTo>
                <a:lnTo>
                  <a:pt x="4523380" y="233957"/>
                </a:lnTo>
                <a:lnTo>
                  <a:pt x="4523380" y="344794"/>
                </a:lnTo>
                <a:lnTo>
                  <a:pt x="4536152" y="344794"/>
                </a:lnTo>
                <a:lnTo>
                  <a:pt x="4536152" y="294787"/>
                </a:lnTo>
                <a:lnTo>
                  <a:pt x="4540878" y="279057"/>
                </a:lnTo>
                <a:lnTo>
                  <a:pt x="4555445" y="274655"/>
                </a:lnTo>
                <a:lnTo>
                  <a:pt x="4537234" y="274655"/>
                </a:lnTo>
                <a:lnTo>
                  <a:pt x="4536152" y="233957"/>
                </a:lnTo>
                <a:close/>
              </a:path>
              <a:path w="6441440" h="835025">
                <a:moveTo>
                  <a:pt x="4584769" y="272057"/>
                </a:moveTo>
                <a:lnTo>
                  <a:pt x="4564041" y="272057"/>
                </a:lnTo>
                <a:lnTo>
                  <a:pt x="4575569" y="281131"/>
                </a:lnTo>
                <a:lnTo>
                  <a:pt x="4577282" y="344794"/>
                </a:lnTo>
                <a:lnTo>
                  <a:pt x="4590055" y="344794"/>
                </a:lnTo>
                <a:lnTo>
                  <a:pt x="4590055" y="291973"/>
                </a:lnTo>
                <a:lnTo>
                  <a:pt x="4584769" y="272057"/>
                </a:lnTo>
                <a:close/>
              </a:path>
              <a:path w="6441440" h="835025">
                <a:moveTo>
                  <a:pt x="4572321" y="261721"/>
                </a:moveTo>
                <a:lnTo>
                  <a:pt x="4549934" y="261865"/>
                </a:lnTo>
                <a:lnTo>
                  <a:pt x="4537234" y="274655"/>
                </a:lnTo>
                <a:lnTo>
                  <a:pt x="4555445" y="274655"/>
                </a:lnTo>
                <a:lnTo>
                  <a:pt x="4564041" y="272057"/>
                </a:lnTo>
                <a:lnTo>
                  <a:pt x="4584769" y="272057"/>
                </a:lnTo>
                <a:lnTo>
                  <a:pt x="4584137" y="269676"/>
                </a:lnTo>
                <a:lnTo>
                  <a:pt x="4572321" y="261721"/>
                </a:lnTo>
                <a:close/>
              </a:path>
              <a:path w="6441440" h="835025">
                <a:moveTo>
                  <a:pt x="4639470" y="260584"/>
                </a:moveTo>
                <a:lnTo>
                  <a:pt x="4621683" y="269748"/>
                </a:lnTo>
                <a:lnTo>
                  <a:pt x="4611076" y="287860"/>
                </a:lnTo>
                <a:lnTo>
                  <a:pt x="4609524" y="312394"/>
                </a:lnTo>
                <a:lnTo>
                  <a:pt x="4617317" y="332671"/>
                </a:lnTo>
                <a:lnTo>
                  <a:pt x="4633355" y="344758"/>
                </a:lnTo>
                <a:lnTo>
                  <a:pt x="4648273" y="346525"/>
                </a:lnTo>
                <a:lnTo>
                  <a:pt x="4667991" y="342160"/>
                </a:lnTo>
                <a:lnTo>
                  <a:pt x="4673719" y="335052"/>
                </a:lnTo>
                <a:lnTo>
                  <a:pt x="4643114" y="335052"/>
                </a:lnTo>
                <a:lnTo>
                  <a:pt x="4627744" y="326123"/>
                </a:lnTo>
                <a:lnTo>
                  <a:pt x="4625480" y="307560"/>
                </a:lnTo>
                <a:lnTo>
                  <a:pt x="4618616" y="307560"/>
                </a:lnTo>
                <a:lnTo>
                  <a:pt x="4618616" y="296519"/>
                </a:lnTo>
                <a:lnTo>
                  <a:pt x="4624134" y="296519"/>
                </a:lnTo>
                <a:lnTo>
                  <a:pt x="4623289" y="289592"/>
                </a:lnTo>
                <a:lnTo>
                  <a:pt x="4641887" y="272057"/>
                </a:lnTo>
                <a:lnTo>
                  <a:pt x="4671437" y="272057"/>
                </a:lnTo>
                <a:lnTo>
                  <a:pt x="4667865" y="266537"/>
                </a:lnTo>
                <a:lnTo>
                  <a:pt x="4639470" y="260584"/>
                </a:lnTo>
                <a:close/>
              </a:path>
              <a:path w="6441440" h="835025">
                <a:moveTo>
                  <a:pt x="4669056" y="322064"/>
                </a:moveTo>
                <a:lnTo>
                  <a:pt x="4667973" y="324950"/>
                </a:lnTo>
                <a:lnTo>
                  <a:pt x="4643114" y="335052"/>
                </a:lnTo>
                <a:lnTo>
                  <a:pt x="4673719" y="335052"/>
                </a:lnTo>
                <a:lnTo>
                  <a:pt x="4681395" y="325527"/>
                </a:lnTo>
                <a:lnTo>
                  <a:pt x="4669056" y="322064"/>
                </a:lnTo>
                <a:close/>
              </a:path>
              <a:path w="6441440" h="835025">
                <a:moveTo>
                  <a:pt x="4624134" y="296519"/>
                </a:moveTo>
                <a:lnTo>
                  <a:pt x="4618616" y="296519"/>
                </a:lnTo>
                <a:lnTo>
                  <a:pt x="4618616" y="307560"/>
                </a:lnTo>
                <a:lnTo>
                  <a:pt x="4625480" y="307560"/>
                </a:lnTo>
                <a:lnTo>
                  <a:pt x="4624134" y="296519"/>
                </a:lnTo>
                <a:close/>
              </a:path>
              <a:path w="6441440" h="835025">
                <a:moveTo>
                  <a:pt x="4671437" y="272057"/>
                </a:moveTo>
                <a:lnTo>
                  <a:pt x="4641887" y="272057"/>
                </a:lnTo>
                <a:lnTo>
                  <a:pt x="4662417" y="277379"/>
                </a:lnTo>
                <a:lnTo>
                  <a:pt x="4669705" y="296519"/>
                </a:lnTo>
                <a:lnTo>
                  <a:pt x="4624134" y="296519"/>
                </a:lnTo>
                <a:lnTo>
                  <a:pt x="4625480" y="307560"/>
                </a:lnTo>
                <a:lnTo>
                  <a:pt x="4682693" y="307560"/>
                </a:lnTo>
                <a:lnTo>
                  <a:pt x="4681756" y="289592"/>
                </a:lnTo>
                <a:lnTo>
                  <a:pt x="4681665" y="287860"/>
                </a:lnTo>
                <a:lnTo>
                  <a:pt x="4671437" y="272057"/>
                </a:lnTo>
                <a:close/>
              </a:path>
              <a:path w="6441440" h="835025">
                <a:moveTo>
                  <a:pt x="4805163" y="261666"/>
                </a:moveTo>
                <a:lnTo>
                  <a:pt x="4792824" y="261666"/>
                </a:lnTo>
                <a:lnTo>
                  <a:pt x="4792824" y="375966"/>
                </a:lnTo>
                <a:lnTo>
                  <a:pt x="4805596" y="375966"/>
                </a:lnTo>
                <a:lnTo>
                  <a:pt x="4805596" y="332021"/>
                </a:lnTo>
                <a:lnTo>
                  <a:pt x="4818920" y="332021"/>
                </a:lnTo>
                <a:lnTo>
                  <a:pt x="4812667" y="328341"/>
                </a:lnTo>
                <a:lnTo>
                  <a:pt x="4805379" y="303230"/>
                </a:lnTo>
                <a:lnTo>
                  <a:pt x="4812559" y="278606"/>
                </a:lnTo>
                <a:lnTo>
                  <a:pt x="4834604" y="272057"/>
                </a:lnTo>
                <a:lnTo>
                  <a:pt x="4855946" y="272057"/>
                </a:lnTo>
                <a:lnTo>
                  <a:pt x="4855364" y="271588"/>
                </a:lnTo>
                <a:lnTo>
                  <a:pt x="4808915" y="271588"/>
                </a:lnTo>
                <a:lnTo>
                  <a:pt x="4805163" y="261666"/>
                </a:lnTo>
                <a:close/>
              </a:path>
              <a:path w="6441440" h="835025">
                <a:moveTo>
                  <a:pt x="4818920" y="332021"/>
                </a:moveTo>
                <a:lnTo>
                  <a:pt x="4805596" y="332021"/>
                </a:lnTo>
                <a:lnTo>
                  <a:pt x="4837851" y="346525"/>
                </a:lnTo>
                <a:lnTo>
                  <a:pt x="4854574" y="337740"/>
                </a:lnTo>
                <a:lnTo>
                  <a:pt x="4856100" y="335052"/>
                </a:lnTo>
                <a:lnTo>
                  <a:pt x="4824069" y="335052"/>
                </a:lnTo>
                <a:lnTo>
                  <a:pt x="4818920" y="332021"/>
                </a:lnTo>
                <a:close/>
              </a:path>
              <a:path w="6441440" h="835025">
                <a:moveTo>
                  <a:pt x="4855946" y="272057"/>
                </a:moveTo>
                <a:lnTo>
                  <a:pt x="4834604" y="272057"/>
                </a:lnTo>
                <a:lnTo>
                  <a:pt x="4848964" y="282701"/>
                </a:lnTo>
                <a:lnTo>
                  <a:pt x="4852517" y="314523"/>
                </a:lnTo>
                <a:lnTo>
                  <a:pt x="4838987" y="333645"/>
                </a:lnTo>
                <a:lnTo>
                  <a:pt x="4824069" y="335052"/>
                </a:lnTo>
                <a:lnTo>
                  <a:pt x="4856100" y="335052"/>
                </a:lnTo>
                <a:lnTo>
                  <a:pt x="4864712" y="319881"/>
                </a:lnTo>
                <a:lnTo>
                  <a:pt x="4866209" y="294715"/>
                </a:lnTo>
                <a:lnTo>
                  <a:pt x="4858723" y="274294"/>
                </a:lnTo>
                <a:lnTo>
                  <a:pt x="4855946" y="272057"/>
                </a:lnTo>
                <a:close/>
              </a:path>
              <a:path w="6441440" h="835025">
                <a:moveTo>
                  <a:pt x="4825295" y="260584"/>
                </a:moveTo>
                <a:lnTo>
                  <a:pt x="4808915" y="271588"/>
                </a:lnTo>
                <a:lnTo>
                  <a:pt x="4855364" y="271588"/>
                </a:lnTo>
                <a:lnTo>
                  <a:pt x="4843876" y="262334"/>
                </a:lnTo>
                <a:lnTo>
                  <a:pt x="4825295" y="260584"/>
                </a:lnTo>
                <a:close/>
              </a:path>
              <a:path w="6441440" h="835025">
                <a:moveTo>
                  <a:pt x="4943068" y="273176"/>
                </a:moveTo>
                <a:lnTo>
                  <a:pt x="4907070" y="273176"/>
                </a:lnTo>
                <a:lnTo>
                  <a:pt x="4928212" y="273320"/>
                </a:lnTo>
                <a:lnTo>
                  <a:pt x="4935482" y="288726"/>
                </a:lnTo>
                <a:lnTo>
                  <a:pt x="4882734" y="312575"/>
                </a:lnTo>
                <a:lnTo>
                  <a:pt x="4888110" y="338841"/>
                </a:lnTo>
                <a:lnTo>
                  <a:pt x="4910154" y="346742"/>
                </a:lnTo>
                <a:lnTo>
                  <a:pt x="4914989" y="346742"/>
                </a:lnTo>
                <a:lnTo>
                  <a:pt x="4933967" y="335341"/>
                </a:lnTo>
                <a:lnTo>
                  <a:pt x="4907115" y="335341"/>
                </a:lnTo>
                <a:lnTo>
                  <a:pt x="4894568" y="326285"/>
                </a:lnTo>
                <a:lnTo>
                  <a:pt x="4898833" y="312575"/>
                </a:lnTo>
                <a:lnTo>
                  <a:pt x="4898934" y="312250"/>
                </a:lnTo>
                <a:lnTo>
                  <a:pt x="4948254" y="312250"/>
                </a:lnTo>
                <a:lnTo>
                  <a:pt x="4948254" y="283422"/>
                </a:lnTo>
                <a:lnTo>
                  <a:pt x="4943141" y="273320"/>
                </a:lnTo>
                <a:lnTo>
                  <a:pt x="4943068" y="273176"/>
                </a:lnTo>
                <a:close/>
              </a:path>
              <a:path w="6441440" h="835025">
                <a:moveTo>
                  <a:pt x="4948254" y="312250"/>
                </a:moveTo>
                <a:lnTo>
                  <a:pt x="4898934" y="312250"/>
                </a:lnTo>
                <a:lnTo>
                  <a:pt x="4935482" y="314703"/>
                </a:lnTo>
                <a:lnTo>
                  <a:pt x="4931009" y="327746"/>
                </a:lnTo>
                <a:lnTo>
                  <a:pt x="4911921" y="335341"/>
                </a:lnTo>
                <a:lnTo>
                  <a:pt x="4933967" y="335341"/>
                </a:lnTo>
                <a:lnTo>
                  <a:pt x="4935482" y="344794"/>
                </a:lnTo>
                <a:lnTo>
                  <a:pt x="4948254" y="344794"/>
                </a:lnTo>
                <a:lnTo>
                  <a:pt x="4948254" y="312250"/>
                </a:lnTo>
                <a:close/>
              </a:path>
              <a:path w="6441440" h="835025">
                <a:moveTo>
                  <a:pt x="4900449" y="263434"/>
                </a:moveTo>
                <a:lnTo>
                  <a:pt x="4884177" y="280067"/>
                </a:lnTo>
                <a:lnTo>
                  <a:pt x="4896300" y="284396"/>
                </a:lnTo>
                <a:lnTo>
                  <a:pt x="4907070" y="273176"/>
                </a:lnTo>
                <a:lnTo>
                  <a:pt x="4943068" y="273176"/>
                </a:lnTo>
                <a:lnTo>
                  <a:pt x="4940118" y="267349"/>
                </a:lnTo>
                <a:lnTo>
                  <a:pt x="4900449" y="263434"/>
                </a:lnTo>
                <a:close/>
              </a:path>
              <a:path w="6441440" h="835025">
                <a:moveTo>
                  <a:pt x="4989967" y="241750"/>
                </a:moveTo>
                <a:lnTo>
                  <a:pt x="4977195" y="241750"/>
                </a:lnTo>
                <a:lnTo>
                  <a:pt x="4977195" y="324445"/>
                </a:lnTo>
                <a:lnTo>
                  <a:pt x="4982823" y="339634"/>
                </a:lnTo>
                <a:lnTo>
                  <a:pt x="5004056" y="345696"/>
                </a:lnTo>
                <a:lnTo>
                  <a:pt x="4989967" y="241750"/>
                </a:lnTo>
                <a:close/>
              </a:path>
              <a:path w="6441440" h="835025">
                <a:moveTo>
                  <a:pt x="4977195" y="261666"/>
                </a:moveTo>
                <a:lnTo>
                  <a:pt x="4964639" y="261666"/>
                </a:lnTo>
                <a:lnTo>
                  <a:pt x="4964639" y="272490"/>
                </a:lnTo>
                <a:lnTo>
                  <a:pt x="4977195" y="272490"/>
                </a:lnTo>
                <a:lnTo>
                  <a:pt x="4977195" y="261666"/>
                </a:lnTo>
                <a:close/>
              </a:path>
              <a:path w="6441440" h="835025">
                <a:moveTo>
                  <a:pt x="5007718" y="261666"/>
                </a:moveTo>
                <a:lnTo>
                  <a:pt x="4992666" y="261666"/>
                </a:lnTo>
                <a:lnTo>
                  <a:pt x="4994134" y="272490"/>
                </a:lnTo>
                <a:lnTo>
                  <a:pt x="5007718" y="272490"/>
                </a:lnTo>
                <a:lnTo>
                  <a:pt x="5007718" y="261666"/>
                </a:lnTo>
                <a:close/>
              </a:path>
              <a:path w="6441440" h="835025">
                <a:moveTo>
                  <a:pt x="5039703" y="261666"/>
                </a:moveTo>
                <a:lnTo>
                  <a:pt x="5026930" y="261666"/>
                </a:lnTo>
                <a:lnTo>
                  <a:pt x="5026930" y="344794"/>
                </a:lnTo>
                <a:lnTo>
                  <a:pt x="5039703" y="344794"/>
                </a:lnTo>
                <a:lnTo>
                  <a:pt x="5039703" y="261666"/>
                </a:lnTo>
                <a:close/>
              </a:path>
              <a:path w="6441440" h="835025">
                <a:moveTo>
                  <a:pt x="5028789" y="231342"/>
                </a:moveTo>
                <a:lnTo>
                  <a:pt x="5033425" y="247812"/>
                </a:lnTo>
                <a:lnTo>
                  <a:pt x="5035914" y="247812"/>
                </a:lnTo>
                <a:lnTo>
                  <a:pt x="5042517" y="236771"/>
                </a:lnTo>
                <a:lnTo>
                  <a:pt x="5028789" y="231342"/>
                </a:lnTo>
                <a:close/>
              </a:path>
              <a:path w="6441440" h="835025">
                <a:moveTo>
                  <a:pt x="5089145" y="260584"/>
                </a:moveTo>
                <a:lnTo>
                  <a:pt x="5071358" y="269748"/>
                </a:lnTo>
                <a:lnTo>
                  <a:pt x="5060751" y="287860"/>
                </a:lnTo>
                <a:lnTo>
                  <a:pt x="5059199" y="312394"/>
                </a:lnTo>
                <a:lnTo>
                  <a:pt x="5066992" y="332671"/>
                </a:lnTo>
                <a:lnTo>
                  <a:pt x="5083029" y="344758"/>
                </a:lnTo>
                <a:lnTo>
                  <a:pt x="5097948" y="346525"/>
                </a:lnTo>
                <a:lnTo>
                  <a:pt x="5117666" y="342160"/>
                </a:lnTo>
                <a:lnTo>
                  <a:pt x="5123394" y="335052"/>
                </a:lnTo>
                <a:lnTo>
                  <a:pt x="5092789" y="335052"/>
                </a:lnTo>
                <a:lnTo>
                  <a:pt x="5077419" y="326123"/>
                </a:lnTo>
                <a:lnTo>
                  <a:pt x="5075155" y="307560"/>
                </a:lnTo>
                <a:lnTo>
                  <a:pt x="5068291" y="307560"/>
                </a:lnTo>
                <a:lnTo>
                  <a:pt x="5068291" y="296519"/>
                </a:lnTo>
                <a:lnTo>
                  <a:pt x="5073808" y="296519"/>
                </a:lnTo>
                <a:lnTo>
                  <a:pt x="5072963" y="289592"/>
                </a:lnTo>
                <a:lnTo>
                  <a:pt x="5091562" y="272057"/>
                </a:lnTo>
                <a:lnTo>
                  <a:pt x="5121112" y="272057"/>
                </a:lnTo>
                <a:lnTo>
                  <a:pt x="5117539" y="266537"/>
                </a:lnTo>
                <a:lnTo>
                  <a:pt x="5089145" y="260584"/>
                </a:lnTo>
                <a:close/>
              </a:path>
              <a:path w="6441440" h="835025">
                <a:moveTo>
                  <a:pt x="5118730" y="322064"/>
                </a:moveTo>
                <a:lnTo>
                  <a:pt x="5117648" y="324950"/>
                </a:lnTo>
                <a:lnTo>
                  <a:pt x="5092789" y="335052"/>
                </a:lnTo>
                <a:lnTo>
                  <a:pt x="5123394" y="335052"/>
                </a:lnTo>
                <a:lnTo>
                  <a:pt x="5131070" y="325527"/>
                </a:lnTo>
                <a:lnTo>
                  <a:pt x="5118730" y="322064"/>
                </a:lnTo>
                <a:close/>
              </a:path>
              <a:path w="6441440" h="835025">
                <a:moveTo>
                  <a:pt x="5073808" y="296519"/>
                </a:moveTo>
                <a:lnTo>
                  <a:pt x="5068291" y="296519"/>
                </a:lnTo>
                <a:lnTo>
                  <a:pt x="5068291" y="307560"/>
                </a:lnTo>
                <a:lnTo>
                  <a:pt x="5075155" y="307560"/>
                </a:lnTo>
                <a:lnTo>
                  <a:pt x="5073808" y="296519"/>
                </a:lnTo>
                <a:close/>
              </a:path>
              <a:path w="6441440" h="835025">
                <a:moveTo>
                  <a:pt x="5121112" y="272057"/>
                </a:moveTo>
                <a:lnTo>
                  <a:pt x="5091562" y="272057"/>
                </a:lnTo>
                <a:lnTo>
                  <a:pt x="5112092" y="277379"/>
                </a:lnTo>
                <a:lnTo>
                  <a:pt x="5119380" y="296519"/>
                </a:lnTo>
                <a:lnTo>
                  <a:pt x="5073808" y="296519"/>
                </a:lnTo>
                <a:lnTo>
                  <a:pt x="5075155" y="307560"/>
                </a:lnTo>
                <a:lnTo>
                  <a:pt x="5132368" y="307560"/>
                </a:lnTo>
                <a:lnTo>
                  <a:pt x="5131430" y="289592"/>
                </a:lnTo>
                <a:lnTo>
                  <a:pt x="5131340" y="287860"/>
                </a:lnTo>
                <a:lnTo>
                  <a:pt x="5121112" y="272057"/>
                </a:lnTo>
                <a:close/>
              </a:path>
              <a:path w="6441440" h="835025">
                <a:moveTo>
                  <a:pt x="5164143" y="261739"/>
                </a:moveTo>
                <a:lnTo>
                  <a:pt x="5151797" y="261739"/>
                </a:lnTo>
                <a:lnTo>
                  <a:pt x="5151797" y="344794"/>
                </a:lnTo>
                <a:lnTo>
                  <a:pt x="5164569" y="344794"/>
                </a:lnTo>
                <a:lnTo>
                  <a:pt x="5164569" y="294787"/>
                </a:lnTo>
                <a:lnTo>
                  <a:pt x="5169170" y="279057"/>
                </a:lnTo>
                <a:lnTo>
                  <a:pt x="5183339" y="274655"/>
                </a:lnTo>
                <a:lnTo>
                  <a:pt x="5165219" y="274655"/>
                </a:lnTo>
                <a:lnTo>
                  <a:pt x="5164155" y="261883"/>
                </a:lnTo>
                <a:lnTo>
                  <a:pt x="5164143" y="261739"/>
                </a:lnTo>
                <a:close/>
              </a:path>
              <a:path w="6441440" h="835025">
                <a:moveTo>
                  <a:pt x="5209799" y="272057"/>
                </a:moveTo>
                <a:lnTo>
                  <a:pt x="5191701" y="272057"/>
                </a:lnTo>
                <a:lnTo>
                  <a:pt x="5203138" y="281221"/>
                </a:lnTo>
                <a:lnTo>
                  <a:pt x="5204834" y="344794"/>
                </a:lnTo>
                <a:lnTo>
                  <a:pt x="5217606" y="344794"/>
                </a:lnTo>
                <a:lnTo>
                  <a:pt x="5216472" y="281221"/>
                </a:lnTo>
                <a:lnTo>
                  <a:pt x="5216434" y="279057"/>
                </a:lnTo>
                <a:lnTo>
                  <a:pt x="5209799" y="272057"/>
                </a:lnTo>
                <a:close/>
              </a:path>
              <a:path w="6441440" h="835025">
                <a:moveTo>
                  <a:pt x="5200018" y="261739"/>
                </a:moveTo>
                <a:lnTo>
                  <a:pt x="5178063" y="261883"/>
                </a:lnTo>
                <a:lnTo>
                  <a:pt x="5165219" y="274655"/>
                </a:lnTo>
                <a:lnTo>
                  <a:pt x="5183339" y="274655"/>
                </a:lnTo>
                <a:lnTo>
                  <a:pt x="5191701" y="272057"/>
                </a:lnTo>
                <a:lnTo>
                  <a:pt x="5209799" y="272057"/>
                </a:lnTo>
                <a:lnTo>
                  <a:pt x="5200018" y="261739"/>
                </a:lnTo>
                <a:close/>
              </a:path>
              <a:path w="6441440" h="835025">
                <a:moveTo>
                  <a:pt x="5259346" y="241750"/>
                </a:moveTo>
                <a:lnTo>
                  <a:pt x="5246574" y="241750"/>
                </a:lnTo>
                <a:lnTo>
                  <a:pt x="5246574" y="324445"/>
                </a:lnTo>
                <a:lnTo>
                  <a:pt x="5252202" y="339634"/>
                </a:lnTo>
                <a:lnTo>
                  <a:pt x="5273435" y="345696"/>
                </a:lnTo>
                <a:lnTo>
                  <a:pt x="5259346" y="241750"/>
                </a:lnTo>
                <a:close/>
              </a:path>
              <a:path w="6441440" h="835025">
                <a:moveTo>
                  <a:pt x="5246574" y="261666"/>
                </a:moveTo>
                <a:lnTo>
                  <a:pt x="5234018" y="261666"/>
                </a:lnTo>
                <a:lnTo>
                  <a:pt x="5234018" y="272490"/>
                </a:lnTo>
                <a:lnTo>
                  <a:pt x="5246574" y="272490"/>
                </a:lnTo>
                <a:lnTo>
                  <a:pt x="5246574" y="261666"/>
                </a:lnTo>
                <a:close/>
              </a:path>
              <a:path w="6441440" h="835025">
                <a:moveTo>
                  <a:pt x="5277097" y="261666"/>
                </a:moveTo>
                <a:lnTo>
                  <a:pt x="5262045" y="261666"/>
                </a:lnTo>
                <a:lnTo>
                  <a:pt x="5263512" y="272490"/>
                </a:lnTo>
                <a:lnTo>
                  <a:pt x="5277097" y="272490"/>
                </a:lnTo>
                <a:lnTo>
                  <a:pt x="5277097" y="261666"/>
                </a:lnTo>
                <a:close/>
              </a:path>
              <a:path w="6441440" h="835025">
                <a:moveTo>
                  <a:pt x="5411617" y="260584"/>
                </a:moveTo>
                <a:lnTo>
                  <a:pt x="5394767" y="269333"/>
                </a:lnTo>
                <a:lnTo>
                  <a:pt x="5384611" y="287139"/>
                </a:lnTo>
                <a:lnTo>
                  <a:pt x="5383114" y="312250"/>
                </a:lnTo>
                <a:lnTo>
                  <a:pt x="5390600" y="332761"/>
                </a:lnTo>
                <a:lnTo>
                  <a:pt x="5405491" y="344794"/>
                </a:lnTo>
                <a:lnTo>
                  <a:pt x="5418400" y="346525"/>
                </a:lnTo>
                <a:lnTo>
                  <a:pt x="5423739" y="346525"/>
                </a:lnTo>
                <a:lnTo>
                  <a:pt x="5439611" y="335052"/>
                </a:lnTo>
                <a:lnTo>
                  <a:pt x="5414792" y="335052"/>
                </a:lnTo>
                <a:lnTo>
                  <a:pt x="5400432" y="324156"/>
                </a:lnTo>
                <a:lnTo>
                  <a:pt x="5396770" y="292118"/>
                </a:lnTo>
                <a:lnTo>
                  <a:pt x="5410210" y="273446"/>
                </a:lnTo>
                <a:lnTo>
                  <a:pt x="5440524" y="273446"/>
                </a:lnTo>
                <a:lnTo>
                  <a:pt x="5411617" y="260584"/>
                </a:lnTo>
                <a:close/>
              </a:path>
              <a:path w="6441440" h="835025">
                <a:moveTo>
                  <a:pt x="5456500" y="333537"/>
                </a:moveTo>
                <a:lnTo>
                  <a:pt x="5441707" y="333537"/>
                </a:lnTo>
                <a:lnTo>
                  <a:pt x="5444160" y="344794"/>
                </a:lnTo>
                <a:lnTo>
                  <a:pt x="5456500" y="344794"/>
                </a:lnTo>
                <a:lnTo>
                  <a:pt x="5456500" y="333537"/>
                </a:lnTo>
                <a:close/>
              </a:path>
              <a:path w="6441440" h="835025">
                <a:moveTo>
                  <a:pt x="5440524" y="273446"/>
                </a:moveTo>
                <a:lnTo>
                  <a:pt x="5429745" y="273446"/>
                </a:lnTo>
                <a:lnTo>
                  <a:pt x="5443042" y="291594"/>
                </a:lnTo>
                <a:lnTo>
                  <a:pt x="5436656" y="328341"/>
                </a:lnTo>
                <a:lnTo>
                  <a:pt x="5420131" y="335052"/>
                </a:lnTo>
                <a:lnTo>
                  <a:pt x="5439611" y="335052"/>
                </a:lnTo>
                <a:lnTo>
                  <a:pt x="5441707" y="333537"/>
                </a:lnTo>
                <a:lnTo>
                  <a:pt x="5456500" y="333537"/>
                </a:lnTo>
                <a:lnTo>
                  <a:pt x="5456500" y="274871"/>
                </a:lnTo>
                <a:lnTo>
                  <a:pt x="5443727" y="274871"/>
                </a:lnTo>
                <a:lnTo>
                  <a:pt x="5440524" y="273446"/>
                </a:lnTo>
                <a:close/>
              </a:path>
              <a:path w="6441440" h="835025">
                <a:moveTo>
                  <a:pt x="5456500" y="233957"/>
                </a:moveTo>
                <a:lnTo>
                  <a:pt x="5443727" y="233957"/>
                </a:lnTo>
                <a:lnTo>
                  <a:pt x="5443727" y="274871"/>
                </a:lnTo>
                <a:lnTo>
                  <a:pt x="5456500" y="274871"/>
                </a:lnTo>
                <a:lnTo>
                  <a:pt x="5456500" y="233957"/>
                </a:lnTo>
                <a:close/>
              </a:path>
              <a:path w="6441440" h="835025">
                <a:moveTo>
                  <a:pt x="5507714" y="260584"/>
                </a:moveTo>
                <a:lnTo>
                  <a:pt x="5489927" y="269748"/>
                </a:lnTo>
                <a:lnTo>
                  <a:pt x="5479320" y="287860"/>
                </a:lnTo>
                <a:lnTo>
                  <a:pt x="5477769" y="312394"/>
                </a:lnTo>
                <a:lnTo>
                  <a:pt x="5485561" y="332671"/>
                </a:lnTo>
                <a:lnTo>
                  <a:pt x="5501599" y="344758"/>
                </a:lnTo>
                <a:lnTo>
                  <a:pt x="5516518" y="346525"/>
                </a:lnTo>
                <a:lnTo>
                  <a:pt x="5536236" y="342160"/>
                </a:lnTo>
                <a:lnTo>
                  <a:pt x="5541963" y="335052"/>
                </a:lnTo>
                <a:lnTo>
                  <a:pt x="5511358" y="335052"/>
                </a:lnTo>
                <a:lnTo>
                  <a:pt x="5495989" y="326123"/>
                </a:lnTo>
                <a:lnTo>
                  <a:pt x="5493724" y="307560"/>
                </a:lnTo>
                <a:lnTo>
                  <a:pt x="5486861" y="307560"/>
                </a:lnTo>
                <a:lnTo>
                  <a:pt x="5486861" y="296519"/>
                </a:lnTo>
                <a:lnTo>
                  <a:pt x="5492378" y="296519"/>
                </a:lnTo>
                <a:lnTo>
                  <a:pt x="5491533" y="289592"/>
                </a:lnTo>
                <a:lnTo>
                  <a:pt x="5510132" y="272057"/>
                </a:lnTo>
                <a:lnTo>
                  <a:pt x="5539682" y="272057"/>
                </a:lnTo>
                <a:lnTo>
                  <a:pt x="5536109" y="266537"/>
                </a:lnTo>
                <a:lnTo>
                  <a:pt x="5507714" y="260584"/>
                </a:lnTo>
                <a:close/>
              </a:path>
              <a:path w="6441440" h="835025">
                <a:moveTo>
                  <a:pt x="5537300" y="322064"/>
                </a:moveTo>
                <a:lnTo>
                  <a:pt x="5536217" y="324950"/>
                </a:lnTo>
                <a:lnTo>
                  <a:pt x="5511358" y="335052"/>
                </a:lnTo>
                <a:lnTo>
                  <a:pt x="5541963" y="335052"/>
                </a:lnTo>
                <a:lnTo>
                  <a:pt x="5549639" y="325527"/>
                </a:lnTo>
                <a:lnTo>
                  <a:pt x="5537300" y="322064"/>
                </a:lnTo>
                <a:close/>
              </a:path>
              <a:path w="6441440" h="835025">
                <a:moveTo>
                  <a:pt x="5492378" y="296519"/>
                </a:moveTo>
                <a:lnTo>
                  <a:pt x="5486861" y="296519"/>
                </a:lnTo>
                <a:lnTo>
                  <a:pt x="5486861" y="307560"/>
                </a:lnTo>
                <a:lnTo>
                  <a:pt x="5493724" y="307560"/>
                </a:lnTo>
                <a:lnTo>
                  <a:pt x="5492378" y="296519"/>
                </a:lnTo>
                <a:close/>
              </a:path>
              <a:path w="6441440" h="835025">
                <a:moveTo>
                  <a:pt x="5539682" y="272057"/>
                </a:moveTo>
                <a:lnTo>
                  <a:pt x="5510132" y="272057"/>
                </a:lnTo>
                <a:lnTo>
                  <a:pt x="5530661" y="277379"/>
                </a:lnTo>
                <a:lnTo>
                  <a:pt x="5537949" y="296519"/>
                </a:lnTo>
                <a:lnTo>
                  <a:pt x="5492378" y="296519"/>
                </a:lnTo>
                <a:lnTo>
                  <a:pt x="5493724" y="307560"/>
                </a:lnTo>
                <a:lnTo>
                  <a:pt x="5550938" y="307560"/>
                </a:lnTo>
                <a:lnTo>
                  <a:pt x="5550000" y="289592"/>
                </a:lnTo>
                <a:lnTo>
                  <a:pt x="5549910" y="287860"/>
                </a:lnTo>
                <a:lnTo>
                  <a:pt x="5539682" y="272057"/>
                </a:lnTo>
                <a:close/>
              </a:path>
              <a:path w="6441440" h="835025">
                <a:moveTo>
                  <a:pt x="5588767" y="241750"/>
                </a:moveTo>
                <a:lnTo>
                  <a:pt x="5575995" y="241750"/>
                </a:lnTo>
                <a:lnTo>
                  <a:pt x="5575995" y="324445"/>
                </a:lnTo>
                <a:lnTo>
                  <a:pt x="5581623" y="339634"/>
                </a:lnTo>
                <a:lnTo>
                  <a:pt x="5602856" y="345696"/>
                </a:lnTo>
                <a:lnTo>
                  <a:pt x="5588767" y="241750"/>
                </a:lnTo>
                <a:close/>
              </a:path>
              <a:path w="6441440" h="835025">
                <a:moveTo>
                  <a:pt x="5575995" y="261666"/>
                </a:moveTo>
                <a:lnTo>
                  <a:pt x="5563439" y="261666"/>
                </a:lnTo>
                <a:lnTo>
                  <a:pt x="5563439" y="272490"/>
                </a:lnTo>
                <a:lnTo>
                  <a:pt x="5575995" y="272490"/>
                </a:lnTo>
                <a:lnTo>
                  <a:pt x="5575995" y="261666"/>
                </a:lnTo>
                <a:close/>
              </a:path>
              <a:path w="6441440" h="835025">
                <a:moveTo>
                  <a:pt x="5606518" y="261666"/>
                </a:moveTo>
                <a:lnTo>
                  <a:pt x="5591467" y="261666"/>
                </a:lnTo>
                <a:lnTo>
                  <a:pt x="5592934" y="272490"/>
                </a:lnTo>
                <a:lnTo>
                  <a:pt x="5606518" y="272490"/>
                </a:lnTo>
                <a:lnTo>
                  <a:pt x="5606518" y="261666"/>
                </a:lnTo>
                <a:close/>
              </a:path>
              <a:path w="6441440" h="835025">
                <a:moveTo>
                  <a:pt x="5683106" y="273176"/>
                </a:moveTo>
                <a:lnTo>
                  <a:pt x="5647108" y="273176"/>
                </a:lnTo>
                <a:lnTo>
                  <a:pt x="5668250" y="273320"/>
                </a:lnTo>
                <a:lnTo>
                  <a:pt x="5675520" y="288726"/>
                </a:lnTo>
                <a:lnTo>
                  <a:pt x="5622772" y="312575"/>
                </a:lnTo>
                <a:lnTo>
                  <a:pt x="5628148" y="338841"/>
                </a:lnTo>
                <a:lnTo>
                  <a:pt x="5650193" y="346742"/>
                </a:lnTo>
                <a:lnTo>
                  <a:pt x="5655027" y="346742"/>
                </a:lnTo>
                <a:lnTo>
                  <a:pt x="5674005" y="335341"/>
                </a:lnTo>
                <a:lnTo>
                  <a:pt x="5647154" y="335341"/>
                </a:lnTo>
                <a:lnTo>
                  <a:pt x="5634606" y="326285"/>
                </a:lnTo>
                <a:lnTo>
                  <a:pt x="5638871" y="312575"/>
                </a:lnTo>
                <a:lnTo>
                  <a:pt x="5638972" y="312250"/>
                </a:lnTo>
                <a:lnTo>
                  <a:pt x="5688293" y="312250"/>
                </a:lnTo>
                <a:lnTo>
                  <a:pt x="5688293" y="283422"/>
                </a:lnTo>
                <a:lnTo>
                  <a:pt x="5683179" y="273320"/>
                </a:lnTo>
                <a:lnTo>
                  <a:pt x="5683106" y="273176"/>
                </a:lnTo>
                <a:close/>
              </a:path>
              <a:path w="6441440" h="835025">
                <a:moveTo>
                  <a:pt x="5688293" y="312250"/>
                </a:moveTo>
                <a:lnTo>
                  <a:pt x="5638972" y="312250"/>
                </a:lnTo>
                <a:lnTo>
                  <a:pt x="5675520" y="314703"/>
                </a:lnTo>
                <a:lnTo>
                  <a:pt x="5671047" y="327746"/>
                </a:lnTo>
                <a:lnTo>
                  <a:pt x="5651959" y="335341"/>
                </a:lnTo>
                <a:lnTo>
                  <a:pt x="5674005" y="335341"/>
                </a:lnTo>
                <a:lnTo>
                  <a:pt x="5675520" y="344794"/>
                </a:lnTo>
                <a:lnTo>
                  <a:pt x="5688293" y="344794"/>
                </a:lnTo>
                <a:lnTo>
                  <a:pt x="5688293" y="312250"/>
                </a:lnTo>
                <a:close/>
              </a:path>
              <a:path w="6441440" h="835025">
                <a:moveTo>
                  <a:pt x="5640487" y="263434"/>
                </a:moveTo>
                <a:lnTo>
                  <a:pt x="5624215" y="280067"/>
                </a:lnTo>
                <a:lnTo>
                  <a:pt x="5636338" y="284396"/>
                </a:lnTo>
                <a:lnTo>
                  <a:pt x="5647108" y="273176"/>
                </a:lnTo>
                <a:lnTo>
                  <a:pt x="5683106" y="273176"/>
                </a:lnTo>
                <a:lnTo>
                  <a:pt x="5680157" y="267349"/>
                </a:lnTo>
                <a:lnTo>
                  <a:pt x="5640487" y="263434"/>
                </a:lnTo>
                <a:close/>
              </a:path>
              <a:path w="6441440" h="835025">
                <a:moveTo>
                  <a:pt x="5724377" y="261666"/>
                </a:moveTo>
                <a:lnTo>
                  <a:pt x="5711604" y="261666"/>
                </a:lnTo>
                <a:lnTo>
                  <a:pt x="5711604" y="344794"/>
                </a:lnTo>
                <a:lnTo>
                  <a:pt x="5724377" y="344794"/>
                </a:lnTo>
                <a:lnTo>
                  <a:pt x="5724377" y="261666"/>
                </a:lnTo>
                <a:close/>
              </a:path>
              <a:path w="6441440" h="835025">
                <a:moveTo>
                  <a:pt x="5713463" y="231342"/>
                </a:moveTo>
                <a:lnTo>
                  <a:pt x="5718099" y="247812"/>
                </a:lnTo>
                <a:lnTo>
                  <a:pt x="5720588" y="247812"/>
                </a:lnTo>
                <a:lnTo>
                  <a:pt x="5727191" y="236771"/>
                </a:lnTo>
                <a:lnTo>
                  <a:pt x="5713463" y="231342"/>
                </a:lnTo>
                <a:close/>
              </a:path>
              <a:path w="6441440" h="835025">
                <a:moveTo>
                  <a:pt x="5760542" y="233957"/>
                </a:moveTo>
                <a:lnTo>
                  <a:pt x="5747770" y="233957"/>
                </a:lnTo>
                <a:lnTo>
                  <a:pt x="5747770" y="344794"/>
                </a:lnTo>
                <a:lnTo>
                  <a:pt x="5760542" y="344794"/>
                </a:lnTo>
                <a:lnTo>
                  <a:pt x="5760542" y="233957"/>
                </a:lnTo>
                <a:close/>
              </a:path>
              <a:path w="6441440" h="835025">
                <a:moveTo>
                  <a:pt x="5792378" y="321847"/>
                </a:moveTo>
                <a:lnTo>
                  <a:pt x="5780255" y="324878"/>
                </a:lnTo>
                <a:lnTo>
                  <a:pt x="5781734" y="331949"/>
                </a:lnTo>
                <a:lnTo>
                  <a:pt x="5796364" y="344685"/>
                </a:lnTo>
                <a:lnTo>
                  <a:pt x="5818319" y="346525"/>
                </a:lnTo>
                <a:lnTo>
                  <a:pt x="5837513" y="338155"/>
                </a:lnTo>
                <a:lnTo>
                  <a:pt x="5838736" y="334150"/>
                </a:lnTo>
                <a:lnTo>
                  <a:pt x="5802173" y="334150"/>
                </a:lnTo>
                <a:lnTo>
                  <a:pt x="5792378" y="321847"/>
                </a:lnTo>
                <a:close/>
              </a:path>
              <a:path w="6441440" h="835025">
                <a:moveTo>
                  <a:pt x="5813376" y="260584"/>
                </a:moveTo>
                <a:lnTo>
                  <a:pt x="5789473" y="268558"/>
                </a:lnTo>
                <a:lnTo>
                  <a:pt x="5782853" y="290350"/>
                </a:lnTo>
                <a:lnTo>
                  <a:pt x="5791728" y="302743"/>
                </a:lnTo>
                <a:lnTo>
                  <a:pt x="5826076" y="313044"/>
                </a:lnTo>
                <a:lnTo>
                  <a:pt x="5831127" y="325852"/>
                </a:lnTo>
                <a:lnTo>
                  <a:pt x="5822323" y="334006"/>
                </a:lnTo>
                <a:lnTo>
                  <a:pt x="5802173" y="334150"/>
                </a:lnTo>
                <a:lnTo>
                  <a:pt x="5838736" y="334150"/>
                </a:lnTo>
                <a:lnTo>
                  <a:pt x="5844332" y="315822"/>
                </a:lnTo>
                <a:lnTo>
                  <a:pt x="5835222" y="303681"/>
                </a:lnTo>
                <a:lnTo>
                  <a:pt x="5796779" y="289646"/>
                </a:lnTo>
                <a:lnTo>
                  <a:pt x="5797181" y="280283"/>
                </a:lnTo>
                <a:lnTo>
                  <a:pt x="5797303" y="277451"/>
                </a:lnTo>
                <a:lnTo>
                  <a:pt x="5817092" y="271624"/>
                </a:lnTo>
                <a:lnTo>
                  <a:pt x="5837909" y="271624"/>
                </a:lnTo>
                <a:lnTo>
                  <a:pt x="5828060" y="262388"/>
                </a:lnTo>
                <a:lnTo>
                  <a:pt x="5813376" y="260584"/>
                </a:lnTo>
                <a:close/>
              </a:path>
              <a:path w="6441440" h="835025">
                <a:moveTo>
                  <a:pt x="5837909" y="271624"/>
                </a:moveTo>
                <a:lnTo>
                  <a:pt x="5817092" y="271624"/>
                </a:lnTo>
                <a:lnTo>
                  <a:pt x="5831343" y="283531"/>
                </a:lnTo>
                <a:lnTo>
                  <a:pt x="5842817" y="280283"/>
                </a:lnTo>
                <a:lnTo>
                  <a:pt x="5840832" y="274366"/>
                </a:lnTo>
                <a:lnTo>
                  <a:pt x="5837909" y="271624"/>
                </a:lnTo>
                <a:close/>
              </a:path>
              <a:path w="6441440" h="835025">
                <a:moveTo>
                  <a:pt x="5961187" y="261666"/>
                </a:moveTo>
                <a:lnTo>
                  <a:pt x="5947765" y="261666"/>
                </a:lnTo>
                <a:lnTo>
                  <a:pt x="5973093" y="344794"/>
                </a:lnTo>
                <a:lnTo>
                  <a:pt x="5985649" y="344794"/>
                </a:lnTo>
                <a:lnTo>
                  <a:pt x="5991196" y="325311"/>
                </a:lnTo>
                <a:lnTo>
                  <a:pt x="5980020" y="325311"/>
                </a:lnTo>
                <a:lnTo>
                  <a:pt x="5961187" y="261666"/>
                </a:lnTo>
                <a:close/>
              </a:path>
              <a:path w="6441440" h="835025">
                <a:moveTo>
                  <a:pt x="6016999" y="280933"/>
                </a:moveTo>
                <a:lnTo>
                  <a:pt x="6003833" y="280933"/>
                </a:lnTo>
                <a:lnTo>
                  <a:pt x="6023315" y="344794"/>
                </a:lnTo>
                <a:lnTo>
                  <a:pt x="6035871" y="344794"/>
                </a:lnTo>
                <a:lnTo>
                  <a:pt x="6041808" y="325311"/>
                </a:lnTo>
                <a:lnTo>
                  <a:pt x="6041873" y="325094"/>
                </a:lnTo>
                <a:lnTo>
                  <a:pt x="6029810" y="325094"/>
                </a:lnTo>
                <a:lnTo>
                  <a:pt x="6016999" y="280933"/>
                </a:lnTo>
                <a:close/>
              </a:path>
              <a:path w="6441440" h="835025">
                <a:moveTo>
                  <a:pt x="6011409" y="261666"/>
                </a:moveTo>
                <a:lnTo>
                  <a:pt x="5997771" y="261666"/>
                </a:lnTo>
                <a:lnTo>
                  <a:pt x="5980080" y="325094"/>
                </a:lnTo>
                <a:lnTo>
                  <a:pt x="5980020" y="325311"/>
                </a:lnTo>
                <a:lnTo>
                  <a:pt x="5991196" y="325311"/>
                </a:lnTo>
                <a:lnTo>
                  <a:pt x="6003833" y="280933"/>
                </a:lnTo>
                <a:lnTo>
                  <a:pt x="6016999" y="280933"/>
                </a:lnTo>
                <a:lnTo>
                  <a:pt x="6011409" y="261666"/>
                </a:lnTo>
                <a:close/>
              </a:path>
              <a:path w="6441440" h="835025">
                <a:moveTo>
                  <a:pt x="6061199" y="261666"/>
                </a:moveTo>
                <a:lnTo>
                  <a:pt x="6047778" y="261666"/>
                </a:lnTo>
                <a:lnTo>
                  <a:pt x="6029810" y="325094"/>
                </a:lnTo>
                <a:lnTo>
                  <a:pt x="6041873" y="325094"/>
                </a:lnTo>
                <a:lnTo>
                  <a:pt x="6061199" y="261666"/>
                </a:lnTo>
                <a:close/>
              </a:path>
              <a:path w="6441440" h="835025">
                <a:moveTo>
                  <a:pt x="6090857" y="261666"/>
                </a:moveTo>
                <a:lnTo>
                  <a:pt x="6078084" y="261666"/>
                </a:lnTo>
                <a:lnTo>
                  <a:pt x="6078084" y="344794"/>
                </a:lnTo>
                <a:lnTo>
                  <a:pt x="6090857" y="344794"/>
                </a:lnTo>
                <a:lnTo>
                  <a:pt x="6090857" y="261666"/>
                </a:lnTo>
                <a:close/>
              </a:path>
              <a:path w="6441440" h="835025">
                <a:moveTo>
                  <a:pt x="6079943" y="231342"/>
                </a:moveTo>
                <a:lnTo>
                  <a:pt x="6084579" y="247812"/>
                </a:lnTo>
                <a:lnTo>
                  <a:pt x="6087068" y="247812"/>
                </a:lnTo>
                <a:lnTo>
                  <a:pt x="6093671" y="236771"/>
                </a:lnTo>
                <a:lnTo>
                  <a:pt x="6079943" y="231342"/>
                </a:lnTo>
                <a:close/>
              </a:path>
              <a:path w="6441440" h="835025">
                <a:moveTo>
                  <a:pt x="6127022" y="233957"/>
                </a:moveTo>
                <a:lnTo>
                  <a:pt x="6114249" y="233957"/>
                </a:lnTo>
                <a:lnTo>
                  <a:pt x="6114249" y="344794"/>
                </a:lnTo>
                <a:lnTo>
                  <a:pt x="6127022" y="344794"/>
                </a:lnTo>
                <a:lnTo>
                  <a:pt x="6127022" y="233957"/>
                </a:lnTo>
                <a:close/>
              </a:path>
              <a:path w="6441440" h="835025">
                <a:moveTo>
                  <a:pt x="6163187" y="233957"/>
                </a:moveTo>
                <a:lnTo>
                  <a:pt x="6150415" y="233957"/>
                </a:lnTo>
                <a:lnTo>
                  <a:pt x="6150415" y="344794"/>
                </a:lnTo>
                <a:lnTo>
                  <a:pt x="6163187" y="344794"/>
                </a:lnTo>
                <a:lnTo>
                  <a:pt x="6163187" y="233957"/>
                </a:lnTo>
                <a:close/>
              </a:path>
              <a:path w="6441440" h="835025">
                <a:moveTo>
                  <a:pt x="6305109" y="332021"/>
                </a:moveTo>
                <a:lnTo>
                  <a:pt x="6291352" y="332021"/>
                </a:lnTo>
                <a:lnTo>
                  <a:pt x="6324040" y="346525"/>
                </a:lnTo>
                <a:lnTo>
                  <a:pt x="6340763" y="337740"/>
                </a:lnTo>
                <a:lnTo>
                  <a:pt x="6342289" y="335052"/>
                </a:lnTo>
                <a:lnTo>
                  <a:pt x="6310258" y="335052"/>
                </a:lnTo>
                <a:lnTo>
                  <a:pt x="6305109" y="332021"/>
                </a:lnTo>
                <a:close/>
              </a:path>
              <a:path w="6441440" h="835025">
                <a:moveTo>
                  <a:pt x="6291785" y="233957"/>
                </a:moveTo>
                <a:lnTo>
                  <a:pt x="6279013" y="233957"/>
                </a:lnTo>
                <a:lnTo>
                  <a:pt x="6279013" y="344794"/>
                </a:lnTo>
                <a:lnTo>
                  <a:pt x="6291352" y="344794"/>
                </a:lnTo>
                <a:lnTo>
                  <a:pt x="6291352" y="332021"/>
                </a:lnTo>
                <a:lnTo>
                  <a:pt x="6305109" y="332021"/>
                </a:lnTo>
                <a:lnTo>
                  <a:pt x="6298857" y="328341"/>
                </a:lnTo>
                <a:lnTo>
                  <a:pt x="6291569" y="303230"/>
                </a:lnTo>
                <a:lnTo>
                  <a:pt x="6298748" y="278606"/>
                </a:lnTo>
                <a:lnTo>
                  <a:pt x="6320793" y="272057"/>
                </a:lnTo>
                <a:lnTo>
                  <a:pt x="6342135" y="272057"/>
                </a:lnTo>
                <a:lnTo>
                  <a:pt x="6341553" y="271588"/>
                </a:lnTo>
                <a:lnTo>
                  <a:pt x="6295104" y="271588"/>
                </a:lnTo>
                <a:lnTo>
                  <a:pt x="6291785" y="233957"/>
                </a:lnTo>
                <a:close/>
              </a:path>
              <a:path w="6441440" h="835025">
                <a:moveTo>
                  <a:pt x="6342135" y="272057"/>
                </a:moveTo>
                <a:lnTo>
                  <a:pt x="6320793" y="272057"/>
                </a:lnTo>
                <a:lnTo>
                  <a:pt x="6335153" y="282701"/>
                </a:lnTo>
                <a:lnTo>
                  <a:pt x="6338707" y="314523"/>
                </a:lnTo>
                <a:lnTo>
                  <a:pt x="6325177" y="333645"/>
                </a:lnTo>
                <a:lnTo>
                  <a:pt x="6310258" y="335052"/>
                </a:lnTo>
                <a:lnTo>
                  <a:pt x="6342289" y="335052"/>
                </a:lnTo>
                <a:lnTo>
                  <a:pt x="6350902" y="319881"/>
                </a:lnTo>
                <a:lnTo>
                  <a:pt x="6352399" y="294715"/>
                </a:lnTo>
                <a:lnTo>
                  <a:pt x="6344912" y="274294"/>
                </a:lnTo>
                <a:lnTo>
                  <a:pt x="6342135" y="272057"/>
                </a:lnTo>
                <a:close/>
              </a:path>
              <a:path w="6441440" h="835025">
                <a:moveTo>
                  <a:pt x="6311485" y="260584"/>
                </a:moveTo>
                <a:lnTo>
                  <a:pt x="6295104" y="271588"/>
                </a:lnTo>
                <a:lnTo>
                  <a:pt x="6341553" y="271588"/>
                </a:lnTo>
                <a:lnTo>
                  <a:pt x="6330066" y="262334"/>
                </a:lnTo>
                <a:lnTo>
                  <a:pt x="6311485" y="260584"/>
                </a:lnTo>
                <a:close/>
              </a:path>
              <a:path w="6441440" h="835025">
                <a:moveTo>
                  <a:pt x="6397985" y="260584"/>
                </a:moveTo>
                <a:lnTo>
                  <a:pt x="6380198" y="269748"/>
                </a:lnTo>
                <a:lnTo>
                  <a:pt x="6369591" y="287860"/>
                </a:lnTo>
                <a:lnTo>
                  <a:pt x="6368039" y="312394"/>
                </a:lnTo>
                <a:lnTo>
                  <a:pt x="6375832" y="332671"/>
                </a:lnTo>
                <a:lnTo>
                  <a:pt x="6391870" y="344758"/>
                </a:lnTo>
                <a:lnTo>
                  <a:pt x="6406789" y="346525"/>
                </a:lnTo>
                <a:lnTo>
                  <a:pt x="6426506" y="342160"/>
                </a:lnTo>
                <a:lnTo>
                  <a:pt x="6432234" y="335052"/>
                </a:lnTo>
                <a:lnTo>
                  <a:pt x="6401629" y="335052"/>
                </a:lnTo>
                <a:lnTo>
                  <a:pt x="6386260" y="326123"/>
                </a:lnTo>
                <a:lnTo>
                  <a:pt x="6383995" y="307560"/>
                </a:lnTo>
                <a:lnTo>
                  <a:pt x="6377131" y="307560"/>
                </a:lnTo>
                <a:lnTo>
                  <a:pt x="6377131" y="296519"/>
                </a:lnTo>
                <a:lnTo>
                  <a:pt x="6382649" y="296519"/>
                </a:lnTo>
                <a:lnTo>
                  <a:pt x="6381804" y="289592"/>
                </a:lnTo>
                <a:lnTo>
                  <a:pt x="6400403" y="272057"/>
                </a:lnTo>
                <a:lnTo>
                  <a:pt x="6429953" y="272057"/>
                </a:lnTo>
                <a:lnTo>
                  <a:pt x="6426380" y="266537"/>
                </a:lnTo>
                <a:lnTo>
                  <a:pt x="6397985" y="260584"/>
                </a:lnTo>
                <a:close/>
              </a:path>
              <a:path w="6441440" h="835025">
                <a:moveTo>
                  <a:pt x="6427571" y="322064"/>
                </a:moveTo>
                <a:lnTo>
                  <a:pt x="6426488" y="324950"/>
                </a:lnTo>
                <a:lnTo>
                  <a:pt x="6401629" y="335052"/>
                </a:lnTo>
                <a:lnTo>
                  <a:pt x="6432234" y="335052"/>
                </a:lnTo>
                <a:lnTo>
                  <a:pt x="6439909" y="325527"/>
                </a:lnTo>
                <a:lnTo>
                  <a:pt x="6427571" y="322064"/>
                </a:lnTo>
                <a:close/>
              </a:path>
              <a:path w="6441440" h="835025">
                <a:moveTo>
                  <a:pt x="6382649" y="296519"/>
                </a:moveTo>
                <a:lnTo>
                  <a:pt x="6377131" y="296519"/>
                </a:lnTo>
                <a:lnTo>
                  <a:pt x="6377131" y="307560"/>
                </a:lnTo>
                <a:lnTo>
                  <a:pt x="6383995" y="307560"/>
                </a:lnTo>
                <a:lnTo>
                  <a:pt x="6382649" y="296519"/>
                </a:lnTo>
                <a:close/>
              </a:path>
              <a:path w="6441440" h="835025">
                <a:moveTo>
                  <a:pt x="6429953" y="272057"/>
                </a:moveTo>
                <a:lnTo>
                  <a:pt x="6400403" y="272057"/>
                </a:lnTo>
                <a:lnTo>
                  <a:pt x="6420932" y="277379"/>
                </a:lnTo>
                <a:lnTo>
                  <a:pt x="6428220" y="296519"/>
                </a:lnTo>
                <a:lnTo>
                  <a:pt x="6382649" y="296519"/>
                </a:lnTo>
                <a:lnTo>
                  <a:pt x="6383995" y="307560"/>
                </a:lnTo>
                <a:lnTo>
                  <a:pt x="6441209" y="307560"/>
                </a:lnTo>
                <a:lnTo>
                  <a:pt x="6440270" y="289592"/>
                </a:lnTo>
                <a:lnTo>
                  <a:pt x="6440180" y="287860"/>
                </a:lnTo>
                <a:lnTo>
                  <a:pt x="6429953" y="272057"/>
                </a:lnTo>
                <a:close/>
              </a:path>
              <a:path w="6441440" h="835025">
                <a:moveTo>
                  <a:pt x="206113" y="501776"/>
                </a:moveTo>
                <a:lnTo>
                  <a:pt x="170115" y="501776"/>
                </a:lnTo>
                <a:lnTo>
                  <a:pt x="191257" y="501920"/>
                </a:lnTo>
                <a:lnTo>
                  <a:pt x="198527" y="517326"/>
                </a:lnTo>
                <a:lnTo>
                  <a:pt x="145779" y="541175"/>
                </a:lnTo>
                <a:lnTo>
                  <a:pt x="151155" y="567441"/>
                </a:lnTo>
                <a:lnTo>
                  <a:pt x="173199" y="575342"/>
                </a:lnTo>
                <a:lnTo>
                  <a:pt x="178034" y="575342"/>
                </a:lnTo>
                <a:lnTo>
                  <a:pt x="197012" y="563941"/>
                </a:lnTo>
                <a:lnTo>
                  <a:pt x="170160" y="563941"/>
                </a:lnTo>
                <a:lnTo>
                  <a:pt x="157613" y="554885"/>
                </a:lnTo>
                <a:lnTo>
                  <a:pt x="161878" y="541175"/>
                </a:lnTo>
                <a:lnTo>
                  <a:pt x="161979" y="540850"/>
                </a:lnTo>
                <a:lnTo>
                  <a:pt x="211299" y="540850"/>
                </a:lnTo>
                <a:lnTo>
                  <a:pt x="211299" y="512022"/>
                </a:lnTo>
                <a:lnTo>
                  <a:pt x="206186" y="501920"/>
                </a:lnTo>
                <a:lnTo>
                  <a:pt x="206113" y="501776"/>
                </a:lnTo>
                <a:close/>
              </a:path>
              <a:path w="6441440" h="835025">
                <a:moveTo>
                  <a:pt x="211299" y="540850"/>
                </a:moveTo>
                <a:lnTo>
                  <a:pt x="161979" y="540850"/>
                </a:lnTo>
                <a:lnTo>
                  <a:pt x="198527" y="543303"/>
                </a:lnTo>
                <a:lnTo>
                  <a:pt x="194053" y="556346"/>
                </a:lnTo>
                <a:lnTo>
                  <a:pt x="174966" y="563941"/>
                </a:lnTo>
                <a:lnTo>
                  <a:pt x="197012" y="563941"/>
                </a:lnTo>
                <a:lnTo>
                  <a:pt x="198527" y="573394"/>
                </a:lnTo>
                <a:lnTo>
                  <a:pt x="211299" y="573394"/>
                </a:lnTo>
                <a:lnTo>
                  <a:pt x="211299" y="540850"/>
                </a:lnTo>
                <a:close/>
              </a:path>
              <a:path w="6441440" h="835025">
                <a:moveTo>
                  <a:pt x="163494" y="492034"/>
                </a:moveTo>
                <a:lnTo>
                  <a:pt x="147222" y="508667"/>
                </a:lnTo>
                <a:lnTo>
                  <a:pt x="159345" y="512996"/>
                </a:lnTo>
                <a:lnTo>
                  <a:pt x="170115" y="501776"/>
                </a:lnTo>
                <a:lnTo>
                  <a:pt x="206113" y="501776"/>
                </a:lnTo>
                <a:lnTo>
                  <a:pt x="203163" y="495949"/>
                </a:lnTo>
                <a:lnTo>
                  <a:pt x="163494" y="492034"/>
                </a:lnTo>
                <a:close/>
              </a:path>
              <a:path w="6441440" h="835025">
                <a:moveTo>
                  <a:pt x="247383" y="490266"/>
                </a:moveTo>
                <a:lnTo>
                  <a:pt x="234611" y="490266"/>
                </a:lnTo>
                <a:lnTo>
                  <a:pt x="235715" y="553117"/>
                </a:lnTo>
                <a:lnTo>
                  <a:pt x="235766" y="556021"/>
                </a:lnTo>
                <a:lnTo>
                  <a:pt x="251690" y="573394"/>
                </a:lnTo>
                <a:lnTo>
                  <a:pt x="248094" y="573394"/>
                </a:lnTo>
                <a:lnTo>
                  <a:pt x="272928" y="573015"/>
                </a:lnTo>
                <a:lnTo>
                  <a:pt x="283419" y="562137"/>
                </a:lnTo>
                <a:lnTo>
                  <a:pt x="260264" y="562137"/>
                </a:lnTo>
                <a:lnTo>
                  <a:pt x="249079" y="553117"/>
                </a:lnTo>
                <a:lnTo>
                  <a:pt x="247383" y="490266"/>
                </a:lnTo>
                <a:close/>
              </a:path>
              <a:path w="6441440" h="835025">
                <a:moveTo>
                  <a:pt x="299771" y="559323"/>
                </a:moveTo>
                <a:lnTo>
                  <a:pt x="286133" y="559323"/>
                </a:lnTo>
                <a:lnTo>
                  <a:pt x="286975" y="573015"/>
                </a:lnTo>
                <a:lnTo>
                  <a:pt x="286999" y="573394"/>
                </a:lnTo>
                <a:lnTo>
                  <a:pt x="299771" y="573394"/>
                </a:lnTo>
                <a:lnTo>
                  <a:pt x="299771" y="559323"/>
                </a:lnTo>
                <a:close/>
              </a:path>
              <a:path w="6441440" h="835025">
                <a:moveTo>
                  <a:pt x="299771" y="490266"/>
                </a:moveTo>
                <a:lnTo>
                  <a:pt x="286999" y="490266"/>
                </a:lnTo>
                <a:lnTo>
                  <a:pt x="286999" y="539407"/>
                </a:lnTo>
                <a:lnTo>
                  <a:pt x="281352" y="555588"/>
                </a:lnTo>
                <a:lnTo>
                  <a:pt x="260264" y="562137"/>
                </a:lnTo>
                <a:lnTo>
                  <a:pt x="283419" y="562137"/>
                </a:lnTo>
                <a:lnTo>
                  <a:pt x="286133" y="559323"/>
                </a:lnTo>
                <a:lnTo>
                  <a:pt x="299771" y="559323"/>
                </a:lnTo>
                <a:lnTo>
                  <a:pt x="299771" y="490266"/>
                </a:lnTo>
                <a:close/>
              </a:path>
              <a:path w="6441440" h="835025">
                <a:moveTo>
                  <a:pt x="341565" y="470350"/>
                </a:moveTo>
                <a:lnTo>
                  <a:pt x="328792" y="470350"/>
                </a:lnTo>
                <a:lnTo>
                  <a:pt x="328792" y="553045"/>
                </a:lnTo>
                <a:lnTo>
                  <a:pt x="334421" y="568234"/>
                </a:lnTo>
                <a:lnTo>
                  <a:pt x="355654" y="574296"/>
                </a:lnTo>
                <a:lnTo>
                  <a:pt x="341565" y="470350"/>
                </a:lnTo>
                <a:close/>
              </a:path>
              <a:path w="6441440" h="835025">
                <a:moveTo>
                  <a:pt x="328792" y="490266"/>
                </a:moveTo>
                <a:lnTo>
                  <a:pt x="316237" y="490266"/>
                </a:lnTo>
                <a:lnTo>
                  <a:pt x="316237" y="501090"/>
                </a:lnTo>
                <a:lnTo>
                  <a:pt x="328792" y="501090"/>
                </a:lnTo>
                <a:lnTo>
                  <a:pt x="328792" y="490266"/>
                </a:lnTo>
                <a:close/>
              </a:path>
              <a:path w="6441440" h="835025">
                <a:moveTo>
                  <a:pt x="359316" y="490266"/>
                </a:moveTo>
                <a:lnTo>
                  <a:pt x="344264" y="490266"/>
                </a:lnTo>
                <a:lnTo>
                  <a:pt x="345731" y="501090"/>
                </a:lnTo>
                <a:lnTo>
                  <a:pt x="359316" y="501090"/>
                </a:lnTo>
                <a:lnTo>
                  <a:pt x="359316" y="490266"/>
                </a:lnTo>
                <a:close/>
              </a:path>
              <a:path w="6441440" h="835025">
                <a:moveTo>
                  <a:pt x="403901" y="489184"/>
                </a:moveTo>
                <a:lnTo>
                  <a:pt x="386024" y="498114"/>
                </a:lnTo>
                <a:lnTo>
                  <a:pt x="375308" y="516045"/>
                </a:lnTo>
                <a:lnTo>
                  <a:pt x="373738" y="540850"/>
                </a:lnTo>
                <a:lnTo>
                  <a:pt x="381622" y="561199"/>
                </a:lnTo>
                <a:lnTo>
                  <a:pt x="397316" y="573340"/>
                </a:lnTo>
                <a:lnTo>
                  <a:pt x="411406" y="575125"/>
                </a:lnTo>
                <a:lnTo>
                  <a:pt x="418910" y="575125"/>
                </a:lnTo>
                <a:lnTo>
                  <a:pt x="436769" y="566196"/>
                </a:lnTo>
                <a:lnTo>
                  <a:pt x="438297" y="563652"/>
                </a:lnTo>
                <a:lnTo>
                  <a:pt x="405705" y="563652"/>
                </a:lnTo>
                <a:lnTo>
                  <a:pt x="393654" y="556346"/>
                </a:lnTo>
                <a:lnTo>
                  <a:pt x="386511" y="526707"/>
                </a:lnTo>
                <a:lnTo>
                  <a:pt x="401015" y="502137"/>
                </a:lnTo>
                <a:lnTo>
                  <a:pt x="439891" y="502137"/>
                </a:lnTo>
                <a:lnTo>
                  <a:pt x="425477" y="490970"/>
                </a:lnTo>
                <a:lnTo>
                  <a:pt x="403901" y="489184"/>
                </a:lnTo>
                <a:close/>
              </a:path>
              <a:path w="6441440" h="835025">
                <a:moveTo>
                  <a:pt x="439891" y="502137"/>
                </a:moveTo>
                <a:lnTo>
                  <a:pt x="421796" y="502137"/>
                </a:lnTo>
                <a:lnTo>
                  <a:pt x="435416" y="521529"/>
                </a:lnTo>
                <a:lnTo>
                  <a:pt x="429157" y="556346"/>
                </a:lnTo>
                <a:lnTo>
                  <a:pt x="411406" y="563652"/>
                </a:lnTo>
                <a:lnTo>
                  <a:pt x="438297" y="563652"/>
                </a:lnTo>
                <a:lnTo>
                  <a:pt x="447485" y="548354"/>
                </a:lnTo>
                <a:lnTo>
                  <a:pt x="449073" y="523604"/>
                </a:lnTo>
                <a:lnTo>
                  <a:pt x="441171" y="503129"/>
                </a:lnTo>
                <a:lnTo>
                  <a:pt x="439891" y="502137"/>
                </a:lnTo>
                <a:close/>
              </a:path>
              <a:path w="6441440" h="835025">
                <a:moveTo>
                  <a:pt x="480908" y="490266"/>
                </a:moveTo>
                <a:lnTo>
                  <a:pt x="468569" y="490266"/>
                </a:lnTo>
                <a:lnTo>
                  <a:pt x="468569" y="573394"/>
                </a:lnTo>
                <a:lnTo>
                  <a:pt x="481341" y="573394"/>
                </a:lnTo>
                <a:lnTo>
                  <a:pt x="481341" y="521439"/>
                </a:lnTo>
                <a:lnTo>
                  <a:pt x="485582" y="507927"/>
                </a:lnTo>
                <a:lnTo>
                  <a:pt x="485707" y="507530"/>
                </a:lnTo>
                <a:lnTo>
                  <a:pt x="497714" y="503255"/>
                </a:lnTo>
                <a:lnTo>
                  <a:pt x="481991" y="503255"/>
                </a:lnTo>
                <a:lnTo>
                  <a:pt x="480925" y="490465"/>
                </a:lnTo>
                <a:lnTo>
                  <a:pt x="480908" y="490266"/>
                </a:lnTo>
                <a:close/>
              </a:path>
              <a:path w="6441440" h="835025">
                <a:moveTo>
                  <a:pt x="524924" y="500784"/>
                </a:moveTo>
                <a:lnTo>
                  <a:pt x="505185" y="500784"/>
                </a:lnTo>
                <a:lnTo>
                  <a:pt x="515094" y="507927"/>
                </a:lnTo>
                <a:lnTo>
                  <a:pt x="516627" y="573394"/>
                </a:lnTo>
                <a:lnTo>
                  <a:pt x="529616" y="573394"/>
                </a:lnTo>
                <a:lnTo>
                  <a:pt x="529616" y="513898"/>
                </a:lnTo>
                <a:lnTo>
                  <a:pt x="539708" y="503255"/>
                </a:lnTo>
                <a:lnTo>
                  <a:pt x="527451" y="503255"/>
                </a:lnTo>
                <a:lnTo>
                  <a:pt x="524924" y="500784"/>
                </a:lnTo>
                <a:close/>
              </a:path>
              <a:path w="6441440" h="835025">
                <a:moveTo>
                  <a:pt x="575310" y="500784"/>
                </a:moveTo>
                <a:lnTo>
                  <a:pt x="542575" y="500784"/>
                </a:lnTo>
                <a:lnTo>
                  <a:pt x="563224" y="507242"/>
                </a:lnTo>
                <a:lnTo>
                  <a:pt x="564901" y="573394"/>
                </a:lnTo>
                <a:lnTo>
                  <a:pt x="577674" y="573394"/>
                </a:lnTo>
                <a:lnTo>
                  <a:pt x="575391" y="503255"/>
                </a:lnTo>
                <a:lnTo>
                  <a:pt x="575310" y="500784"/>
                </a:lnTo>
                <a:close/>
              </a:path>
              <a:path w="6441440" h="835025">
                <a:moveTo>
                  <a:pt x="514373" y="490465"/>
                </a:moveTo>
                <a:lnTo>
                  <a:pt x="494205" y="490465"/>
                </a:lnTo>
                <a:lnTo>
                  <a:pt x="481991" y="503255"/>
                </a:lnTo>
                <a:lnTo>
                  <a:pt x="497714" y="503255"/>
                </a:lnTo>
                <a:lnTo>
                  <a:pt x="504655" y="500784"/>
                </a:lnTo>
                <a:lnTo>
                  <a:pt x="524924" y="500784"/>
                </a:lnTo>
                <a:lnTo>
                  <a:pt x="514373" y="490465"/>
                </a:lnTo>
                <a:close/>
              </a:path>
              <a:path w="6441440" h="835025">
                <a:moveTo>
                  <a:pt x="559778" y="489184"/>
                </a:moveTo>
                <a:lnTo>
                  <a:pt x="541287" y="490465"/>
                </a:lnTo>
                <a:lnTo>
                  <a:pt x="527451" y="503255"/>
                </a:lnTo>
                <a:lnTo>
                  <a:pt x="539708" y="503255"/>
                </a:lnTo>
                <a:lnTo>
                  <a:pt x="542052" y="500784"/>
                </a:lnTo>
                <a:lnTo>
                  <a:pt x="575310" y="500784"/>
                </a:lnTo>
                <a:lnTo>
                  <a:pt x="559778" y="489184"/>
                </a:lnTo>
                <a:close/>
              </a:path>
              <a:path w="6441440" h="835025">
                <a:moveTo>
                  <a:pt x="658401" y="501776"/>
                </a:moveTo>
                <a:lnTo>
                  <a:pt x="622403" y="501776"/>
                </a:lnTo>
                <a:lnTo>
                  <a:pt x="643546" y="501920"/>
                </a:lnTo>
                <a:lnTo>
                  <a:pt x="650816" y="517326"/>
                </a:lnTo>
                <a:lnTo>
                  <a:pt x="598068" y="541175"/>
                </a:lnTo>
                <a:lnTo>
                  <a:pt x="603443" y="567441"/>
                </a:lnTo>
                <a:lnTo>
                  <a:pt x="625488" y="575342"/>
                </a:lnTo>
                <a:lnTo>
                  <a:pt x="630323" y="575342"/>
                </a:lnTo>
                <a:lnTo>
                  <a:pt x="649301" y="563941"/>
                </a:lnTo>
                <a:lnTo>
                  <a:pt x="622449" y="563941"/>
                </a:lnTo>
                <a:lnTo>
                  <a:pt x="609902" y="554885"/>
                </a:lnTo>
                <a:lnTo>
                  <a:pt x="614166" y="541175"/>
                </a:lnTo>
                <a:lnTo>
                  <a:pt x="614267" y="540850"/>
                </a:lnTo>
                <a:lnTo>
                  <a:pt x="663588" y="540850"/>
                </a:lnTo>
                <a:lnTo>
                  <a:pt x="663588" y="512022"/>
                </a:lnTo>
                <a:lnTo>
                  <a:pt x="658475" y="501920"/>
                </a:lnTo>
                <a:lnTo>
                  <a:pt x="658401" y="501776"/>
                </a:lnTo>
                <a:close/>
              </a:path>
              <a:path w="6441440" h="835025">
                <a:moveTo>
                  <a:pt x="663588" y="540850"/>
                </a:moveTo>
                <a:lnTo>
                  <a:pt x="614267" y="540850"/>
                </a:lnTo>
                <a:lnTo>
                  <a:pt x="650816" y="543303"/>
                </a:lnTo>
                <a:lnTo>
                  <a:pt x="646342" y="556346"/>
                </a:lnTo>
                <a:lnTo>
                  <a:pt x="627255" y="563941"/>
                </a:lnTo>
                <a:lnTo>
                  <a:pt x="649301" y="563941"/>
                </a:lnTo>
                <a:lnTo>
                  <a:pt x="650816" y="573394"/>
                </a:lnTo>
                <a:lnTo>
                  <a:pt x="663588" y="573394"/>
                </a:lnTo>
                <a:lnTo>
                  <a:pt x="663588" y="540850"/>
                </a:lnTo>
                <a:close/>
              </a:path>
              <a:path w="6441440" h="835025">
                <a:moveTo>
                  <a:pt x="615783" y="492034"/>
                </a:moveTo>
                <a:lnTo>
                  <a:pt x="599511" y="508667"/>
                </a:lnTo>
                <a:lnTo>
                  <a:pt x="611633" y="512996"/>
                </a:lnTo>
                <a:lnTo>
                  <a:pt x="622403" y="501776"/>
                </a:lnTo>
                <a:lnTo>
                  <a:pt x="658401" y="501776"/>
                </a:lnTo>
                <a:lnTo>
                  <a:pt x="655452" y="495949"/>
                </a:lnTo>
                <a:lnTo>
                  <a:pt x="615783" y="492034"/>
                </a:lnTo>
                <a:close/>
              </a:path>
              <a:path w="6441440" h="835025">
                <a:moveTo>
                  <a:pt x="705301" y="470350"/>
                </a:moveTo>
                <a:lnTo>
                  <a:pt x="692528" y="470350"/>
                </a:lnTo>
                <a:lnTo>
                  <a:pt x="692528" y="553045"/>
                </a:lnTo>
                <a:lnTo>
                  <a:pt x="698157" y="568234"/>
                </a:lnTo>
                <a:lnTo>
                  <a:pt x="719390" y="574296"/>
                </a:lnTo>
                <a:lnTo>
                  <a:pt x="705301" y="470350"/>
                </a:lnTo>
                <a:close/>
              </a:path>
              <a:path w="6441440" h="835025">
                <a:moveTo>
                  <a:pt x="692528" y="490266"/>
                </a:moveTo>
                <a:lnTo>
                  <a:pt x="679973" y="490266"/>
                </a:lnTo>
                <a:lnTo>
                  <a:pt x="679973" y="501090"/>
                </a:lnTo>
                <a:lnTo>
                  <a:pt x="692528" y="501090"/>
                </a:lnTo>
                <a:lnTo>
                  <a:pt x="692528" y="490266"/>
                </a:lnTo>
                <a:close/>
              </a:path>
              <a:path w="6441440" h="835025">
                <a:moveTo>
                  <a:pt x="723052" y="490266"/>
                </a:moveTo>
                <a:lnTo>
                  <a:pt x="708000" y="490266"/>
                </a:lnTo>
                <a:lnTo>
                  <a:pt x="709467" y="501090"/>
                </a:lnTo>
                <a:lnTo>
                  <a:pt x="723052" y="501090"/>
                </a:lnTo>
                <a:lnTo>
                  <a:pt x="723052" y="490266"/>
                </a:lnTo>
                <a:close/>
              </a:path>
              <a:path w="6441440" h="835025">
                <a:moveTo>
                  <a:pt x="755036" y="490266"/>
                </a:moveTo>
                <a:lnTo>
                  <a:pt x="742264" y="490266"/>
                </a:lnTo>
                <a:lnTo>
                  <a:pt x="742264" y="573394"/>
                </a:lnTo>
                <a:lnTo>
                  <a:pt x="755036" y="573394"/>
                </a:lnTo>
                <a:lnTo>
                  <a:pt x="755036" y="490266"/>
                </a:lnTo>
                <a:close/>
              </a:path>
              <a:path w="6441440" h="835025">
                <a:moveTo>
                  <a:pt x="744122" y="459942"/>
                </a:moveTo>
                <a:lnTo>
                  <a:pt x="748758" y="476412"/>
                </a:lnTo>
                <a:lnTo>
                  <a:pt x="751248" y="476412"/>
                </a:lnTo>
                <a:lnTo>
                  <a:pt x="757850" y="465372"/>
                </a:lnTo>
                <a:lnTo>
                  <a:pt x="744122" y="459942"/>
                </a:lnTo>
                <a:close/>
              </a:path>
              <a:path w="6441440" h="835025">
                <a:moveTo>
                  <a:pt x="804479" y="489184"/>
                </a:moveTo>
                <a:lnTo>
                  <a:pt x="786691" y="498348"/>
                </a:lnTo>
                <a:lnTo>
                  <a:pt x="776084" y="516370"/>
                </a:lnTo>
                <a:lnTo>
                  <a:pt x="774533" y="540561"/>
                </a:lnTo>
                <a:lnTo>
                  <a:pt x="782109" y="560856"/>
                </a:lnTo>
                <a:lnTo>
                  <a:pt x="797696" y="573285"/>
                </a:lnTo>
                <a:lnTo>
                  <a:pt x="812200" y="575125"/>
                </a:lnTo>
                <a:lnTo>
                  <a:pt x="832982" y="569407"/>
                </a:lnTo>
                <a:lnTo>
                  <a:pt x="836364" y="563652"/>
                </a:lnTo>
                <a:lnTo>
                  <a:pt x="807149" y="563652"/>
                </a:lnTo>
                <a:lnTo>
                  <a:pt x="792392" y="553370"/>
                </a:lnTo>
                <a:lnTo>
                  <a:pt x="788333" y="520086"/>
                </a:lnTo>
                <a:lnTo>
                  <a:pt x="802855" y="501956"/>
                </a:lnTo>
                <a:lnTo>
                  <a:pt x="838074" y="501956"/>
                </a:lnTo>
                <a:lnTo>
                  <a:pt x="832476" y="494596"/>
                </a:lnTo>
                <a:lnTo>
                  <a:pt x="804479" y="489184"/>
                </a:lnTo>
                <a:close/>
              </a:path>
              <a:path w="6441440" h="835025">
                <a:moveTo>
                  <a:pt x="844888" y="549148"/>
                </a:moveTo>
                <a:lnTo>
                  <a:pt x="832116" y="549148"/>
                </a:lnTo>
                <a:lnTo>
                  <a:pt x="831322" y="552179"/>
                </a:lnTo>
                <a:lnTo>
                  <a:pt x="807149" y="563652"/>
                </a:lnTo>
                <a:lnTo>
                  <a:pt x="836364" y="563652"/>
                </a:lnTo>
                <a:lnTo>
                  <a:pt x="844888" y="549148"/>
                </a:lnTo>
                <a:close/>
              </a:path>
              <a:path w="6441440" h="835025">
                <a:moveTo>
                  <a:pt x="838074" y="501956"/>
                </a:moveTo>
                <a:lnTo>
                  <a:pt x="802855" y="501956"/>
                </a:lnTo>
                <a:lnTo>
                  <a:pt x="822302" y="502137"/>
                </a:lnTo>
                <a:lnTo>
                  <a:pt x="832116" y="515161"/>
                </a:lnTo>
                <a:lnTo>
                  <a:pt x="844888" y="515161"/>
                </a:lnTo>
                <a:lnTo>
                  <a:pt x="844166" y="509966"/>
                </a:lnTo>
                <a:lnTo>
                  <a:pt x="838074" y="501956"/>
                </a:lnTo>
                <a:close/>
              </a:path>
              <a:path w="6441440" h="835025">
                <a:moveTo>
                  <a:pt x="920934" y="501776"/>
                </a:moveTo>
                <a:lnTo>
                  <a:pt x="884936" y="501776"/>
                </a:lnTo>
                <a:lnTo>
                  <a:pt x="906079" y="501920"/>
                </a:lnTo>
                <a:lnTo>
                  <a:pt x="913349" y="517326"/>
                </a:lnTo>
                <a:lnTo>
                  <a:pt x="860600" y="541175"/>
                </a:lnTo>
                <a:lnTo>
                  <a:pt x="865976" y="567441"/>
                </a:lnTo>
                <a:lnTo>
                  <a:pt x="888021" y="575342"/>
                </a:lnTo>
                <a:lnTo>
                  <a:pt x="892855" y="575342"/>
                </a:lnTo>
                <a:lnTo>
                  <a:pt x="911833" y="563941"/>
                </a:lnTo>
                <a:lnTo>
                  <a:pt x="884982" y="563941"/>
                </a:lnTo>
                <a:lnTo>
                  <a:pt x="872434" y="554885"/>
                </a:lnTo>
                <a:lnTo>
                  <a:pt x="876699" y="541175"/>
                </a:lnTo>
                <a:lnTo>
                  <a:pt x="876800" y="540850"/>
                </a:lnTo>
                <a:lnTo>
                  <a:pt x="926121" y="540850"/>
                </a:lnTo>
                <a:lnTo>
                  <a:pt x="926121" y="512022"/>
                </a:lnTo>
                <a:lnTo>
                  <a:pt x="921007" y="501920"/>
                </a:lnTo>
                <a:lnTo>
                  <a:pt x="920934" y="501776"/>
                </a:lnTo>
                <a:close/>
              </a:path>
              <a:path w="6441440" h="835025">
                <a:moveTo>
                  <a:pt x="926121" y="540850"/>
                </a:moveTo>
                <a:lnTo>
                  <a:pt x="876800" y="540850"/>
                </a:lnTo>
                <a:lnTo>
                  <a:pt x="913349" y="543303"/>
                </a:lnTo>
                <a:lnTo>
                  <a:pt x="908875" y="556346"/>
                </a:lnTo>
                <a:lnTo>
                  <a:pt x="889788" y="563941"/>
                </a:lnTo>
                <a:lnTo>
                  <a:pt x="911833" y="563941"/>
                </a:lnTo>
                <a:lnTo>
                  <a:pt x="913349" y="573394"/>
                </a:lnTo>
                <a:lnTo>
                  <a:pt x="926121" y="573394"/>
                </a:lnTo>
                <a:lnTo>
                  <a:pt x="926121" y="540850"/>
                </a:lnTo>
                <a:close/>
              </a:path>
              <a:path w="6441440" h="835025">
                <a:moveTo>
                  <a:pt x="878315" y="492034"/>
                </a:moveTo>
                <a:lnTo>
                  <a:pt x="862044" y="508667"/>
                </a:lnTo>
                <a:lnTo>
                  <a:pt x="874166" y="512996"/>
                </a:lnTo>
                <a:lnTo>
                  <a:pt x="884936" y="501776"/>
                </a:lnTo>
                <a:lnTo>
                  <a:pt x="920934" y="501776"/>
                </a:lnTo>
                <a:lnTo>
                  <a:pt x="917985" y="495949"/>
                </a:lnTo>
                <a:lnTo>
                  <a:pt x="878315" y="492034"/>
                </a:lnTo>
                <a:close/>
              </a:path>
              <a:path w="6441440" h="835025">
                <a:moveTo>
                  <a:pt x="962205" y="462557"/>
                </a:moveTo>
                <a:lnTo>
                  <a:pt x="949433" y="462557"/>
                </a:lnTo>
                <a:lnTo>
                  <a:pt x="949433" y="573394"/>
                </a:lnTo>
                <a:lnTo>
                  <a:pt x="962205" y="573394"/>
                </a:lnTo>
                <a:lnTo>
                  <a:pt x="962205" y="462557"/>
                </a:lnTo>
                <a:close/>
              </a:path>
              <a:path w="6441440" h="835025">
                <a:moveTo>
                  <a:pt x="998370" y="462557"/>
                </a:moveTo>
                <a:lnTo>
                  <a:pt x="985598" y="462557"/>
                </a:lnTo>
                <a:lnTo>
                  <a:pt x="985598" y="573394"/>
                </a:lnTo>
                <a:lnTo>
                  <a:pt x="998370" y="573394"/>
                </a:lnTo>
                <a:lnTo>
                  <a:pt x="998370" y="462557"/>
                </a:lnTo>
                <a:close/>
              </a:path>
              <a:path w="6441440" h="835025">
                <a:moveTo>
                  <a:pt x="1029123" y="490266"/>
                </a:moveTo>
                <a:lnTo>
                  <a:pt x="1015269" y="490266"/>
                </a:lnTo>
                <a:lnTo>
                  <a:pt x="1046009" y="573827"/>
                </a:lnTo>
                <a:lnTo>
                  <a:pt x="1040362" y="587591"/>
                </a:lnTo>
                <a:lnTo>
                  <a:pt x="1023928" y="591794"/>
                </a:lnTo>
                <a:lnTo>
                  <a:pt x="1020681" y="603051"/>
                </a:lnTo>
                <a:lnTo>
                  <a:pt x="1029989" y="604566"/>
                </a:lnTo>
                <a:lnTo>
                  <a:pt x="1043483" y="601139"/>
                </a:lnTo>
                <a:lnTo>
                  <a:pt x="1062102" y="556508"/>
                </a:lnTo>
                <a:lnTo>
                  <a:pt x="1052936" y="556508"/>
                </a:lnTo>
                <a:lnTo>
                  <a:pt x="1029123" y="490266"/>
                </a:lnTo>
                <a:close/>
              </a:path>
              <a:path w="6441440" h="835025">
                <a:moveTo>
                  <a:pt x="1089737" y="490266"/>
                </a:moveTo>
                <a:lnTo>
                  <a:pt x="1075883" y="490266"/>
                </a:lnTo>
                <a:lnTo>
                  <a:pt x="1052936" y="556508"/>
                </a:lnTo>
                <a:lnTo>
                  <a:pt x="1062102" y="556508"/>
                </a:lnTo>
                <a:lnTo>
                  <a:pt x="1089737" y="490266"/>
                </a:lnTo>
                <a:close/>
              </a:path>
              <a:path w="6441440" h="835025">
                <a:moveTo>
                  <a:pt x="1191842" y="457362"/>
                </a:moveTo>
                <a:lnTo>
                  <a:pt x="1173550" y="470062"/>
                </a:lnTo>
                <a:lnTo>
                  <a:pt x="1172432" y="573394"/>
                </a:lnTo>
                <a:lnTo>
                  <a:pt x="1185204" y="573394"/>
                </a:lnTo>
                <a:lnTo>
                  <a:pt x="1186124" y="474590"/>
                </a:lnTo>
                <a:lnTo>
                  <a:pt x="1197110" y="469268"/>
                </a:lnTo>
                <a:lnTo>
                  <a:pt x="1207934" y="459527"/>
                </a:lnTo>
                <a:lnTo>
                  <a:pt x="1191842" y="457362"/>
                </a:lnTo>
                <a:close/>
              </a:path>
              <a:path w="6441440" h="835025">
                <a:moveTo>
                  <a:pt x="1173331" y="490266"/>
                </a:moveTo>
                <a:lnTo>
                  <a:pt x="1159010" y="490266"/>
                </a:lnTo>
                <a:lnTo>
                  <a:pt x="1159010" y="501090"/>
                </a:lnTo>
                <a:lnTo>
                  <a:pt x="1173214" y="501090"/>
                </a:lnTo>
                <a:lnTo>
                  <a:pt x="1173331" y="490266"/>
                </a:lnTo>
                <a:close/>
              </a:path>
              <a:path w="6441440" h="835025">
                <a:moveTo>
                  <a:pt x="1203821" y="490266"/>
                </a:moveTo>
                <a:lnTo>
                  <a:pt x="1185978" y="490266"/>
                </a:lnTo>
                <a:lnTo>
                  <a:pt x="1185877" y="501090"/>
                </a:lnTo>
                <a:lnTo>
                  <a:pt x="1203821" y="501090"/>
                </a:lnTo>
                <a:lnTo>
                  <a:pt x="1203821" y="490266"/>
                </a:lnTo>
                <a:close/>
              </a:path>
              <a:path w="6441440" h="835025">
                <a:moveTo>
                  <a:pt x="1244347" y="489184"/>
                </a:moveTo>
                <a:lnTo>
                  <a:pt x="1226560" y="498348"/>
                </a:lnTo>
                <a:lnTo>
                  <a:pt x="1215953" y="516460"/>
                </a:lnTo>
                <a:lnTo>
                  <a:pt x="1214401" y="540994"/>
                </a:lnTo>
                <a:lnTo>
                  <a:pt x="1222194" y="561271"/>
                </a:lnTo>
                <a:lnTo>
                  <a:pt x="1238232" y="573358"/>
                </a:lnTo>
                <a:lnTo>
                  <a:pt x="1253151" y="575125"/>
                </a:lnTo>
                <a:lnTo>
                  <a:pt x="1272868" y="570760"/>
                </a:lnTo>
                <a:lnTo>
                  <a:pt x="1278596" y="563652"/>
                </a:lnTo>
                <a:lnTo>
                  <a:pt x="1247991" y="563652"/>
                </a:lnTo>
                <a:lnTo>
                  <a:pt x="1232621" y="554722"/>
                </a:lnTo>
                <a:lnTo>
                  <a:pt x="1230357" y="536160"/>
                </a:lnTo>
                <a:lnTo>
                  <a:pt x="1223493" y="536160"/>
                </a:lnTo>
                <a:lnTo>
                  <a:pt x="1223493" y="525119"/>
                </a:lnTo>
                <a:lnTo>
                  <a:pt x="1229011" y="525119"/>
                </a:lnTo>
                <a:lnTo>
                  <a:pt x="1228166" y="518192"/>
                </a:lnTo>
                <a:lnTo>
                  <a:pt x="1246765" y="500657"/>
                </a:lnTo>
                <a:lnTo>
                  <a:pt x="1276315" y="500657"/>
                </a:lnTo>
                <a:lnTo>
                  <a:pt x="1272742" y="495137"/>
                </a:lnTo>
                <a:lnTo>
                  <a:pt x="1244347" y="489184"/>
                </a:lnTo>
                <a:close/>
              </a:path>
              <a:path w="6441440" h="835025">
                <a:moveTo>
                  <a:pt x="1273933" y="550664"/>
                </a:moveTo>
                <a:lnTo>
                  <a:pt x="1272850" y="553550"/>
                </a:lnTo>
                <a:lnTo>
                  <a:pt x="1247991" y="563652"/>
                </a:lnTo>
                <a:lnTo>
                  <a:pt x="1278596" y="563652"/>
                </a:lnTo>
                <a:lnTo>
                  <a:pt x="1286272" y="554127"/>
                </a:lnTo>
                <a:lnTo>
                  <a:pt x="1273933" y="550664"/>
                </a:lnTo>
                <a:close/>
              </a:path>
              <a:path w="6441440" h="835025">
                <a:moveTo>
                  <a:pt x="1229011" y="525119"/>
                </a:moveTo>
                <a:lnTo>
                  <a:pt x="1223493" y="525119"/>
                </a:lnTo>
                <a:lnTo>
                  <a:pt x="1223493" y="536160"/>
                </a:lnTo>
                <a:lnTo>
                  <a:pt x="1230357" y="536160"/>
                </a:lnTo>
                <a:lnTo>
                  <a:pt x="1229011" y="525119"/>
                </a:lnTo>
                <a:close/>
              </a:path>
              <a:path w="6441440" h="835025">
                <a:moveTo>
                  <a:pt x="1276315" y="500657"/>
                </a:moveTo>
                <a:lnTo>
                  <a:pt x="1246765" y="500657"/>
                </a:lnTo>
                <a:lnTo>
                  <a:pt x="1267294" y="505979"/>
                </a:lnTo>
                <a:lnTo>
                  <a:pt x="1274582" y="525119"/>
                </a:lnTo>
                <a:lnTo>
                  <a:pt x="1229011" y="525119"/>
                </a:lnTo>
                <a:lnTo>
                  <a:pt x="1230357" y="536160"/>
                </a:lnTo>
                <a:lnTo>
                  <a:pt x="1287571" y="536160"/>
                </a:lnTo>
                <a:lnTo>
                  <a:pt x="1286633" y="518192"/>
                </a:lnTo>
                <a:lnTo>
                  <a:pt x="1286542" y="516460"/>
                </a:lnTo>
                <a:lnTo>
                  <a:pt x="1276315" y="500657"/>
                </a:lnTo>
                <a:close/>
              </a:path>
              <a:path w="6441440" h="835025">
                <a:moveTo>
                  <a:pt x="1325400" y="470350"/>
                </a:moveTo>
                <a:lnTo>
                  <a:pt x="1312628" y="470350"/>
                </a:lnTo>
                <a:lnTo>
                  <a:pt x="1312628" y="553045"/>
                </a:lnTo>
                <a:lnTo>
                  <a:pt x="1318256" y="568234"/>
                </a:lnTo>
                <a:lnTo>
                  <a:pt x="1339489" y="574296"/>
                </a:lnTo>
                <a:lnTo>
                  <a:pt x="1325400" y="470350"/>
                </a:lnTo>
                <a:close/>
              </a:path>
              <a:path w="6441440" h="835025">
                <a:moveTo>
                  <a:pt x="1312628" y="490266"/>
                </a:moveTo>
                <a:lnTo>
                  <a:pt x="1300072" y="490266"/>
                </a:lnTo>
                <a:lnTo>
                  <a:pt x="1300072" y="501090"/>
                </a:lnTo>
                <a:lnTo>
                  <a:pt x="1312628" y="501090"/>
                </a:lnTo>
                <a:lnTo>
                  <a:pt x="1312628" y="490266"/>
                </a:lnTo>
                <a:close/>
              </a:path>
              <a:path w="6441440" h="835025">
                <a:moveTo>
                  <a:pt x="1343151" y="490266"/>
                </a:moveTo>
                <a:lnTo>
                  <a:pt x="1328099" y="490266"/>
                </a:lnTo>
                <a:lnTo>
                  <a:pt x="1329566" y="501090"/>
                </a:lnTo>
                <a:lnTo>
                  <a:pt x="1343151" y="501090"/>
                </a:lnTo>
                <a:lnTo>
                  <a:pt x="1343151" y="490266"/>
                </a:lnTo>
                <a:close/>
              </a:path>
              <a:path w="6441440" h="835025">
                <a:moveTo>
                  <a:pt x="1387520" y="489184"/>
                </a:moveTo>
                <a:lnTo>
                  <a:pt x="1369733" y="498348"/>
                </a:lnTo>
                <a:lnTo>
                  <a:pt x="1359125" y="516370"/>
                </a:lnTo>
                <a:lnTo>
                  <a:pt x="1357574" y="540561"/>
                </a:lnTo>
                <a:lnTo>
                  <a:pt x="1365151" y="560856"/>
                </a:lnTo>
                <a:lnTo>
                  <a:pt x="1380737" y="573285"/>
                </a:lnTo>
                <a:lnTo>
                  <a:pt x="1395241" y="575125"/>
                </a:lnTo>
                <a:lnTo>
                  <a:pt x="1416023" y="569407"/>
                </a:lnTo>
                <a:lnTo>
                  <a:pt x="1419405" y="563652"/>
                </a:lnTo>
                <a:lnTo>
                  <a:pt x="1390190" y="563652"/>
                </a:lnTo>
                <a:lnTo>
                  <a:pt x="1375433" y="553370"/>
                </a:lnTo>
                <a:lnTo>
                  <a:pt x="1371374" y="520086"/>
                </a:lnTo>
                <a:lnTo>
                  <a:pt x="1385896" y="501956"/>
                </a:lnTo>
                <a:lnTo>
                  <a:pt x="1421116" y="501956"/>
                </a:lnTo>
                <a:lnTo>
                  <a:pt x="1415518" y="494596"/>
                </a:lnTo>
                <a:lnTo>
                  <a:pt x="1387520" y="489184"/>
                </a:lnTo>
                <a:close/>
              </a:path>
              <a:path w="6441440" h="835025">
                <a:moveTo>
                  <a:pt x="1427929" y="549148"/>
                </a:moveTo>
                <a:lnTo>
                  <a:pt x="1415157" y="549148"/>
                </a:lnTo>
                <a:lnTo>
                  <a:pt x="1414363" y="552179"/>
                </a:lnTo>
                <a:lnTo>
                  <a:pt x="1390190" y="563652"/>
                </a:lnTo>
                <a:lnTo>
                  <a:pt x="1419405" y="563652"/>
                </a:lnTo>
                <a:lnTo>
                  <a:pt x="1427929" y="549148"/>
                </a:lnTo>
                <a:close/>
              </a:path>
              <a:path w="6441440" h="835025">
                <a:moveTo>
                  <a:pt x="1421116" y="501956"/>
                </a:moveTo>
                <a:lnTo>
                  <a:pt x="1385896" y="501956"/>
                </a:lnTo>
                <a:lnTo>
                  <a:pt x="1405343" y="502137"/>
                </a:lnTo>
                <a:lnTo>
                  <a:pt x="1415157" y="515161"/>
                </a:lnTo>
                <a:lnTo>
                  <a:pt x="1427929" y="515161"/>
                </a:lnTo>
                <a:lnTo>
                  <a:pt x="1427207" y="509966"/>
                </a:lnTo>
                <a:lnTo>
                  <a:pt x="1421116" y="501956"/>
                </a:lnTo>
                <a:close/>
              </a:path>
              <a:path w="6441440" h="835025">
                <a:moveTo>
                  <a:pt x="1459372" y="462557"/>
                </a:moveTo>
                <a:lnTo>
                  <a:pt x="1446600" y="462557"/>
                </a:lnTo>
                <a:lnTo>
                  <a:pt x="1446600" y="573394"/>
                </a:lnTo>
                <a:lnTo>
                  <a:pt x="1459372" y="573394"/>
                </a:lnTo>
                <a:lnTo>
                  <a:pt x="1459372" y="523387"/>
                </a:lnTo>
                <a:lnTo>
                  <a:pt x="1464099" y="507657"/>
                </a:lnTo>
                <a:lnTo>
                  <a:pt x="1478665" y="503255"/>
                </a:lnTo>
                <a:lnTo>
                  <a:pt x="1460455" y="503255"/>
                </a:lnTo>
                <a:lnTo>
                  <a:pt x="1459372" y="462557"/>
                </a:lnTo>
                <a:close/>
              </a:path>
              <a:path w="6441440" h="835025">
                <a:moveTo>
                  <a:pt x="1507990" y="500657"/>
                </a:moveTo>
                <a:lnTo>
                  <a:pt x="1487262" y="500657"/>
                </a:lnTo>
                <a:lnTo>
                  <a:pt x="1498789" y="509731"/>
                </a:lnTo>
                <a:lnTo>
                  <a:pt x="1500503" y="573394"/>
                </a:lnTo>
                <a:lnTo>
                  <a:pt x="1513275" y="573394"/>
                </a:lnTo>
                <a:lnTo>
                  <a:pt x="1513275" y="520573"/>
                </a:lnTo>
                <a:lnTo>
                  <a:pt x="1507990" y="500657"/>
                </a:lnTo>
                <a:close/>
              </a:path>
              <a:path w="6441440" h="835025">
                <a:moveTo>
                  <a:pt x="1495542" y="490321"/>
                </a:moveTo>
                <a:lnTo>
                  <a:pt x="1473155" y="490465"/>
                </a:lnTo>
                <a:lnTo>
                  <a:pt x="1460455" y="503255"/>
                </a:lnTo>
                <a:lnTo>
                  <a:pt x="1478665" y="503255"/>
                </a:lnTo>
                <a:lnTo>
                  <a:pt x="1487262" y="500657"/>
                </a:lnTo>
                <a:lnTo>
                  <a:pt x="1507990" y="500657"/>
                </a:lnTo>
                <a:lnTo>
                  <a:pt x="1507358" y="498276"/>
                </a:lnTo>
                <a:lnTo>
                  <a:pt x="1495542" y="490321"/>
                </a:lnTo>
                <a:close/>
              </a:path>
              <a:path w="6441440" h="835025">
                <a:moveTo>
                  <a:pt x="1562691" y="489184"/>
                </a:moveTo>
                <a:lnTo>
                  <a:pt x="1544903" y="498348"/>
                </a:lnTo>
                <a:lnTo>
                  <a:pt x="1534296" y="516460"/>
                </a:lnTo>
                <a:lnTo>
                  <a:pt x="1532745" y="540994"/>
                </a:lnTo>
                <a:lnTo>
                  <a:pt x="1540538" y="561271"/>
                </a:lnTo>
                <a:lnTo>
                  <a:pt x="1556575" y="573358"/>
                </a:lnTo>
                <a:lnTo>
                  <a:pt x="1571494" y="575125"/>
                </a:lnTo>
                <a:lnTo>
                  <a:pt x="1591212" y="570760"/>
                </a:lnTo>
                <a:lnTo>
                  <a:pt x="1596939" y="563652"/>
                </a:lnTo>
                <a:lnTo>
                  <a:pt x="1566335" y="563652"/>
                </a:lnTo>
                <a:lnTo>
                  <a:pt x="1550965" y="554722"/>
                </a:lnTo>
                <a:lnTo>
                  <a:pt x="1548700" y="536160"/>
                </a:lnTo>
                <a:lnTo>
                  <a:pt x="1541837" y="536160"/>
                </a:lnTo>
                <a:lnTo>
                  <a:pt x="1541837" y="525119"/>
                </a:lnTo>
                <a:lnTo>
                  <a:pt x="1547354" y="525119"/>
                </a:lnTo>
                <a:lnTo>
                  <a:pt x="1546509" y="518192"/>
                </a:lnTo>
                <a:lnTo>
                  <a:pt x="1565108" y="500657"/>
                </a:lnTo>
                <a:lnTo>
                  <a:pt x="1594658" y="500657"/>
                </a:lnTo>
                <a:lnTo>
                  <a:pt x="1591085" y="495137"/>
                </a:lnTo>
                <a:lnTo>
                  <a:pt x="1562691" y="489184"/>
                </a:lnTo>
                <a:close/>
              </a:path>
              <a:path w="6441440" h="835025">
                <a:moveTo>
                  <a:pt x="1592276" y="550664"/>
                </a:moveTo>
                <a:lnTo>
                  <a:pt x="1591194" y="553550"/>
                </a:lnTo>
                <a:lnTo>
                  <a:pt x="1566335" y="563652"/>
                </a:lnTo>
                <a:lnTo>
                  <a:pt x="1596939" y="563652"/>
                </a:lnTo>
                <a:lnTo>
                  <a:pt x="1604615" y="554127"/>
                </a:lnTo>
                <a:lnTo>
                  <a:pt x="1592276" y="550664"/>
                </a:lnTo>
                <a:close/>
              </a:path>
              <a:path w="6441440" h="835025">
                <a:moveTo>
                  <a:pt x="1547354" y="525119"/>
                </a:moveTo>
                <a:lnTo>
                  <a:pt x="1541837" y="525119"/>
                </a:lnTo>
                <a:lnTo>
                  <a:pt x="1541837" y="536160"/>
                </a:lnTo>
                <a:lnTo>
                  <a:pt x="1548700" y="536160"/>
                </a:lnTo>
                <a:lnTo>
                  <a:pt x="1547354" y="525119"/>
                </a:lnTo>
                <a:close/>
              </a:path>
              <a:path w="6441440" h="835025">
                <a:moveTo>
                  <a:pt x="1594658" y="500657"/>
                </a:moveTo>
                <a:lnTo>
                  <a:pt x="1565108" y="500657"/>
                </a:lnTo>
                <a:lnTo>
                  <a:pt x="1585637" y="505979"/>
                </a:lnTo>
                <a:lnTo>
                  <a:pt x="1592925" y="525119"/>
                </a:lnTo>
                <a:lnTo>
                  <a:pt x="1547354" y="525119"/>
                </a:lnTo>
                <a:lnTo>
                  <a:pt x="1548700" y="536160"/>
                </a:lnTo>
                <a:lnTo>
                  <a:pt x="1605914" y="536160"/>
                </a:lnTo>
                <a:lnTo>
                  <a:pt x="1604976" y="518192"/>
                </a:lnTo>
                <a:lnTo>
                  <a:pt x="1604886" y="516460"/>
                </a:lnTo>
                <a:lnTo>
                  <a:pt x="1594658" y="500657"/>
                </a:lnTo>
                <a:close/>
              </a:path>
              <a:path w="6441440" h="835025">
                <a:moveTo>
                  <a:pt x="1649949" y="489184"/>
                </a:moveTo>
                <a:lnTo>
                  <a:pt x="1633100" y="497933"/>
                </a:lnTo>
                <a:lnTo>
                  <a:pt x="1622944" y="515739"/>
                </a:lnTo>
                <a:lnTo>
                  <a:pt x="1621446" y="540850"/>
                </a:lnTo>
                <a:lnTo>
                  <a:pt x="1628933" y="561361"/>
                </a:lnTo>
                <a:lnTo>
                  <a:pt x="1643824" y="573394"/>
                </a:lnTo>
                <a:lnTo>
                  <a:pt x="1656732" y="575125"/>
                </a:lnTo>
                <a:lnTo>
                  <a:pt x="1662072" y="575125"/>
                </a:lnTo>
                <a:lnTo>
                  <a:pt x="1677943" y="563652"/>
                </a:lnTo>
                <a:lnTo>
                  <a:pt x="1653124" y="563652"/>
                </a:lnTo>
                <a:lnTo>
                  <a:pt x="1638764" y="552756"/>
                </a:lnTo>
                <a:lnTo>
                  <a:pt x="1635102" y="520718"/>
                </a:lnTo>
                <a:lnTo>
                  <a:pt x="1648542" y="502046"/>
                </a:lnTo>
                <a:lnTo>
                  <a:pt x="1678857" y="502046"/>
                </a:lnTo>
                <a:lnTo>
                  <a:pt x="1649949" y="489184"/>
                </a:lnTo>
                <a:close/>
              </a:path>
              <a:path w="6441440" h="835025">
                <a:moveTo>
                  <a:pt x="1694832" y="562137"/>
                </a:moveTo>
                <a:lnTo>
                  <a:pt x="1680039" y="562137"/>
                </a:lnTo>
                <a:lnTo>
                  <a:pt x="1682493" y="573394"/>
                </a:lnTo>
                <a:lnTo>
                  <a:pt x="1694832" y="573394"/>
                </a:lnTo>
                <a:lnTo>
                  <a:pt x="1694832" y="562137"/>
                </a:lnTo>
                <a:close/>
              </a:path>
              <a:path w="6441440" h="835025">
                <a:moveTo>
                  <a:pt x="1678857" y="502046"/>
                </a:moveTo>
                <a:lnTo>
                  <a:pt x="1668078" y="502046"/>
                </a:lnTo>
                <a:lnTo>
                  <a:pt x="1681374" y="520194"/>
                </a:lnTo>
                <a:lnTo>
                  <a:pt x="1674988" y="556941"/>
                </a:lnTo>
                <a:lnTo>
                  <a:pt x="1658464" y="563652"/>
                </a:lnTo>
                <a:lnTo>
                  <a:pt x="1677943" y="563652"/>
                </a:lnTo>
                <a:lnTo>
                  <a:pt x="1680039" y="562137"/>
                </a:lnTo>
                <a:lnTo>
                  <a:pt x="1694832" y="562137"/>
                </a:lnTo>
                <a:lnTo>
                  <a:pt x="1694832" y="503471"/>
                </a:lnTo>
                <a:lnTo>
                  <a:pt x="1682060" y="503471"/>
                </a:lnTo>
                <a:lnTo>
                  <a:pt x="1678857" y="502046"/>
                </a:lnTo>
                <a:close/>
              </a:path>
              <a:path w="6441440" h="835025">
                <a:moveTo>
                  <a:pt x="1694832" y="462557"/>
                </a:moveTo>
                <a:lnTo>
                  <a:pt x="1682060" y="462557"/>
                </a:lnTo>
                <a:lnTo>
                  <a:pt x="1682060" y="503471"/>
                </a:lnTo>
                <a:lnTo>
                  <a:pt x="1694832" y="503471"/>
                </a:lnTo>
                <a:lnTo>
                  <a:pt x="1694832" y="462557"/>
                </a:lnTo>
                <a:close/>
              </a:path>
              <a:path w="6441440" h="835025">
                <a:moveTo>
                  <a:pt x="1799255" y="558240"/>
                </a:moveTo>
                <a:lnTo>
                  <a:pt x="1785401" y="558240"/>
                </a:lnTo>
                <a:lnTo>
                  <a:pt x="1778690" y="600453"/>
                </a:lnTo>
                <a:lnTo>
                  <a:pt x="1788432" y="600453"/>
                </a:lnTo>
                <a:lnTo>
                  <a:pt x="1799255" y="558240"/>
                </a:lnTo>
                <a:close/>
              </a:path>
              <a:path w="6441440" h="835025">
                <a:moveTo>
                  <a:pt x="1901528" y="470350"/>
                </a:moveTo>
                <a:lnTo>
                  <a:pt x="1888756" y="470350"/>
                </a:lnTo>
                <a:lnTo>
                  <a:pt x="1888756" y="553045"/>
                </a:lnTo>
                <a:lnTo>
                  <a:pt x="1894384" y="568234"/>
                </a:lnTo>
                <a:lnTo>
                  <a:pt x="1915617" y="574296"/>
                </a:lnTo>
                <a:lnTo>
                  <a:pt x="1901528" y="470350"/>
                </a:lnTo>
                <a:close/>
              </a:path>
              <a:path w="6441440" h="835025">
                <a:moveTo>
                  <a:pt x="1888756" y="490266"/>
                </a:moveTo>
                <a:lnTo>
                  <a:pt x="1876200" y="490266"/>
                </a:lnTo>
                <a:lnTo>
                  <a:pt x="1876200" y="501090"/>
                </a:lnTo>
                <a:lnTo>
                  <a:pt x="1888756" y="501090"/>
                </a:lnTo>
                <a:lnTo>
                  <a:pt x="1888756" y="490266"/>
                </a:lnTo>
                <a:close/>
              </a:path>
              <a:path w="6441440" h="835025">
                <a:moveTo>
                  <a:pt x="1919279" y="490266"/>
                </a:moveTo>
                <a:lnTo>
                  <a:pt x="1904227" y="490266"/>
                </a:lnTo>
                <a:lnTo>
                  <a:pt x="1905694" y="501090"/>
                </a:lnTo>
                <a:lnTo>
                  <a:pt x="1919279" y="501090"/>
                </a:lnTo>
                <a:lnTo>
                  <a:pt x="1919279" y="490266"/>
                </a:lnTo>
                <a:close/>
              </a:path>
              <a:path w="6441440" h="835025">
                <a:moveTo>
                  <a:pt x="1953049" y="462557"/>
                </a:moveTo>
                <a:lnTo>
                  <a:pt x="1940277" y="462557"/>
                </a:lnTo>
                <a:lnTo>
                  <a:pt x="1940277" y="573394"/>
                </a:lnTo>
                <a:lnTo>
                  <a:pt x="1953049" y="573394"/>
                </a:lnTo>
                <a:lnTo>
                  <a:pt x="1953049" y="523387"/>
                </a:lnTo>
                <a:lnTo>
                  <a:pt x="1957776" y="507657"/>
                </a:lnTo>
                <a:lnTo>
                  <a:pt x="1972342" y="503255"/>
                </a:lnTo>
                <a:lnTo>
                  <a:pt x="1954132" y="503255"/>
                </a:lnTo>
                <a:lnTo>
                  <a:pt x="1953049" y="462557"/>
                </a:lnTo>
                <a:close/>
              </a:path>
              <a:path w="6441440" h="835025">
                <a:moveTo>
                  <a:pt x="2001667" y="500657"/>
                </a:moveTo>
                <a:lnTo>
                  <a:pt x="1980939" y="500657"/>
                </a:lnTo>
                <a:lnTo>
                  <a:pt x="1992466" y="509731"/>
                </a:lnTo>
                <a:lnTo>
                  <a:pt x="1994180" y="573394"/>
                </a:lnTo>
                <a:lnTo>
                  <a:pt x="2006952" y="573394"/>
                </a:lnTo>
                <a:lnTo>
                  <a:pt x="2006952" y="520573"/>
                </a:lnTo>
                <a:lnTo>
                  <a:pt x="2001667" y="500657"/>
                </a:lnTo>
                <a:close/>
              </a:path>
              <a:path w="6441440" h="835025">
                <a:moveTo>
                  <a:pt x="1989219" y="490321"/>
                </a:moveTo>
                <a:lnTo>
                  <a:pt x="1966832" y="490465"/>
                </a:lnTo>
                <a:lnTo>
                  <a:pt x="1954132" y="503255"/>
                </a:lnTo>
                <a:lnTo>
                  <a:pt x="1972342" y="503255"/>
                </a:lnTo>
                <a:lnTo>
                  <a:pt x="1980939" y="500657"/>
                </a:lnTo>
                <a:lnTo>
                  <a:pt x="2001667" y="500657"/>
                </a:lnTo>
                <a:lnTo>
                  <a:pt x="2001035" y="498276"/>
                </a:lnTo>
                <a:lnTo>
                  <a:pt x="1989219" y="490321"/>
                </a:lnTo>
                <a:close/>
              </a:path>
              <a:path w="6441440" h="835025">
                <a:moveTo>
                  <a:pt x="2056368" y="489184"/>
                </a:moveTo>
                <a:lnTo>
                  <a:pt x="2038580" y="498348"/>
                </a:lnTo>
                <a:lnTo>
                  <a:pt x="2027973" y="516460"/>
                </a:lnTo>
                <a:lnTo>
                  <a:pt x="2026422" y="540994"/>
                </a:lnTo>
                <a:lnTo>
                  <a:pt x="2034215" y="561271"/>
                </a:lnTo>
                <a:lnTo>
                  <a:pt x="2050252" y="573358"/>
                </a:lnTo>
                <a:lnTo>
                  <a:pt x="2065171" y="575125"/>
                </a:lnTo>
                <a:lnTo>
                  <a:pt x="2084889" y="570760"/>
                </a:lnTo>
                <a:lnTo>
                  <a:pt x="2090616" y="563652"/>
                </a:lnTo>
                <a:lnTo>
                  <a:pt x="2060012" y="563652"/>
                </a:lnTo>
                <a:lnTo>
                  <a:pt x="2044642" y="554722"/>
                </a:lnTo>
                <a:lnTo>
                  <a:pt x="2042378" y="536160"/>
                </a:lnTo>
                <a:lnTo>
                  <a:pt x="2035514" y="536160"/>
                </a:lnTo>
                <a:lnTo>
                  <a:pt x="2035514" y="525119"/>
                </a:lnTo>
                <a:lnTo>
                  <a:pt x="2041031" y="525119"/>
                </a:lnTo>
                <a:lnTo>
                  <a:pt x="2040186" y="518192"/>
                </a:lnTo>
                <a:lnTo>
                  <a:pt x="2058785" y="500657"/>
                </a:lnTo>
                <a:lnTo>
                  <a:pt x="2088335" y="500657"/>
                </a:lnTo>
                <a:lnTo>
                  <a:pt x="2084762" y="495137"/>
                </a:lnTo>
                <a:lnTo>
                  <a:pt x="2056368" y="489184"/>
                </a:lnTo>
                <a:close/>
              </a:path>
              <a:path w="6441440" h="835025">
                <a:moveTo>
                  <a:pt x="2085953" y="550664"/>
                </a:moveTo>
                <a:lnTo>
                  <a:pt x="2084871" y="553550"/>
                </a:lnTo>
                <a:lnTo>
                  <a:pt x="2060012" y="563652"/>
                </a:lnTo>
                <a:lnTo>
                  <a:pt x="2090616" y="563652"/>
                </a:lnTo>
                <a:lnTo>
                  <a:pt x="2098292" y="554127"/>
                </a:lnTo>
                <a:lnTo>
                  <a:pt x="2085953" y="550664"/>
                </a:lnTo>
                <a:close/>
              </a:path>
              <a:path w="6441440" h="835025">
                <a:moveTo>
                  <a:pt x="2041031" y="525119"/>
                </a:moveTo>
                <a:lnTo>
                  <a:pt x="2035514" y="525119"/>
                </a:lnTo>
                <a:lnTo>
                  <a:pt x="2035514" y="536160"/>
                </a:lnTo>
                <a:lnTo>
                  <a:pt x="2042378" y="536160"/>
                </a:lnTo>
                <a:lnTo>
                  <a:pt x="2041031" y="525119"/>
                </a:lnTo>
                <a:close/>
              </a:path>
              <a:path w="6441440" h="835025">
                <a:moveTo>
                  <a:pt x="2088335" y="500657"/>
                </a:moveTo>
                <a:lnTo>
                  <a:pt x="2058785" y="500657"/>
                </a:lnTo>
                <a:lnTo>
                  <a:pt x="2079314" y="505979"/>
                </a:lnTo>
                <a:lnTo>
                  <a:pt x="2086602" y="525119"/>
                </a:lnTo>
                <a:lnTo>
                  <a:pt x="2041031" y="525119"/>
                </a:lnTo>
                <a:lnTo>
                  <a:pt x="2042378" y="536160"/>
                </a:lnTo>
                <a:lnTo>
                  <a:pt x="2099591" y="536160"/>
                </a:lnTo>
                <a:lnTo>
                  <a:pt x="2098653" y="518192"/>
                </a:lnTo>
                <a:lnTo>
                  <a:pt x="2098563" y="516460"/>
                </a:lnTo>
                <a:lnTo>
                  <a:pt x="2088335" y="500657"/>
                </a:lnTo>
                <a:close/>
              </a:path>
              <a:path w="6441440" h="835025">
                <a:moveTo>
                  <a:pt x="2131365" y="490339"/>
                </a:moveTo>
                <a:lnTo>
                  <a:pt x="2119020" y="490339"/>
                </a:lnTo>
                <a:lnTo>
                  <a:pt x="2119020" y="573394"/>
                </a:lnTo>
                <a:lnTo>
                  <a:pt x="2131792" y="573394"/>
                </a:lnTo>
                <a:lnTo>
                  <a:pt x="2131792" y="523387"/>
                </a:lnTo>
                <a:lnTo>
                  <a:pt x="2136392" y="507657"/>
                </a:lnTo>
                <a:lnTo>
                  <a:pt x="2150562" y="503255"/>
                </a:lnTo>
                <a:lnTo>
                  <a:pt x="2132442" y="503255"/>
                </a:lnTo>
                <a:lnTo>
                  <a:pt x="2131377" y="490483"/>
                </a:lnTo>
                <a:lnTo>
                  <a:pt x="2131365" y="490339"/>
                </a:lnTo>
                <a:close/>
              </a:path>
              <a:path w="6441440" h="835025">
                <a:moveTo>
                  <a:pt x="2177022" y="500657"/>
                </a:moveTo>
                <a:lnTo>
                  <a:pt x="2158924" y="500657"/>
                </a:lnTo>
                <a:lnTo>
                  <a:pt x="2170361" y="509821"/>
                </a:lnTo>
                <a:lnTo>
                  <a:pt x="2172057" y="573394"/>
                </a:lnTo>
                <a:lnTo>
                  <a:pt x="2184829" y="573394"/>
                </a:lnTo>
                <a:lnTo>
                  <a:pt x="2183695" y="509821"/>
                </a:lnTo>
                <a:lnTo>
                  <a:pt x="2183656" y="507657"/>
                </a:lnTo>
                <a:lnTo>
                  <a:pt x="2177022" y="500657"/>
                </a:lnTo>
                <a:close/>
              </a:path>
              <a:path w="6441440" h="835025">
                <a:moveTo>
                  <a:pt x="2167240" y="490339"/>
                </a:moveTo>
                <a:lnTo>
                  <a:pt x="2145286" y="490483"/>
                </a:lnTo>
                <a:lnTo>
                  <a:pt x="2132442" y="503255"/>
                </a:lnTo>
                <a:lnTo>
                  <a:pt x="2150562" y="503255"/>
                </a:lnTo>
                <a:lnTo>
                  <a:pt x="2158924" y="500657"/>
                </a:lnTo>
                <a:lnTo>
                  <a:pt x="2177022" y="500657"/>
                </a:lnTo>
                <a:lnTo>
                  <a:pt x="2167240" y="490339"/>
                </a:lnTo>
                <a:close/>
              </a:path>
              <a:path w="6441440" h="835025">
                <a:moveTo>
                  <a:pt x="2286777" y="470350"/>
                </a:moveTo>
                <a:lnTo>
                  <a:pt x="2274004" y="470350"/>
                </a:lnTo>
                <a:lnTo>
                  <a:pt x="2274004" y="553045"/>
                </a:lnTo>
                <a:lnTo>
                  <a:pt x="2279633" y="568234"/>
                </a:lnTo>
                <a:lnTo>
                  <a:pt x="2300866" y="574296"/>
                </a:lnTo>
                <a:lnTo>
                  <a:pt x="2286777" y="470350"/>
                </a:lnTo>
                <a:close/>
              </a:path>
              <a:path w="6441440" h="835025">
                <a:moveTo>
                  <a:pt x="2274004" y="490266"/>
                </a:moveTo>
                <a:lnTo>
                  <a:pt x="2261449" y="490266"/>
                </a:lnTo>
                <a:lnTo>
                  <a:pt x="2261449" y="501090"/>
                </a:lnTo>
                <a:lnTo>
                  <a:pt x="2274004" y="501090"/>
                </a:lnTo>
                <a:lnTo>
                  <a:pt x="2274004" y="490266"/>
                </a:lnTo>
                <a:close/>
              </a:path>
              <a:path w="6441440" h="835025">
                <a:moveTo>
                  <a:pt x="2304528" y="490266"/>
                </a:moveTo>
                <a:lnTo>
                  <a:pt x="2289476" y="490266"/>
                </a:lnTo>
                <a:lnTo>
                  <a:pt x="2290943" y="501090"/>
                </a:lnTo>
                <a:lnTo>
                  <a:pt x="2304528" y="501090"/>
                </a:lnTo>
                <a:lnTo>
                  <a:pt x="2304528" y="490266"/>
                </a:lnTo>
                <a:close/>
              </a:path>
              <a:path w="6441440" h="835025">
                <a:moveTo>
                  <a:pt x="2338298" y="462557"/>
                </a:moveTo>
                <a:lnTo>
                  <a:pt x="2325526" y="462557"/>
                </a:lnTo>
                <a:lnTo>
                  <a:pt x="2325526" y="573394"/>
                </a:lnTo>
                <a:lnTo>
                  <a:pt x="2338298" y="573394"/>
                </a:lnTo>
                <a:lnTo>
                  <a:pt x="2338298" y="523387"/>
                </a:lnTo>
                <a:lnTo>
                  <a:pt x="2343024" y="507657"/>
                </a:lnTo>
                <a:lnTo>
                  <a:pt x="2357591" y="503255"/>
                </a:lnTo>
                <a:lnTo>
                  <a:pt x="2339380" y="503255"/>
                </a:lnTo>
                <a:lnTo>
                  <a:pt x="2338298" y="462557"/>
                </a:lnTo>
                <a:close/>
              </a:path>
              <a:path w="6441440" h="835025">
                <a:moveTo>
                  <a:pt x="2386916" y="500657"/>
                </a:moveTo>
                <a:lnTo>
                  <a:pt x="2366188" y="500657"/>
                </a:lnTo>
                <a:lnTo>
                  <a:pt x="2377715" y="509731"/>
                </a:lnTo>
                <a:lnTo>
                  <a:pt x="2379429" y="573394"/>
                </a:lnTo>
                <a:lnTo>
                  <a:pt x="2392201" y="573394"/>
                </a:lnTo>
                <a:lnTo>
                  <a:pt x="2392201" y="520573"/>
                </a:lnTo>
                <a:lnTo>
                  <a:pt x="2386916" y="500657"/>
                </a:lnTo>
                <a:close/>
              </a:path>
              <a:path w="6441440" h="835025">
                <a:moveTo>
                  <a:pt x="2374468" y="490321"/>
                </a:moveTo>
                <a:lnTo>
                  <a:pt x="2352080" y="490465"/>
                </a:lnTo>
                <a:lnTo>
                  <a:pt x="2339380" y="503255"/>
                </a:lnTo>
                <a:lnTo>
                  <a:pt x="2357591" y="503255"/>
                </a:lnTo>
                <a:lnTo>
                  <a:pt x="2366188" y="500657"/>
                </a:lnTo>
                <a:lnTo>
                  <a:pt x="2386916" y="500657"/>
                </a:lnTo>
                <a:lnTo>
                  <a:pt x="2386284" y="498276"/>
                </a:lnTo>
                <a:lnTo>
                  <a:pt x="2374468" y="490321"/>
                </a:lnTo>
                <a:close/>
              </a:path>
              <a:path w="6441440" h="835025">
                <a:moveTo>
                  <a:pt x="2441616" y="489184"/>
                </a:moveTo>
                <a:lnTo>
                  <a:pt x="2423829" y="498348"/>
                </a:lnTo>
                <a:lnTo>
                  <a:pt x="2413222" y="516460"/>
                </a:lnTo>
                <a:lnTo>
                  <a:pt x="2411670" y="540994"/>
                </a:lnTo>
                <a:lnTo>
                  <a:pt x="2419463" y="561271"/>
                </a:lnTo>
                <a:lnTo>
                  <a:pt x="2435501" y="573358"/>
                </a:lnTo>
                <a:lnTo>
                  <a:pt x="2450420" y="575125"/>
                </a:lnTo>
                <a:lnTo>
                  <a:pt x="2470137" y="570760"/>
                </a:lnTo>
                <a:lnTo>
                  <a:pt x="2475865" y="563652"/>
                </a:lnTo>
                <a:lnTo>
                  <a:pt x="2445260" y="563652"/>
                </a:lnTo>
                <a:lnTo>
                  <a:pt x="2429890" y="554722"/>
                </a:lnTo>
                <a:lnTo>
                  <a:pt x="2427626" y="536160"/>
                </a:lnTo>
                <a:lnTo>
                  <a:pt x="2420762" y="536160"/>
                </a:lnTo>
                <a:lnTo>
                  <a:pt x="2420762" y="525119"/>
                </a:lnTo>
                <a:lnTo>
                  <a:pt x="2426280" y="525119"/>
                </a:lnTo>
                <a:lnTo>
                  <a:pt x="2425435" y="518192"/>
                </a:lnTo>
                <a:lnTo>
                  <a:pt x="2444034" y="500657"/>
                </a:lnTo>
                <a:lnTo>
                  <a:pt x="2473584" y="500657"/>
                </a:lnTo>
                <a:lnTo>
                  <a:pt x="2470011" y="495137"/>
                </a:lnTo>
                <a:lnTo>
                  <a:pt x="2441616" y="489184"/>
                </a:lnTo>
                <a:close/>
              </a:path>
              <a:path w="6441440" h="835025">
                <a:moveTo>
                  <a:pt x="2471201" y="550664"/>
                </a:moveTo>
                <a:lnTo>
                  <a:pt x="2470119" y="553550"/>
                </a:lnTo>
                <a:lnTo>
                  <a:pt x="2445260" y="563652"/>
                </a:lnTo>
                <a:lnTo>
                  <a:pt x="2475865" y="563652"/>
                </a:lnTo>
                <a:lnTo>
                  <a:pt x="2483541" y="554127"/>
                </a:lnTo>
                <a:lnTo>
                  <a:pt x="2471201" y="550664"/>
                </a:lnTo>
                <a:close/>
              </a:path>
              <a:path w="6441440" h="835025">
                <a:moveTo>
                  <a:pt x="2426280" y="525119"/>
                </a:moveTo>
                <a:lnTo>
                  <a:pt x="2420762" y="525119"/>
                </a:lnTo>
                <a:lnTo>
                  <a:pt x="2420762" y="536160"/>
                </a:lnTo>
                <a:lnTo>
                  <a:pt x="2427626" y="536160"/>
                </a:lnTo>
                <a:lnTo>
                  <a:pt x="2426280" y="525119"/>
                </a:lnTo>
                <a:close/>
              </a:path>
              <a:path w="6441440" h="835025">
                <a:moveTo>
                  <a:pt x="2473584" y="500657"/>
                </a:moveTo>
                <a:lnTo>
                  <a:pt x="2444034" y="500657"/>
                </a:lnTo>
                <a:lnTo>
                  <a:pt x="2464563" y="505979"/>
                </a:lnTo>
                <a:lnTo>
                  <a:pt x="2471851" y="525119"/>
                </a:lnTo>
                <a:lnTo>
                  <a:pt x="2426280" y="525119"/>
                </a:lnTo>
                <a:lnTo>
                  <a:pt x="2427626" y="536160"/>
                </a:lnTo>
                <a:lnTo>
                  <a:pt x="2484840" y="536160"/>
                </a:lnTo>
                <a:lnTo>
                  <a:pt x="2483902" y="518192"/>
                </a:lnTo>
                <a:lnTo>
                  <a:pt x="2483811" y="516460"/>
                </a:lnTo>
                <a:lnTo>
                  <a:pt x="2473584" y="500657"/>
                </a:lnTo>
                <a:close/>
              </a:path>
              <a:path w="6441440" h="835025">
                <a:moveTo>
                  <a:pt x="2576816" y="490266"/>
                </a:moveTo>
                <a:lnTo>
                  <a:pt x="2564477" y="490266"/>
                </a:lnTo>
                <a:lnTo>
                  <a:pt x="2564477" y="604566"/>
                </a:lnTo>
                <a:lnTo>
                  <a:pt x="2577249" y="604566"/>
                </a:lnTo>
                <a:lnTo>
                  <a:pt x="2577249" y="560622"/>
                </a:lnTo>
                <a:lnTo>
                  <a:pt x="2590573" y="560622"/>
                </a:lnTo>
                <a:lnTo>
                  <a:pt x="2584320" y="556941"/>
                </a:lnTo>
                <a:lnTo>
                  <a:pt x="2577032" y="531830"/>
                </a:lnTo>
                <a:lnTo>
                  <a:pt x="2584212" y="507206"/>
                </a:lnTo>
                <a:lnTo>
                  <a:pt x="2606257" y="500657"/>
                </a:lnTo>
                <a:lnTo>
                  <a:pt x="2627599" y="500657"/>
                </a:lnTo>
                <a:lnTo>
                  <a:pt x="2627017" y="500188"/>
                </a:lnTo>
                <a:lnTo>
                  <a:pt x="2580568" y="500188"/>
                </a:lnTo>
                <a:lnTo>
                  <a:pt x="2576816" y="490266"/>
                </a:lnTo>
                <a:close/>
              </a:path>
              <a:path w="6441440" h="835025">
                <a:moveTo>
                  <a:pt x="2590573" y="560622"/>
                </a:moveTo>
                <a:lnTo>
                  <a:pt x="2577249" y="560622"/>
                </a:lnTo>
                <a:lnTo>
                  <a:pt x="2609504" y="575125"/>
                </a:lnTo>
                <a:lnTo>
                  <a:pt x="2626227" y="566340"/>
                </a:lnTo>
                <a:lnTo>
                  <a:pt x="2627753" y="563652"/>
                </a:lnTo>
                <a:lnTo>
                  <a:pt x="2595721" y="563652"/>
                </a:lnTo>
                <a:lnTo>
                  <a:pt x="2590573" y="560622"/>
                </a:lnTo>
                <a:close/>
              </a:path>
              <a:path w="6441440" h="835025">
                <a:moveTo>
                  <a:pt x="2627599" y="500657"/>
                </a:moveTo>
                <a:lnTo>
                  <a:pt x="2606257" y="500657"/>
                </a:lnTo>
                <a:lnTo>
                  <a:pt x="2620616" y="511301"/>
                </a:lnTo>
                <a:lnTo>
                  <a:pt x="2624170" y="543123"/>
                </a:lnTo>
                <a:lnTo>
                  <a:pt x="2610640" y="562245"/>
                </a:lnTo>
                <a:lnTo>
                  <a:pt x="2595721" y="563652"/>
                </a:lnTo>
                <a:lnTo>
                  <a:pt x="2627753" y="563652"/>
                </a:lnTo>
                <a:lnTo>
                  <a:pt x="2636365" y="548481"/>
                </a:lnTo>
                <a:lnTo>
                  <a:pt x="2637862" y="523315"/>
                </a:lnTo>
                <a:lnTo>
                  <a:pt x="2630376" y="502894"/>
                </a:lnTo>
                <a:lnTo>
                  <a:pt x="2627599" y="500657"/>
                </a:lnTo>
                <a:close/>
              </a:path>
              <a:path w="6441440" h="835025">
                <a:moveTo>
                  <a:pt x="2596948" y="489184"/>
                </a:moveTo>
                <a:lnTo>
                  <a:pt x="2580568" y="500188"/>
                </a:lnTo>
                <a:lnTo>
                  <a:pt x="2627017" y="500188"/>
                </a:lnTo>
                <a:lnTo>
                  <a:pt x="2615529" y="490934"/>
                </a:lnTo>
                <a:lnTo>
                  <a:pt x="2596948" y="489184"/>
                </a:lnTo>
                <a:close/>
              </a:path>
              <a:path w="6441440" h="835025">
                <a:moveTo>
                  <a:pt x="2714721" y="501776"/>
                </a:moveTo>
                <a:lnTo>
                  <a:pt x="2678722" y="501776"/>
                </a:lnTo>
                <a:lnTo>
                  <a:pt x="2699865" y="501920"/>
                </a:lnTo>
                <a:lnTo>
                  <a:pt x="2707135" y="517326"/>
                </a:lnTo>
                <a:lnTo>
                  <a:pt x="2654387" y="541175"/>
                </a:lnTo>
                <a:lnTo>
                  <a:pt x="2659763" y="567441"/>
                </a:lnTo>
                <a:lnTo>
                  <a:pt x="2681807" y="575342"/>
                </a:lnTo>
                <a:lnTo>
                  <a:pt x="2686642" y="575342"/>
                </a:lnTo>
                <a:lnTo>
                  <a:pt x="2705620" y="563941"/>
                </a:lnTo>
                <a:lnTo>
                  <a:pt x="2678769" y="563941"/>
                </a:lnTo>
                <a:lnTo>
                  <a:pt x="2666221" y="554885"/>
                </a:lnTo>
                <a:lnTo>
                  <a:pt x="2670486" y="541175"/>
                </a:lnTo>
                <a:lnTo>
                  <a:pt x="2670587" y="540850"/>
                </a:lnTo>
                <a:lnTo>
                  <a:pt x="2719907" y="540850"/>
                </a:lnTo>
                <a:lnTo>
                  <a:pt x="2719907" y="512022"/>
                </a:lnTo>
                <a:lnTo>
                  <a:pt x="2714794" y="501920"/>
                </a:lnTo>
                <a:lnTo>
                  <a:pt x="2714721" y="501776"/>
                </a:lnTo>
                <a:close/>
              </a:path>
              <a:path w="6441440" h="835025">
                <a:moveTo>
                  <a:pt x="2719907" y="540850"/>
                </a:moveTo>
                <a:lnTo>
                  <a:pt x="2670587" y="540850"/>
                </a:lnTo>
                <a:lnTo>
                  <a:pt x="2707135" y="543303"/>
                </a:lnTo>
                <a:lnTo>
                  <a:pt x="2702661" y="556346"/>
                </a:lnTo>
                <a:lnTo>
                  <a:pt x="2683574" y="563941"/>
                </a:lnTo>
                <a:lnTo>
                  <a:pt x="2705620" y="563941"/>
                </a:lnTo>
                <a:lnTo>
                  <a:pt x="2707135" y="573394"/>
                </a:lnTo>
                <a:lnTo>
                  <a:pt x="2719907" y="573394"/>
                </a:lnTo>
                <a:lnTo>
                  <a:pt x="2719907" y="540850"/>
                </a:lnTo>
                <a:close/>
              </a:path>
              <a:path w="6441440" h="835025">
                <a:moveTo>
                  <a:pt x="2672102" y="492034"/>
                </a:moveTo>
                <a:lnTo>
                  <a:pt x="2655830" y="508667"/>
                </a:lnTo>
                <a:lnTo>
                  <a:pt x="2667953" y="512996"/>
                </a:lnTo>
                <a:lnTo>
                  <a:pt x="2678722" y="501776"/>
                </a:lnTo>
                <a:lnTo>
                  <a:pt x="2714721" y="501776"/>
                </a:lnTo>
                <a:lnTo>
                  <a:pt x="2711771" y="495949"/>
                </a:lnTo>
                <a:lnTo>
                  <a:pt x="2672102" y="492034"/>
                </a:lnTo>
                <a:close/>
              </a:path>
              <a:path w="6441440" h="835025">
                <a:moveTo>
                  <a:pt x="2761620" y="470350"/>
                </a:moveTo>
                <a:lnTo>
                  <a:pt x="2748848" y="470350"/>
                </a:lnTo>
                <a:lnTo>
                  <a:pt x="2748848" y="553045"/>
                </a:lnTo>
                <a:lnTo>
                  <a:pt x="2754476" y="568234"/>
                </a:lnTo>
                <a:lnTo>
                  <a:pt x="2775709" y="574296"/>
                </a:lnTo>
                <a:lnTo>
                  <a:pt x="2761620" y="470350"/>
                </a:lnTo>
                <a:close/>
              </a:path>
              <a:path w="6441440" h="835025">
                <a:moveTo>
                  <a:pt x="2748848" y="490266"/>
                </a:moveTo>
                <a:lnTo>
                  <a:pt x="2736292" y="490266"/>
                </a:lnTo>
                <a:lnTo>
                  <a:pt x="2736292" y="501090"/>
                </a:lnTo>
                <a:lnTo>
                  <a:pt x="2748848" y="501090"/>
                </a:lnTo>
                <a:lnTo>
                  <a:pt x="2748848" y="490266"/>
                </a:lnTo>
                <a:close/>
              </a:path>
              <a:path w="6441440" h="835025">
                <a:moveTo>
                  <a:pt x="2779371" y="490266"/>
                </a:moveTo>
                <a:lnTo>
                  <a:pt x="2764319" y="490266"/>
                </a:lnTo>
                <a:lnTo>
                  <a:pt x="2765786" y="501090"/>
                </a:lnTo>
                <a:lnTo>
                  <a:pt x="2779371" y="501090"/>
                </a:lnTo>
                <a:lnTo>
                  <a:pt x="2779371" y="490266"/>
                </a:lnTo>
                <a:close/>
              </a:path>
              <a:path w="6441440" h="835025">
                <a:moveTo>
                  <a:pt x="2811355" y="490266"/>
                </a:moveTo>
                <a:lnTo>
                  <a:pt x="2798583" y="490266"/>
                </a:lnTo>
                <a:lnTo>
                  <a:pt x="2798583" y="573394"/>
                </a:lnTo>
                <a:lnTo>
                  <a:pt x="2811355" y="573394"/>
                </a:lnTo>
                <a:lnTo>
                  <a:pt x="2811355" y="490266"/>
                </a:lnTo>
                <a:close/>
              </a:path>
              <a:path w="6441440" h="835025">
                <a:moveTo>
                  <a:pt x="2800441" y="459942"/>
                </a:moveTo>
                <a:lnTo>
                  <a:pt x="2805078" y="476412"/>
                </a:lnTo>
                <a:lnTo>
                  <a:pt x="2807567" y="476412"/>
                </a:lnTo>
                <a:lnTo>
                  <a:pt x="2814170" y="465372"/>
                </a:lnTo>
                <a:lnTo>
                  <a:pt x="2800441" y="459942"/>
                </a:lnTo>
                <a:close/>
              </a:path>
              <a:path w="6441440" h="835025">
                <a:moveTo>
                  <a:pt x="2860798" y="489184"/>
                </a:moveTo>
                <a:lnTo>
                  <a:pt x="2843011" y="498348"/>
                </a:lnTo>
                <a:lnTo>
                  <a:pt x="2832403" y="516460"/>
                </a:lnTo>
                <a:lnTo>
                  <a:pt x="2830852" y="540994"/>
                </a:lnTo>
                <a:lnTo>
                  <a:pt x="2838645" y="561271"/>
                </a:lnTo>
                <a:lnTo>
                  <a:pt x="2854682" y="573358"/>
                </a:lnTo>
                <a:lnTo>
                  <a:pt x="2869601" y="575125"/>
                </a:lnTo>
                <a:lnTo>
                  <a:pt x="2889319" y="570760"/>
                </a:lnTo>
                <a:lnTo>
                  <a:pt x="2895047" y="563652"/>
                </a:lnTo>
                <a:lnTo>
                  <a:pt x="2864442" y="563652"/>
                </a:lnTo>
                <a:lnTo>
                  <a:pt x="2849072" y="554722"/>
                </a:lnTo>
                <a:lnTo>
                  <a:pt x="2846808" y="536160"/>
                </a:lnTo>
                <a:lnTo>
                  <a:pt x="2839944" y="536160"/>
                </a:lnTo>
                <a:lnTo>
                  <a:pt x="2839944" y="525119"/>
                </a:lnTo>
                <a:lnTo>
                  <a:pt x="2845461" y="525119"/>
                </a:lnTo>
                <a:lnTo>
                  <a:pt x="2844616" y="518192"/>
                </a:lnTo>
                <a:lnTo>
                  <a:pt x="2863215" y="500657"/>
                </a:lnTo>
                <a:lnTo>
                  <a:pt x="2892765" y="500657"/>
                </a:lnTo>
                <a:lnTo>
                  <a:pt x="2889193" y="495137"/>
                </a:lnTo>
                <a:lnTo>
                  <a:pt x="2860798" y="489184"/>
                </a:lnTo>
                <a:close/>
              </a:path>
              <a:path w="6441440" h="835025">
                <a:moveTo>
                  <a:pt x="2890383" y="550664"/>
                </a:moveTo>
                <a:lnTo>
                  <a:pt x="2889301" y="553550"/>
                </a:lnTo>
                <a:lnTo>
                  <a:pt x="2864442" y="563652"/>
                </a:lnTo>
                <a:lnTo>
                  <a:pt x="2895047" y="563652"/>
                </a:lnTo>
                <a:lnTo>
                  <a:pt x="2902722" y="554127"/>
                </a:lnTo>
                <a:lnTo>
                  <a:pt x="2890383" y="550664"/>
                </a:lnTo>
                <a:close/>
              </a:path>
              <a:path w="6441440" h="835025">
                <a:moveTo>
                  <a:pt x="2845461" y="525119"/>
                </a:moveTo>
                <a:lnTo>
                  <a:pt x="2839944" y="525119"/>
                </a:lnTo>
                <a:lnTo>
                  <a:pt x="2839944" y="536160"/>
                </a:lnTo>
                <a:lnTo>
                  <a:pt x="2846808" y="536160"/>
                </a:lnTo>
                <a:lnTo>
                  <a:pt x="2845461" y="525119"/>
                </a:lnTo>
                <a:close/>
              </a:path>
              <a:path w="6441440" h="835025">
                <a:moveTo>
                  <a:pt x="2892765" y="500657"/>
                </a:moveTo>
                <a:lnTo>
                  <a:pt x="2863215" y="500657"/>
                </a:lnTo>
                <a:lnTo>
                  <a:pt x="2883745" y="505979"/>
                </a:lnTo>
                <a:lnTo>
                  <a:pt x="2891033" y="525119"/>
                </a:lnTo>
                <a:lnTo>
                  <a:pt x="2845461" y="525119"/>
                </a:lnTo>
                <a:lnTo>
                  <a:pt x="2846808" y="536160"/>
                </a:lnTo>
                <a:lnTo>
                  <a:pt x="2904021" y="536160"/>
                </a:lnTo>
                <a:lnTo>
                  <a:pt x="2903083" y="518192"/>
                </a:lnTo>
                <a:lnTo>
                  <a:pt x="2902993" y="516460"/>
                </a:lnTo>
                <a:lnTo>
                  <a:pt x="2892765" y="500657"/>
                </a:lnTo>
                <a:close/>
              </a:path>
              <a:path w="6441440" h="835025">
                <a:moveTo>
                  <a:pt x="2935795" y="490339"/>
                </a:moveTo>
                <a:lnTo>
                  <a:pt x="2923450" y="490339"/>
                </a:lnTo>
                <a:lnTo>
                  <a:pt x="2923450" y="573394"/>
                </a:lnTo>
                <a:lnTo>
                  <a:pt x="2936222" y="573394"/>
                </a:lnTo>
                <a:lnTo>
                  <a:pt x="2936222" y="523387"/>
                </a:lnTo>
                <a:lnTo>
                  <a:pt x="2940822" y="507657"/>
                </a:lnTo>
                <a:lnTo>
                  <a:pt x="2954992" y="503255"/>
                </a:lnTo>
                <a:lnTo>
                  <a:pt x="2936872" y="503255"/>
                </a:lnTo>
                <a:lnTo>
                  <a:pt x="2935807" y="490483"/>
                </a:lnTo>
                <a:lnTo>
                  <a:pt x="2935795" y="490339"/>
                </a:lnTo>
                <a:close/>
              </a:path>
              <a:path w="6441440" h="835025">
                <a:moveTo>
                  <a:pt x="2981452" y="500657"/>
                </a:moveTo>
                <a:lnTo>
                  <a:pt x="2963354" y="500657"/>
                </a:lnTo>
                <a:lnTo>
                  <a:pt x="2974791" y="509821"/>
                </a:lnTo>
                <a:lnTo>
                  <a:pt x="2976487" y="573394"/>
                </a:lnTo>
                <a:lnTo>
                  <a:pt x="2989259" y="573394"/>
                </a:lnTo>
                <a:lnTo>
                  <a:pt x="2988125" y="509821"/>
                </a:lnTo>
                <a:lnTo>
                  <a:pt x="2988087" y="507657"/>
                </a:lnTo>
                <a:lnTo>
                  <a:pt x="2981452" y="500657"/>
                </a:lnTo>
                <a:close/>
              </a:path>
              <a:path w="6441440" h="835025">
                <a:moveTo>
                  <a:pt x="2971670" y="490339"/>
                </a:moveTo>
                <a:lnTo>
                  <a:pt x="2949716" y="490483"/>
                </a:lnTo>
                <a:lnTo>
                  <a:pt x="2936872" y="503255"/>
                </a:lnTo>
                <a:lnTo>
                  <a:pt x="2954992" y="503255"/>
                </a:lnTo>
                <a:lnTo>
                  <a:pt x="2963354" y="500657"/>
                </a:lnTo>
                <a:lnTo>
                  <a:pt x="2981452" y="500657"/>
                </a:lnTo>
                <a:lnTo>
                  <a:pt x="2971670" y="490339"/>
                </a:lnTo>
                <a:close/>
              </a:path>
              <a:path w="6441440" h="835025">
                <a:moveTo>
                  <a:pt x="3030999" y="470350"/>
                </a:moveTo>
                <a:lnTo>
                  <a:pt x="3018226" y="470350"/>
                </a:lnTo>
                <a:lnTo>
                  <a:pt x="3018226" y="553045"/>
                </a:lnTo>
                <a:lnTo>
                  <a:pt x="3023855" y="568234"/>
                </a:lnTo>
                <a:lnTo>
                  <a:pt x="3045088" y="574296"/>
                </a:lnTo>
                <a:lnTo>
                  <a:pt x="3030999" y="470350"/>
                </a:lnTo>
                <a:close/>
              </a:path>
              <a:path w="6441440" h="835025">
                <a:moveTo>
                  <a:pt x="3018226" y="490266"/>
                </a:moveTo>
                <a:lnTo>
                  <a:pt x="3005671" y="490266"/>
                </a:lnTo>
                <a:lnTo>
                  <a:pt x="3005671" y="501090"/>
                </a:lnTo>
                <a:lnTo>
                  <a:pt x="3018226" y="501090"/>
                </a:lnTo>
                <a:lnTo>
                  <a:pt x="3018226" y="490266"/>
                </a:lnTo>
                <a:close/>
              </a:path>
              <a:path w="6441440" h="835025">
                <a:moveTo>
                  <a:pt x="3048750" y="490266"/>
                </a:moveTo>
                <a:lnTo>
                  <a:pt x="3033698" y="490266"/>
                </a:lnTo>
                <a:lnTo>
                  <a:pt x="3035165" y="501090"/>
                </a:lnTo>
                <a:lnTo>
                  <a:pt x="3048750" y="501090"/>
                </a:lnTo>
                <a:lnTo>
                  <a:pt x="3048750" y="490266"/>
                </a:lnTo>
                <a:close/>
              </a:path>
              <a:path w="6441440" h="835025">
                <a:moveTo>
                  <a:pt x="3152776" y="489184"/>
                </a:moveTo>
                <a:lnTo>
                  <a:pt x="3135927" y="497933"/>
                </a:lnTo>
                <a:lnTo>
                  <a:pt x="3125771" y="515739"/>
                </a:lnTo>
                <a:lnTo>
                  <a:pt x="3124273" y="540850"/>
                </a:lnTo>
                <a:lnTo>
                  <a:pt x="3131760" y="561361"/>
                </a:lnTo>
                <a:lnTo>
                  <a:pt x="3146651" y="573394"/>
                </a:lnTo>
                <a:lnTo>
                  <a:pt x="3159559" y="575125"/>
                </a:lnTo>
                <a:lnTo>
                  <a:pt x="3164899" y="575125"/>
                </a:lnTo>
                <a:lnTo>
                  <a:pt x="3180770" y="563652"/>
                </a:lnTo>
                <a:lnTo>
                  <a:pt x="3155951" y="563652"/>
                </a:lnTo>
                <a:lnTo>
                  <a:pt x="3141592" y="552756"/>
                </a:lnTo>
                <a:lnTo>
                  <a:pt x="3137930" y="520718"/>
                </a:lnTo>
                <a:lnTo>
                  <a:pt x="3151369" y="502046"/>
                </a:lnTo>
                <a:lnTo>
                  <a:pt x="3181684" y="502046"/>
                </a:lnTo>
                <a:lnTo>
                  <a:pt x="3152776" y="489184"/>
                </a:lnTo>
                <a:close/>
              </a:path>
              <a:path w="6441440" h="835025">
                <a:moveTo>
                  <a:pt x="3197659" y="562137"/>
                </a:moveTo>
                <a:lnTo>
                  <a:pt x="3182867" y="562137"/>
                </a:lnTo>
                <a:lnTo>
                  <a:pt x="3185320" y="573394"/>
                </a:lnTo>
                <a:lnTo>
                  <a:pt x="3197659" y="573394"/>
                </a:lnTo>
                <a:lnTo>
                  <a:pt x="3197659" y="562137"/>
                </a:lnTo>
                <a:close/>
              </a:path>
              <a:path w="6441440" h="835025">
                <a:moveTo>
                  <a:pt x="3181684" y="502046"/>
                </a:moveTo>
                <a:lnTo>
                  <a:pt x="3170905" y="502046"/>
                </a:lnTo>
                <a:lnTo>
                  <a:pt x="3184202" y="520194"/>
                </a:lnTo>
                <a:lnTo>
                  <a:pt x="3177816" y="556941"/>
                </a:lnTo>
                <a:lnTo>
                  <a:pt x="3161291" y="563652"/>
                </a:lnTo>
                <a:lnTo>
                  <a:pt x="3180770" y="563652"/>
                </a:lnTo>
                <a:lnTo>
                  <a:pt x="3182867" y="562137"/>
                </a:lnTo>
                <a:lnTo>
                  <a:pt x="3197659" y="562137"/>
                </a:lnTo>
                <a:lnTo>
                  <a:pt x="3197659" y="503471"/>
                </a:lnTo>
                <a:lnTo>
                  <a:pt x="3184887" y="503471"/>
                </a:lnTo>
                <a:lnTo>
                  <a:pt x="3181684" y="502046"/>
                </a:lnTo>
                <a:close/>
              </a:path>
              <a:path w="6441440" h="835025">
                <a:moveTo>
                  <a:pt x="3197659" y="462557"/>
                </a:moveTo>
                <a:lnTo>
                  <a:pt x="3184887" y="462557"/>
                </a:lnTo>
                <a:lnTo>
                  <a:pt x="3184887" y="503471"/>
                </a:lnTo>
                <a:lnTo>
                  <a:pt x="3197659" y="503471"/>
                </a:lnTo>
                <a:lnTo>
                  <a:pt x="3197659" y="462557"/>
                </a:lnTo>
                <a:close/>
              </a:path>
              <a:path w="6441440" h="835025">
                <a:moveTo>
                  <a:pt x="3248874" y="489184"/>
                </a:moveTo>
                <a:lnTo>
                  <a:pt x="3231087" y="498348"/>
                </a:lnTo>
                <a:lnTo>
                  <a:pt x="3220480" y="516460"/>
                </a:lnTo>
                <a:lnTo>
                  <a:pt x="3218929" y="540994"/>
                </a:lnTo>
                <a:lnTo>
                  <a:pt x="3226721" y="561271"/>
                </a:lnTo>
                <a:lnTo>
                  <a:pt x="3242759" y="573358"/>
                </a:lnTo>
                <a:lnTo>
                  <a:pt x="3257678" y="575125"/>
                </a:lnTo>
                <a:lnTo>
                  <a:pt x="3277395" y="570760"/>
                </a:lnTo>
                <a:lnTo>
                  <a:pt x="3283123" y="563652"/>
                </a:lnTo>
                <a:lnTo>
                  <a:pt x="3252518" y="563652"/>
                </a:lnTo>
                <a:lnTo>
                  <a:pt x="3237149" y="554722"/>
                </a:lnTo>
                <a:lnTo>
                  <a:pt x="3234884" y="536160"/>
                </a:lnTo>
                <a:lnTo>
                  <a:pt x="3228021" y="536160"/>
                </a:lnTo>
                <a:lnTo>
                  <a:pt x="3228021" y="525119"/>
                </a:lnTo>
                <a:lnTo>
                  <a:pt x="3233538" y="525119"/>
                </a:lnTo>
                <a:lnTo>
                  <a:pt x="3232693" y="518192"/>
                </a:lnTo>
                <a:lnTo>
                  <a:pt x="3251292" y="500657"/>
                </a:lnTo>
                <a:lnTo>
                  <a:pt x="3280842" y="500657"/>
                </a:lnTo>
                <a:lnTo>
                  <a:pt x="3277269" y="495137"/>
                </a:lnTo>
                <a:lnTo>
                  <a:pt x="3248874" y="489184"/>
                </a:lnTo>
                <a:close/>
              </a:path>
              <a:path w="6441440" h="835025">
                <a:moveTo>
                  <a:pt x="3278460" y="550664"/>
                </a:moveTo>
                <a:lnTo>
                  <a:pt x="3277377" y="553550"/>
                </a:lnTo>
                <a:lnTo>
                  <a:pt x="3252518" y="563652"/>
                </a:lnTo>
                <a:lnTo>
                  <a:pt x="3283123" y="563652"/>
                </a:lnTo>
                <a:lnTo>
                  <a:pt x="3290799" y="554127"/>
                </a:lnTo>
                <a:lnTo>
                  <a:pt x="3278460" y="550664"/>
                </a:lnTo>
                <a:close/>
              </a:path>
              <a:path w="6441440" h="835025">
                <a:moveTo>
                  <a:pt x="3233538" y="525119"/>
                </a:moveTo>
                <a:lnTo>
                  <a:pt x="3228021" y="525119"/>
                </a:lnTo>
                <a:lnTo>
                  <a:pt x="3228021" y="536160"/>
                </a:lnTo>
                <a:lnTo>
                  <a:pt x="3234884" y="536160"/>
                </a:lnTo>
                <a:lnTo>
                  <a:pt x="3233538" y="525119"/>
                </a:lnTo>
                <a:close/>
              </a:path>
              <a:path w="6441440" h="835025">
                <a:moveTo>
                  <a:pt x="3280842" y="500657"/>
                </a:moveTo>
                <a:lnTo>
                  <a:pt x="3251292" y="500657"/>
                </a:lnTo>
                <a:lnTo>
                  <a:pt x="3271821" y="505979"/>
                </a:lnTo>
                <a:lnTo>
                  <a:pt x="3279109" y="525119"/>
                </a:lnTo>
                <a:lnTo>
                  <a:pt x="3233538" y="525119"/>
                </a:lnTo>
                <a:lnTo>
                  <a:pt x="3234884" y="536160"/>
                </a:lnTo>
                <a:lnTo>
                  <a:pt x="3292098" y="536160"/>
                </a:lnTo>
                <a:lnTo>
                  <a:pt x="3291160" y="518192"/>
                </a:lnTo>
                <a:lnTo>
                  <a:pt x="3291069" y="516460"/>
                </a:lnTo>
                <a:lnTo>
                  <a:pt x="3280842" y="500657"/>
                </a:lnTo>
                <a:close/>
              </a:path>
              <a:path w="6441440" h="835025">
                <a:moveTo>
                  <a:pt x="3329927" y="470350"/>
                </a:moveTo>
                <a:lnTo>
                  <a:pt x="3317155" y="470350"/>
                </a:lnTo>
                <a:lnTo>
                  <a:pt x="3317155" y="553045"/>
                </a:lnTo>
                <a:lnTo>
                  <a:pt x="3322783" y="568234"/>
                </a:lnTo>
                <a:lnTo>
                  <a:pt x="3344016" y="574296"/>
                </a:lnTo>
                <a:lnTo>
                  <a:pt x="3329927" y="470350"/>
                </a:lnTo>
                <a:close/>
              </a:path>
              <a:path w="6441440" h="835025">
                <a:moveTo>
                  <a:pt x="3317155" y="490266"/>
                </a:moveTo>
                <a:lnTo>
                  <a:pt x="3304599" y="490266"/>
                </a:lnTo>
                <a:lnTo>
                  <a:pt x="3304599" y="501090"/>
                </a:lnTo>
                <a:lnTo>
                  <a:pt x="3317155" y="501090"/>
                </a:lnTo>
                <a:lnTo>
                  <a:pt x="3317155" y="490266"/>
                </a:lnTo>
                <a:close/>
              </a:path>
              <a:path w="6441440" h="835025">
                <a:moveTo>
                  <a:pt x="3347678" y="490266"/>
                </a:moveTo>
                <a:lnTo>
                  <a:pt x="3332627" y="490266"/>
                </a:lnTo>
                <a:lnTo>
                  <a:pt x="3334094" y="501090"/>
                </a:lnTo>
                <a:lnTo>
                  <a:pt x="3347678" y="501090"/>
                </a:lnTo>
                <a:lnTo>
                  <a:pt x="3347678" y="490266"/>
                </a:lnTo>
                <a:close/>
              </a:path>
              <a:path w="6441440" h="835025">
                <a:moveTo>
                  <a:pt x="3424266" y="501776"/>
                </a:moveTo>
                <a:lnTo>
                  <a:pt x="3388268" y="501776"/>
                </a:lnTo>
                <a:lnTo>
                  <a:pt x="3409410" y="501920"/>
                </a:lnTo>
                <a:lnTo>
                  <a:pt x="3416680" y="517326"/>
                </a:lnTo>
                <a:lnTo>
                  <a:pt x="3363932" y="541175"/>
                </a:lnTo>
                <a:lnTo>
                  <a:pt x="3369308" y="567441"/>
                </a:lnTo>
                <a:lnTo>
                  <a:pt x="3391352" y="575342"/>
                </a:lnTo>
                <a:lnTo>
                  <a:pt x="3396187" y="575342"/>
                </a:lnTo>
                <a:lnTo>
                  <a:pt x="3415165" y="563941"/>
                </a:lnTo>
                <a:lnTo>
                  <a:pt x="3388314" y="563941"/>
                </a:lnTo>
                <a:lnTo>
                  <a:pt x="3375766" y="554885"/>
                </a:lnTo>
                <a:lnTo>
                  <a:pt x="3380031" y="541175"/>
                </a:lnTo>
                <a:lnTo>
                  <a:pt x="3380132" y="540850"/>
                </a:lnTo>
                <a:lnTo>
                  <a:pt x="3429452" y="540850"/>
                </a:lnTo>
                <a:lnTo>
                  <a:pt x="3429452" y="512022"/>
                </a:lnTo>
                <a:lnTo>
                  <a:pt x="3424339" y="501920"/>
                </a:lnTo>
                <a:lnTo>
                  <a:pt x="3424266" y="501776"/>
                </a:lnTo>
                <a:close/>
              </a:path>
              <a:path w="6441440" h="835025">
                <a:moveTo>
                  <a:pt x="3429452" y="540850"/>
                </a:moveTo>
                <a:lnTo>
                  <a:pt x="3380132" y="540850"/>
                </a:lnTo>
                <a:lnTo>
                  <a:pt x="3416680" y="543303"/>
                </a:lnTo>
                <a:lnTo>
                  <a:pt x="3412207" y="556346"/>
                </a:lnTo>
                <a:lnTo>
                  <a:pt x="3393119" y="563941"/>
                </a:lnTo>
                <a:lnTo>
                  <a:pt x="3415165" y="563941"/>
                </a:lnTo>
                <a:lnTo>
                  <a:pt x="3416680" y="573394"/>
                </a:lnTo>
                <a:lnTo>
                  <a:pt x="3429452" y="573394"/>
                </a:lnTo>
                <a:lnTo>
                  <a:pt x="3429452" y="540850"/>
                </a:lnTo>
                <a:close/>
              </a:path>
              <a:path w="6441440" h="835025">
                <a:moveTo>
                  <a:pt x="3381647" y="492034"/>
                </a:moveTo>
                <a:lnTo>
                  <a:pt x="3365375" y="508667"/>
                </a:lnTo>
                <a:lnTo>
                  <a:pt x="3377498" y="512996"/>
                </a:lnTo>
                <a:lnTo>
                  <a:pt x="3388268" y="501776"/>
                </a:lnTo>
                <a:lnTo>
                  <a:pt x="3424266" y="501776"/>
                </a:lnTo>
                <a:lnTo>
                  <a:pt x="3421317" y="495949"/>
                </a:lnTo>
                <a:lnTo>
                  <a:pt x="3381647" y="492034"/>
                </a:lnTo>
                <a:close/>
              </a:path>
              <a:path w="6441440" h="835025">
                <a:moveTo>
                  <a:pt x="3465537" y="490266"/>
                </a:moveTo>
                <a:lnTo>
                  <a:pt x="3452764" y="490266"/>
                </a:lnTo>
                <a:lnTo>
                  <a:pt x="3452764" y="573394"/>
                </a:lnTo>
                <a:lnTo>
                  <a:pt x="3465537" y="573394"/>
                </a:lnTo>
                <a:lnTo>
                  <a:pt x="3465537" y="490266"/>
                </a:lnTo>
                <a:close/>
              </a:path>
              <a:path w="6441440" h="835025">
                <a:moveTo>
                  <a:pt x="3454623" y="459942"/>
                </a:moveTo>
                <a:lnTo>
                  <a:pt x="3459259" y="476412"/>
                </a:lnTo>
                <a:lnTo>
                  <a:pt x="3461748" y="476412"/>
                </a:lnTo>
                <a:lnTo>
                  <a:pt x="3468351" y="465372"/>
                </a:lnTo>
                <a:lnTo>
                  <a:pt x="3454623" y="459942"/>
                </a:lnTo>
                <a:close/>
              </a:path>
              <a:path w="6441440" h="835025">
                <a:moveTo>
                  <a:pt x="3501702" y="462557"/>
                </a:moveTo>
                <a:lnTo>
                  <a:pt x="3488929" y="462557"/>
                </a:lnTo>
                <a:lnTo>
                  <a:pt x="3488929" y="573394"/>
                </a:lnTo>
                <a:lnTo>
                  <a:pt x="3501702" y="573394"/>
                </a:lnTo>
                <a:lnTo>
                  <a:pt x="3501702" y="462557"/>
                </a:lnTo>
                <a:close/>
              </a:path>
              <a:path w="6441440" h="835025">
                <a:moveTo>
                  <a:pt x="3533538" y="550447"/>
                </a:moveTo>
                <a:lnTo>
                  <a:pt x="3521415" y="553478"/>
                </a:lnTo>
                <a:lnTo>
                  <a:pt x="3522894" y="560549"/>
                </a:lnTo>
                <a:lnTo>
                  <a:pt x="3537524" y="573285"/>
                </a:lnTo>
                <a:lnTo>
                  <a:pt x="3559479" y="575125"/>
                </a:lnTo>
                <a:lnTo>
                  <a:pt x="3578673" y="566755"/>
                </a:lnTo>
                <a:lnTo>
                  <a:pt x="3579896" y="562750"/>
                </a:lnTo>
                <a:lnTo>
                  <a:pt x="3543333" y="562750"/>
                </a:lnTo>
                <a:lnTo>
                  <a:pt x="3533538" y="550447"/>
                </a:lnTo>
                <a:close/>
              </a:path>
              <a:path w="6441440" h="835025">
                <a:moveTo>
                  <a:pt x="3554536" y="489184"/>
                </a:moveTo>
                <a:lnTo>
                  <a:pt x="3530633" y="497158"/>
                </a:lnTo>
                <a:lnTo>
                  <a:pt x="3524013" y="518950"/>
                </a:lnTo>
                <a:lnTo>
                  <a:pt x="3532888" y="531343"/>
                </a:lnTo>
                <a:lnTo>
                  <a:pt x="3567236" y="541644"/>
                </a:lnTo>
                <a:lnTo>
                  <a:pt x="3572287" y="554452"/>
                </a:lnTo>
                <a:lnTo>
                  <a:pt x="3563483" y="562606"/>
                </a:lnTo>
                <a:lnTo>
                  <a:pt x="3543333" y="562750"/>
                </a:lnTo>
                <a:lnTo>
                  <a:pt x="3579896" y="562750"/>
                </a:lnTo>
                <a:lnTo>
                  <a:pt x="3585492" y="544422"/>
                </a:lnTo>
                <a:lnTo>
                  <a:pt x="3576382" y="532281"/>
                </a:lnTo>
                <a:lnTo>
                  <a:pt x="3537939" y="518246"/>
                </a:lnTo>
                <a:lnTo>
                  <a:pt x="3538341" y="508883"/>
                </a:lnTo>
                <a:lnTo>
                  <a:pt x="3538463" y="506051"/>
                </a:lnTo>
                <a:lnTo>
                  <a:pt x="3558252" y="500224"/>
                </a:lnTo>
                <a:lnTo>
                  <a:pt x="3579069" y="500224"/>
                </a:lnTo>
                <a:lnTo>
                  <a:pt x="3569220" y="490988"/>
                </a:lnTo>
                <a:lnTo>
                  <a:pt x="3554536" y="489184"/>
                </a:lnTo>
                <a:close/>
              </a:path>
              <a:path w="6441440" h="835025">
                <a:moveTo>
                  <a:pt x="3579069" y="500224"/>
                </a:moveTo>
                <a:lnTo>
                  <a:pt x="3558252" y="500224"/>
                </a:lnTo>
                <a:lnTo>
                  <a:pt x="3572503" y="512131"/>
                </a:lnTo>
                <a:lnTo>
                  <a:pt x="3583977" y="508883"/>
                </a:lnTo>
                <a:lnTo>
                  <a:pt x="3581992" y="502966"/>
                </a:lnTo>
                <a:lnTo>
                  <a:pt x="3579069" y="500224"/>
                </a:lnTo>
                <a:close/>
              </a:path>
              <a:path w="6441440" h="835025">
                <a:moveTo>
                  <a:pt x="3671853" y="490266"/>
                </a:moveTo>
                <a:lnTo>
                  <a:pt x="3658432" y="490266"/>
                </a:lnTo>
                <a:lnTo>
                  <a:pt x="3683759" y="573394"/>
                </a:lnTo>
                <a:lnTo>
                  <a:pt x="3696315" y="573394"/>
                </a:lnTo>
                <a:lnTo>
                  <a:pt x="3701863" y="553911"/>
                </a:lnTo>
                <a:lnTo>
                  <a:pt x="3690687" y="553911"/>
                </a:lnTo>
                <a:lnTo>
                  <a:pt x="3671853" y="490266"/>
                </a:lnTo>
                <a:close/>
              </a:path>
              <a:path w="6441440" h="835025">
                <a:moveTo>
                  <a:pt x="3727665" y="509533"/>
                </a:moveTo>
                <a:lnTo>
                  <a:pt x="3714499" y="509533"/>
                </a:lnTo>
                <a:lnTo>
                  <a:pt x="3733982" y="573394"/>
                </a:lnTo>
                <a:lnTo>
                  <a:pt x="3746538" y="573394"/>
                </a:lnTo>
                <a:lnTo>
                  <a:pt x="3752474" y="553911"/>
                </a:lnTo>
                <a:lnTo>
                  <a:pt x="3752540" y="553694"/>
                </a:lnTo>
                <a:lnTo>
                  <a:pt x="3740477" y="553694"/>
                </a:lnTo>
                <a:lnTo>
                  <a:pt x="3727665" y="509533"/>
                </a:lnTo>
                <a:close/>
              </a:path>
              <a:path w="6441440" h="835025">
                <a:moveTo>
                  <a:pt x="3722076" y="490266"/>
                </a:moveTo>
                <a:lnTo>
                  <a:pt x="3708438" y="490266"/>
                </a:lnTo>
                <a:lnTo>
                  <a:pt x="3690747" y="553694"/>
                </a:lnTo>
                <a:lnTo>
                  <a:pt x="3690687" y="553911"/>
                </a:lnTo>
                <a:lnTo>
                  <a:pt x="3701863" y="553911"/>
                </a:lnTo>
                <a:lnTo>
                  <a:pt x="3714499" y="509533"/>
                </a:lnTo>
                <a:lnTo>
                  <a:pt x="3727665" y="509533"/>
                </a:lnTo>
                <a:lnTo>
                  <a:pt x="3722076" y="490266"/>
                </a:lnTo>
                <a:close/>
              </a:path>
              <a:path w="6441440" h="835025">
                <a:moveTo>
                  <a:pt x="3771866" y="490266"/>
                </a:moveTo>
                <a:lnTo>
                  <a:pt x="3758444" y="490266"/>
                </a:lnTo>
                <a:lnTo>
                  <a:pt x="3740477" y="553694"/>
                </a:lnTo>
                <a:lnTo>
                  <a:pt x="3752540" y="553694"/>
                </a:lnTo>
                <a:lnTo>
                  <a:pt x="3771866" y="490266"/>
                </a:lnTo>
                <a:close/>
              </a:path>
              <a:path w="6441440" h="835025">
                <a:moveTo>
                  <a:pt x="3801523" y="490266"/>
                </a:moveTo>
                <a:lnTo>
                  <a:pt x="3788751" y="490266"/>
                </a:lnTo>
                <a:lnTo>
                  <a:pt x="3788751" y="573394"/>
                </a:lnTo>
                <a:lnTo>
                  <a:pt x="3801523" y="573394"/>
                </a:lnTo>
                <a:lnTo>
                  <a:pt x="3801523" y="490266"/>
                </a:lnTo>
                <a:close/>
              </a:path>
              <a:path w="6441440" h="835025">
                <a:moveTo>
                  <a:pt x="3790609" y="459942"/>
                </a:moveTo>
                <a:lnTo>
                  <a:pt x="3795245" y="476412"/>
                </a:lnTo>
                <a:lnTo>
                  <a:pt x="3797735" y="476412"/>
                </a:lnTo>
                <a:lnTo>
                  <a:pt x="3804337" y="465372"/>
                </a:lnTo>
                <a:lnTo>
                  <a:pt x="3790609" y="459942"/>
                </a:lnTo>
                <a:close/>
              </a:path>
              <a:path w="6441440" h="835025">
                <a:moveTo>
                  <a:pt x="3837688" y="462557"/>
                </a:moveTo>
                <a:lnTo>
                  <a:pt x="3824916" y="462557"/>
                </a:lnTo>
                <a:lnTo>
                  <a:pt x="3824916" y="573394"/>
                </a:lnTo>
                <a:lnTo>
                  <a:pt x="3837688" y="573394"/>
                </a:lnTo>
                <a:lnTo>
                  <a:pt x="3837688" y="462557"/>
                </a:lnTo>
                <a:close/>
              </a:path>
              <a:path w="6441440" h="835025">
                <a:moveTo>
                  <a:pt x="3873854" y="462557"/>
                </a:moveTo>
                <a:lnTo>
                  <a:pt x="3861081" y="462557"/>
                </a:lnTo>
                <a:lnTo>
                  <a:pt x="3861081" y="573394"/>
                </a:lnTo>
                <a:lnTo>
                  <a:pt x="3873854" y="573394"/>
                </a:lnTo>
                <a:lnTo>
                  <a:pt x="3873854" y="462557"/>
                </a:lnTo>
                <a:close/>
              </a:path>
              <a:path w="6441440" h="835025">
                <a:moveTo>
                  <a:pt x="3985282" y="560622"/>
                </a:moveTo>
                <a:lnTo>
                  <a:pt x="3971526" y="560622"/>
                </a:lnTo>
                <a:lnTo>
                  <a:pt x="4004214" y="575125"/>
                </a:lnTo>
                <a:lnTo>
                  <a:pt x="4020937" y="566340"/>
                </a:lnTo>
                <a:lnTo>
                  <a:pt x="4022462" y="563652"/>
                </a:lnTo>
                <a:lnTo>
                  <a:pt x="3990431" y="563652"/>
                </a:lnTo>
                <a:lnTo>
                  <a:pt x="3985282" y="560622"/>
                </a:lnTo>
                <a:close/>
              </a:path>
              <a:path w="6441440" h="835025">
                <a:moveTo>
                  <a:pt x="3971959" y="462557"/>
                </a:moveTo>
                <a:lnTo>
                  <a:pt x="3959186" y="462557"/>
                </a:lnTo>
                <a:lnTo>
                  <a:pt x="3959186" y="573394"/>
                </a:lnTo>
                <a:lnTo>
                  <a:pt x="3971526" y="573394"/>
                </a:lnTo>
                <a:lnTo>
                  <a:pt x="3971526" y="560622"/>
                </a:lnTo>
                <a:lnTo>
                  <a:pt x="3985282" y="560622"/>
                </a:lnTo>
                <a:lnTo>
                  <a:pt x="3979030" y="556941"/>
                </a:lnTo>
                <a:lnTo>
                  <a:pt x="3971742" y="531830"/>
                </a:lnTo>
                <a:lnTo>
                  <a:pt x="3978922" y="507206"/>
                </a:lnTo>
                <a:lnTo>
                  <a:pt x="4000966" y="500657"/>
                </a:lnTo>
                <a:lnTo>
                  <a:pt x="4022309" y="500657"/>
                </a:lnTo>
                <a:lnTo>
                  <a:pt x="4021727" y="500188"/>
                </a:lnTo>
                <a:lnTo>
                  <a:pt x="3975278" y="500188"/>
                </a:lnTo>
                <a:lnTo>
                  <a:pt x="3971959" y="462557"/>
                </a:lnTo>
                <a:close/>
              </a:path>
              <a:path w="6441440" h="835025">
                <a:moveTo>
                  <a:pt x="4022309" y="500657"/>
                </a:moveTo>
                <a:lnTo>
                  <a:pt x="4000966" y="500657"/>
                </a:lnTo>
                <a:lnTo>
                  <a:pt x="4015326" y="511301"/>
                </a:lnTo>
                <a:lnTo>
                  <a:pt x="4018880" y="543123"/>
                </a:lnTo>
                <a:lnTo>
                  <a:pt x="4005350" y="562245"/>
                </a:lnTo>
                <a:lnTo>
                  <a:pt x="3990431" y="563652"/>
                </a:lnTo>
                <a:lnTo>
                  <a:pt x="4022462" y="563652"/>
                </a:lnTo>
                <a:lnTo>
                  <a:pt x="4031075" y="548481"/>
                </a:lnTo>
                <a:lnTo>
                  <a:pt x="4032572" y="523315"/>
                </a:lnTo>
                <a:lnTo>
                  <a:pt x="4025086" y="502894"/>
                </a:lnTo>
                <a:lnTo>
                  <a:pt x="4022309" y="500657"/>
                </a:lnTo>
                <a:close/>
              </a:path>
              <a:path w="6441440" h="835025">
                <a:moveTo>
                  <a:pt x="3991658" y="489184"/>
                </a:moveTo>
                <a:lnTo>
                  <a:pt x="3975278" y="500188"/>
                </a:lnTo>
                <a:lnTo>
                  <a:pt x="4021727" y="500188"/>
                </a:lnTo>
                <a:lnTo>
                  <a:pt x="4010239" y="490934"/>
                </a:lnTo>
                <a:lnTo>
                  <a:pt x="3991658" y="489184"/>
                </a:lnTo>
                <a:close/>
              </a:path>
              <a:path w="6441440" h="835025">
                <a:moveTo>
                  <a:pt x="4078159" y="489184"/>
                </a:moveTo>
                <a:lnTo>
                  <a:pt x="4060371" y="498348"/>
                </a:lnTo>
                <a:lnTo>
                  <a:pt x="4049764" y="516460"/>
                </a:lnTo>
                <a:lnTo>
                  <a:pt x="4048213" y="540994"/>
                </a:lnTo>
                <a:lnTo>
                  <a:pt x="4056006" y="561271"/>
                </a:lnTo>
                <a:lnTo>
                  <a:pt x="4072043" y="573358"/>
                </a:lnTo>
                <a:lnTo>
                  <a:pt x="4086962" y="575125"/>
                </a:lnTo>
                <a:lnTo>
                  <a:pt x="4106680" y="570760"/>
                </a:lnTo>
                <a:lnTo>
                  <a:pt x="4112407" y="563652"/>
                </a:lnTo>
                <a:lnTo>
                  <a:pt x="4081803" y="563652"/>
                </a:lnTo>
                <a:lnTo>
                  <a:pt x="4066433" y="554722"/>
                </a:lnTo>
                <a:lnTo>
                  <a:pt x="4064169" y="536160"/>
                </a:lnTo>
                <a:lnTo>
                  <a:pt x="4057305" y="536160"/>
                </a:lnTo>
                <a:lnTo>
                  <a:pt x="4057305" y="525119"/>
                </a:lnTo>
                <a:lnTo>
                  <a:pt x="4062822" y="525119"/>
                </a:lnTo>
                <a:lnTo>
                  <a:pt x="4061977" y="518192"/>
                </a:lnTo>
                <a:lnTo>
                  <a:pt x="4080576" y="500657"/>
                </a:lnTo>
                <a:lnTo>
                  <a:pt x="4110126" y="500657"/>
                </a:lnTo>
                <a:lnTo>
                  <a:pt x="4106553" y="495137"/>
                </a:lnTo>
                <a:lnTo>
                  <a:pt x="4078159" y="489184"/>
                </a:lnTo>
                <a:close/>
              </a:path>
              <a:path w="6441440" h="835025">
                <a:moveTo>
                  <a:pt x="4107744" y="550664"/>
                </a:moveTo>
                <a:lnTo>
                  <a:pt x="4106662" y="553550"/>
                </a:lnTo>
                <a:lnTo>
                  <a:pt x="4081803" y="563652"/>
                </a:lnTo>
                <a:lnTo>
                  <a:pt x="4112407" y="563652"/>
                </a:lnTo>
                <a:lnTo>
                  <a:pt x="4120083" y="554127"/>
                </a:lnTo>
                <a:lnTo>
                  <a:pt x="4107744" y="550664"/>
                </a:lnTo>
                <a:close/>
              </a:path>
              <a:path w="6441440" h="835025">
                <a:moveTo>
                  <a:pt x="4062822" y="525119"/>
                </a:moveTo>
                <a:lnTo>
                  <a:pt x="4057305" y="525119"/>
                </a:lnTo>
                <a:lnTo>
                  <a:pt x="4057305" y="536160"/>
                </a:lnTo>
                <a:lnTo>
                  <a:pt x="4064169" y="536160"/>
                </a:lnTo>
                <a:lnTo>
                  <a:pt x="4062822" y="525119"/>
                </a:lnTo>
                <a:close/>
              </a:path>
              <a:path w="6441440" h="835025">
                <a:moveTo>
                  <a:pt x="4110126" y="500657"/>
                </a:moveTo>
                <a:lnTo>
                  <a:pt x="4080576" y="500657"/>
                </a:lnTo>
                <a:lnTo>
                  <a:pt x="4101105" y="505979"/>
                </a:lnTo>
                <a:lnTo>
                  <a:pt x="4108393" y="525119"/>
                </a:lnTo>
                <a:lnTo>
                  <a:pt x="4062822" y="525119"/>
                </a:lnTo>
                <a:lnTo>
                  <a:pt x="4064169" y="536160"/>
                </a:lnTo>
                <a:lnTo>
                  <a:pt x="4121382" y="536160"/>
                </a:lnTo>
                <a:lnTo>
                  <a:pt x="4120444" y="518192"/>
                </a:lnTo>
                <a:lnTo>
                  <a:pt x="4120354" y="516460"/>
                </a:lnTo>
                <a:lnTo>
                  <a:pt x="4110126" y="500657"/>
                </a:lnTo>
                <a:close/>
              </a:path>
              <a:path w="6441440" h="835025">
                <a:moveTo>
                  <a:pt x="4226059" y="457362"/>
                </a:moveTo>
                <a:lnTo>
                  <a:pt x="4207766" y="470062"/>
                </a:lnTo>
                <a:lnTo>
                  <a:pt x="4206648" y="573394"/>
                </a:lnTo>
                <a:lnTo>
                  <a:pt x="4219420" y="573394"/>
                </a:lnTo>
                <a:lnTo>
                  <a:pt x="4220340" y="474590"/>
                </a:lnTo>
                <a:lnTo>
                  <a:pt x="4231326" y="469268"/>
                </a:lnTo>
                <a:lnTo>
                  <a:pt x="4242150" y="459527"/>
                </a:lnTo>
                <a:lnTo>
                  <a:pt x="4226059" y="457362"/>
                </a:lnTo>
                <a:close/>
              </a:path>
              <a:path w="6441440" h="835025">
                <a:moveTo>
                  <a:pt x="4207548" y="490266"/>
                </a:moveTo>
                <a:lnTo>
                  <a:pt x="4193226" y="490266"/>
                </a:lnTo>
                <a:lnTo>
                  <a:pt x="4193226" y="501090"/>
                </a:lnTo>
                <a:lnTo>
                  <a:pt x="4207430" y="501090"/>
                </a:lnTo>
                <a:lnTo>
                  <a:pt x="4207548" y="490266"/>
                </a:lnTo>
                <a:close/>
              </a:path>
              <a:path w="6441440" h="835025">
                <a:moveTo>
                  <a:pt x="4238037" y="490266"/>
                </a:moveTo>
                <a:lnTo>
                  <a:pt x="4220194" y="490266"/>
                </a:lnTo>
                <a:lnTo>
                  <a:pt x="4220093" y="501090"/>
                </a:lnTo>
                <a:lnTo>
                  <a:pt x="4238037" y="501090"/>
                </a:lnTo>
                <a:lnTo>
                  <a:pt x="4238037" y="490266"/>
                </a:lnTo>
                <a:close/>
              </a:path>
              <a:path w="6441440" h="835025">
                <a:moveTo>
                  <a:pt x="4278563" y="489184"/>
                </a:moveTo>
                <a:lnTo>
                  <a:pt x="4260776" y="498348"/>
                </a:lnTo>
                <a:lnTo>
                  <a:pt x="4250169" y="516460"/>
                </a:lnTo>
                <a:lnTo>
                  <a:pt x="4248617" y="540994"/>
                </a:lnTo>
                <a:lnTo>
                  <a:pt x="4256410" y="561271"/>
                </a:lnTo>
                <a:lnTo>
                  <a:pt x="4272448" y="573358"/>
                </a:lnTo>
                <a:lnTo>
                  <a:pt x="4287366" y="575125"/>
                </a:lnTo>
                <a:lnTo>
                  <a:pt x="4307084" y="570760"/>
                </a:lnTo>
                <a:lnTo>
                  <a:pt x="4312812" y="563652"/>
                </a:lnTo>
                <a:lnTo>
                  <a:pt x="4282207" y="563652"/>
                </a:lnTo>
                <a:lnTo>
                  <a:pt x="4266837" y="554722"/>
                </a:lnTo>
                <a:lnTo>
                  <a:pt x="4264573" y="536160"/>
                </a:lnTo>
                <a:lnTo>
                  <a:pt x="4257709" y="536160"/>
                </a:lnTo>
                <a:lnTo>
                  <a:pt x="4257709" y="525119"/>
                </a:lnTo>
                <a:lnTo>
                  <a:pt x="4263226" y="525119"/>
                </a:lnTo>
                <a:lnTo>
                  <a:pt x="4262382" y="518192"/>
                </a:lnTo>
                <a:lnTo>
                  <a:pt x="4280980" y="500657"/>
                </a:lnTo>
                <a:lnTo>
                  <a:pt x="4310530" y="500657"/>
                </a:lnTo>
                <a:lnTo>
                  <a:pt x="4306957" y="495137"/>
                </a:lnTo>
                <a:lnTo>
                  <a:pt x="4278563" y="489184"/>
                </a:lnTo>
                <a:close/>
              </a:path>
              <a:path w="6441440" h="835025">
                <a:moveTo>
                  <a:pt x="4308148" y="550664"/>
                </a:moveTo>
                <a:lnTo>
                  <a:pt x="4307066" y="553550"/>
                </a:lnTo>
                <a:lnTo>
                  <a:pt x="4282207" y="563652"/>
                </a:lnTo>
                <a:lnTo>
                  <a:pt x="4312812" y="563652"/>
                </a:lnTo>
                <a:lnTo>
                  <a:pt x="4320488" y="554127"/>
                </a:lnTo>
                <a:lnTo>
                  <a:pt x="4308148" y="550664"/>
                </a:lnTo>
                <a:close/>
              </a:path>
              <a:path w="6441440" h="835025">
                <a:moveTo>
                  <a:pt x="4263226" y="525119"/>
                </a:moveTo>
                <a:lnTo>
                  <a:pt x="4257709" y="525119"/>
                </a:lnTo>
                <a:lnTo>
                  <a:pt x="4257709" y="536160"/>
                </a:lnTo>
                <a:lnTo>
                  <a:pt x="4264573" y="536160"/>
                </a:lnTo>
                <a:lnTo>
                  <a:pt x="4263226" y="525119"/>
                </a:lnTo>
                <a:close/>
              </a:path>
              <a:path w="6441440" h="835025">
                <a:moveTo>
                  <a:pt x="4310530" y="500657"/>
                </a:moveTo>
                <a:lnTo>
                  <a:pt x="4280980" y="500657"/>
                </a:lnTo>
                <a:lnTo>
                  <a:pt x="4301510" y="505979"/>
                </a:lnTo>
                <a:lnTo>
                  <a:pt x="4308798" y="525119"/>
                </a:lnTo>
                <a:lnTo>
                  <a:pt x="4263226" y="525119"/>
                </a:lnTo>
                <a:lnTo>
                  <a:pt x="4264573" y="536160"/>
                </a:lnTo>
                <a:lnTo>
                  <a:pt x="4321786" y="536160"/>
                </a:lnTo>
                <a:lnTo>
                  <a:pt x="4320849" y="518192"/>
                </a:lnTo>
                <a:lnTo>
                  <a:pt x="4320758" y="516460"/>
                </a:lnTo>
                <a:lnTo>
                  <a:pt x="4310530" y="500657"/>
                </a:lnTo>
                <a:close/>
              </a:path>
              <a:path w="6441440" h="835025">
                <a:moveTo>
                  <a:pt x="4359616" y="470350"/>
                </a:moveTo>
                <a:lnTo>
                  <a:pt x="4346844" y="470350"/>
                </a:lnTo>
                <a:lnTo>
                  <a:pt x="4346844" y="553045"/>
                </a:lnTo>
                <a:lnTo>
                  <a:pt x="4352472" y="568234"/>
                </a:lnTo>
                <a:lnTo>
                  <a:pt x="4373705" y="574296"/>
                </a:lnTo>
                <a:lnTo>
                  <a:pt x="4359616" y="470350"/>
                </a:lnTo>
                <a:close/>
              </a:path>
              <a:path w="6441440" h="835025">
                <a:moveTo>
                  <a:pt x="4346844" y="490266"/>
                </a:moveTo>
                <a:lnTo>
                  <a:pt x="4334288" y="490266"/>
                </a:lnTo>
                <a:lnTo>
                  <a:pt x="4334288" y="501090"/>
                </a:lnTo>
                <a:lnTo>
                  <a:pt x="4346844" y="501090"/>
                </a:lnTo>
                <a:lnTo>
                  <a:pt x="4346844" y="490266"/>
                </a:lnTo>
                <a:close/>
              </a:path>
              <a:path w="6441440" h="835025">
                <a:moveTo>
                  <a:pt x="4377367" y="490266"/>
                </a:moveTo>
                <a:lnTo>
                  <a:pt x="4362315" y="490266"/>
                </a:lnTo>
                <a:lnTo>
                  <a:pt x="4363782" y="501090"/>
                </a:lnTo>
                <a:lnTo>
                  <a:pt x="4377367" y="501090"/>
                </a:lnTo>
                <a:lnTo>
                  <a:pt x="4377367" y="490266"/>
                </a:lnTo>
                <a:close/>
              </a:path>
              <a:path w="6441440" h="835025">
                <a:moveTo>
                  <a:pt x="4421736" y="489184"/>
                </a:moveTo>
                <a:lnTo>
                  <a:pt x="4403948" y="498348"/>
                </a:lnTo>
                <a:lnTo>
                  <a:pt x="4393341" y="516370"/>
                </a:lnTo>
                <a:lnTo>
                  <a:pt x="4391790" y="540561"/>
                </a:lnTo>
                <a:lnTo>
                  <a:pt x="4399367" y="560856"/>
                </a:lnTo>
                <a:lnTo>
                  <a:pt x="4414953" y="573285"/>
                </a:lnTo>
                <a:lnTo>
                  <a:pt x="4429457" y="575125"/>
                </a:lnTo>
                <a:lnTo>
                  <a:pt x="4450239" y="569407"/>
                </a:lnTo>
                <a:lnTo>
                  <a:pt x="4453621" y="563652"/>
                </a:lnTo>
                <a:lnTo>
                  <a:pt x="4424406" y="563652"/>
                </a:lnTo>
                <a:lnTo>
                  <a:pt x="4409649" y="553370"/>
                </a:lnTo>
                <a:lnTo>
                  <a:pt x="4405590" y="520086"/>
                </a:lnTo>
                <a:lnTo>
                  <a:pt x="4420112" y="501956"/>
                </a:lnTo>
                <a:lnTo>
                  <a:pt x="4455331" y="501956"/>
                </a:lnTo>
                <a:lnTo>
                  <a:pt x="4449734" y="494596"/>
                </a:lnTo>
                <a:lnTo>
                  <a:pt x="4421736" y="489184"/>
                </a:lnTo>
                <a:close/>
              </a:path>
              <a:path w="6441440" h="835025">
                <a:moveTo>
                  <a:pt x="4462145" y="549148"/>
                </a:moveTo>
                <a:lnTo>
                  <a:pt x="4449373" y="549148"/>
                </a:lnTo>
                <a:lnTo>
                  <a:pt x="4448579" y="552179"/>
                </a:lnTo>
                <a:lnTo>
                  <a:pt x="4424406" y="563652"/>
                </a:lnTo>
                <a:lnTo>
                  <a:pt x="4453621" y="563652"/>
                </a:lnTo>
                <a:lnTo>
                  <a:pt x="4462145" y="549148"/>
                </a:lnTo>
                <a:close/>
              </a:path>
              <a:path w="6441440" h="835025">
                <a:moveTo>
                  <a:pt x="4455331" y="501956"/>
                </a:moveTo>
                <a:lnTo>
                  <a:pt x="4420112" y="501956"/>
                </a:lnTo>
                <a:lnTo>
                  <a:pt x="4439559" y="502137"/>
                </a:lnTo>
                <a:lnTo>
                  <a:pt x="4449373" y="515161"/>
                </a:lnTo>
                <a:lnTo>
                  <a:pt x="4462145" y="515161"/>
                </a:lnTo>
                <a:lnTo>
                  <a:pt x="4461423" y="509966"/>
                </a:lnTo>
                <a:lnTo>
                  <a:pt x="4455331" y="501956"/>
                </a:lnTo>
                <a:close/>
              </a:path>
              <a:path w="6441440" h="835025">
                <a:moveTo>
                  <a:pt x="4493588" y="462557"/>
                </a:moveTo>
                <a:lnTo>
                  <a:pt x="4480816" y="462557"/>
                </a:lnTo>
                <a:lnTo>
                  <a:pt x="4480816" y="573394"/>
                </a:lnTo>
                <a:lnTo>
                  <a:pt x="4493588" y="573394"/>
                </a:lnTo>
                <a:lnTo>
                  <a:pt x="4493588" y="523387"/>
                </a:lnTo>
                <a:lnTo>
                  <a:pt x="4498314" y="507657"/>
                </a:lnTo>
                <a:lnTo>
                  <a:pt x="4512881" y="503255"/>
                </a:lnTo>
                <a:lnTo>
                  <a:pt x="4494670" y="503255"/>
                </a:lnTo>
                <a:lnTo>
                  <a:pt x="4493588" y="462557"/>
                </a:lnTo>
                <a:close/>
              </a:path>
              <a:path w="6441440" h="835025">
                <a:moveTo>
                  <a:pt x="4542206" y="500657"/>
                </a:moveTo>
                <a:lnTo>
                  <a:pt x="4521478" y="500657"/>
                </a:lnTo>
                <a:lnTo>
                  <a:pt x="4533005" y="509731"/>
                </a:lnTo>
                <a:lnTo>
                  <a:pt x="4534719" y="573394"/>
                </a:lnTo>
                <a:lnTo>
                  <a:pt x="4547491" y="573394"/>
                </a:lnTo>
                <a:lnTo>
                  <a:pt x="4547491" y="520573"/>
                </a:lnTo>
                <a:lnTo>
                  <a:pt x="4542206" y="500657"/>
                </a:lnTo>
                <a:close/>
              </a:path>
              <a:path w="6441440" h="835025">
                <a:moveTo>
                  <a:pt x="4529758" y="490321"/>
                </a:moveTo>
                <a:lnTo>
                  <a:pt x="4507370" y="490465"/>
                </a:lnTo>
                <a:lnTo>
                  <a:pt x="4494670" y="503255"/>
                </a:lnTo>
                <a:lnTo>
                  <a:pt x="4512881" y="503255"/>
                </a:lnTo>
                <a:lnTo>
                  <a:pt x="4521478" y="500657"/>
                </a:lnTo>
                <a:lnTo>
                  <a:pt x="4542206" y="500657"/>
                </a:lnTo>
                <a:lnTo>
                  <a:pt x="4541574" y="498276"/>
                </a:lnTo>
                <a:lnTo>
                  <a:pt x="4529758" y="490321"/>
                </a:lnTo>
                <a:close/>
              </a:path>
              <a:path w="6441440" h="835025">
                <a:moveTo>
                  <a:pt x="4596906" y="489184"/>
                </a:moveTo>
                <a:lnTo>
                  <a:pt x="4579119" y="498348"/>
                </a:lnTo>
                <a:lnTo>
                  <a:pt x="4568512" y="516460"/>
                </a:lnTo>
                <a:lnTo>
                  <a:pt x="4566961" y="540994"/>
                </a:lnTo>
                <a:lnTo>
                  <a:pt x="4574754" y="561271"/>
                </a:lnTo>
                <a:lnTo>
                  <a:pt x="4590791" y="573358"/>
                </a:lnTo>
                <a:lnTo>
                  <a:pt x="4605710" y="575125"/>
                </a:lnTo>
                <a:lnTo>
                  <a:pt x="4625428" y="570760"/>
                </a:lnTo>
                <a:lnTo>
                  <a:pt x="4631155" y="563652"/>
                </a:lnTo>
                <a:lnTo>
                  <a:pt x="4600550" y="563652"/>
                </a:lnTo>
                <a:lnTo>
                  <a:pt x="4585181" y="554722"/>
                </a:lnTo>
                <a:lnTo>
                  <a:pt x="4582917" y="536160"/>
                </a:lnTo>
                <a:lnTo>
                  <a:pt x="4576053" y="536160"/>
                </a:lnTo>
                <a:lnTo>
                  <a:pt x="4576053" y="525119"/>
                </a:lnTo>
                <a:lnTo>
                  <a:pt x="4581570" y="525119"/>
                </a:lnTo>
                <a:lnTo>
                  <a:pt x="4580725" y="518192"/>
                </a:lnTo>
                <a:lnTo>
                  <a:pt x="4599324" y="500657"/>
                </a:lnTo>
                <a:lnTo>
                  <a:pt x="4628874" y="500657"/>
                </a:lnTo>
                <a:lnTo>
                  <a:pt x="4625301" y="495137"/>
                </a:lnTo>
                <a:lnTo>
                  <a:pt x="4596906" y="489184"/>
                </a:lnTo>
                <a:close/>
              </a:path>
              <a:path w="6441440" h="835025">
                <a:moveTo>
                  <a:pt x="4626492" y="550664"/>
                </a:moveTo>
                <a:lnTo>
                  <a:pt x="4625409" y="553550"/>
                </a:lnTo>
                <a:lnTo>
                  <a:pt x="4600550" y="563652"/>
                </a:lnTo>
                <a:lnTo>
                  <a:pt x="4631155" y="563652"/>
                </a:lnTo>
                <a:lnTo>
                  <a:pt x="4638831" y="554127"/>
                </a:lnTo>
                <a:lnTo>
                  <a:pt x="4626492" y="550664"/>
                </a:lnTo>
                <a:close/>
              </a:path>
              <a:path w="6441440" h="835025">
                <a:moveTo>
                  <a:pt x="4581570" y="525119"/>
                </a:moveTo>
                <a:lnTo>
                  <a:pt x="4576053" y="525119"/>
                </a:lnTo>
                <a:lnTo>
                  <a:pt x="4576053" y="536160"/>
                </a:lnTo>
                <a:lnTo>
                  <a:pt x="4582917" y="536160"/>
                </a:lnTo>
                <a:lnTo>
                  <a:pt x="4581570" y="525119"/>
                </a:lnTo>
                <a:close/>
              </a:path>
              <a:path w="6441440" h="835025">
                <a:moveTo>
                  <a:pt x="4628874" y="500657"/>
                </a:moveTo>
                <a:lnTo>
                  <a:pt x="4599324" y="500657"/>
                </a:lnTo>
                <a:lnTo>
                  <a:pt x="4619853" y="505979"/>
                </a:lnTo>
                <a:lnTo>
                  <a:pt x="4627141" y="525119"/>
                </a:lnTo>
                <a:lnTo>
                  <a:pt x="4581570" y="525119"/>
                </a:lnTo>
                <a:lnTo>
                  <a:pt x="4582917" y="536160"/>
                </a:lnTo>
                <a:lnTo>
                  <a:pt x="4640130" y="536160"/>
                </a:lnTo>
                <a:lnTo>
                  <a:pt x="4639192" y="518192"/>
                </a:lnTo>
                <a:lnTo>
                  <a:pt x="4639102" y="516460"/>
                </a:lnTo>
                <a:lnTo>
                  <a:pt x="4628874" y="500657"/>
                </a:lnTo>
                <a:close/>
              </a:path>
              <a:path w="6441440" h="835025">
                <a:moveTo>
                  <a:pt x="4684165" y="489184"/>
                </a:moveTo>
                <a:lnTo>
                  <a:pt x="4667316" y="497933"/>
                </a:lnTo>
                <a:lnTo>
                  <a:pt x="4657159" y="515739"/>
                </a:lnTo>
                <a:lnTo>
                  <a:pt x="4655662" y="540850"/>
                </a:lnTo>
                <a:lnTo>
                  <a:pt x="4663149" y="561361"/>
                </a:lnTo>
                <a:lnTo>
                  <a:pt x="4678039" y="573394"/>
                </a:lnTo>
                <a:lnTo>
                  <a:pt x="4690948" y="575125"/>
                </a:lnTo>
                <a:lnTo>
                  <a:pt x="4696288" y="575125"/>
                </a:lnTo>
                <a:lnTo>
                  <a:pt x="4712159" y="563652"/>
                </a:lnTo>
                <a:lnTo>
                  <a:pt x="4687340" y="563652"/>
                </a:lnTo>
                <a:lnTo>
                  <a:pt x="4672980" y="552756"/>
                </a:lnTo>
                <a:lnTo>
                  <a:pt x="4669318" y="520718"/>
                </a:lnTo>
                <a:lnTo>
                  <a:pt x="4682758" y="502046"/>
                </a:lnTo>
                <a:lnTo>
                  <a:pt x="4713073" y="502046"/>
                </a:lnTo>
                <a:lnTo>
                  <a:pt x="4684165" y="489184"/>
                </a:lnTo>
                <a:close/>
              </a:path>
              <a:path w="6441440" h="835025">
                <a:moveTo>
                  <a:pt x="4729048" y="562137"/>
                </a:moveTo>
                <a:lnTo>
                  <a:pt x="4714255" y="562137"/>
                </a:lnTo>
                <a:lnTo>
                  <a:pt x="4716708" y="573394"/>
                </a:lnTo>
                <a:lnTo>
                  <a:pt x="4729048" y="573394"/>
                </a:lnTo>
                <a:lnTo>
                  <a:pt x="4729048" y="562137"/>
                </a:lnTo>
                <a:close/>
              </a:path>
              <a:path w="6441440" h="835025">
                <a:moveTo>
                  <a:pt x="4713073" y="502046"/>
                </a:moveTo>
                <a:lnTo>
                  <a:pt x="4702294" y="502046"/>
                </a:lnTo>
                <a:lnTo>
                  <a:pt x="4715590" y="520194"/>
                </a:lnTo>
                <a:lnTo>
                  <a:pt x="4709204" y="556941"/>
                </a:lnTo>
                <a:lnTo>
                  <a:pt x="4692680" y="563652"/>
                </a:lnTo>
                <a:lnTo>
                  <a:pt x="4712159" y="563652"/>
                </a:lnTo>
                <a:lnTo>
                  <a:pt x="4714255" y="562137"/>
                </a:lnTo>
                <a:lnTo>
                  <a:pt x="4729048" y="562137"/>
                </a:lnTo>
                <a:lnTo>
                  <a:pt x="4729048" y="503471"/>
                </a:lnTo>
                <a:lnTo>
                  <a:pt x="4716276" y="503471"/>
                </a:lnTo>
                <a:lnTo>
                  <a:pt x="4713073" y="502046"/>
                </a:lnTo>
                <a:close/>
              </a:path>
              <a:path w="6441440" h="835025">
                <a:moveTo>
                  <a:pt x="4729048" y="462557"/>
                </a:moveTo>
                <a:lnTo>
                  <a:pt x="4716276" y="462557"/>
                </a:lnTo>
                <a:lnTo>
                  <a:pt x="4716276" y="503471"/>
                </a:lnTo>
                <a:lnTo>
                  <a:pt x="4729048" y="503471"/>
                </a:lnTo>
                <a:lnTo>
                  <a:pt x="4729048" y="462557"/>
                </a:lnTo>
                <a:close/>
              </a:path>
              <a:path w="6441440" h="835025">
                <a:moveTo>
                  <a:pt x="4871797" y="501776"/>
                </a:moveTo>
                <a:lnTo>
                  <a:pt x="4835798" y="501776"/>
                </a:lnTo>
                <a:lnTo>
                  <a:pt x="4856941" y="501920"/>
                </a:lnTo>
                <a:lnTo>
                  <a:pt x="4864211" y="517326"/>
                </a:lnTo>
                <a:lnTo>
                  <a:pt x="4811463" y="541175"/>
                </a:lnTo>
                <a:lnTo>
                  <a:pt x="4816839" y="567441"/>
                </a:lnTo>
                <a:lnTo>
                  <a:pt x="4838883" y="575342"/>
                </a:lnTo>
                <a:lnTo>
                  <a:pt x="4843718" y="575342"/>
                </a:lnTo>
                <a:lnTo>
                  <a:pt x="4862696" y="563941"/>
                </a:lnTo>
                <a:lnTo>
                  <a:pt x="4835844" y="563941"/>
                </a:lnTo>
                <a:lnTo>
                  <a:pt x="4823297" y="554885"/>
                </a:lnTo>
                <a:lnTo>
                  <a:pt x="4827562" y="541175"/>
                </a:lnTo>
                <a:lnTo>
                  <a:pt x="4827663" y="540850"/>
                </a:lnTo>
                <a:lnTo>
                  <a:pt x="4876983" y="540850"/>
                </a:lnTo>
                <a:lnTo>
                  <a:pt x="4876983" y="512022"/>
                </a:lnTo>
                <a:lnTo>
                  <a:pt x="4871870" y="501920"/>
                </a:lnTo>
                <a:lnTo>
                  <a:pt x="4871797" y="501776"/>
                </a:lnTo>
                <a:close/>
              </a:path>
              <a:path w="6441440" h="835025">
                <a:moveTo>
                  <a:pt x="4876983" y="540850"/>
                </a:moveTo>
                <a:lnTo>
                  <a:pt x="4827663" y="540850"/>
                </a:lnTo>
                <a:lnTo>
                  <a:pt x="4864211" y="543303"/>
                </a:lnTo>
                <a:lnTo>
                  <a:pt x="4859737" y="556346"/>
                </a:lnTo>
                <a:lnTo>
                  <a:pt x="4840650" y="563941"/>
                </a:lnTo>
                <a:lnTo>
                  <a:pt x="4862696" y="563941"/>
                </a:lnTo>
                <a:lnTo>
                  <a:pt x="4864211" y="573394"/>
                </a:lnTo>
                <a:lnTo>
                  <a:pt x="4876983" y="573394"/>
                </a:lnTo>
                <a:lnTo>
                  <a:pt x="4876983" y="540850"/>
                </a:lnTo>
                <a:close/>
              </a:path>
              <a:path w="6441440" h="835025">
                <a:moveTo>
                  <a:pt x="4829178" y="492034"/>
                </a:moveTo>
                <a:lnTo>
                  <a:pt x="4812906" y="508667"/>
                </a:lnTo>
                <a:lnTo>
                  <a:pt x="4825029" y="512996"/>
                </a:lnTo>
                <a:lnTo>
                  <a:pt x="4835798" y="501776"/>
                </a:lnTo>
                <a:lnTo>
                  <a:pt x="4871797" y="501776"/>
                </a:lnTo>
                <a:lnTo>
                  <a:pt x="4868847" y="495949"/>
                </a:lnTo>
                <a:lnTo>
                  <a:pt x="4829178" y="492034"/>
                </a:lnTo>
                <a:close/>
              </a:path>
              <a:path w="6441440" h="835025">
                <a:moveTo>
                  <a:pt x="4912640" y="490339"/>
                </a:moveTo>
                <a:lnTo>
                  <a:pt x="4900295" y="490339"/>
                </a:lnTo>
                <a:lnTo>
                  <a:pt x="4900295" y="573394"/>
                </a:lnTo>
                <a:lnTo>
                  <a:pt x="4913067" y="573394"/>
                </a:lnTo>
                <a:lnTo>
                  <a:pt x="4913067" y="523387"/>
                </a:lnTo>
                <a:lnTo>
                  <a:pt x="4917667" y="507657"/>
                </a:lnTo>
                <a:lnTo>
                  <a:pt x="4931837" y="503255"/>
                </a:lnTo>
                <a:lnTo>
                  <a:pt x="4913717" y="503255"/>
                </a:lnTo>
                <a:lnTo>
                  <a:pt x="4912652" y="490483"/>
                </a:lnTo>
                <a:lnTo>
                  <a:pt x="4912640" y="490339"/>
                </a:lnTo>
                <a:close/>
              </a:path>
              <a:path w="6441440" h="835025">
                <a:moveTo>
                  <a:pt x="4958297" y="500657"/>
                </a:moveTo>
                <a:lnTo>
                  <a:pt x="4940199" y="500657"/>
                </a:lnTo>
                <a:lnTo>
                  <a:pt x="4951636" y="509821"/>
                </a:lnTo>
                <a:lnTo>
                  <a:pt x="4953332" y="573394"/>
                </a:lnTo>
                <a:lnTo>
                  <a:pt x="4966104" y="573394"/>
                </a:lnTo>
                <a:lnTo>
                  <a:pt x="4964970" y="509821"/>
                </a:lnTo>
                <a:lnTo>
                  <a:pt x="4964932" y="507657"/>
                </a:lnTo>
                <a:lnTo>
                  <a:pt x="4958297" y="500657"/>
                </a:lnTo>
                <a:close/>
              </a:path>
              <a:path w="6441440" h="835025">
                <a:moveTo>
                  <a:pt x="4948516" y="490339"/>
                </a:moveTo>
                <a:lnTo>
                  <a:pt x="4926561" y="490483"/>
                </a:lnTo>
                <a:lnTo>
                  <a:pt x="4913717" y="503255"/>
                </a:lnTo>
                <a:lnTo>
                  <a:pt x="4931837" y="503255"/>
                </a:lnTo>
                <a:lnTo>
                  <a:pt x="4940199" y="500657"/>
                </a:lnTo>
                <a:lnTo>
                  <a:pt x="4958297" y="500657"/>
                </a:lnTo>
                <a:lnTo>
                  <a:pt x="4948516" y="490339"/>
                </a:lnTo>
                <a:close/>
              </a:path>
              <a:path w="6441440" h="835025">
                <a:moveTo>
                  <a:pt x="5014050" y="489184"/>
                </a:moveTo>
                <a:lnTo>
                  <a:pt x="4997200" y="497933"/>
                </a:lnTo>
                <a:lnTo>
                  <a:pt x="4987044" y="515739"/>
                </a:lnTo>
                <a:lnTo>
                  <a:pt x="4985547" y="540850"/>
                </a:lnTo>
                <a:lnTo>
                  <a:pt x="4993033" y="561361"/>
                </a:lnTo>
                <a:lnTo>
                  <a:pt x="5007924" y="573394"/>
                </a:lnTo>
                <a:lnTo>
                  <a:pt x="5020832" y="575125"/>
                </a:lnTo>
                <a:lnTo>
                  <a:pt x="5026172" y="575125"/>
                </a:lnTo>
                <a:lnTo>
                  <a:pt x="5042043" y="563652"/>
                </a:lnTo>
                <a:lnTo>
                  <a:pt x="5017225" y="563652"/>
                </a:lnTo>
                <a:lnTo>
                  <a:pt x="5002865" y="552756"/>
                </a:lnTo>
                <a:lnTo>
                  <a:pt x="4999203" y="520718"/>
                </a:lnTo>
                <a:lnTo>
                  <a:pt x="5012642" y="502046"/>
                </a:lnTo>
                <a:lnTo>
                  <a:pt x="5042957" y="502046"/>
                </a:lnTo>
                <a:lnTo>
                  <a:pt x="5014050" y="489184"/>
                </a:lnTo>
                <a:close/>
              </a:path>
              <a:path w="6441440" h="835025">
                <a:moveTo>
                  <a:pt x="5058932" y="562137"/>
                </a:moveTo>
                <a:lnTo>
                  <a:pt x="5044140" y="562137"/>
                </a:lnTo>
                <a:lnTo>
                  <a:pt x="5046593" y="573394"/>
                </a:lnTo>
                <a:lnTo>
                  <a:pt x="5058932" y="573394"/>
                </a:lnTo>
                <a:lnTo>
                  <a:pt x="5058932" y="562137"/>
                </a:lnTo>
                <a:close/>
              </a:path>
              <a:path w="6441440" h="835025">
                <a:moveTo>
                  <a:pt x="5042957" y="502046"/>
                </a:moveTo>
                <a:lnTo>
                  <a:pt x="5032178" y="502046"/>
                </a:lnTo>
                <a:lnTo>
                  <a:pt x="5045475" y="520194"/>
                </a:lnTo>
                <a:lnTo>
                  <a:pt x="5039089" y="556941"/>
                </a:lnTo>
                <a:lnTo>
                  <a:pt x="5022564" y="563652"/>
                </a:lnTo>
                <a:lnTo>
                  <a:pt x="5042043" y="563652"/>
                </a:lnTo>
                <a:lnTo>
                  <a:pt x="5044140" y="562137"/>
                </a:lnTo>
                <a:lnTo>
                  <a:pt x="5058932" y="562137"/>
                </a:lnTo>
                <a:lnTo>
                  <a:pt x="5058932" y="503471"/>
                </a:lnTo>
                <a:lnTo>
                  <a:pt x="5046160" y="503471"/>
                </a:lnTo>
                <a:lnTo>
                  <a:pt x="5042957" y="502046"/>
                </a:lnTo>
                <a:close/>
              </a:path>
              <a:path w="6441440" h="835025">
                <a:moveTo>
                  <a:pt x="5058932" y="462557"/>
                </a:moveTo>
                <a:lnTo>
                  <a:pt x="5046160" y="462557"/>
                </a:lnTo>
                <a:lnTo>
                  <a:pt x="5046160" y="503471"/>
                </a:lnTo>
                <a:lnTo>
                  <a:pt x="5058932" y="503471"/>
                </a:lnTo>
                <a:lnTo>
                  <a:pt x="5058932" y="462557"/>
                </a:lnTo>
                <a:close/>
              </a:path>
              <a:path w="6441440" h="835025">
                <a:moveTo>
                  <a:pt x="5162706" y="470350"/>
                </a:moveTo>
                <a:lnTo>
                  <a:pt x="5149934" y="470350"/>
                </a:lnTo>
                <a:lnTo>
                  <a:pt x="5149934" y="553045"/>
                </a:lnTo>
                <a:lnTo>
                  <a:pt x="5155563" y="568234"/>
                </a:lnTo>
                <a:lnTo>
                  <a:pt x="5176795" y="574296"/>
                </a:lnTo>
                <a:lnTo>
                  <a:pt x="5162706" y="470350"/>
                </a:lnTo>
                <a:close/>
              </a:path>
              <a:path w="6441440" h="835025">
                <a:moveTo>
                  <a:pt x="5149934" y="490266"/>
                </a:moveTo>
                <a:lnTo>
                  <a:pt x="5137378" y="490266"/>
                </a:lnTo>
                <a:lnTo>
                  <a:pt x="5137378" y="501090"/>
                </a:lnTo>
                <a:lnTo>
                  <a:pt x="5149934" y="501090"/>
                </a:lnTo>
                <a:lnTo>
                  <a:pt x="5149934" y="490266"/>
                </a:lnTo>
                <a:close/>
              </a:path>
              <a:path w="6441440" h="835025">
                <a:moveTo>
                  <a:pt x="5180458" y="490266"/>
                </a:moveTo>
                <a:lnTo>
                  <a:pt x="5165406" y="490266"/>
                </a:lnTo>
                <a:lnTo>
                  <a:pt x="5166873" y="501090"/>
                </a:lnTo>
                <a:lnTo>
                  <a:pt x="5180458" y="501090"/>
                </a:lnTo>
                <a:lnTo>
                  <a:pt x="5180458" y="490266"/>
                </a:lnTo>
                <a:close/>
              </a:path>
              <a:path w="6441440" h="835025">
                <a:moveTo>
                  <a:pt x="5214228" y="462557"/>
                </a:moveTo>
                <a:lnTo>
                  <a:pt x="5201456" y="462557"/>
                </a:lnTo>
                <a:lnTo>
                  <a:pt x="5201456" y="573394"/>
                </a:lnTo>
                <a:lnTo>
                  <a:pt x="5214228" y="573394"/>
                </a:lnTo>
                <a:lnTo>
                  <a:pt x="5214228" y="523387"/>
                </a:lnTo>
                <a:lnTo>
                  <a:pt x="5218954" y="507657"/>
                </a:lnTo>
                <a:lnTo>
                  <a:pt x="5233521" y="503255"/>
                </a:lnTo>
                <a:lnTo>
                  <a:pt x="5215310" y="503255"/>
                </a:lnTo>
                <a:lnTo>
                  <a:pt x="5214228" y="462557"/>
                </a:lnTo>
                <a:close/>
              </a:path>
              <a:path w="6441440" h="835025">
                <a:moveTo>
                  <a:pt x="5262845" y="500657"/>
                </a:moveTo>
                <a:lnTo>
                  <a:pt x="5242117" y="500657"/>
                </a:lnTo>
                <a:lnTo>
                  <a:pt x="5253645" y="509731"/>
                </a:lnTo>
                <a:lnTo>
                  <a:pt x="5255358" y="573394"/>
                </a:lnTo>
                <a:lnTo>
                  <a:pt x="5268131" y="573394"/>
                </a:lnTo>
                <a:lnTo>
                  <a:pt x="5268131" y="520573"/>
                </a:lnTo>
                <a:lnTo>
                  <a:pt x="5262845" y="500657"/>
                </a:lnTo>
                <a:close/>
              </a:path>
              <a:path w="6441440" h="835025">
                <a:moveTo>
                  <a:pt x="5250398" y="490321"/>
                </a:moveTo>
                <a:lnTo>
                  <a:pt x="5228010" y="490465"/>
                </a:lnTo>
                <a:lnTo>
                  <a:pt x="5215310" y="503255"/>
                </a:lnTo>
                <a:lnTo>
                  <a:pt x="5233521" y="503255"/>
                </a:lnTo>
                <a:lnTo>
                  <a:pt x="5242117" y="500657"/>
                </a:lnTo>
                <a:lnTo>
                  <a:pt x="5262845" y="500657"/>
                </a:lnTo>
                <a:lnTo>
                  <a:pt x="5262213" y="498276"/>
                </a:lnTo>
                <a:lnTo>
                  <a:pt x="5250398" y="490321"/>
                </a:lnTo>
                <a:close/>
              </a:path>
              <a:path w="6441440" h="835025">
                <a:moveTo>
                  <a:pt x="5317546" y="489184"/>
                </a:moveTo>
                <a:lnTo>
                  <a:pt x="5299759" y="498348"/>
                </a:lnTo>
                <a:lnTo>
                  <a:pt x="5289152" y="516460"/>
                </a:lnTo>
                <a:lnTo>
                  <a:pt x="5287600" y="540994"/>
                </a:lnTo>
                <a:lnTo>
                  <a:pt x="5295393" y="561271"/>
                </a:lnTo>
                <a:lnTo>
                  <a:pt x="5311431" y="573358"/>
                </a:lnTo>
                <a:lnTo>
                  <a:pt x="5326350" y="575125"/>
                </a:lnTo>
                <a:lnTo>
                  <a:pt x="5346067" y="570760"/>
                </a:lnTo>
                <a:lnTo>
                  <a:pt x="5351795" y="563652"/>
                </a:lnTo>
                <a:lnTo>
                  <a:pt x="5321190" y="563652"/>
                </a:lnTo>
                <a:lnTo>
                  <a:pt x="5305821" y="554722"/>
                </a:lnTo>
                <a:lnTo>
                  <a:pt x="5303556" y="536160"/>
                </a:lnTo>
                <a:lnTo>
                  <a:pt x="5296692" y="536160"/>
                </a:lnTo>
                <a:lnTo>
                  <a:pt x="5296692" y="525119"/>
                </a:lnTo>
                <a:lnTo>
                  <a:pt x="5302210" y="525119"/>
                </a:lnTo>
                <a:lnTo>
                  <a:pt x="5301365" y="518192"/>
                </a:lnTo>
                <a:lnTo>
                  <a:pt x="5319963" y="500657"/>
                </a:lnTo>
                <a:lnTo>
                  <a:pt x="5349513" y="500657"/>
                </a:lnTo>
                <a:lnTo>
                  <a:pt x="5345941" y="495137"/>
                </a:lnTo>
                <a:lnTo>
                  <a:pt x="5317546" y="489184"/>
                </a:lnTo>
                <a:close/>
              </a:path>
              <a:path w="6441440" h="835025">
                <a:moveTo>
                  <a:pt x="5347132" y="550664"/>
                </a:moveTo>
                <a:lnTo>
                  <a:pt x="5346049" y="553550"/>
                </a:lnTo>
                <a:lnTo>
                  <a:pt x="5321190" y="563652"/>
                </a:lnTo>
                <a:lnTo>
                  <a:pt x="5351795" y="563652"/>
                </a:lnTo>
                <a:lnTo>
                  <a:pt x="5359471" y="554127"/>
                </a:lnTo>
                <a:lnTo>
                  <a:pt x="5347132" y="550664"/>
                </a:lnTo>
                <a:close/>
              </a:path>
              <a:path w="6441440" h="835025">
                <a:moveTo>
                  <a:pt x="5302210" y="525119"/>
                </a:moveTo>
                <a:lnTo>
                  <a:pt x="5296692" y="525119"/>
                </a:lnTo>
                <a:lnTo>
                  <a:pt x="5296692" y="536160"/>
                </a:lnTo>
                <a:lnTo>
                  <a:pt x="5303556" y="536160"/>
                </a:lnTo>
                <a:lnTo>
                  <a:pt x="5302210" y="525119"/>
                </a:lnTo>
                <a:close/>
              </a:path>
              <a:path w="6441440" h="835025">
                <a:moveTo>
                  <a:pt x="5349513" y="500657"/>
                </a:moveTo>
                <a:lnTo>
                  <a:pt x="5319963" y="500657"/>
                </a:lnTo>
                <a:lnTo>
                  <a:pt x="5340493" y="505979"/>
                </a:lnTo>
                <a:lnTo>
                  <a:pt x="5347781" y="525119"/>
                </a:lnTo>
                <a:lnTo>
                  <a:pt x="5302210" y="525119"/>
                </a:lnTo>
                <a:lnTo>
                  <a:pt x="5303556" y="536160"/>
                </a:lnTo>
                <a:lnTo>
                  <a:pt x="5360769" y="536160"/>
                </a:lnTo>
                <a:lnTo>
                  <a:pt x="5359832" y="518192"/>
                </a:lnTo>
                <a:lnTo>
                  <a:pt x="5359741" y="516460"/>
                </a:lnTo>
                <a:lnTo>
                  <a:pt x="5349513" y="500657"/>
                </a:lnTo>
                <a:close/>
              </a:path>
              <a:path w="6441440" h="835025">
                <a:moveTo>
                  <a:pt x="5453179" y="490266"/>
                </a:moveTo>
                <a:lnTo>
                  <a:pt x="5440406" y="490266"/>
                </a:lnTo>
                <a:lnTo>
                  <a:pt x="5441510" y="553117"/>
                </a:lnTo>
                <a:lnTo>
                  <a:pt x="5441561" y="556021"/>
                </a:lnTo>
                <a:lnTo>
                  <a:pt x="5457485" y="573394"/>
                </a:lnTo>
                <a:lnTo>
                  <a:pt x="5453888" y="573394"/>
                </a:lnTo>
                <a:lnTo>
                  <a:pt x="5478723" y="573015"/>
                </a:lnTo>
                <a:lnTo>
                  <a:pt x="5489214" y="562137"/>
                </a:lnTo>
                <a:lnTo>
                  <a:pt x="5466059" y="562137"/>
                </a:lnTo>
                <a:lnTo>
                  <a:pt x="5454874" y="553117"/>
                </a:lnTo>
                <a:lnTo>
                  <a:pt x="5453179" y="490266"/>
                </a:lnTo>
                <a:close/>
              </a:path>
              <a:path w="6441440" h="835025">
                <a:moveTo>
                  <a:pt x="5505566" y="559323"/>
                </a:moveTo>
                <a:lnTo>
                  <a:pt x="5491928" y="559323"/>
                </a:lnTo>
                <a:lnTo>
                  <a:pt x="5492770" y="573015"/>
                </a:lnTo>
                <a:lnTo>
                  <a:pt x="5492794" y="573394"/>
                </a:lnTo>
                <a:lnTo>
                  <a:pt x="5505566" y="573394"/>
                </a:lnTo>
                <a:lnTo>
                  <a:pt x="5505566" y="559323"/>
                </a:lnTo>
                <a:close/>
              </a:path>
              <a:path w="6441440" h="835025">
                <a:moveTo>
                  <a:pt x="5505566" y="490266"/>
                </a:moveTo>
                <a:lnTo>
                  <a:pt x="5492794" y="490266"/>
                </a:lnTo>
                <a:lnTo>
                  <a:pt x="5492794" y="539407"/>
                </a:lnTo>
                <a:lnTo>
                  <a:pt x="5487147" y="555588"/>
                </a:lnTo>
                <a:lnTo>
                  <a:pt x="5466059" y="562137"/>
                </a:lnTo>
                <a:lnTo>
                  <a:pt x="5489214" y="562137"/>
                </a:lnTo>
                <a:lnTo>
                  <a:pt x="5491928" y="559323"/>
                </a:lnTo>
                <a:lnTo>
                  <a:pt x="5505566" y="559323"/>
                </a:lnTo>
                <a:lnTo>
                  <a:pt x="5505566" y="490266"/>
                </a:lnTo>
                <a:close/>
              </a:path>
              <a:path w="6441440" h="835025">
                <a:moveTo>
                  <a:pt x="5537402" y="550447"/>
                </a:moveTo>
                <a:lnTo>
                  <a:pt x="5525279" y="553478"/>
                </a:lnTo>
                <a:lnTo>
                  <a:pt x="5526758" y="560549"/>
                </a:lnTo>
                <a:lnTo>
                  <a:pt x="5541388" y="573285"/>
                </a:lnTo>
                <a:lnTo>
                  <a:pt x="5563343" y="575125"/>
                </a:lnTo>
                <a:lnTo>
                  <a:pt x="5582537" y="566755"/>
                </a:lnTo>
                <a:lnTo>
                  <a:pt x="5583760" y="562750"/>
                </a:lnTo>
                <a:lnTo>
                  <a:pt x="5547197" y="562750"/>
                </a:lnTo>
                <a:lnTo>
                  <a:pt x="5537402" y="550447"/>
                </a:lnTo>
                <a:close/>
              </a:path>
              <a:path w="6441440" h="835025">
                <a:moveTo>
                  <a:pt x="5558400" y="489184"/>
                </a:moveTo>
                <a:lnTo>
                  <a:pt x="5534497" y="497158"/>
                </a:lnTo>
                <a:lnTo>
                  <a:pt x="5527877" y="518950"/>
                </a:lnTo>
                <a:lnTo>
                  <a:pt x="5536752" y="531343"/>
                </a:lnTo>
                <a:lnTo>
                  <a:pt x="5571100" y="541644"/>
                </a:lnTo>
                <a:lnTo>
                  <a:pt x="5576151" y="554452"/>
                </a:lnTo>
                <a:lnTo>
                  <a:pt x="5567348" y="562606"/>
                </a:lnTo>
                <a:lnTo>
                  <a:pt x="5547197" y="562750"/>
                </a:lnTo>
                <a:lnTo>
                  <a:pt x="5583760" y="562750"/>
                </a:lnTo>
                <a:lnTo>
                  <a:pt x="5589356" y="544422"/>
                </a:lnTo>
                <a:lnTo>
                  <a:pt x="5580246" y="532281"/>
                </a:lnTo>
                <a:lnTo>
                  <a:pt x="5541803" y="518246"/>
                </a:lnTo>
                <a:lnTo>
                  <a:pt x="5542205" y="508883"/>
                </a:lnTo>
                <a:lnTo>
                  <a:pt x="5542327" y="506051"/>
                </a:lnTo>
                <a:lnTo>
                  <a:pt x="5562116" y="500224"/>
                </a:lnTo>
                <a:lnTo>
                  <a:pt x="5582933" y="500224"/>
                </a:lnTo>
                <a:lnTo>
                  <a:pt x="5573084" y="490988"/>
                </a:lnTo>
                <a:lnTo>
                  <a:pt x="5558400" y="489184"/>
                </a:lnTo>
                <a:close/>
              </a:path>
              <a:path w="6441440" h="835025">
                <a:moveTo>
                  <a:pt x="5582933" y="500224"/>
                </a:moveTo>
                <a:lnTo>
                  <a:pt x="5562116" y="500224"/>
                </a:lnTo>
                <a:lnTo>
                  <a:pt x="5576368" y="512131"/>
                </a:lnTo>
                <a:lnTo>
                  <a:pt x="5587841" y="508883"/>
                </a:lnTo>
                <a:lnTo>
                  <a:pt x="5585857" y="502966"/>
                </a:lnTo>
                <a:lnTo>
                  <a:pt x="5582933" y="500224"/>
                </a:lnTo>
                <a:close/>
              </a:path>
              <a:path w="6441440" h="835025">
                <a:moveTo>
                  <a:pt x="5634631" y="489184"/>
                </a:moveTo>
                <a:lnTo>
                  <a:pt x="5616844" y="498348"/>
                </a:lnTo>
                <a:lnTo>
                  <a:pt x="5606237" y="516460"/>
                </a:lnTo>
                <a:lnTo>
                  <a:pt x="5604686" y="540994"/>
                </a:lnTo>
                <a:lnTo>
                  <a:pt x="5612479" y="561271"/>
                </a:lnTo>
                <a:lnTo>
                  <a:pt x="5628516" y="573358"/>
                </a:lnTo>
                <a:lnTo>
                  <a:pt x="5643435" y="575125"/>
                </a:lnTo>
                <a:lnTo>
                  <a:pt x="5663153" y="570760"/>
                </a:lnTo>
                <a:lnTo>
                  <a:pt x="5668880" y="563652"/>
                </a:lnTo>
                <a:lnTo>
                  <a:pt x="5638275" y="563652"/>
                </a:lnTo>
                <a:lnTo>
                  <a:pt x="5622906" y="554722"/>
                </a:lnTo>
                <a:lnTo>
                  <a:pt x="5620642" y="536160"/>
                </a:lnTo>
                <a:lnTo>
                  <a:pt x="5613778" y="536160"/>
                </a:lnTo>
                <a:lnTo>
                  <a:pt x="5613778" y="525119"/>
                </a:lnTo>
                <a:lnTo>
                  <a:pt x="5619295" y="525119"/>
                </a:lnTo>
                <a:lnTo>
                  <a:pt x="5618450" y="518192"/>
                </a:lnTo>
                <a:lnTo>
                  <a:pt x="5637049" y="500657"/>
                </a:lnTo>
                <a:lnTo>
                  <a:pt x="5666599" y="500657"/>
                </a:lnTo>
                <a:lnTo>
                  <a:pt x="5663026" y="495137"/>
                </a:lnTo>
                <a:lnTo>
                  <a:pt x="5634631" y="489184"/>
                </a:lnTo>
                <a:close/>
              </a:path>
              <a:path w="6441440" h="835025">
                <a:moveTo>
                  <a:pt x="5664217" y="550664"/>
                </a:moveTo>
                <a:lnTo>
                  <a:pt x="5663134" y="553550"/>
                </a:lnTo>
                <a:lnTo>
                  <a:pt x="5638275" y="563652"/>
                </a:lnTo>
                <a:lnTo>
                  <a:pt x="5668880" y="563652"/>
                </a:lnTo>
                <a:lnTo>
                  <a:pt x="5676556" y="554127"/>
                </a:lnTo>
                <a:lnTo>
                  <a:pt x="5664217" y="550664"/>
                </a:lnTo>
                <a:close/>
              </a:path>
              <a:path w="6441440" h="835025">
                <a:moveTo>
                  <a:pt x="5619295" y="525119"/>
                </a:moveTo>
                <a:lnTo>
                  <a:pt x="5613778" y="525119"/>
                </a:lnTo>
                <a:lnTo>
                  <a:pt x="5613778" y="536160"/>
                </a:lnTo>
                <a:lnTo>
                  <a:pt x="5620642" y="536160"/>
                </a:lnTo>
                <a:lnTo>
                  <a:pt x="5619295" y="525119"/>
                </a:lnTo>
                <a:close/>
              </a:path>
              <a:path w="6441440" h="835025">
                <a:moveTo>
                  <a:pt x="5666599" y="500657"/>
                </a:moveTo>
                <a:lnTo>
                  <a:pt x="5637049" y="500657"/>
                </a:lnTo>
                <a:lnTo>
                  <a:pt x="5657578" y="505979"/>
                </a:lnTo>
                <a:lnTo>
                  <a:pt x="5664866" y="525119"/>
                </a:lnTo>
                <a:lnTo>
                  <a:pt x="5619295" y="525119"/>
                </a:lnTo>
                <a:lnTo>
                  <a:pt x="5620642" y="536160"/>
                </a:lnTo>
                <a:lnTo>
                  <a:pt x="5677855" y="536160"/>
                </a:lnTo>
                <a:lnTo>
                  <a:pt x="5676917" y="518192"/>
                </a:lnTo>
                <a:lnTo>
                  <a:pt x="5676827" y="516460"/>
                </a:lnTo>
                <a:lnTo>
                  <a:pt x="5666599" y="500657"/>
                </a:lnTo>
                <a:close/>
              </a:path>
              <a:path w="6441440" h="835025">
                <a:moveTo>
                  <a:pt x="5709623" y="490266"/>
                </a:moveTo>
                <a:lnTo>
                  <a:pt x="5697283" y="490266"/>
                </a:lnTo>
                <a:lnTo>
                  <a:pt x="5697283" y="573394"/>
                </a:lnTo>
                <a:lnTo>
                  <a:pt x="5710056" y="573394"/>
                </a:lnTo>
                <a:lnTo>
                  <a:pt x="5710958" y="513700"/>
                </a:lnTo>
                <a:lnTo>
                  <a:pt x="5728597" y="502822"/>
                </a:lnTo>
                <a:lnTo>
                  <a:pt x="5710489" y="502822"/>
                </a:lnTo>
                <a:lnTo>
                  <a:pt x="5709623" y="490266"/>
                </a:lnTo>
                <a:close/>
              </a:path>
              <a:path w="6441440" h="835025">
                <a:moveTo>
                  <a:pt x="5727157" y="488968"/>
                </a:moveTo>
                <a:lnTo>
                  <a:pt x="5710489" y="502822"/>
                </a:lnTo>
                <a:lnTo>
                  <a:pt x="5728597" y="502822"/>
                </a:lnTo>
                <a:lnTo>
                  <a:pt x="5731054" y="501307"/>
                </a:lnTo>
                <a:lnTo>
                  <a:pt x="5738847" y="489184"/>
                </a:lnTo>
                <a:lnTo>
                  <a:pt x="5727157" y="488968"/>
                </a:lnTo>
                <a:close/>
              </a:path>
              <a:path w="6441440" h="835025">
                <a:moveTo>
                  <a:pt x="5826541" y="490339"/>
                </a:moveTo>
                <a:lnTo>
                  <a:pt x="5814195" y="490339"/>
                </a:lnTo>
                <a:lnTo>
                  <a:pt x="5814195" y="573394"/>
                </a:lnTo>
                <a:lnTo>
                  <a:pt x="5826968" y="573394"/>
                </a:lnTo>
                <a:lnTo>
                  <a:pt x="5826968" y="523387"/>
                </a:lnTo>
                <a:lnTo>
                  <a:pt x="5831568" y="507657"/>
                </a:lnTo>
                <a:lnTo>
                  <a:pt x="5845737" y="503255"/>
                </a:lnTo>
                <a:lnTo>
                  <a:pt x="5827617" y="503255"/>
                </a:lnTo>
                <a:lnTo>
                  <a:pt x="5826553" y="490483"/>
                </a:lnTo>
                <a:lnTo>
                  <a:pt x="5826541" y="490339"/>
                </a:lnTo>
                <a:close/>
              </a:path>
              <a:path w="6441440" h="835025">
                <a:moveTo>
                  <a:pt x="5872197" y="500657"/>
                </a:moveTo>
                <a:lnTo>
                  <a:pt x="5854099" y="500657"/>
                </a:lnTo>
                <a:lnTo>
                  <a:pt x="5865537" y="509821"/>
                </a:lnTo>
                <a:lnTo>
                  <a:pt x="5867232" y="573394"/>
                </a:lnTo>
                <a:lnTo>
                  <a:pt x="5880004" y="573394"/>
                </a:lnTo>
                <a:lnTo>
                  <a:pt x="5878871" y="509821"/>
                </a:lnTo>
                <a:lnTo>
                  <a:pt x="5878832" y="507657"/>
                </a:lnTo>
                <a:lnTo>
                  <a:pt x="5872197" y="500657"/>
                </a:lnTo>
                <a:close/>
              </a:path>
              <a:path w="6441440" h="835025">
                <a:moveTo>
                  <a:pt x="5862416" y="490339"/>
                </a:moveTo>
                <a:lnTo>
                  <a:pt x="5840462" y="490483"/>
                </a:lnTo>
                <a:lnTo>
                  <a:pt x="5827617" y="503255"/>
                </a:lnTo>
                <a:lnTo>
                  <a:pt x="5845737" y="503255"/>
                </a:lnTo>
                <a:lnTo>
                  <a:pt x="5854099" y="500657"/>
                </a:lnTo>
                <a:lnTo>
                  <a:pt x="5872197" y="500657"/>
                </a:lnTo>
                <a:lnTo>
                  <a:pt x="5862416" y="490339"/>
                </a:lnTo>
                <a:close/>
              </a:path>
              <a:path w="6441440" h="835025">
                <a:moveTo>
                  <a:pt x="5929393" y="489184"/>
                </a:moveTo>
                <a:lnTo>
                  <a:pt x="5911606" y="498348"/>
                </a:lnTo>
                <a:lnTo>
                  <a:pt x="5900999" y="516460"/>
                </a:lnTo>
                <a:lnTo>
                  <a:pt x="5899447" y="540994"/>
                </a:lnTo>
                <a:lnTo>
                  <a:pt x="5907240" y="561271"/>
                </a:lnTo>
                <a:lnTo>
                  <a:pt x="5923277" y="573358"/>
                </a:lnTo>
                <a:lnTo>
                  <a:pt x="5938196" y="575125"/>
                </a:lnTo>
                <a:lnTo>
                  <a:pt x="5957914" y="570760"/>
                </a:lnTo>
                <a:lnTo>
                  <a:pt x="5963642" y="563652"/>
                </a:lnTo>
                <a:lnTo>
                  <a:pt x="5933037" y="563652"/>
                </a:lnTo>
                <a:lnTo>
                  <a:pt x="5917667" y="554722"/>
                </a:lnTo>
                <a:lnTo>
                  <a:pt x="5915403" y="536160"/>
                </a:lnTo>
                <a:lnTo>
                  <a:pt x="5908539" y="536160"/>
                </a:lnTo>
                <a:lnTo>
                  <a:pt x="5908539" y="525119"/>
                </a:lnTo>
                <a:lnTo>
                  <a:pt x="5914056" y="525119"/>
                </a:lnTo>
                <a:lnTo>
                  <a:pt x="5913211" y="518192"/>
                </a:lnTo>
                <a:lnTo>
                  <a:pt x="5931810" y="500657"/>
                </a:lnTo>
                <a:lnTo>
                  <a:pt x="5961360" y="500657"/>
                </a:lnTo>
                <a:lnTo>
                  <a:pt x="5957787" y="495137"/>
                </a:lnTo>
                <a:lnTo>
                  <a:pt x="5929393" y="489184"/>
                </a:lnTo>
                <a:close/>
              </a:path>
              <a:path w="6441440" h="835025">
                <a:moveTo>
                  <a:pt x="5958978" y="550664"/>
                </a:moveTo>
                <a:lnTo>
                  <a:pt x="5957896" y="553550"/>
                </a:lnTo>
                <a:lnTo>
                  <a:pt x="5933037" y="563652"/>
                </a:lnTo>
                <a:lnTo>
                  <a:pt x="5963642" y="563652"/>
                </a:lnTo>
                <a:lnTo>
                  <a:pt x="5971318" y="554127"/>
                </a:lnTo>
                <a:lnTo>
                  <a:pt x="5958978" y="550664"/>
                </a:lnTo>
                <a:close/>
              </a:path>
              <a:path w="6441440" h="835025">
                <a:moveTo>
                  <a:pt x="5914056" y="525119"/>
                </a:moveTo>
                <a:lnTo>
                  <a:pt x="5908539" y="525119"/>
                </a:lnTo>
                <a:lnTo>
                  <a:pt x="5908539" y="536160"/>
                </a:lnTo>
                <a:lnTo>
                  <a:pt x="5915403" y="536160"/>
                </a:lnTo>
                <a:lnTo>
                  <a:pt x="5914056" y="525119"/>
                </a:lnTo>
                <a:close/>
              </a:path>
              <a:path w="6441440" h="835025">
                <a:moveTo>
                  <a:pt x="5961360" y="500657"/>
                </a:moveTo>
                <a:lnTo>
                  <a:pt x="5931810" y="500657"/>
                </a:lnTo>
                <a:lnTo>
                  <a:pt x="5952340" y="505979"/>
                </a:lnTo>
                <a:lnTo>
                  <a:pt x="5959628" y="525119"/>
                </a:lnTo>
                <a:lnTo>
                  <a:pt x="5914056" y="525119"/>
                </a:lnTo>
                <a:lnTo>
                  <a:pt x="5915403" y="536160"/>
                </a:lnTo>
                <a:lnTo>
                  <a:pt x="5972616" y="536160"/>
                </a:lnTo>
                <a:lnTo>
                  <a:pt x="5971678" y="518192"/>
                </a:lnTo>
                <a:lnTo>
                  <a:pt x="5971588" y="516460"/>
                </a:lnTo>
                <a:lnTo>
                  <a:pt x="5961360" y="500657"/>
                </a:lnTo>
                <a:close/>
              </a:path>
              <a:path w="6441440" h="835025">
                <a:moveTo>
                  <a:pt x="6018094" y="489184"/>
                </a:moveTo>
                <a:lnTo>
                  <a:pt x="6000307" y="498348"/>
                </a:lnTo>
                <a:lnTo>
                  <a:pt x="5989700" y="516460"/>
                </a:lnTo>
                <a:lnTo>
                  <a:pt x="5988149" y="540994"/>
                </a:lnTo>
                <a:lnTo>
                  <a:pt x="5995942" y="561271"/>
                </a:lnTo>
                <a:lnTo>
                  <a:pt x="6011979" y="573358"/>
                </a:lnTo>
                <a:lnTo>
                  <a:pt x="6026898" y="575125"/>
                </a:lnTo>
                <a:lnTo>
                  <a:pt x="6046616" y="570760"/>
                </a:lnTo>
                <a:lnTo>
                  <a:pt x="6052343" y="563652"/>
                </a:lnTo>
                <a:lnTo>
                  <a:pt x="6021738" y="563652"/>
                </a:lnTo>
                <a:lnTo>
                  <a:pt x="6006369" y="554722"/>
                </a:lnTo>
                <a:lnTo>
                  <a:pt x="6004105" y="536160"/>
                </a:lnTo>
                <a:lnTo>
                  <a:pt x="5997241" y="536160"/>
                </a:lnTo>
                <a:lnTo>
                  <a:pt x="5997241" y="525119"/>
                </a:lnTo>
                <a:lnTo>
                  <a:pt x="6002758" y="525119"/>
                </a:lnTo>
                <a:lnTo>
                  <a:pt x="6001913" y="518192"/>
                </a:lnTo>
                <a:lnTo>
                  <a:pt x="6020512" y="500657"/>
                </a:lnTo>
                <a:lnTo>
                  <a:pt x="6050062" y="500657"/>
                </a:lnTo>
                <a:lnTo>
                  <a:pt x="6046489" y="495137"/>
                </a:lnTo>
                <a:lnTo>
                  <a:pt x="6018094" y="489184"/>
                </a:lnTo>
                <a:close/>
              </a:path>
              <a:path w="6441440" h="835025">
                <a:moveTo>
                  <a:pt x="6047680" y="550664"/>
                </a:moveTo>
                <a:lnTo>
                  <a:pt x="6046597" y="553550"/>
                </a:lnTo>
                <a:lnTo>
                  <a:pt x="6021738" y="563652"/>
                </a:lnTo>
                <a:lnTo>
                  <a:pt x="6052343" y="563652"/>
                </a:lnTo>
                <a:lnTo>
                  <a:pt x="6060019" y="554127"/>
                </a:lnTo>
                <a:lnTo>
                  <a:pt x="6047680" y="550664"/>
                </a:lnTo>
                <a:close/>
              </a:path>
              <a:path w="6441440" h="835025">
                <a:moveTo>
                  <a:pt x="6002758" y="525119"/>
                </a:moveTo>
                <a:lnTo>
                  <a:pt x="5997241" y="525119"/>
                </a:lnTo>
                <a:lnTo>
                  <a:pt x="5997241" y="536160"/>
                </a:lnTo>
                <a:lnTo>
                  <a:pt x="6004105" y="536160"/>
                </a:lnTo>
                <a:lnTo>
                  <a:pt x="6002758" y="525119"/>
                </a:lnTo>
                <a:close/>
              </a:path>
              <a:path w="6441440" h="835025">
                <a:moveTo>
                  <a:pt x="6050062" y="500657"/>
                </a:moveTo>
                <a:lnTo>
                  <a:pt x="6020512" y="500657"/>
                </a:lnTo>
                <a:lnTo>
                  <a:pt x="6041041" y="505979"/>
                </a:lnTo>
                <a:lnTo>
                  <a:pt x="6048329" y="525119"/>
                </a:lnTo>
                <a:lnTo>
                  <a:pt x="6002758" y="525119"/>
                </a:lnTo>
                <a:lnTo>
                  <a:pt x="6004105" y="536160"/>
                </a:lnTo>
                <a:lnTo>
                  <a:pt x="6061318" y="536160"/>
                </a:lnTo>
                <a:lnTo>
                  <a:pt x="6060380" y="518192"/>
                </a:lnTo>
                <a:lnTo>
                  <a:pt x="6060290" y="516460"/>
                </a:lnTo>
                <a:lnTo>
                  <a:pt x="6050062" y="500657"/>
                </a:lnTo>
                <a:close/>
              </a:path>
              <a:path w="6441440" h="835025">
                <a:moveTo>
                  <a:pt x="6105353" y="489184"/>
                </a:moveTo>
                <a:lnTo>
                  <a:pt x="6088504" y="497933"/>
                </a:lnTo>
                <a:lnTo>
                  <a:pt x="6078347" y="515739"/>
                </a:lnTo>
                <a:lnTo>
                  <a:pt x="6076850" y="540850"/>
                </a:lnTo>
                <a:lnTo>
                  <a:pt x="6084337" y="561361"/>
                </a:lnTo>
                <a:lnTo>
                  <a:pt x="6099227" y="573394"/>
                </a:lnTo>
                <a:lnTo>
                  <a:pt x="6112136" y="575125"/>
                </a:lnTo>
                <a:lnTo>
                  <a:pt x="6117476" y="575125"/>
                </a:lnTo>
                <a:lnTo>
                  <a:pt x="6133347" y="563652"/>
                </a:lnTo>
                <a:lnTo>
                  <a:pt x="6108528" y="563652"/>
                </a:lnTo>
                <a:lnTo>
                  <a:pt x="6094168" y="552756"/>
                </a:lnTo>
                <a:lnTo>
                  <a:pt x="6090506" y="520718"/>
                </a:lnTo>
                <a:lnTo>
                  <a:pt x="6103946" y="502046"/>
                </a:lnTo>
                <a:lnTo>
                  <a:pt x="6134261" y="502046"/>
                </a:lnTo>
                <a:lnTo>
                  <a:pt x="6105353" y="489184"/>
                </a:lnTo>
                <a:close/>
              </a:path>
              <a:path w="6441440" h="835025">
                <a:moveTo>
                  <a:pt x="6150236" y="562137"/>
                </a:moveTo>
                <a:lnTo>
                  <a:pt x="6135443" y="562137"/>
                </a:lnTo>
                <a:lnTo>
                  <a:pt x="6137896" y="573394"/>
                </a:lnTo>
                <a:lnTo>
                  <a:pt x="6150236" y="573394"/>
                </a:lnTo>
                <a:lnTo>
                  <a:pt x="6150236" y="562137"/>
                </a:lnTo>
                <a:close/>
              </a:path>
              <a:path w="6441440" h="835025">
                <a:moveTo>
                  <a:pt x="6134261" y="502046"/>
                </a:moveTo>
                <a:lnTo>
                  <a:pt x="6123482" y="502046"/>
                </a:lnTo>
                <a:lnTo>
                  <a:pt x="6136778" y="520194"/>
                </a:lnTo>
                <a:lnTo>
                  <a:pt x="6130392" y="556941"/>
                </a:lnTo>
                <a:lnTo>
                  <a:pt x="6113868" y="563652"/>
                </a:lnTo>
                <a:lnTo>
                  <a:pt x="6133347" y="563652"/>
                </a:lnTo>
                <a:lnTo>
                  <a:pt x="6135443" y="562137"/>
                </a:lnTo>
                <a:lnTo>
                  <a:pt x="6150236" y="562137"/>
                </a:lnTo>
                <a:lnTo>
                  <a:pt x="6150236" y="503471"/>
                </a:lnTo>
                <a:lnTo>
                  <a:pt x="6137464" y="503471"/>
                </a:lnTo>
                <a:lnTo>
                  <a:pt x="6134261" y="502046"/>
                </a:lnTo>
                <a:close/>
              </a:path>
              <a:path w="6441440" h="835025">
                <a:moveTo>
                  <a:pt x="6150236" y="462557"/>
                </a:moveTo>
                <a:lnTo>
                  <a:pt x="6137464" y="462557"/>
                </a:lnTo>
                <a:lnTo>
                  <a:pt x="6137464" y="503471"/>
                </a:lnTo>
                <a:lnTo>
                  <a:pt x="6150236" y="503471"/>
                </a:lnTo>
                <a:lnTo>
                  <a:pt x="6150236" y="462557"/>
                </a:lnTo>
                <a:close/>
              </a:path>
              <a:path w="6441440" h="835025">
                <a:moveTo>
                  <a:pt x="6183844" y="550447"/>
                </a:moveTo>
                <a:lnTo>
                  <a:pt x="6171721" y="553478"/>
                </a:lnTo>
                <a:lnTo>
                  <a:pt x="6173201" y="560549"/>
                </a:lnTo>
                <a:lnTo>
                  <a:pt x="6187831" y="573285"/>
                </a:lnTo>
                <a:lnTo>
                  <a:pt x="6209785" y="575125"/>
                </a:lnTo>
                <a:lnTo>
                  <a:pt x="6228980" y="566755"/>
                </a:lnTo>
                <a:lnTo>
                  <a:pt x="6230202" y="562750"/>
                </a:lnTo>
                <a:lnTo>
                  <a:pt x="6193640" y="562750"/>
                </a:lnTo>
                <a:lnTo>
                  <a:pt x="6183844" y="550447"/>
                </a:lnTo>
                <a:close/>
              </a:path>
              <a:path w="6441440" h="835025">
                <a:moveTo>
                  <a:pt x="6204842" y="489184"/>
                </a:moveTo>
                <a:lnTo>
                  <a:pt x="6180940" y="497158"/>
                </a:lnTo>
                <a:lnTo>
                  <a:pt x="6174319" y="518950"/>
                </a:lnTo>
                <a:lnTo>
                  <a:pt x="6183194" y="531343"/>
                </a:lnTo>
                <a:lnTo>
                  <a:pt x="6217542" y="541644"/>
                </a:lnTo>
                <a:lnTo>
                  <a:pt x="6222593" y="554452"/>
                </a:lnTo>
                <a:lnTo>
                  <a:pt x="6213790" y="562606"/>
                </a:lnTo>
                <a:lnTo>
                  <a:pt x="6193640" y="562750"/>
                </a:lnTo>
                <a:lnTo>
                  <a:pt x="6230202" y="562750"/>
                </a:lnTo>
                <a:lnTo>
                  <a:pt x="6235799" y="544422"/>
                </a:lnTo>
                <a:lnTo>
                  <a:pt x="6226688" y="532281"/>
                </a:lnTo>
                <a:lnTo>
                  <a:pt x="6188246" y="518246"/>
                </a:lnTo>
                <a:lnTo>
                  <a:pt x="6188647" y="508883"/>
                </a:lnTo>
                <a:lnTo>
                  <a:pt x="6188769" y="506051"/>
                </a:lnTo>
                <a:lnTo>
                  <a:pt x="6208558" y="500224"/>
                </a:lnTo>
                <a:lnTo>
                  <a:pt x="6229375" y="500224"/>
                </a:lnTo>
                <a:lnTo>
                  <a:pt x="6219527" y="490988"/>
                </a:lnTo>
                <a:lnTo>
                  <a:pt x="6204842" y="489184"/>
                </a:lnTo>
                <a:close/>
              </a:path>
              <a:path w="6441440" h="835025">
                <a:moveTo>
                  <a:pt x="6229375" y="500224"/>
                </a:moveTo>
                <a:lnTo>
                  <a:pt x="6208558" y="500224"/>
                </a:lnTo>
                <a:lnTo>
                  <a:pt x="6222810" y="512131"/>
                </a:lnTo>
                <a:lnTo>
                  <a:pt x="6234283" y="508883"/>
                </a:lnTo>
                <a:lnTo>
                  <a:pt x="6232299" y="502966"/>
                </a:lnTo>
                <a:lnTo>
                  <a:pt x="6229375" y="500224"/>
                </a:lnTo>
                <a:close/>
              </a:path>
              <a:path w="6441440" h="835025">
                <a:moveTo>
                  <a:pt x="6333633" y="470350"/>
                </a:moveTo>
                <a:lnTo>
                  <a:pt x="6320861" y="470350"/>
                </a:lnTo>
                <a:lnTo>
                  <a:pt x="6320861" y="553045"/>
                </a:lnTo>
                <a:lnTo>
                  <a:pt x="6326489" y="568234"/>
                </a:lnTo>
                <a:lnTo>
                  <a:pt x="6347722" y="574296"/>
                </a:lnTo>
                <a:lnTo>
                  <a:pt x="6333633" y="470350"/>
                </a:lnTo>
                <a:close/>
              </a:path>
              <a:path w="6441440" h="835025">
                <a:moveTo>
                  <a:pt x="6320861" y="490266"/>
                </a:moveTo>
                <a:lnTo>
                  <a:pt x="6308305" y="490266"/>
                </a:lnTo>
                <a:lnTo>
                  <a:pt x="6308305" y="501090"/>
                </a:lnTo>
                <a:lnTo>
                  <a:pt x="6320861" y="501090"/>
                </a:lnTo>
                <a:lnTo>
                  <a:pt x="6320861" y="490266"/>
                </a:lnTo>
                <a:close/>
              </a:path>
              <a:path w="6441440" h="835025">
                <a:moveTo>
                  <a:pt x="6351384" y="490266"/>
                </a:moveTo>
                <a:lnTo>
                  <a:pt x="6336332" y="490266"/>
                </a:lnTo>
                <a:lnTo>
                  <a:pt x="6337800" y="501090"/>
                </a:lnTo>
                <a:lnTo>
                  <a:pt x="6351384" y="501090"/>
                </a:lnTo>
                <a:lnTo>
                  <a:pt x="6351384" y="490266"/>
                </a:lnTo>
                <a:close/>
              </a:path>
              <a:path w="6441440" h="835025">
                <a:moveTo>
                  <a:pt x="6395969" y="489184"/>
                </a:moveTo>
                <a:lnTo>
                  <a:pt x="6378092" y="498114"/>
                </a:lnTo>
                <a:lnTo>
                  <a:pt x="6367376" y="516045"/>
                </a:lnTo>
                <a:lnTo>
                  <a:pt x="6365807" y="540850"/>
                </a:lnTo>
                <a:lnTo>
                  <a:pt x="6373690" y="561199"/>
                </a:lnTo>
                <a:lnTo>
                  <a:pt x="6389385" y="573340"/>
                </a:lnTo>
                <a:lnTo>
                  <a:pt x="6403474" y="575125"/>
                </a:lnTo>
                <a:lnTo>
                  <a:pt x="6410978" y="575125"/>
                </a:lnTo>
                <a:lnTo>
                  <a:pt x="6428838" y="566196"/>
                </a:lnTo>
                <a:lnTo>
                  <a:pt x="6430366" y="563652"/>
                </a:lnTo>
                <a:lnTo>
                  <a:pt x="6397773" y="563652"/>
                </a:lnTo>
                <a:lnTo>
                  <a:pt x="6385723" y="556346"/>
                </a:lnTo>
                <a:lnTo>
                  <a:pt x="6378579" y="526707"/>
                </a:lnTo>
                <a:lnTo>
                  <a:pt x="6393083" y="502137"/>
                </a:lnTo>
                <a:lnTo>
                  <a:pt x="6431959" y="502137"/>
                </a:lnTo>
                <a:lnTo>
                  <a:pt x="6417545" y="490970"/>
                </a:lnTo>
                <a:lnTo>
                  <a:pt x="6395969" y="489184"/>
                </a:lnTo>
                <a:close/>
              </a:path>
              <a:path w="6441440" h="835025">
                <a:moveTo>
                  <a:pt x="6431959" y="502137"/>
                </a:moveTo>
                <a:lnTo>
                  <a:pt x="6413865" y="502137"/>
                </a:lnTo>
                <a:lnTo>
                  <a:pt x="6427485" y="521529"/>
                </a:lnTo>
                <a:lnTo>
                  <a:pt x="6421225" y="556346"/>
                </a:lnTo>
                <a:lnTo>
                  <a:pt x="6403474" y="563652"/>
                </a:lnTo>
                <a:lnTo>
                  <a:pt x="6430366" y="563652"/>
                </a:lnTo>
                <a:lnTo>
                  <a:pt x="6439554" y="548354"/>
                </a:lnTo>
                <a:lnTo>
                  <a:pt x="6441141" y="523604"/>
                </a:lnTo>
                <a:lnTo>
                  <a:pt x="6433240" y="503129"/>
                </a:lnTo>
                <a:lnTo>
                  <a:pt x="6431959" y="502137"/>
                </a:lnTo>
                <a:close/>
              </a:path>
              <a:path w="6441440" h="835025">
                <a:moveTo>
                  <a:pt x="206113" y="730376"/>
                </a:moveTo>
                <a:lnTo>
                  <a:pt x="170115" y="730376"/>
                </a:lnTo>
                <a:lnTo>
                  <a:pt x="191257" y="730520"/>
                </a:lnTo>
                <a:lnTo>
                  <a:pt x="198527" y="745926"/>
                </a:lnTo>
                <a:lnTo>
                  <a:pt x="145779" y="769775"/>
                </a:lnTo>
                <a:lnTo>
                  <a:pt x="151155" y="796041"/>
                </a:lnTo>
                <a:lnTo>
                  <a:pt x="173199" y="803942"/>
                </a:lnTo>
                <a:lnTo>
                  <a:pt x="178034" y="803942"/>
                </a:lnTo>
                <a:lnTo>
                  <a:pt x="197012" y="792541"/>
                </a:lnTo>
                <a:lnTo>
                  <a:pt x="170160" y="792541"/>
                </a:lnTo>
                <a:lnTo>
                  <a:pt x="157613" y="783485"/>
                </a:lnTo>
                <a:lnTo>
                  <a:pt x="161878" y="769775"/>
                </a:lnTo>
                <a:lnTo>
                  <a:pt x="161979" y="769450"/>
                </a:lnTo>
                <a:lnTo>
                  <a:pt x="211299" y="769450"/>
                </a:lnTo>
                <a:lnTo>
                  <a:pt x="211299" y="740622"/>
                </a:lnTo>
                <a:lnTo>
                  <a:pt x="206186" y="730520"/>
                </a:lnTo>
                <a:lnTo>
                  <a:pt x="206113" y="730376"/>
                </a:lnTo>
                <a:close/>
              </a:path>
              <a:path w="6441440" h="835025">
                <a:moveTo>
                  <a:pt x="211299" y="769450"/>
                </a:moveTo>
                <a:lnTo>
                  <a:pt x="161979" y="769450"/>
                </a:lnTo>
                <a:lnTo>
                  <a:pt x="198527" y="771903"/>
                </a:lnTo>
                <a:lnTo>
                  <a:pt x="194053" y="784946"/>
                </a:lnTo>
                <a:lnTo>
                  <a:pt x="174966" y="792541"/>
                </a:lnTo>
                <a:lnTo>
                  <a:pt x="197012" y="792541"/>
                </a:lnTo>
                <a:lnTo>
                  <a:pt x="198527" y="801994"/>
                </a:lnTo>
                <a:lnTo>
                  <a:pt x="211299" y="801994"/>
                </a:lnTo>
                <a:lnTo>
                  <a:pt x="211299" y="769450"/>
                </a:lnTo>
                <a:close/>
              </a:path>
              <a:path w="6441440" h="835025">
                <a:moveTo>
                  <a:pt x="163494" y="720634"/>
                </a:moveTo>
                <a:lnTo>
                  <a:pt x="147222" y="737267"/>
                </a:lnTo>
                <a:lnTo>
                  <a:pt x="159345" y="741596"/>
                </a:lnTo>
                <a:lnTo>
                  <a:pt x="170115" y="730376"/>
                </a:lnTo>
                <a:lnTo>
                  <a:pt x="206113" y="730376"/>
                </a:lnTo>
                <a:lnTo>
                  <a:pt x="203163" y="724549"/>
                </a:lnTo>
                <a:lnTo>
                  <a:pt x="163494" y="720634"/>
                </a:lnTo>
                <a:close/>
              </a:path>
              <a:path w="6441440" h="835025">
                <a:moveTo>
                  <a:pt x="259217" y="717784"/>
                </a:moveTo>
                <a:lnTo>
                  <a:pt x="242368" y="726533"/>
                </a:lnTo>
                <a:lnTo>
                  <a:pt x="232212" y="744339"/>
                </a:lnTo>
                <a:lnTo>
                  <a:pt x="230715" y="769450"/>
                </a:lnTo>
                <a:lnTo>
                  <a:pt x="238201" y="789961"/>
                </a:lnTo>
                <a:lnTo>
                  <a:pt x="253092" y="801994"/>
                </a:lnTo>
                <a:lnTo>
                  <a:pt x="266000" y="803725"/>
                </a:lnTo>
                <a:lnTo>
                  <a:pt x="271340" y="803725"/>
                </a:lnTo>
                <a:lnTo>
                  <a:pt x="287212" y="792252"/>
                </a:lnTo>
                <a:lnTo>
                  <a:pt x="262393" y="792252"/>
                </a:lnTo>
                <a:lnTo>
                  <a:pt x="248033" y="781356"/>
                </a:lnTo>
                <a:lnTo>
                  <a:pt x="244371" y="749318"/>
                </a:lnTo>
                <a:lnTo>
                  <a:pt x="257810" y="730646"/>
                </a:lnTo>
                <a:lnTo>
                  <a:pt x="288125" y="730646"/>
                </a:lnTo>
                <a:lnTo>
                  <a:pt x="259217" y="717784"/>
                </a:lnTo>
                <a:close/>
              </a:path>
              <a:path w="6441440" h="835025">
                <a:moveTo>
                  <a:pt x="304100" y="790737"/>
                </a:moveTo>
                <a:lnTo>
                  <a:pt x="289308" y="790737"/>
                </a:lnTo>
                <a:lnTo>
                  <a:pt x="291761" y="801994"/>
                </a:lnTo>
                <a:lnTo>
                  <a:pt x="304100" y="801994"/>
                </a:lnTo>
                <a:lnTo>
                  <a:pt x="304100" y="790737"/>
                </a:lnTo>
                <a:close/>
              </a:path>
              <a:path w="6441440" h="835025">
                <a:moveTo>
                  <a:pt x="288125" y="730646"/>
                </a:moveTo>
                <a:lnTo>
                  <a:pt x="277346" y="730646"/>
                </a:lnTo>
                <a:lnTo>
                  <a:pt x="290643" y="748794"/>
                </a:lnTo>
                <a:lnTo>
                  <a:pt x="284257" y="785541"/>
                </a:lnTo>
                <a:lnTo>
                  <a:pt x="267732" y="792252"/>
                </a:lnTo>
                <a:lnTo>
                  <a:pt x="287212" y="792252"/>
                </a:lnTo>
                <a:lnTo>
                  <a:pt x="289308" y="790737"/>
                </a:lnTo>
                <a:lnTo>
                  <a:pt x="304100" y="790737"/>
                </a:lnTo>
                <a:lnTo>
                  <a:pt x="304100" y="732071"/>
                </a:lnTo>
                <a:lnTo>
                  <a:pt x="291328" y="732071"/>
                </a:lnTo>
                <a:lnTo>
                  <a:pt x="288125" y="730646"/>
                </a:lnTo>
                <a:close/>
              </a:path>
              <a:path w="6441440" h="835025">
                <a:moveTo>
                  <a:pt x="304100" y="691157"/>
                </a:moveTo>
                <a:lnTo>
                  <a:pt x="291328" y="691157"/>
                </a:lnTo>
                <a:lnTo>
                  <a:pt x="291328" y="732071"/>
                </a:lnTo>
                <a:lnTo>
                  <a:pt x="304100" y="732071"/>
                </a:lnTo>
                <a:lnTo>
                  <a:pt x="304100" y="691157"/>
                </a:lnTo>
                <a:close/>
              </a:path>
              <a:path w="6441440" h="835025">
                <a:moveTo>
                  <a:pt x="353872" y="717784"/>
                </a:moveTo>
                <a:lnTo>
                  <a:pt x="337023" y="726533"/>
                </a:lnTo>
                <a:lnTo>
                  <a:pt x="326867" y="744339"/>
                </a:lnTo>
                <a:lnTo>
                  <a:pt x="325369" y="769450"/>
                </a:lnTo>
                <a:lnTo>
                  <a:pt x="332856" y="789961"/>
                </a:lnTo>
                <a:lnTo>
                  <a:pt x="347747" y="801994"/>
                </a:lnTo>
                <a:lnTo>
                  <a:pt x="360655" y="803725"/>
                </a:lnTo>
                <a:lnTo>
                  <a:pt x="365995" y="803725"/>
                </a:lnTo>
                <a:lnTo>
                  <a:pt x="381866" y="792252"/>
                </a:lnTo>
                <a:lnTo>
                  <a:pt x="357047" y="792252"/>
                </a:lnTo>
                <a:lnTo>
                  <a:pt x="342688" y="781356"/>
                </a:lnTo>
                <a:lnTo>
                  <a:pt x="339025" y="749318"/>
                </a:lnTo>
                <a:lnTo>
                  <a:pt x="352465" y="730646"/>
                </a:lnTo>
                <a:lnTo>
                  <a:pt x="382780" y="730646"/>
                </a:lnTo>
                <a:lnTo>
                  <a:pt x="353872" y="717784"/>
                </a:lnTo>
                <a:close/>
              </a:path>
              <a:path w="6441440" h="835025">
                <a:moveTo>
                  <a:pt x="398755" y="790737"/>
                </a:moveTo>
                <a:lnTo>
                  <a:pt x="383963" y="790737"/>
                </a:lnTo>
                <a:lnTo>
                  <a:pt x="386416" y="801994"/>
                </a:lnTo>
                <a:lnTo>
                  <a:pt x="398755" y="801994"/>
                </a:lnTo>
                <a:lnTo>
                  <a:pt x="398755" y="790737"/>
                </a:lnTo>
                <a:close/>
              </a:path>
              <a:path w="6441440" h="835025">
                <a:moveTo>
                  <a:pt x="382780" y="730646"/>
                </a:moveTo>
                <a:lnTo>
                  <a:pt x="372001" y="730646"/>
                </a:lnTo>
                <a:lnTo>
                  <a:pt x="385297" y="748794"/>
                </a:lnTo>
                <a:lnTo>
                  <a:pt x="378911" y="785541"/>
                </a:lnTo>
                <a:lnTo>
                  <a:pt x="362387" y="792252"/>
                </a:lnTo>
                <a:lnTo>
                  <a:pt x="381866" y="792252"/>
                </a:lnTo>
                <a:lnTo>
                  <a:pt x="383963" y="790737"/>
                </a:lnTo>
                <a:lnTo>
                  <a:pt x="398755" y="790737"/>
                </a:lnTo>
                <a:lnTo>
                  <a:pt x="398755" y="732071"/>
                </a:lnTo>
                <a:lnTo>
                  <a:pt x="385983" y="732071"/>
                </a:lnTo>
                <a:lnTo>
                  <a:pt x="382780" y="730646"/>
                </a:lnTo>
                <a:close/>
              </a:path>
              <a:path w="6441440" h="835025">
                <a:moveTo>
                  <a:pt x="398755" y="691157"/>
                </a:moveTo>
                <a:lnTo>
                  <a:pt x="385983" y="691157"/>
                </a:lnTo>
                <a:lnTo>
                  <a:pt x="385983" y="732071"/>
                </a:lnTo>
                <a:lnTo>
                  <a:pt x="398755" y="732071"/>
                </a:lnTo>
                <a:lnTo>
                  <a:pt x="398755" y="691157"/>
                </a:lnTo>
                <a:close/>
              </a:path>
              <a:path w="6441440" h="835025">
                <a:moveTo>
                  <a:pt x="476092" y="688776"/>
                </a:moveTo>
                <a:lnTo>
                  <a:pt x="473205" y="691085"/>
                </a:lnTo>
                <a:lnTo>
                  <a:pt x="462454" y="725794"/>
                </a:lnTo>
                <a:lnTo>
                  <a:pt x="474576" y="725794"/>
                </a:lnTo>
                <a:lnTo>
                  <a:pt x="474576" y="715836"/>
                </a:lnTo>
                <a:lnTo>
                  <a:pt x="483019" y="694404"/>
                </a:lnTo>
                <a:lnTo>
                  <a:pt x="476092" y="688776"/>
                </a:lnTo>
                <a:close/>
              </a:path>
              <a:path w="6441440" h="835025">
                <a:moveTo>
                  <a:pt x="503801" y="688776"/>
                </a:moveTo>
                <a:lnTo>
                  <a:pt x="500914" y="691085"/>
                </a:lnTo>
                <a:lnTo>
                  <a:pt x="490163" y="725794"/>
                </a:lnTo>
                <a:lnTo>
                  <a:pt x="502285" y="725794"/>
                </a:lnTo>
                <a:lnTo>
                  <a:pt x="502285" y="715836"/>
                </a:lnTo>
                <a:lnTo>
                  <a:pt x="510728" y="694404"/>
                </a:lnTo>
                <a:lnTo>
                  <a:pt x="503801" y="688776"/>
                </a:lnTo>
                <a:close/>
              </a:path>
              <a:path w="6441440" h="835025">
                <a:moveTo>
                  <a:pt x="542577" y="691157"/>
                </a:moveTo>
                <a:lnTo>
                  <a:pt x="526558" y="691157"/>
                </a:lnTo>
                <a:lnTo>
                  <a:pt x="526558" y="801994"/>
                </a:lnTo>
                <a:lnTo>
                  <a:pt x="539114" y="801994"/>
                </a:lnTo>
                <a:lnTo>
                  <a:pt x="539114" y="717784"/>
                </a:lnTo>
                <a:lnTo>
                  <a:pt x="553854" y="717784"/>
                </a:lnTo>
                <a:lnTo>
                  <a:pt x="542577" y="691157"/>
                </a:lnTo>
                <a:close/>
              </a:path>
              <a:path w="6441440" h="835025">
                <a:moveTo>
                  <a:pt x="553854" y="717784"/>
                </a:moveTo>
                <a:lnTo>
                  <a:pt x="539114" y="717784"/>
                </a:lnTo>
                <a:lnTo>
                  <a:pt x="574832" y="801994"/>
                </a:lnTo>
                <a:lnTo>
                  <a:pt x="586955" y="801994"/>
                </a:lnTo>
                <a:lnTo>
                  <a:pt x="594702" y="783160"/>
                </a:lnTo>
                <a:lnTo>
                  <a:pt x="581543" y="783160"/>
                </a:lnTo>
                <a:lnTo>
                  <a:pt x="553854" y="717784"/>
                </a:lnTo>
                <a:close/>
              </a:path>
              <a:path w="6441440" h="835025">
                <a:moveTo>
                  <a:pt x="635229" y="717784"/>
                </a:moveTo>
                <a:lnTo>
                  <a:pt x="621591" y="717784"/>
                </a:lnTo>
                <a:lnTo>
                  <a:pt x="622674" y="801994"/>
                </a:lnTo>
                <a:lnTo>
                  <a:pt x="635229" y="801994"/>
                </a:lnTo>
                <a:lnTo>
                  <a:pt x="635229" y="717784"/>
                </a:lnTo>
                <a:close/>
              </a:path>
              <a:path w="6441440" h="835025">
                <a:moveTo>
                  <a:pt x="635229" y="691157"/>
                </a:moveTo>
                <a:lnTo>
                  <a:pt x="619210" y="691157"/>
                </a:lnTo>
                <a:lnTo>
                  <a:pt x="581543" y="783160"/>
                </a:lnTo>
                <a:lnTo>
                  <a:pt x="594702" y="783160"/>
                </a:lnTo>
                <a:lnTo>
                  <a:pt x="621591" y="717784"/>
                </a:lnTo>
                <a:lnTo>
                  <a:pt x="635229" y="717784"/>
                </a:lnTo>
                <a:lnTo>
                  <a:pt x="635229" y="691157"/>
                </a:lnTo>
                <a:close/>
              </a:path>
              <a:path w="6441440" h="835025">
                <a:moveTo>
                  <a:pt x="717784" y="730376"/>
                </a:moveTo>
                <a:lnTo>
                  <a:pt x="681786" y="730376"/>
                </a:lnTo>
                <a:lnTo>
                  <a:pt x="702928" y="730520"/>
                </a:lnTo>
                <a:lnTo>
                  <a:pt x="710198" y="745926"/>
                </a:lnTo>
                <a:lnTo>
                  <a:pt x="657450" y="769775"/>
                </a:lnTo>
                <a:lnTo>
                  <a:pt x="662826" y="796041"/>
                </a:lnTo>
                <a:lnTo>
                  <a:pt x="684870" y="803942"/>
                </a:lnTo>
                <a:lnTo>
                  <a:pt x="689705" y="803942"/>
                </a:lnTo>
                <a:lnTo>
                  <a:pt x="708683" y="792541"/>
                </a:lnTo>
                <a:lnTo>
                  <a:pt x="681832" y="792541"/>
                </a:lnTo>
                <a:lnTo>
                  <a:pt x="669284" y="783485"/>
                </a:lnTo>
                <a:lnTo>
                  <a:pt x="673549" y="769775"/>
                </a:lnTo>
                <a:lnTo>
                  <a:pt x="673650" y="769450"/>
                </a:lnTo>
                <a:lnTo>
                  <a:pt x="722970" y="769450"/>
                </a:lnTo>
                <a:lnTo>
                  <a:pt x="722970" y="740622"/>
                </a:lnTo>
                <a:lnTo>
                  <a:pt x="717857" y="730520"/>
                </a:lnTo>
                <a:lnTo>
                  <a:pt x="717784" y="730376"/>
                </a:lnTo>
                <a:close/>
              </a:path>
              <a:path w="6441440" h="835025">
                <a:moveTo>
                  <a:pt x="722970" y="769450"/>
                </a:moveTo>
                <a:lnTo>
                  <a:pt x="673650" y="769450"/>
                </a:lnTo>
                <a:lnTo>
                  <a:pt x="710198" y="771903"/>
                </a:lnTo>
                <a:lnTo>
                  <a:pt x="705724" y="784946"/>
                </a:lnTo>
                <a:lnTo>
                  <a:pt x="686637" y="792541"/>
                </a:lnTo>
                <a:lnTo>
                  <a:pt x="708683" y="792541"/>
                </a:lnTo>
                <a:lnTo>
                  <a:pt x="710198" y="801994"/>
                </a:lnTo>
                <a:lnTo>
                  <a:pt x="722970" y="801994"/>
                </a:lnTo>
                <a:lnTo>
                  <a:pt x="722970" y="769450"/>
                </a:lnTo>
                <a:close/>
              </a:path>
              <a:path w="6441440" h="835025">
                <a:moveTo>
                  <a:pt x="675165" y="720634"/>
                </a:moveTo>
                <a:lnTo>
                  <a:pt x="658893" y="737267"/>
                </a:lnTo>
                <a:lnTo>
                  <a:pt x="671016" y="741596"/>
                </a:lnTo>
                <a:lnTo>
                  <a:pt x="681786" y="730376"/>
                </a:lnTo>
                <a:lnTo>
                  <a:pt x="717784" y="730376"/>
                </a:lnTo>
                <a:lnTo>
                  <a:pt x="714835" y="724549"/>
                </a:lnTo>
                <a:lnTo>
                  <a:pt x="675165" y="720634"/>
                </a:lnTo>
                <a:close/>
              </a:path>
              <a:path w="6441440" h="835025">
                <a:moveTo>
                  <a:pt x="759055" y="718866"/>
                </a:moveTo>
                <a:lnTo>
                  <a:pt x="746282" y="718866"/>
                </a:lnTo>
                <a:lnTo>
                  <a:pt x="746282" y="801994"/>
                </a:lnTo>
                <a:lnTo>
                  <a:pt x="759055" y="801994"/>
                </a:lnTo>
                <a:lnTo>
                  <a:pt x="759055" y="718866"/>
                </a:lnTo>
                <a:close/>
              </a:path>
              <a:path w="6441440" h="835025">
                <a:moveTo>
                  <a:pt x="748140" y="688542"/>
                </a:moveTo>
                <a:lnTo>
                  <a:pt x="752777" y="705012"/>
                </a:lnTo>
                <a:lnTo>
                  <a:pt x="755266" y="705012"/>
                </a:lnTo>
                <a:lnTo>
                  <a:pt x="761869" y="693972"/>
                </a:lnTo>
                <a:lnTo>
                  <a:pt x="748140" y="688542"/>
                </a:lnTo>
                <a:close/>
              </a:path>
              <a:path w="6441440" h="835025">
                <a:moveTo>
                  <a:pt x="794793" y="718939"/>
                </a:moveTo>
                <a:lnTo>
                  <a:pt x="782448" y="718939"/>
                </a:lnTo>
                <a:lnTo>
                  <a:pt x="782448" y="801994"/>
                </a:lnTo>
                <a:lnTo>
                  <a:pt x="795220" y="801994"/>
                </a:lnTo>
                <a:lnTo>
                  <a:pt x="795220" y="751987"/>
                </a:lnTo>
                <a:lnTo>
                  <a:pt x="799820" y="736257"/>
                </a:lnTo>
                <a:lnTo>
                  <a:pt x="813989" y="731855"/>
                </a:lnTo>
                <a:lnTo>
                  <a:pt x="795869" y="731855"/>
                </a:lnTo>
                <a:lnTo>
                  <a:pt x="794805" y="719083"/>
                </a:lnTo>
                <a:lnTo>
                  <a:pt x="794793" y="718939"/>
                </a:lnTo>
                <a:close/>
              </a:path>
              <a:path w="6441440" h="835025">
                <a:moveTo>
                  <a:pt x="840449" y="729257"/>
                </a:moveTo>
                <a:lnTo>
                  <a:pt x="822352" y="729257"/>
                </a:lnTo>
                <a:lnTo>
                  <a:pt x="833789" y="738421"/>
                </a:lnTo>
                <a:lnTo>
                  <a:pt x="835484" y="801994"/>
                </a:lnTo>
                <a:lnTo>
                  <a:pt x="848257" y="801994"/>
                </a:lnTo>
                <a:lnTo>
                  <a:pt x="847123" y="738421"/>
                </a:lnTo>
                <a:lnTo>
                  <a:pt x="847084" y="736257"/>
                </a:lnTo>
                <a:lnTo>
                  <a:pt x="840449" y="729257"/>
                </a:lnTo>
                <a:close/>
              </a:path>
              <a:path w="6441440" h="835025">
                <a:moveTo>
                  <a:pt x="830668" y="718939"/>
                </a:moveTo>
                <a:lnTo>
                  <a:pt x="808714" y="719083"/>
                </a:lnTo>
                <a:lnTo>
                  <a:pt x="795869" y="731855"/>
                </a:lnTo>
                <a:lnTo>
                  <a:pt x="813989" y="731855"/>
                </a:lnTo>
                <a:lnTo>
                  <a:pt x="822352" y="729257"/>
                </a:lnTo>
                <a:lnTo>
                  <a:pt x="840449" y="729257"/>
                </a:lnTo>
                <a:lnTo>
                  <a:pt x="830668" y="718939"/>
                </a:lnTo>
                <a:close/>
              </a:path>
              <a:path w="6441440" h="835025">
                <a:moveTo>
                  <a:pt x="922901" y="779047"/>
                </a:moveTo>
                <a:lnTo>
                  <a:pt x="910778" y="782078"/>
                </a:lnTo>
                <a:lnTo>
                  <a:pt x="912257" y="789149"/>
                </a:lnTo>
                <a:lnTo>
                  <a:pt x="926888" y="801885"/>
                </a:lnTo>
                <a:lnTo>
                  <a:pt x="948842" y="803725"/>
                </a:lnTo>
                <a:lnTo>
                  <a:pt x="968036" y="795355"/>
                </a:lnTo>
                <a:lnTo>
                  <a:pt x="969259" y="791350"/>
                </a:lnTo>
                <a:lnTo>
                  <a:pt x="932696" y="791350"/>
                </a:lnTo>
                <a:lnTo>
                  <a:pt x="922901" y="779047"/>
                </a:lnTo>
                <a:close/>
              </a:path>
              <a:path w="6441440" h="835025">
                <a:moveTo>
                  <a:pt x="943899" y="717784"/>
                </a:moveTo>
                <a:lnTo>
                  <a:pt x="919996" y="725758"/>
                </a:lnTo>
                <a:lnTo>
                  <a:pt x="913376" y="747550"/>
                </a:lnTo>
                <a:lnTo>
                  <a:pt x="922251" y="759943"/>
                </a:lnTo>
                <a:lnTo>
                  <a:pt x="956599" y="770244"/>
                </a:lnTo>
                <a:lnTo>
                  <a:pt x="961650" y="783052"/>
                </a:lnTo>
                <a:lnTo>
                  <a:pt x="952847" y="791206"/>
                </a:lnTo>
                <a:lnTo>
                  <a:pt x="932696" y="791350"/>
                </a:lnTo>
                <a:lnTo>
                  <a:pt x="969259" y="791350"/>
                </a:lnTo>
                <a:lnTo>
                  <a:pt x="974855" y="773022"/>
                </a:lnTo>
                <a:lnTo>
                  <a:pt x="965745" y="760881"/>
                </a:lnTo>
                <a:lnTo>
                  <a:pt x="927303" y="746846"/>
                </a:lnTo>
                <a:lnTo>
                  <a:pt x="927704" y="737483"/>
                </a:lnTo>
                <a:lnTo>
                  <a:pt x="927826" y="734651"/>
                </a:lnTo>
                <a:lnTo>
                  <a:pt x="947615" y="728824"/>
                </a:lnTo>
                <a:lnTo>
                  <a:pt x="968432" y="728824"/>
                </a:lnTo>
                <a:lnTo>
                  <a:pt x="958583" y="719588"/>
                </a:lnTo>
                <a:lnTo>
                  <a:pt x="943899" y="717784"/>
                </a:lnTo>
                <a:close/>
              </a:path>
              <a:path w="6441440" h="835025">
                <a:moveTo>
                  <a:pt x="968432" y="728824"/>
                </a:moveTo>
                <a:lnTo>
                  <a:pt x="947615" y="728824"/>
                </a:lnTo>
                <a:lnTo>
                  <a:pt x="961867" y="740731"/>
                </a:lnTo>
                <a:lnTo>
                  <a:pt x="973340" y="737483"/>
                </a:lnTo>
                <a:lnTo>
                  <a:pt x="971356" y="731566"/>
                </a:lnTo>
                <a:lnTo>
                  <a:pt x="968432" y="728824"/>
                </a:lnTo>
                <a:close/>
              </a:path>
              <a:path w="6441440" h="835025">
                <a:moveTo>
                  <a:pt x="1006853" y="718866"/>
                </a:moveTo>
                <a:lnTo>
                  <a:pt x="994081" y="718866"/>
                </a:lnTo>
                <a:lnTo>
                  <a:pt x="994081" y="801994"/>
                </a:lnTo>
                <a:lnTo>
                  <a:pt x="1006853" y="801994"/>
                </a:lnTo>
                <a:lnTo>
                  <a:pt x="1006853" y="718866"/>
                </a:lnTo>
                <a:close/>
              </a:path>
              <a:path w="6441440" h="835025">
                <a:moveTo>
                  <a:pt x="995939" y="688542"/>
                </a:moveTo>
                <a:lnTo>
                  <a:pt x="1000575" y="705012"/>
                </a:lnTo>
                <a:lnTo>
                  <a:pt x="1003065" y="705012"/>
                </a:lnTo>
                <a:lnTo>
                  <a:pt x="1009668" y="693972"/>
                </a:lnTo>
                <a:lnTo>
                  <a:pt x="995939" y="688542"/>
                </a:lnTo>
                <a:close/>
              </a:path>
              <a:path w="6441440" h="835025">
                <a:moveTo>
                  <a:pt x="1042604" y="814333"/>
                </a:moveTo>
                <a:lnTo>
                  <a:pt x="1029813" y="818229"/>
                </a:lnTo>
                <a:lnTo>
                  <a:pt x="1063800" y="834898"/>
                </a:lnTo>
                <a:lnTo>
                  <a:pt x="1087324" y="829613"/>
                </a:lnTo>
                <a:lnTo>
                  <a:pt x="1092568" y="823641"/>
                </a:lnTo>
                <a:lnTo>
                  <a:pt x="1058785" y="823641"/>
                </a:lnTo>
                <a:lnTo>
                  <a:pt x="1042604" y="814333"/>
                </a:lnTo>
                <a:close/>
              </a:path>
              <a:path w="6441440" h="835025">
                <a:moveTo>
                  <a:pt x="1098562" y="790015"/>
                </a:moveTo>
                <a:lnTo>
                  <a:pt x="1083608" y="790015"/>
                </a:lnTo>
                <a:lnTo>
                  <a:pt x="1086963" y="810436"/>
                </a:lnTo>
                <a:lnTo>
                  <a:pt x="1076049" y="822018"/>
                </a:lnTo>
                <a:lnTo>
                  <a:pt x="1058785" y="823641"/>
                </a:lnTo>
                <a:lnTo>
                  <a:pt x="1092568" y="823641"/>
                </a:lnTo>
                <a:lnTo>
                  <a:pt x="1098112" y="817328"/>
                </a:lnTo>
                <a:lnTo>
                  <a:pt x="1098562" y="790015"/>
                </a:lnTo>
                <a:close/>
              </a:path>
              <a:path w="6441440" h="835025">
                <a:moveTo>
                  <a:pt x="1054853" y="717784"/>
                </a:moveTo>
                <a:lnTo>
                  <a:pt x="1038004" y="726497"/>
                </a:lnTo>
                <a:lnTo>
                  <a:pt x="1027847" y="744068"/>
                </a:lnTo>
                <a:lnTo>
                  <a:pt x="1026350" y="768656"/>
                </a:lnTo>
                <a:lnTo>
                  <a:pt x="1034053" y="788139"/>
                </a:lnTo>
                <a:lnTo>
                  <a:pt x="1048900" y="799107"/>
                </a:lnTo>
                <a:lnTo>
                  <a:pt x="1067048" y="800695"/>
                </a:lnTo>
                <a:lnTo>
                  <a:pt x="1083608" y="790015"/>
                </a:lnTo>
                <a:lnTo>
                  <a:pt x="1098562" y="790015"/>
                </a:lnTo>
                <a:lnTo>
                  <a:pt x="1098575" y="789221"/>
                </a:lnTo>
                <a:lnTo>
                  <a:pt x="1058028" y="789221"/>
                </a:lnTo>
                <a:lnTo>
                  <a:pt x="1043668" y="779498"/>
                </a:lnTo>
                <a:lnTo>
                  <a:pt x="1040006" y="749029"/>
                </a:lnTo>
                <a:lnTo>
                  <a:pt x="1053446" y="730628"/>
                </a:lnTo>
                <a:lnTo>
                  <a:pt x="1084109" y="730628"/>
                </a:lnTo>
                <a:lnTo>
                  <a:pt x="1054853" y="717784"/>
                </a:lnTo>
                <a:close/>
              </a:path>
              <a:path w="6441440" h="835025">
                <a:moveTo>
                  <a:pt x="1084109" y="730628"/>
                </a:moveTo>
                <a:lnTo>
                  <a:pt x="1072982" y="730628"/>
                </a:lnTo>
                <a:lnTo>
                  <a:pt x="1086278" y="748506"/>
                </a:lnTo>
                <a:lnTo>
                  <a:pt x="1082637" y="779498"/>
                </a:lnTo>
                <a:lnTo>
                  <a:pt x="1082580" y="779985"/>
                </a:lnTo>
                <a:lnTo>
                  <a:pt x="1063367" y="789221"/>
                </a:lnTo>
                <a:lnTo>
                  <a:pt x="1098575" y="789221"/>
                </a:lnTo>
                <a:lnTo>
                  <a:pt x="1099518" y="732071"/>
                </a:lnTo>
                <a:lnTo>
                  <a:pt x="1087396" y="732071"/>
                </a:lnTo>
                <a:lnTo>
                  <a:pt x="1084109" y="730628"/>
                </a:lnTo>
                <a:close/>
              </a:path>
              <a:path w="6441440" h="835025">
                <a:moveTo>
                  <a:pt x="1099736" y="718866"/>
                </a:moveTo>
                <a:lnTo>
                  <a:pt x="1087396" y="718866"/>
                </a:lnTo>
                <a:lnTo>
                  <a:pt x="1087396" y="732071"/>
                </a:lnTo>
                <a:lnTo>
                  <a:pt x="1099518" y="732071"/>
                </a:lnTo>
                <a:lnTo>
                  <a:pt x="1099610" y="726497"/>
                </a:lnTo>
                <a:lnTo>
                  <a:pt x="1099736" y="718866"/>
                </a:lnTo>
                <a:close/>
              </a:path>
              <a:path w="6441440" h="835025">
                <a:moveTo>
                  <a:pt x="1135460" y="718939"/>
                </a:moveTo>
                <a:lnTo>
                  <a:pt x="1123115" y="718939"/>
                </a:lnTo>
                <a:lnTo>
                  <a:pt x="1123115" y="801994"/>
                </a:lnTo>
                <a:lnTo>
                  <a:pt x="1135887" y="801994"/>
                </a:lnTo>
                <a:lnTo>
                  <a:pt x="1135887" y="751987"/>
                </a:lnTo>
                <a:lnTo>
                  <a:pt x="1140487" y="736257"/>
                </a:lnTo>
                <a:lnTo>
                  <a:pt x="1154657" y="731855"/>
                </a:lnTo>
                <a:lnTo>
                  <a:pt x="1136537" y="731855"/>
                </a:lnTo>
                <a:lnTo>
                  <a:pt x="1135472" y="719083"/>
                </a:lnTo>
                <a:lnTo>
                  <a:pt x="1135460" y="718939"/>
                </a:lnTo>
                <a:close/>
              </a:path>
              <a:path w="6441440" h="835025">
                <a:moveTo>
                  <a:pt x="1181117" y="729257"/>
                </a:moveTo>
                <a:lnTo>
                  <a:pt x="1163019" y="729257"/>
                </a:lnTo>
                <a:lnTo>
                  <a:pt x="1174456" y="738421"/>
                </a:lnTo>
                <a:lnTo>
                  <a:pt x="1176152" y="801994"/>
                </a:lnTo>
                <a:lnTo>
                  <a:pt x="1188924" y="801994"/>
                </a:lnTo>
                <a:lnTo>
                  <a:pt x="1187790" y="738421"/>
                </a:lnTo>
                <a:lnTo>
                  <a:pt x="1187752" y="736257"/>
                </a:lnTo>
                <a:lnTo>
                  <a:pt x="1181117" y="729257"/>
                </a:lnTo>
                <a:close/>
              </a:path>
              <a:path w="6441440" h="835025">
                <a:moveTo>
                  <a:pt x="1171335" y="718939"/>
                </a:moveTo>
                <a:lnTo>
                  <a:pt x="1149381" y="719083"/>
                </a:lnTo>
                <a:lnTo>
                  <a:pt x="1136537" y="731855"/>
                </a:lnTo>
                <a:lnTo>
                  <a:pt x="1154657" y="731855"/>
                </a:lnTo>
                <a:lnTo>
                  <a:pt x="1163019" y="729257"/>
                </a:lnTo>
                <a:lnTo>
                  <a:pt x="1181117" y="729257"/>
                </a:lnTo>
                <a:lnTo>
                  <a:pt x="1171335" y="718939"/>
                </a:lnTo>
                <a:close/>
              </a:path>
              <a:path w="6441440" h="835025">
                <a:moveTo>
                  <a:pt x="1220706" y="779047"/>
                </a:moveTo>
                <a:lnTo>
                  <a:pt x="1208583" y="782078"/>
                </a:lnTo>
                <a:lnTo>
                  <a:pt x="1210062" y="789149"/>
                </a:lnTo>
                <a:lnTo>
                  <a:pt x="1224693" y="801885"/>
                </a:lnTo>
                <a:lnTo>
                  <a:pt x="1246647" y="803725"/>
                </a:lnTo>
                <a:lnTo>
                  <a:pt x="1265841" y="795355"/>
                </a:lnTo>
                <a:lnTo>
                  <a:pt x="1267064" y="791350"/>
                </a:lnTo>
                <a:lnTo>
                  <a:pt x="1230501" y="791350"/>
                </a:lnTo>
                <a:lnTo>
                  <a:pt x="1220706" y="779047"/>
                </a:lnTo>
                <a:close/>
              </a:path>
              <a:path w="6441440" h="835025">
                <a:moveTo>
                  <a:pt x="1241704" y="717784"/>
                </a:moveTo>
                <a:lnTo>
                  <a:pt x="1217801" y="725758"/>
                </a:lnTo>
                <a:lnTo>
                  <a:pt x="1211181" y="747550"/>
                </a:lnTo>
                <a:lnTo>
                  <a:pt x="1220056" y="759943"/>
                </a:lnTo>
                <a:lnTo>
                  <a:pt x="1254404" y="770244"/>
                </a:lnTo>
                <a:lnTo>
                  <a:pt x="1259455" y="783052"/>
                </a:lnTo>
                <a:lnTo>
                  <a:pt x="1250652" y="791206"/>
                </a:lnTo>
                <a:lnTo>
                  <a:pt x="1230501" y="791350"/>
                </a:lnTo>
                <a:lnTo>
                  <a:pt x="1267064" y="791350"/>
                </a:lnTo>
                <a:lnTo>
                  <a:pt x="1272660" y="773022"/>
                </a:lnTo>
                <a:lnTo>
                  <a:pt x="1263550" y="760881"/>
                </a:lnTo>
                <a:lnTo>
                  <a:pt x="1225108" y="746846"/>
                </a:lnTo>
                <a:lnTo>
                  <a:pt x="1225509" y="737483"/>
                </a:lnTo>
                <a:lnTo>
                  <a:pt x="1225631" y="734651"/>
                </a:lnTo>
                <a:lnTo>
                  <a:pt x="1245420" y="728824"/>
                </a:lnTo>
                <a:lnTo>
                  <a:pt x="1266237" y="728824"/>
                </a:lnTo>
                <a:lnTo>
                  <a:pt x="1256389" y="719588"/>
                </a:lnTo>
                <a:lnTo>
                  <a:pt x="1241704" y="717784"/>
                </a:lnTo>
                <a:close/>
              </a:path>
              <a:path w="6441440" h="835025">
                <a:moveTo>
                  <a:pt x="1266237" y="728824"/>
                </a:moveTo>
                <a:lnTo>
                  <a:pt x="1245420" y="728824"/>
                </a:lnTo>
                <a:lnTo>
                  <a:pt x="1259672" y="740731"/>
                </a:lnTo>
                <a:lnTo>
                  <a:pt x="1271145" y="737483"/>
                </a:lnTo>
                <a:lnTo>
                  <a:pt x="1269161" y="731566"/>
                </a:lnTo>
                <a:lnTo>
                  <a:pt x="1266237" y="728824"/>
                </a:lnTo>
                <a:close/>
              </a:path>
              <a:path w="6441440" h="835025">
                <a:moveTo>
                  <a:pt x="1392124" y="730376"/>
                </a:moveTo>
                <a:lnTo>
                  <a:pt x="1356126" y="730376"/>
                </a:lnTo>
                <a:lnTo>
                  <a:pt x="1377268" y="730520"/>
                </a:lnTo>
                <a:lnTo>
                  <a:pt x="1384539" y="745926"/>
                </a:lnTo>
                <a:lnTo>
                  <a:pt x="1331790" y="769775"/>
                </a:lnTo>
                <a:lnTo>
                  <a:pt x="1337166" y="796041"/>
                </a:lnTo>
                <a:lnTo>
                  <a:pt x="1359211" y="803942"/>
                </a:lnTo>
                <a:lnTo>
                  <a:pt x="1364045" y="803942"/>
                </a:lnTo>
                <a:lnTo>
                  <a:pt x="1383023" y="792541"/>
                </a:lnTo>
                <a:lnTo>
                  <a:pt x="1356172" y="792541"/>
                </a:lnTo>
                <a:lnTo>
                  <a:pt x="1343624" y="783485"/>
                </a:lnTo>
                <a:lnTo>
                  <a:pt x="1347889" y="769775"/>
                </a:lnTo>
                <a:lnTo>
                  <a:pt x="1347990" y="769450"/>
                </a:lnTo>
                <a:lnTo>
                  <a:pt x="1397311" y="769450"/>
                </a:lnTo>
                <a:lnTo>
                  <a:pt x="1397311" y="740622"/>
                </a:lnTo>
                <a:lnTo>
                  <a:pt x="1392197" y="730520"/>
                </a:lnTo>
                <a:lnTo>
                  <a:pt x="1392124" y="730376"/>
                </a:lnTo>
                <a:close/>
              </a:path>
              <a:path w="6441440" h="835025">
                <a:moveTo>
                  <a:pt x="1397311" y="769450"/>
                </a:moveTo>
                <a:lnTo>
                  <a:pt x="1347990" y="769450"/>
                </a:lnTo>
                <a:lnTo>
                  <a:pt x="1384539" y="771903"/>
                </a:lnTo>
                <a:lnTo>
                  <a:pt x="1380065" y="784946"/>
                </a:lnTo>
                <a:lnTo>
                  <a:pt x="1360978" y="792541"/>
                </a:lnTo>
                <a:lnTo>
                  <a:pt x="1383023" y="792541"/>
                </a:lnTo>
                <a:lnTo>
                  <a:pt x="1384539" y="801994"/>
                </a:lnTo>
                <a:lnTo>
                  <a:pt x="1397311" y="801994"/>
                </a:lnTo>
                <a:lnTo>
                  <a:pt x="1397311" y="769450"/>
                </a:lnTo>
                <a:close/>
              </a:path>
              <a:path w="6441440" h="835025">
                <a:moveTo>
                  <a:pt x="1349505" y="720634"/>
                </a:moveTo>
                <a:lnTo>
                  <a:pt x="1333233" y="737267"/>
                </a:lnTo>
                <a:lnTo>
                  <a:pt x="1345356" y="741596"/>
                </a:lnTo>
                <a:lnTo>
                  <a:pt x="1356126" y="730376"/>
                </a:lnTo>
                <a:lnTo>
                  <a:pt x="1392124" y="730376"/>
                </a:lnTo>
                <a:lnTo>
                  <a:pt x="1389175" y="724549"/>
                </a:lnTo>
                <a:lnTo>
                  <a:pt x="1349505" y="720634"/>
                </a:lnTo>
                <a:close/>
              </a:path>
              <a:path w="6441440" h="835025">
                <a:moveTo>
                  <a:pt x="1432968" y="718939"/>
                </a:moveTo>
                <a:lnTo>
                  <a:pt x="1420623" y="718939"/>
                </a:lnTo>
                <a:lnTo>
                  <a:pt x="1420623" y="801994"/>
                </a:lnTo>
                <a:lnTo>
                  <a:pt x="1433395" y="801994"/>
                </a:lnTo>
                <a:lnTo>
                  <a:pt x="1433395" y="751987"/>
                </a:lnTo>
                <a:lnTo>
                  <a:pt x="1437995" y="736257"/>
                </a:lnTo>
                <a:lnTo>
                  <a:pt x="1452164" y="731855"/>
                </a:lnTo>
                <a:lnTo>
                  <a:pt x="1434044" y="731855"/>
                </a:lnTo>
                <a:lnTo>
                  <a:pt x="1432980" y="719083"/>
                </a:lnTo>
                <a:lnTo>
                  <a:pt x="1432968" y="718939"/>
                </a:lnTo>
                <a:close/>
              </a:path>
              <a:path w="6441440" h="835025">
                <a:moveTo>
                  <a:pt x="1478624" y="729257"/>
                </a:moveTo>
                <a:lnTo>
                  <a:pt x="1460527" y="729257"/>
                </a:lnTo>
                <a:lnTo>
                  <a:pt x="1471964" y="738421"/>
                </a:lnTo>
                <a:lnTo>
                  <a:pt x="1473659" y="801994"/>
                </a:lnTo>
                <a:lnTo>
                  <a:pt x="1486432" y="801994"/>
                </a:lnTo>
                <a:lnTo>
                  <a:pt x="1485298" y="738421"/>
                </a:lnTo>
                <a:lnTo>
                  <a:pt x="1485259" y="736257"/>
                </a:lnTo>
                <a:lnTo>
                  <a:pt x="1478624" y="729257"/>
                </a:lnTo>
                <a:close/>
              </a:path>
              <a:path w="6441440" h="835025">
                <a:moveTo>
                  <a:pt x="1468843" y="718939"/>
                </a:moveTo>
                <a:lnTo>
                  <a:pt x="1446889" y="719083"/>
                </a:lnTo>
                <a:lnTo>
                  <a:pt x="1434044" y="731855"/>
                </a:lnTo>
                <a:lnTo>
                  <a:pt x="1452164" y="731855"/>
                </a:lnTo>
                <a:lnTo>
                  <a:pt x="1460527" y="729257"/>
                </a:lnTo>
                <a:lnTo>
                  <a:pt x="1478624" y="729257"/>
                </a:lnTo>
                <a:lnTo>
                  <a:pt x="1468843" y="718939"/>
                </a:lnTo>
                <a:close/>
              </a:path>
              <a:path w="6441440" h="835025">
                <a:moveTo>
                  <a:pt x="1534377" y="717784"/>
                </a:moveTo>
                <a:lnTo>
                  <a:pt x="1517528" y="726533"/>
                </a:lnTo>
                <a:lnTo>
                  <a:pt x="1507371" y="744339"/>
                </a:lnTo>
                <a:lnTo>
                  <a:pt x="1505874" y="769450"/>
                </a:lnTo>
                <a:lnTo>
                  <a:pt x="1513361" y="789961"/>
                </a:lnTo>
                <a:lnTo>
                  <a:pt x="1528251" y="801994"/>
                </a:lnTo>
                <a:lnTo>
                  <a:pt x="1541160" y="803725"/>
                </a:lnTo>
                <a:lnTo>
                  <a:pt x="1546500" y="803725"/>
                </a:lnTo>
                <a:lnTo>
                  <a:pt x="1562371" y="792252"/>
                </a:lnTo>
                <a:lnTo>
                  <a:pt x="1537552" y="792252"/>
                </a:lnTo>
                <a:lnTo>
                  <a:pt x="1523192" y="781356"/>
                </a:lnTo>
                <a:lnTo>
                  <a:pt x="1519530" y="749318"/>
                </a:lnTo>
                <a:lnTo>
                  <a:pt x="1532970" y="730646"/>
                </a:lnTo>
                <a:lnTo>
                  <a:pt x="1563285" y="730646"/>
                </a:lnTo>
                <a:lnTo>
                  <a:pt x="1534377" y="717784"/>
                </a:lnTo>
                <a:close/>
              </a:path>
              <a:path w="6441440" h="835025">
                <a:moveTo>
                  <a:pt x="1579260" y="790737"/>
                </a:moveTo>
                <a:lnTo>
                  <a:pt x="1564467" y="790737"/>
                </a:lnTo>
                <a:lnTo>
                  <a:pt x="1566921" y="801994"/>
                </a:lnTo>
                <a:lnTo>
                  <a:pt x="1579260" y="801994"/>
                </a:lnTo>
                <a:lnTo>
                  <a:pt x="1579260" y="790737"/>
                </a:lnTo>
                <a:close/>
              </a:path>
              <a:path w="6441440" h="835025">
                <a:moveTo>
                  <a:pt x="1563285" y="730646"/>
                </a:moveTo>
                <a:lnTo>
                  <a:pt x="1552506" y="730646"/>
                </a:lnTo>
                <a:lnTo>
                  <a:pt x="1565802" y="748794"/>
                </a:lnTo>
                <a:lnTo>
                  <a:pt x="1559416" y="785541"/>
                </a:lnTo>
                <a:lnTo>
                  <a:pt x="1542892" y="792252"/>
                </a:lnTo>
                <a:lnTo>
                  <a:pt x="1562371" y="792252"/>
                </a:lnTo>
                <a:lnTo>
                  <a:pt x="1564467" y="790737"/>
                </a:lnTo>
                <a:lnTo>
                  <a:pt x="1579260" y="790737"/>
                </a:lnTo>
                <a:lnTo>
                  <a:pt x="1579260" y="732071"/>
                </a:lnTo>
                <a:lnTo>
                  <a:pt x="1566488" y="732071"/>
                </a:lnTo>
                <a:lnTo>
                  <a:pt x="1563285" y="730646"/>
                </a:lnTo>
                <a:close/>
              </a:path>
              <a:path w="6441440" h="835025">
                <a:moveTo>
                  <a:pt x="1579260" y="691157"/>
                </a:moveTo>
                <a:lnTo>
                  <a:pt x="1566488" y="691157"/>
                </a:lnTo>
                <a:lnTo>
                  <a:pt x="1566488" y="732071"/>
                </a:lnTo>
                <a:lnTo>
                  <a:pt x="1579260" y="732071"/>
                </a:lnTo>
                <a:lnTo>
                  <a:pt x="1579260" y="691157"/>
                </a:lnTo>
                <a:close/>
              </a:path>
              <a:path w="6441440" h="835025">
                <a:moveTo>
                  <a:pt x="1655730" y="779047"/>
                </a:moveTo>
                <a:lnTo>
                  <a:pt x="1643608" y="782078"/>
                </a:lnTo>
                <a:lnTo>
                  <a:pt x="1645087" y="789149"/>
                </a:lnTo>
                <a:lnTo>
                  <a:pt x="1659717" y="801885"/>
                </a:lnTo>
                <a:lnTo>
                  <a:pt x="1681672" y="803725"/>
                </a:lnTo>
                <a:lnTo>
                  <a:pt x="1700866" y="795355"/>
                </a:lnTo>
                <a:lnTo>
                  <a:pt x="1702089" y="791350"/>
                </a:lnTo>
                <a:lnTo>
                  <a:pt x="1665526" y="791350"/>
                </a:lnTo>
                <a:lnTo>
                  <a:pt x="1655730" y="779047"/>
                </a:lnTo>
                <a:close/>
              </a:path>
              <a:path w="6441440" h="835025">
                <a:moveTo>
                  <a:pt x="1676729" y="717784"/>
                </a:moveTo>
                <a:lnTo>
                  <a:pt x="1652826" y="725758"/>
                </a:lnTo>
                <a:lnTo>
                  <a:pt x="1646205" y="747550"/>
                </a:lnTo>
                <a:lnTo>
                  <a:pt x="1655081" y="759943"/>
                </a:lnTo>
                <a:lnTo>
                  <a:pt x="1689429" y="770244"/>
                </a:lnTo>
                <a:lnTo>
                  <a:pt x="1694480" y="783052"/>
                </a:lnTo>
                <a:lnTo>
                  <a:pt x="1685677" y="791206"/>
                </a:lnTo>
                <a:lnTo>
                  <a:pt x="1665526" y="791350"/>
                </a:lnTo>
                <a:lnTo>
                  <a:pt x="1702089" y="791350"/>
                </a:lnTo>
                <a:lnTo>
                  <a:pt x="1707685" y="773022"/>
                </a:lnTo>
                <a:lnTo>
                  <a:pt x="1698575" y="760881"/>
                </a:lnTo>
                <a:lnTo>
                  <a:pt x="1660132" y="746846"/>
                </a:lnTo>
                <a:lnTo>
                  <a:pt x="1660534" y="737483"/>
                </a:lnTo>
                <a:lnTo>
                  <a:pt x="1660655" y="734651"/>
                </a:lnTo>
                <a:lnTo>
                  <a:pt x="1680445" y="728824"/>
                </a:lnTo>
                <a:lnTo>
                  <a:pt x="1701262" y="728824"/>
                </a:lnTo>
                <a:lnTo>
                  <a:pt x="1691413" y="719588"/>
                </a:lnTo>
                <a:lnTo>
                  <a:pt x="1676729" y="717784"/>
                </a:lnTo>
                <a:close/>
              </a:path>
              <a:path w="6441440" h="835025">
                <a:moveTo>
                  <a:pt x="1701262" y="728824"/>
                </a:moveTo>
                <a:lnTo>
                  <a:pt x="1680445" y="728824"/>
                </a:lnTo>
                <a:lnTo>
                  <a:pt x="1694696" y="740731"/>
                </a:lnTo>
                <a:lnTo>
                  <a:pt x="1706170" y="737483"/>
                </a:lnTo>
                <a:lnTo>
                  <a:pt x="1704185" y="731566"/>
                </a:lnTo>
                <a:lnTo>
                  <a:pt x="1701262" y="728824"/>
                </a:lnTo>
                <a:close/>
              </a:path>
              <a:path w="6441440" h="835025">
                <a:moveTo>
                  <a:pt x="1734271" y="718866"/>
                </a:moveTo>
                <a:lnTo>
                  <a:pt x="1720417" y="718866"/>
                </a:lnTo>
                <a:lnTo>
                  <a:pt x="1751156" y="802427"/>
                </a:lnTo>
                <a:lnTo>
                  <a:pt x="1745510" y="816191"/>
                </a:lnTo>
                <a:lnTo>
                  <a:pt x="1729076" y="820394"/>
                </a:lnTo>
                <a:lnTo>
                  <a:pt x="1725828" y="831651"/>
                </a:lnTo>
                <a:lnTo>
                  <a:pt x="1735137" y="833166"/>
                </a:lnTo>
                <a:lnTo>
                  <a:pt x="1748631" y="829739"/>
                </a:lnTo>
                <a:lnTo>
                  <a:pt x="1767250" y="785108"/>
                </a:lnTo>
                <a:lnTo>
                  <a:pt x="1758084" y="785108"/>
                </a:lnTo>
                <a:lnTo>
                  <a:pt x="1734271" y="718866"/>
                </a:lnTo>
                <a:close/>
              </a:path>
              <a:path w="6441440" h="835025">
                <a:moveTo>
                  <a:pt x="1794885" y="718866"/>
                </a:moveTo>
                <a:lnTo>
                  <a:pt x="1781030" y="718866"/>
                </a:lnTo>
                <a:lnTo>
                  <a:pt x="1758084" y="785108"/>
                </a:lnTo>
                <a:lnTo>
                  <a:pt x="1767250" y="785108"/>
                </a:lnTo>
                <a:lnTo>
                  <a:pt x="1794885" y="718866"/>
                </a:lnTo>
                <a:close/>
              </a:path>
              <a:path w="6441440" h="835025">
                <a:moveTo>
                  <a:pt x="1824082" y="718866"/>
                </a:moveTo>
                <a:lnTo>
                  <a:pt x="1811743" y="718866"/>
                </a:lnTo>
                <a:lnTo>
                  <a:pt x="1811743" y="801994"/>
                </a:lnTo>
                <a:lnTo>
                  <a:pt x="1824515" y="801994"/>
                </a:lnTo>
                <a:lnTo>
                  <a:pt x="1824515" y="750039"/>
                </a:lnTo>
                <a:lnTo>
                  <a:pt x="1828756" y="736527"/>
                </a:lnTo>
                <a:lnTo>
                  <a:pt x="1828881" y="736130"/>
                </a:lnTo>
                <a:lnTo>
                  <a:pt x="1840888" y="731855"/>
                </a:lnTo>
                <a:lnTo>
                  <a:pt x="1825165" y="731855"/>
                </a:lnTo>
                <a:lnTo>
                  <a:pt x="1824099" y="719065"/>
                </a:lnTo>
                <a:lnTo>
                  <a:pt x="1824082" y="718866"/>
                </a:lnTo>
                <a:close/>
              </a:path>
              <a:path w="6441440" h="835025">
                <a:moveTo>
                  <a:pt x="1868098" y="729384"/>
                </a:moveTo>
                <a:lnTo>
                  <a:pt x="1848358" y="729384"/>
                </a:lnTo>
                <a:lnTo>
                  <a:pt x="1858267" y="736527"/>
                </a:lnTo>
                <a:lnTo>
                  <a:pt x="1859801" y="801994"/>
                </a:lnTo>
                <a:lnTo>
                  <a:pt x="1872790" y="801994"/>
                </a:lnTo>
                <a:lnTo>
                  <a:pt x="1872790" y="742498"/>
                </a:lnTo>
                <a:lnTo>
                  <a:pt x="1882882" y="731855"/>
                </a:lnTo>
                <a:lnTo>
                  <a:pt x="1870625" y="731855"/>
                </a:lnTo>
                <a:lnTo>
                  <a:pt x="1868098" y="729384"/>
                </a:lnTo>
                <a:close/>
              </a:path>
              <a:path w="6441440" h="835025">
                <a:moveTo>
                  <a:pt x="1918484" y="729384"/>
                </a:moveTo>
                <a:lnTo>
                  <a:pt x="1885749" y="729384"/>
                </a:lnTo>
                <a:lnTo>
                  <a:pt x="1906398" y="735842"/>
                </a:lnTo>
                <a:lnTo>
                  <a:pt x="1908075" y="801994"/>
                </a:lnTo>
                <a:lnTo>
                  <a:pt x="1920847" y="801994"/>
                </a:lnTo>
                <a:lnTo>
                  <a:pt x="1918565" y="731855"/>
                </a:lnTo>
                <a:lnTo>
                  <a:pt x="1918484" y="729384"/>
                </a:lnTo>
                <a:close/>
              </a:path>
              <a:path w="6441440" h="835025">
                <a:moveTo>
                  <a:pt x="1857547" y="719065"/>
                </a:moveTo>
                <a:lnTo>
                  <a:pt x="1837379" y="719065"/>
                </a:lnTo>
                <a:lnTo>
                  <a:pt x="1825165" y="731855"/>
                </a:lnTo>
                <a:lnTo>
                  <a:pt x="1840888" y="731855"/>
                </a:lnTo>
                <a:lnTo>
                  <a:pt x="1847829" y="729384"/>
                </a:lnTo>
                <a:lnTo>
                  <a:pt x="1868098" y="729384"/>
                </a:lnTo>
                <a:lnTo>
                  <a:pt x="1857547" y="719065"/>
                </a:lnTo>
                <a:close/>
              </a:path>
              <a:path w="6441440" h="835025">
                <a:moveTo>
                  <a:pt x="1902952" y="717784"/>
                </a:moveTo>
                <a:lnTo>
                  <a:pt x="1884461" y="719065"/>
                </a:lnTo>
                <a:lnTo>
                  <a:pt x="1870625" y="731855"/>
                </a:lnTo>
                <a:lnTo>
                  <a:pt x="1882882" y="731855"/>
                </a:lnTo>
                <a:lnTo>
                  <a:pt x="1885225" y="729384"/>
                </a:lnTo>
                <a:lnTo>
                  <a:pt x="1918484" y="729384"/>
                </a:lnTo>
                <a:lnTo>
                  <a:pt x="1902952" y="717784"/>
                </a:lnTo>
                <a:close/>
              </a:path>
              <a:path w="6441440" h="835025">
                <a:moveTo>
                  <a:pt x="1956539" y="718866"/>
                </a:moveTo>
                <a:lnTo>
                  <a:pt x="1944200" y="718866"/>
                </a:lnTo>
                <a:lnTo>
                  <a:pt x="1944200" y="833166"/>
                </a:lnTo>
                <a:lnTo>
                  <a:pt x="1956972" y="833166"/>
                </a:lnTo>
                <a:lnTo>
                  <a:pt x="1956972" y="789221"/>
                </a:lnTo>
                <a:lnTo>
                  <a:pt x="1970296" y="789221"/>
                </a:lnTo>
                <a:lnTo>
                  <a:pt x="1964044" y="785541"/>
                </a:lnTo>
                <a:lnTo>
                  <a:pt x="1956756" y="760430"/>
                </a:lnTo>
                <a:lnTo>
                  <a:pt x="1963935" y="735806"/>
                </a:lnTo>
                <a:lnTo>
                  <a:pt x="1985980" y="729257"/>
                </a:lnTo>
                <a:lnTo>
                  <a:pt x="2007322" y="729257"/>
                </a:lnTo>
                <a:lnTo>
                  <a:pt x="2006740" y="728788"/>
                </a:lnTo>
                <a:lnTo>
                  <a:pt x="1960291" y="728788"/>
                </a:lnTo>
                <a:lnTo>
                  <a:pt x="1956539" y="718866"/>
                </a:lnTo>
                <a:close/>
              </a:path>
              <a:path w="6441440" h="835025">
                <a:moveTo>
                  <a:pt x="1970296" y="789221"/>
                </a:moveTo>
                <a:lnTo>
                  <a:pt x="1956972" y="789221"/>
                </a:lnTo>
                <a:lnTo>
                  <a:pt x="1989227" y="803725"/>
                </a:lnTo>
                <a:lnTo>
                  <a:pt x="2005950" y="794940"/>
                </a:lnTo>
                <a:lnTo>
                  <a:pt x="2007476" y="792252"/>
                </a:lnTo>
                <a:lnTo>
                  <a:pt x="1975445" y="792252"/>
                </a:lnTo>
                <a:lnTo>
                  <a:pt x="1970296" y="789221"/>
                </a:lnTo>
                <a:close/>
              </a:path>
              <a:path w="6441440" h="835025">
                <a:moveTo>
                  <a:pt x="2007322" y="729257"/>
                </a:moveTo>
                <a:lnTo>
                  <a:pt x="1985980" y="729257"/>
                </a:lnTo>
                <a:lnTo>
                  <a:pt x="2000340" y="739901"/>
                </a:lnTo>
                <a:lnTo>
                  <a:pt x="2003893" y="771723"/>
                </a:lnTo>
                <a:lnTo>
                  <a:pt x="1990364" y="790845"/>
                </a:lnTo>
                <a:lnTo>
                  <a:pt x="1975445" y="792252"/>
                </a:lnTo>
                <a:lnTo>
                  <a:pt x="2007476" y="792252"/>
                </a:lnTo>
                <a:lnTo>
                  <a:pt x="2016088" y="777081"/>
                </a:lnTo>
                <a:lnTo>
                  <a:pt x="2017586" y="751915"/>
                </a:lnTo>
                <a:lnTo>
                  <a:pt x="2010099" y="731494"/>
                </a:lnTo>
                <a:lnTo>
                  <a:pt x="2007322" y="729257"/>
                </a:lnTo>
                <a:close/>
              </a:path>
              <a:path w="6441440" h="835025">
                <a:moveTo>
                  <a:pt x="1976672" y="717784"/>
                </a:moveTo>
                <a:lnTo>
                  <a:pt x="1960291" y="728788"/>
                </a:lnTo>
                <a:lnTo>
                  <a:pt x="2006740" y="728788"/>
                </a:lnTo>
                <a:lnTo>
                  <a:pt x="1995252" y="719534"/>
                </a:lnTo>
                <a:lnTo>
                  <a:pt x="1976672" y="717784"/>
                </a:lnTo>
                <a:close/>
              </a:path>
              <a:path w="6441440" h="835025">
                <a:moveTo>
                  <a:pt x="2055469" y="698950"/>
                </a:moveTo>
                <a:lnTo>
                  <a:pt x="2042697" y="698950"/>
                </a:lnTo>
                <a:lnTo>
                  <a:pt x="2042697" y="781645"/>
                </a:lnTo>
                <a:lnTo>
                  <a:pt x="2048325" y="796834"/>
                </a:lnTo>
                <a:lnTo>
                  <a:pt x="2069558" y="802896"/>
                </a:lnTo>
                <a:lnTo>
                  <a:pt x="2055469" y="698950"/>
                </a:lnTo>
                <a:close/>
              </a:path>
              <a:path w="6441440" h="835025">
                <a:moveTo>
                  <a:pt x="2042697" y="718866"/>
                </a:moveTo>
                <a:lnTo>
                  <a:pt x="2030141" y="718866"/>
                </a:lnTo>
                <a:lnTo>
                  <a:pt x="2030141" y="729690"/>
                </a:lnTo>
                <a:lnTo>
                  <a:pt x="2042697" y="729690"/>
                </a:lnTo>
                <a:lnTo>
                  <a:pt x="2042697" y="718866"/>
                </a:lnTo>
                <a:close/>
              </a:path>
              <a:path w="6441440" h="835025">
                <a:moveTo>
                  <a:pt x="2073220" y="718866"/>
                </a:moveTo>
                <a:lnTo>
                  <a:pt x="2058169" y="718866"/>
                </a:lnTo>
                <a:lnTo>
                  <a:pt x="2059636" y="729690"/>
                </a:lnTo>
                <a:lnTo>
                  <a:pt x="2073220" y="729690"/>
                </a:lnTo>
                <a:lnTo>
                  <a:pt x="2073220" y="718866"/>
                </a:lnTo>
                <a:close/>
              </a:path>
              <a:path w="6441440" h="835025">
                <a:moveTo>
                  <a:pt x="2117806" y="717784"/>
                </a:moveTo>
                <a:lnTo>
                  <a:pt x="2099928" y="726714"/>
                </a:lnTo>
                <a:lnTo>
                  <a:pt x="2089213" y="744645"/>
                </a:lnTo>
                <a:lnTo>
                  <a:pt x="2087643" y="769450"/>
                </a:lnTo>
                <a:lnTo>
                  <a:pt x="2095527" y="789799"/>
                </a:lnTo>
                <a:lnTo>
                  <a:pt x="2111221" y="801940"/>
                </a:lnTo>
                <a:lnTo>
                  <a:pt x="2125310" y="803725"/>
                </a:lnTo>
                <a:lnTo>
                  <a:pt x="2132815" y="803725"/>
                </a:lnTo>
                <a:lnTo>
                  <a:pt x="2150674" y="794796"/>
                </a:lnTo>
                <a:lnTo>
                  <a:pt x="2152202" y="792252"/>
                </a:lnTo>
                <a:lnTo>
                  <a:pt x="2119610" y="792252"/>
                </a:lnTo>
                <a:lnTo>
                  <a:pt x="2107559" y="784946"/>
                </a:lnTo>
                <a:lnTo>
                  <a:pt x="2100415" y="755307"/>
                </a:lnTo>
                <a:lnTo>
                  <a:pt x="2114919" y="730737"/>
                </a:lnTo>
                <a:lnTo>
                  <a:pt x="2153795" y="730737"/>
                </a:lnTo>
                <a:lnTo>
                  <a:pt x="2139381" y="719570"/>
                </a:lnTo>
                <a:lnTo>
                  <a:pt x="2117806" y="717784"/>
                </a:lnTo>
                <a:close/>
              </a:path>
              <a:path w="6441440" h="835025">
                <a:moveTo>
                  <a:pt x="2153795" y="730737"/>
                </a:moveTo>
                <a:lnTo>
                  <a:pt x="2135701" y="730737"/>
                </a:lnTo>
                <a:lnTo>
                  <a:pt x="2149321" y="750129"/>
                </a:lnTo>
                <a:lnTo>
                  <a:pt x="2143061" y="784946"/>
                </a:lnTo>
                <a:lnTo>
                  <a:pt x="2125310" y="792252"/>
                </a:lnTo>
                <a:lnTo>
                  <a:pt x="2152202" y="792252"/>
                </a:lnTo>
                <a:lnTo>
                  <a:pt x="2161390" y="776954"/>
                </a:lnTo>
                <a:lnTo>
                  <a:pt x="2162977" y="752204"/>
                </a:lnTo>
                <a:lnTo>
                  <a:pt x="2155076" y="731729"/>
                </a:lnTo>
                <a:lnTo>
                  <a:pt x="2153795" y="730737"/>
                </a:lnTo>
                <a:close/>
              </a:path>
              <a:path w="6441440" h="835025">
                <a:moveTo>
                  <a:pt x="2194813" y="718866"/>
                </a:moveTo>
                <a:lnTo>
                  <a:pt x="2182474" y="718866"/>
                </a:lnTo>
                <a:lnTo>
                  <a:pt x="2182474" y="801994"/>
                </a:lnTo>
                <a:lnTo>
                  <a:pt x="2195246" y="801994"/>
                </a:lnTo>
                <a:lnTo>
                  <a:pt x="2195246" y="750039"/>
                </a:lnTo>
                <a:lnTo>
                  <a:pt x="2199487" y="736527"/>
                </a:lnTo>
                <a:lnTo>
                  <a:pt x="2199611" y="736130"/>
                </a:lnTo>
                <a:lnTo>
                  <a:pt x="2211619" y="731855"/>
                </a:lnTo>
                <a:lnTo>
                  <a:pt x="2195895" y="731855"/>
                </a:lnTo>
                <a:lnTo>
                  <a:pt x="2194829" y="719065"/>
                </a:lnTo>
                <a:lnTo>
                  <a:pt x="2194813" y="718866"/>
                </a:lnTo>
                <a:close/>
              </a:path>
              <a:path w="6441440" h="835025">
                <a:moveTo>
                  <a:pt x="2238829" y="729384"/>
                </a:moveTo>
                <a:lnTo>
                  <a:pt x="2219089" y="729384"/>
                </a:lnTo>
                <a:lnTo>
                  <a:pt x="2228998" y="736527"/>
                </a:lnTo>
                <a:lnTo>
                  <a:pt x="2230532" y="801994"/>
                </a:lnTo>
                <a:lnTo>
                  <a:pt x="2243520" y="801994"/>
                </a:lnTo>
                <a:lnTo>
                  <a:pt x="2243520" y="742498"/>
                </a:lnTo>
                <a:lnTo>
                  <a:pt x="2253613" y="731855"/>
                </a:lnTo>
                <a:lnTo>
                  <a:pt x="2241356" y="731855"/>
                </a:lnTo>
                <a:lnTo>
                  <a:pt x="2238829" y="729384"/>
                </a:lnTo>
                <a:close/>
              </a:path>
              <a:path w="6441440" h="835025">
                <a:moveTo>
                  <a:pt x="2289215" y="729384"/>
                </a:moveTo>
                <a:lnTo>
                  <a:pt x="2256480" y="729384"/>
                </a:lnTo>
                <a:lnTo>
                  <a:pt x="2277128" y="735842"/>
                </a:lnTo>
                <a:lnTo>
                  <a:pt x="2278806" y="801994"/>
                </a:lnTo>
                <a:lnTo>
                  <a:pt x="2291578" y="801994"/>
                </a:lnTo>
                <a:lnTo>
                  <a:pt x="2289296" y="731855"/>
                </a:lnTo>
                <a:lnTo>
                  <a:pt x="2289215" y="729384"/>
                </a:lnTo>
                <a:close/>
              </a:path>
              <a:path w="6441440" h="835025">
                <a:moveTo>
                  <a:pt x="2228277" y="719065"/>
                </a:moveTo>
                <a:lnTo>
                  <a:pt x="2208110" y="719065"/>
                </a:lnTo>
                <a:lnTo>
                  <a:pt x="2195895" y="731855"/>
                </a:lnTo>
                <a:lnTo>
                  <a:pt x="2211619" y="731855"/>
                </a:lnTo>
                <a:lnTo>
                  <a:pt x="2218560" y="729384"/>
                </a:lnTo>
                <a:lnTo>
                  <a:pt x="2238829" y="729384"/>
                </a:lnTo>
                <a:lnTo>
                  <a:pt x="2228277" y="719065"/>
                </a:lnTo>
                <a:close/>
              </a:path>
              <a:path w="6441440" h="835025">
                <a:moveTo>
                  <a:pt x="2273683" y="717784"/>
                </a:moveTo>
                <a:lnTo>
                  <a:pt x="2255192" y="719065"/>
                </a:lnTo>
                <a:lnTo>
                  <a:pt x="2241356" y="731855"/>
                </a:lnTo>
                <a:lnTo>
                  <a:pt x="2253613" y="731855"/>
                </a:lnTo>
                <a:lnTo>
                  <a:pt x="2255956" y="729384"/>
                </a:lnTo>
                <a:lnTo>
                  <a:pt x="2289215" y="729384"/>
                </a:lnTo>
                <a:lnTo>
                  <a:pt x="2273683" y="717784"/>
                </a:lnTo>
                <a:close/>
              </a:path>
              <a:path w="6441440" h="835025">
                <a:moveTo>
                  <a:pt x="2323373" y="779047"/>
                </a:moveTo>
                <a:lnTo>
                  <a:pt x="2311251" y="782078"/>
                </a:lnTo>
                <a:lnTo>
                  <a:pt x="2312730" y="789149"/>
                </a:lnTo>
                <a:lnTo>
                  <a:pt x="2327360" y="801885"/>
                </a:lnTo>
                <a:lnTo>
                  <a:pt x="2349315" y="803725"/>
                </a:lnTo>
                <a:lnTo>
                  <a:pt x="2368509" y="795355"/>
                </a:lnTo>
                <a:lnTo>
                  <a:pt x="2369732" y="791350"/>
                </a:lnTo>
                <a:lnTo>
                  <a:pt x="2333169" y="791350"/>
                </a:lnTo>
                <a:lnTo>
                  <a:pt x="2323373" y="779047"/>
                </a:lnTo>
                <a:close/>
              </a:path>
              <a:path w="6441440" h="835025">
                <a:moveTo>
                  <a:pt x="2344372" y="717784"/>
                </a:moveTo>
                <a:lnTo>
                  <a:pt x="2320469" y="725758"/>
                </a:lnTo>
                <a:lnTo>
                  <a:pt x="2313848" y="747550"/>
                </a:lnTo>
                <a:lnTo>
                  <a:pt x="2322724" y="759943"/>
                </a:lnTo>
                <a:lnTo>
                  <a:pt x="2357072" y="770244"/>
                </a:lnTo>
                <a:lnTo>
                  <a:pt x="2362123" y="783052"/>
                </a:lnTo>
                <a:lnTo>
                  <a:pt x="2353320" y="791206"/>
                </a:lnTo>
                <a:lnTo>
                  <a:pt x="2333169" y="791350"/>
                </a:lnTo>
                <a:lnTo>
                  <a:pt x="2369732" y="791350"/>
                </a:lnTo>
                <a:lnTo>
                  <a:pt x="2375328" y="773022"/>
                </a:lnTo>
                <a:lnTo>
                  <a:pt x="2366218" y="760881"/>
                </a:lnTo>
                <a:lnTo>
                  <a:pt x="2327775" y="746846"/>
                </a:lnTo>
                <a:lnTo>
                  <a:pt x="2328177" y="737483"/>
                </a:lnTo>
                <a:lnTo>
                  <a:pt x="2328298" y="734651"/>
                </a:lnTo>
                <a:lnTo>
                  <a:pt x="2348088" y="728824"/>
                </a:lnTo>
                <a:lnTo>
                  <a:pt x="2368904" y="728824"/>
                </a:lnTo>
                <a:lnTo>
                  <a:pt x="2359056" y="719588"/>
                </a:lnTo>
                <a:lnTo>
                  <a:pt x="2344372" y="717784"/>
                </a:lnTo>
                <a:close/>
              </a:path>
              <a:path w="6441440" h="835025">
                <a:moveTo>
                  <a:pt x="2368904" y="728824"/>
                </a:moveTo>
                <a:lnTo>
                  <a:pt x="2348088" y="728824"/>
                </a:lnTo>
                <a:lnTo>
                  <a:pt x="2362339" y="740731"/>
                </a:lnTo>
                <a:lnTo>
                  <a:pt x="2373813" y="737483"/>
                </a:lnTo>
                <a:lnTo>
                  <a:pt x="2371828" y="731566"/>
                </a:lnTo>
                <a:lnTo>
                  <a:pt x="2368904" y="728824"/>
                </a:lnTo>
                <a:close/>
              </a:path>
              <a:path w="6441440" h="835025">
                <a:moveTo>
                  <a:pt x="2405811" y="691157"/>
                </a:moveTo>
                <a:lnTo>
                  <a:pt x="2393688" y="691157"/>
                </a:lnTo>
                <a:lnTo>
                  <a:pt x="2393688" y="701115"/>
                </a:lnTo>
                <a:lnTo>
                  <a:pt x="2385245" y="722547"/>
                </a:lnTo>
                <a:lnTo>
                  <a:pt x="2392173" y="728175"/>
                </a:lnTo>
                <a:lnTo>
                  <a:pt x="2395059" y="725866"/>
                </a:lnTo>
                <a:lnTo>
                  <a:pt x="2405811" y="691157"/>
                </a:lnTo>
                <a:close/>
              </a:path>
              <a:path w="6441440" h="835025">
                <a:moveTo>
                  <a:pt x="2433520" y="691157"/>
                </a:moveTo>
                <a:lnTo>
                  <a:pt x="2421397" y="691157"/>
                </a:lnTo>
                <a:lnTo>
                  <a:pt x="2421397" y="701115"/>
                </a:lnTo>
                <a:lnTo>
                  <a:pt x="2412954" y="722547"/>
                </a:lnTo>
                <a:lnTo>
                  <a:pt x="2419882" y="728175"/>
                </a:lnTo>
                <a:lnTo>
                  <a:pt x="2422768" y="725866"/>
                </a:lnTo>
                <a:lnTo>
                  <a:pt x="2433520" y="691157"/>
                </a:lnTo>
                <a:close/>
              </a:path>
              <a:path w="6441440" h="835025">
                <a:moveTo>
                  <a:pt x="2552835" y="730376"/>
                </a:moveTo>
                <a:lnTo>
                  <a:pt x="2516836" y="730376"/>
                </a:lnTo>
                <a:lnTo>
                  <a:pt x="2537979" y="730520"/>
                </a:lnTo>
                <a:lnTo>
                  <a:pt x="2545249" y="745926"/>
                </a:lnTo>
                <a:lnTo>
                  <a:pt x="2492501" y="769775"/>
                </a:lnTo>
                <a:lnTo>
                  <a:pt x="2497877" y="796041"/>
                </a:lnTo>
                <a:lnTo>
                  <a:pt x="2519921" y="803942"/>
                </a:lnTo>
                <a:lnTo>
                  <a:pt x="2524756" y="803942"/>
                </a:lnTo>
                <a:lnTo>
                  <a:pt x="2543734" y="792541"/>
                </a:lnTo>
                <a:lnTo>
                  <a:pt x="2516882" y="792541"/>
                </a:lnTo>
                <a:lnTo>
                  <a:pt x="2504335" y="783485"/>
                </a:lnTo>
                <a:lnTo>
                  <a:pt x="2508600" y="769775"/>
                </a:lnTo>
                <a:lnTo>
                  <a:pt x="2508701" y="769450"/>
                </a:lnTo>
                <a:lnTo>
                  <a:pt x="2558021" y="769450"/>
                </a:lnTo>
                <a:lnTo>
                  <a:pt x="2558021" y="740622"/>
                </a:lnTo>
                <a:lnTo>
                  <a:pt x="2552908" y="730520"/>
                </a:lnTo>
                <a:lnTo>
                  <a:pt x="2552835" y="730376"/>
                </a:lnTo>
                <a:close/>
              </a:path>
              <a:path w="6441440" h="835025">
                <a:moveTo>
                  <a:pt x="2558021" y="769450"/>
                </a:moveTo>
                <a:lnTo>
                  <a:pt x="2508701" y="769450"/>
                </a:lnTo>
                <a:lnTo>
                  <a:pt x="2545249" y="771903"/>
                </a:lnTo>
                <a:lnTo>
                  <a:pt x="2540775" y="784946"/>
                </a:lnTo>
                <a:lnTo>
                  <a:pt x="2521688" y="792541"/>
                </a:lnTo>
                <a:lnTo>
                  <a:pt x="2543734" y="792541"/>
                </a:lnTo>
                <a:lnTo>
                  <a:pt x="2545249" y="801994"/>
                </a:lnTo>
                <a:lnTo>
                  <a:pt x="2558021" y="801994"/>
                </a:lnTo>
                <a:lnTo>
                  <a:pt x="2558021" y="769450"/>
                </a:lnTo>
                <a:close/>
              </a:path>
              <a:path w="6441440" h="835025">
                <a:moveTo>
                  <a:pt x="2510216" y="720634"/>
                </a:moveTo>
                <a:lnTo>
                  <a:pt x="2493944" y="737267"/>
                </a:lnTo>
                <a:lnTo>
                  <a:pt x="2506067" y="741596"/>
                </a:lnTo>
                <a:lnTo>
                  <a:pt x="2516836" y="730376"/>
                </a:lnTo>
                <a:lnTo>
                  <a:pt x="2552835" y="730376"/>
                </a:lnTo>
                <a:lnTo>
                  <a:pt x="2549885" y="724549"/>
                </a:lnTo>
                <a:lnTo>
                  <a:pt x="2510216" y="720634"/>
                </a:lnTo>
                <a:close/>
              </a:path>
              <a:path w="6441440" h="835025">
                <a:moveTo>
                  <a:pt x="2593678" y="718939"/>
                </a:moveTo>
                <a:lnTo>
                  <a:pt x="2581333" y="718939"/>
                </a:lnTo>
                <a:lnTo>
                  <a:pt x="2581333" y="801994"/>
                </a:lnTo>
                <a:lnTo>
                  <a:pt x="2594105" y="801994"/>
                </a:lnTo>
                <a:lnTo>
                  <a:pt x="2594105" y="751987"/>
                </a:lnTo>
                <a:lnTo>
                  <a:pt x="2598705" y="736257"/>
                </a:lnTo>
                <a:lnTo>
                  <a:pt x="2612875" y="731855"/>
                </a:lnTo>
                <a:lnTo>
                  <a:pt x="2594755" y="731855"/>
                </a:lnTo>
                <a:lnTo>
                  <a:pt x="2593690" y="719083"/>
                </a:lnTo>
                <a:lnTo>
                  <a:pt x="2593678" y="718939"/>
                </a:lnTo>
                <a:close/>
              </a:path>
              <a:path w="6441440" h="835025">
                <a:moveTo>
                  <a:pt x="2639335" y="729257"/>
                </a:moveTo>
                <a:lnTo>
                  <a:pt x="2621237" y="729257"/>
                </a:lnTo>
                <a:lnTo>
                  <a:pt x="2632674" y="738421"/>
                </a:lnTo>
                <a:lnTo>
                  <a:pt x="2634370" y="801994"/>
                </a:lnTo>
                <a:lnTo>
                  <a:pt x="2647142" y="801994"/>
                </a:lnTo>
                <a:lnTo>
                  <a:pt x="2646008" y="738421"/>
                </a:lnTo>
                <a:lnTo>
                  <a:pt x="2645970" y="736257"/>
                </a:lnTo>
                <a:lnTo>
                  <a:pt x="2639335" y="729257"/>
                </a:lnTo>
                <a:close/>
              </a:path>
              <a:path w="6441440" h="835025">
                <a:moveTo>
                  <a:pt x="2629553" y="718939"/>
                </a:moveTo>
                <a:lnTo>
                  <a:pt x="2607599" y="719083"/>
                </a:lnTo>
                <a:lnTo>
                  <a:pt x="2594755" y="731855"/>
                </a:lnTo>
                <a:lnTo>
                  <a:pt x="2612875" y="731855"/>
                </a:lnTo>
                <a:lnTo>
                  <a:pt x="2621237" y="729257"/>
                </a:lnTo>
                <a:lnTo>
                  <a:pt x="2639335" y="729257"/>
                </a:lnTo>
                <a:lnTo>
                  <a:pt x="2629553" y="718939"/>
                </a:lnTo>
                <a:close/>
              </a:path>
              <a:path w="6441440" h="835025">
                <a:moveTo>
                  <a:pt x="2695087" y="717784"/>
                </a:moveTo>
                <a:lnTo>
                  <a:pt x="2678238" y="726533"/>
                </a:lnTo>
                <a:lnTo>
                  <a:pt x="2668082" y="744339"/>
                </a:lnTo>
                <a:lnTo>
                  <a:pt x="2666585" y="769450"/>
                </a:lnTo>
                <a:lnTo>
                  <a:pt x="2674071" y="789961"/>
                </a:lnTo>
                <a:lnTo>
                  <a:pt x="2688962" y="801994"/>
                </a:lnTo>
                <a:lnTo>
                  <a:pt x="2701870" y="803725"/>
                </a:lnTo>
                <a:lnTo>
                  <a:pt x="2707210" y="803725"/>
                </a:lnTo>
                <a:lnTo>
                  <a:pt x="2723081" y="792252"/>
                </a:lnTo>
                <a:lnTo>
                  <a:pt x="2698262" y="792252"/>
                </a:lnTo>
                <a:lnTo>
                  <a:pt x="2683903" y="781356"/>
                </a:lnTo>
                <a:lnTo>
                  <a:pt x="2680241" y="749318"/>
                </a:lnTo>
                <a:lnTo>
                  <a:pt x="2693680" y="730646"/>
                </a:lnTo>
                <a:lnTo>
                  <a:pt x="2723995" y="730646"/>
                </a:lnTo>
                <a:lnTo>
                  <a:pt x="2695087" y="717784"/>
                </a:lnTo>
                <a:close/>
              </a:path>
              <a:path w="6441440" h="835025">
                <a:moveTo>
                  <a:pt x="2739970" y="790737"/>
                </a:moveTo>
                <a:lnTo>
                  <a:pt x="2725178" y="790737"/>
                </a:lnTo>
                <a:lnTo>
                  <a:pt x="2727631" y="801994"/>
                </a:lnTo>
                <a:lnTo>
                  <a:pt x="2739970" y="801994"/>
                </a:lnTo>
                <a:lnTo>
                  <a:pt x="2739970" y="790737"/>
                </a:lnTo>
                <a:close/>
              </a:path>
              <a:path w="6441440" h="835025">
                <a:moveTo>
                  <a:pt x="2723995" y="730646"/>
                </a:moveTo>
                <a:lnTo>
                  <a:pt x="2713216" y="730646"/>
                </a:lnTo>
                <a:lnTo>
                  <a:pt x="2726513" y="748794"/>
                </a:lnTo>
                <a:lnTo>
                  <a:pt x="2720127" y="785541"/>
                </a:lnTo>
                <a:lnTo>
                  <a:pt x="2703602" y="792252"/>
                </a:lnTo>
                <a:lnTo>
                  <a:pt x="2723081" y="792252"/>
                </a:lnTo>
                <a:lnTo>
                  <a:pt x="2725178" y="790737"/>
                </a:lnTo>
                <a:lnTo>
                  <a:pt x="2739970" y="790737"/>
                </a:lnTo>
                <a:lnTo>
                  <a:pt x="2739970" y="732071"/>
                </a:lnTo>
                <a:lnTo>
                  <a:pt x="2727198" y="732071"/>
                </a:lnTo>
                <a:lnTo>
                  <a:pt x="2723995" y="730646"/>
                </a:lnTo>
                <a:close/>
              </a:path>
              <a:path w="6441440" h="835025">
                <a:moveTo>
                  <a:pt x="2739970" y="691157"/>
                </a:moveTo>
                <a:lnTo>
                  <a:pt x="2727198" y="691157"/>
                </a:lnTo>
                <a:lnTo>
                  <a:pt x="2727198" y="732071"/>
                </a:lnTo>
                <a:lnTo>
                  <a:pt x="2739970" y="732071"/>
                </a:lnTo>
                <a:lnTo>
                  <a:pt x="2739970" y="691157"/>
                </a:lnTo>
                <a:close/>
              </a:path>
              <a:path w="6441440" h="835025">
                <a:moveTo>
                  <a:pt x="2833038" y="685962"/>
                </a:moveTo>
                <a:lnTo>
                  <a:pt x="2814745" y="698662"/>
                </a:lnTo>
                <a:lnTo>
                  <a:pt x="2813627" y="801994"/>
                </a:lnTo>
                <a:lnTo>
                  <a:pt x="2826399" y="801994"/>
                </a:lnTo>
                <a:lnTo>
                  <a:pt x="2827319" y="703190"/>
                </a:lnTo>
                <a:lnTo>
                  <a:pt x="2838305" y="697868"/>
                </a:lnTo>
                <a:lnTo>
                  <a:pt x="2849129" y="688127"/>
                </a:lnTo>
                <a:lnTo>
                  <a:pt x="2833038" y="685962"/>
                </a:lnTo>
                <a:close/>
              </a:path>
              <a:path w="6441440" h="835025">
                <a:moveTo>
                  <a:pt x="2814527" y="718866"/>
                </a:moveTo>
                <a:lnTo>
                  <a:pt x="2800205" y="718866"/>
                </a:lnTo>
                <a:lnTo>
                  <a:pt x="2800205" y="729690"/>
                </a:lnTo>
                <a:lnTo>
                  <a:pt x="2814409" y="729690"/>
                </a:lnTo>
                <a:lnTo>
                  <a:pt x="2814527" y="718866"/>
                </a:lnTo>
                <a:close/>
              </a:path>
              <a:path w="6441440" h="835025">
                <a:moveTo>
                  <a:pt x="2845016" y="718866"/>
                </a:moveTo>
                <a:lnTo>
                  <a:pt x="2827173" y="718866"/>
                </a:lnTo>
                <a:lnTo>
                  <a:pt x="2827072" y="729690"/>
                </a:lnTo>
                <a:lnTo>
                  <a:pt x="2845016" y="729690"/>
                </a:lnTo>
                <a:lnTo>
                  <a:pt x="2845016" y="718866"/>
                </a:lnTo>
                <a:close/>
              </a:path>
              <a:path w="6441440" h="835025">
                <a:moveTo>
                  <a:pt x="2875688" y="718866"/>
                </a:moveTo>
                <a:lnTo>
                  <a:pt x="2862916" y="718866"/>
                </a:lnTo>
                <a:lnTo>
                  <a:pt x="2862916" y="801994"/>
                </a:lnTo>
                <a:lnTo>
                  <a:pt x="2875688" y="801994"/>
                </a:lnTo>
                <a:lnTo>
                  <a:pt x="2875688" y="718866"/>
                </a:lnTo>
                <a:close/>
              </a:path>
              <a:path w="6441440" h="835025">
                <a:moveTo>
                  <a:pt x="2864774" y="688542"/>
                </a:moveTo>
                <a:lnTo>
                  <a:pt x="2869410" y="705012"/>
                </a:lnTo>
                <a:lnTo>
                  <a:pt x="2871900" y="705012"/>
                </a:lnTo>
                <a:lnTo>
                  <a:pt x="2878502" y="693972"/>
                </a:lnTo>
                <a:lnTo>
                  <a:pt x="2864774" y="688542"/>
                </a:lnTo>
                <a:close/>
              </a:path>
              <a:path w="6441440" h="835025">
                <a:moveTo>
                  <a:pt x="2911426" y="718939"/>
                </a:moveTo>
                <a:lnTo>
                  <a:pt x="2899081" y="718939"/>
                </a:lnTo>
                <a:lnTo>
                  <a:pt x="2899081" y="801994"/>
                </a:lnTo>
                <a:lnTo>
                  <a:pt x="2911853" y="801994"/>
                </a:lnTo>
                <a:lnTo>
                  <a:pt x="2911853" y="751987"/>
                </a:lnTo>
                <a:lnTo>
                  <a:pt x="2916453" y="736257"/>
                </a:lnTo>
                <a:lnTo>
                  <a:pt x="2930623" y="731855"/>
                </a:lnTo>
                <a:lnTo>
                  <a:pt x="2912503" y="731855"/>
                </a:lnTo>
                <a:lnTo>
                  <a:pt x="2911438" y="719083"/>
                </a:lnTo>
                <a:lnTo>
                  <a:pt x="2911426" y="718939"/>
                </a:lnTo>
                <a:close/>
              </a:path>
              <a:path w="6441440" h="835025">
                <a:moveTo>
                  <a:pt x="2957083" y="729257"/>
                </a:moveTo>
                <a:lnTo>
                  <a:pt x="2938985" y="729257"/>
                </a:lnTo>
                <a:lnTo>
                  <a:pt x="2950422" y="738421"/>
                </a:lnTo>
                <a:lnTo>
                  <a:pt x="2952118" y="801994"/>
                </a:lnTo>
                <a:lnTo>
                  <a:pt x="2964890" y="801994"/>
                </a:lnTo>
                <a:lnTo>
                  <a:pt x="2963756" y="738421"/>
                </a:lnTo>
                <a:lnTo>
                  <a:pt x="2963718" y="736257"/>
                </a:lnTo>
                <a:lnTo>
                  <a:pt x="2957083" y="729257"/>
                </a:lnTo>
                <a:close/>
              </a:path>
              <a:path w="6441440" h="835025">
                <a:moveTo>
                  <a:pt x="2947302" y="718939"/>
                </a:moveTo>
                <a:lnTo>
                  <a:pt x="2925347" y="719083"/>
                </a:lnTo>
                <a:lnTo>
                  <a:pt x="2912503" y="731855"/>
                </a:lnTo>
                <a:lnTo>
                  <a:pt x="2930623" y="731855"/>
                </a:lnTo>
                <a:lnTo>
                  <a:pt x="2938985" y="729257"/>
                </a:lnTo>
                <a:lnTo>
                  <a:pt x="2957083" y="729257"/>
                </a:lnTo>
                <a:lnTo>
                  <a:pt x="2947302" y="718939"/>
                </a:lnTo>
                <a:close/>
              </a:path>
              <a:path w="6441440" h="835025">
                <a:moveTo>
                  <a:pt x="3045605" y="730376"/>
                </a:moveTo>
                <a:lnTo>
                  <a:pt x="3009606" y="730376"/>
                </a:lnTo>
                <a:lnTo>
                  <a:pt x="3030749" y="730520"/>
                </a:lnTo>
                <a:lnTo>
                  <a:pt x="3038019" y="745926"/>
                </a:lnTo>
                <a:lnTo>
                  <a:pt x="2985271" y="769775"/>
                </a:lnTo>
                <a:lnTo>
                  <a:pt x="2990647" y="796041"/>
                </a:lnTo>
                <a:lnTo>
                  <a:pt x="3012691" y="803942"/>
                </a:lnTo>
                <a:lnTo>
                  <a:pt x="3017526" y="803942"/>
                </a:lnTo>
                <a:lnTo>
                  <a:pt x="3036504" y="792541"/>
                </a:lnTo>
                <a:lnTo>
                  <a:pt x="3009652" y="792541"/>
                </a:lnTo>
                <a:lnTo>
                  <a:pt x="2997105" y="783485"/>
                </a:lnTo>
                <a:lnTo>
                  <a:pt x="3001369" y="769775"/>
                </a:lnTo>
                <a:lnTo>
                  <a:pt x="3001470" y="769450"/>
                </a:lnTo>
                <a:lnTo>
                  <a:pt x="3050791" y="769450"/>
                </a:lnTo>
                <a:lnTo>
                  <a:pt x="3050791" y="740622"/>
                </a:lnTo>
                <a:lnTo>
                  <a:pt x="3045678" y="730520"/>
                </a:lnTo>
                <a:lnTo>
                  <a:pt x="3045605" y="730376"/>
                </a:lnTo>
                <a:close/>
              </a:path>
              <a:path w="6441440" h="835025">
                <a:moveTo>
                  <a:pt x="3050791" y="769450"/>
                </a:moveTo>
                <a:lnTo>
                  <a:pt x="3001470" y="769450"/>
                </a:lnTo>
                <a:lnTo>
                  <a:pt x="3038019" y="771903"/>
                </a:lnTo>
                <a:lnTo>
                  <a:pt x="3033545" y="784946"/>
                </a:lnTo>
                <a:lnTo>
                  <a:pt x="3014458" y="792541"/>
                </a:lnTo>
                <a:lnTo>
                  <a:pt x="3036504" y="792541"/>
                </a:lnTo>
                <a:lnTo>
                  <a:pt x="3038019" y="801994"/>
                </a:lnTo>
                <a:lnTo>
                  <a:pt x="3050791" y="801994"/>
                </a:lnTo>
                <a:lnTo>
                  <a:pt x="3050791" y="769450"/>
                </a:lnTo>
                <a:close/>
              </a:path>
              <a:path w="6441440" h="835025">
                <a:moveTo>
                  <a:pt x="3002986" y="720634"/>
                </a:moveTo>
                <a:lnTo>
                  <a:pt x="2986714" y="737267"/>
                </a:lnTo>
                <a:lnTo>
                  <a:pt x="2998837" y="741596"/>
                </a:lnTo>
                <a:lnTo>
                  <a:pt x="3009606" y="730376"/>
                </a:lnTo>
                <a:lnTo>
                  <a:pt x="3045605" y="730376"/>
                </a:lnTo>
                <a:lnTo>
                  <a:pt x="3042655" y="724549"/>
                </a:lnTo>
                <a:lnTo>
                  <a:pt x="3002986" y="720634"/>
                </a:lnTo>
                <a:close/>
              </a:path>
              <a:path w="6441440" h="835025">
                <a:moveTo>
                  <a:pt x="3086875" y="691157"/>
                </a:moveTo>
                <a:lnTo>
                  <a:pt x="3074103" y="691157"/>
                </a:lnTo>
                <a:lnTo>
                  <a:pt x="3074103" y="801994"/>
                </a:lnTo>
                <a:lnTo>
                  <a:pt x="3086875" y="801994"/>
                </a:lnTo>
                <a:lnTo>
                  <a:pt x="3086875" y="691157"/>
                </a:lnTo>
                <a:close/>
              </a:path>
              <a:path w="6441440" h="835025">
                <a:moveTo>
                  <a:pt x="3123040" y="691157"/>
                </a:moveTo>
                <a:lnTo>
                  <a:pt x="3110268" y="691157"/>
                </a:lnTo>
                <a:lnTo>
                  <a:pt x="3110268" y="801994"/>
                </a:lnTo>
                <a:lnTo>
                  <a:pt x="3123040" y="801994"/>
                </a:lnTo>
                <a:lnTo>
                  <a:pt x="3123040" y="691157"/>
                </a:lnTo>
                <a:close/>
              </a:path>
              <a:path w="6441440" h="835025">
                <a:moveTo>
                  <a:pt x="3153794" y="718866"/>
                </a:moveTo>
                <a:lnTo>
                  <a:pt x="3139939" y="718866"/>
                </a:lnTo>
                <a:lnTo>
                  <a:pt x="3170679" y="802427"/>
                </a:lnTo>
                <a:lnTo>
                  <a:pt x="3165033" y="816191"/>
                </a:lnTo>
                <a:lnTo>
                  <a:pt x="3148598" y="820394"/>
                </a:lnTo>
                <a:lnTo>
                  <a:pt x="3145351" y="831651"/>
                </a:lnTo>
                <a:lnTo>
                  <a:pt x="3154660" y="833166"/>
                </a:lnTo>
                <a:lnTo>
                  <a:pt x="3168153" y="829739"/>
                </a:lnTo>
                <a:lnTo>
                  <a:pt x="3186772" y="785108"/>
                </a:lnTo>
                <a:lnTo>
                  <a:pt x="3177606" y="785108"/>
                </a:lnTo>
                <a:lnTo>
                  <a:pt x="3153794" y="718866"/>
                </a:lnTo>
                <a:close/>
              </a:path>
              <a:path w="6441440" h="835025">
                <a:moveTo>
                  <a:pt x="3214407" y="718866"/>
                </a:moveTo>
                <a:lnTo>
                  <a:pt x="3200553" y="718866"/>
                </a:lnTo>
                <a:lnTo>
                  <a:pt x="3177606" y="785108"/>
                </a:lnTo>
                <a:lnTo>
                  <a:pt x="3186772" y="785108"/>
                </a:lnTo>
                <a:lnTo>
                  <a:pt x="3214407" y="718866"/>
                </a:lnTo>
                <a:close/>
              </a:path>
              <a:path w="6441440" h="835025">
                <a:moveTo>
                  <a:pt x="3300177" y="717784"/>
                </a:moveTo>
                <a:lnTo>
                  <a:pt x="3282390" y="726948"/>
                </a:lnTo>
                <a:lnTo>
                  <a:pt x="3271783" y="744970"/>
                </a:lnTo>
                <a:lnTo>
                  <a:pt x="3270232" y="769161"/>
                </a:lnTo>
                <a:lnTo>
                  <a:pt x="3277808" y="789456"/>
                </a:lnTo>
                <a:lnTo>
                  <a:pt x="3293395" y="801885"/>
                </a:lnTo>
                <a:lnTo>
                  <a:pt x="3307899" y="803725"/>
                </a:lnTo>
                <a:lnTo>
                  <a:pt x="3328680" y="798007"/>
                </a:lnTo>
                <a:lnTo>
                  <a:pt x="3332062" y="792252"/>
                </a:lnTo>
                <a:lnTo>
                  <a:pt x="3302847" y="792252"/>
                </a:lnTo>
                <a:lnTo>
                  <a:pt x="3288091" y="781970"/>
                </a:lnTo>
                <a:lnTo>
                  <a:pt x="3284032" y="748686"/>
                </a:lnTo>
                <a:lnTo>
                  <a:pt x="3298554" y="730556"/>
                </a:lnTo>
                <a:lnTo>
                  <a:pt x="3333773" y="730556"/>
                </a:lnTo>
                <a:lnTo>
                  <a:pt x="3328175" y="723196"/>
                </a:lnTo>
                <a:lnTo>
                  <a:pt x="3300177" y="717784"/>
                </a:lnTo>
                <a:close/>
              </a:path>
              <a:path w="6441440" h="835025">
                <a:moveTo>
                  <a:pt x="3340587" y="777748"/>
                </a:moveTo>
                <a:lnTo>
                  <a:pt x="3327815" y="777748"/>
                </a:lnTo>
                <a:lnTo>
                  <a:pt x="3327021" y="780779"/>
                </a:lnTo>
                <a:lnTo>
                  <a:pt x="3302847" y="792252"/>
                </a:lnTo>
                <a:lnTo>
                  <a:pt x="3332062" y="792252"/>
                </a:lnTo>
                <a:lnTo>
                  <a:pt x="3340587" y="777748"/>
                </a:lnTo>
                <a:close/>
              </a:path>
              <a:path w="6441440" h="835025">
                <a:moveTo>
                  <a:pt x="3333773" y="730556"/>
                </a:moveTo>
                <a:lnTo>
                  <a:pt x="3298554" y="730556"/>
                </a:lnTo>
                <a:lnTo>
                  <a:pt x="3318001" y="730737"/>
                </a:lnTo>
                <a:lnTo>
                  <a:pt x="3327815" y="743761"/>
                </a:lnTo>
                <a:lnTo>
                  <a:pt x="3340587" y="743761"/>
                </a:lnTo>
                <a:lnTo>
                  <a:pt x="3339865" y="738566"/>
                </a:lnTo>
                <a:lnTo>
                  <a:pt x="3333773" y="730556"/>
                </a:lnTo>
                <a:close/>
              </a:path>
              <a:path w="6441440" h="835025">
                <a:moveTo>
                  <a:pt x="3372030" y="691157"/>
                </a:moveTo>
                <a:lnTo>
                  <a:pt x="3359258" y="691157"/>
                </a:lnTo>
                <a:lnTo>
                  <a:pt x="3359258" y="801994"/>
                </a:lnTo>
                <a:lnTo>
                  <a:pt x="3372030" y="801994"/>
                </a:lnTo>
                <a:lnTo>
                  <a:pt x="3372030" y="691157"/>
                </a:lnTo>
                <a:close/>
              </a:path>
              <a:path w="6441440" h="835025">
                <a:moveTo>
                  <a:pt x="3408195" y="718866"/>
                </a:moveTo>
                <a:lnTo>
                  <a:pt x="3395423" y="718866"/>
                </a:lnTo>
                <a:lnTo>
                  <a:pt x="3395423" y="801994"/>
                </a:lnTo>
                <a:lnTo>
                  <a:pt x="3408195" y="801994"/>
                </a:lnTo>
                <a:lnTo>
                  <a:pt x="3408195" y="718866"/>
                </a:lnTo>
                <a:close/>
              </a:path>
              <a:path w="6441440" h="835025">
                <a:moveTo>
                  <a:pt x="3397281" y="688542"/>
                </a:moveTo>
                <a:lnTo>
                  <a:pt x="3401917" y="705012"/>
                </a:lnTo>
                <a:lnTo>
                  <a:pt x="3404407" y="705012"/>
                </a:lnTo>
                <a:lnTo>
                  <a:pt x="3411009" y="693972"/>
                </a:lnTo>
                <a:lnTo>
                  <a:pt x="3397281" y="688542"/>
                </a:lnTo>
                <a:close/>
              </a:path>
              <a:path w="6441440" h="835025">
                <a:moveTo>
                  <a:pt x="3457638" y="717784"/>
                </a:moveTo>
                <a:lnTo>
                  <a:pt x="3439850" y="726948"/>
                </a:lnTo>
                <a:lnTo>
                  <a:pt x="3429243" y="744970"/>
                </a:lnTo>
                <a:lnTo>
                  <a:pt x="3427692" y="769161"/>
                </a:lnTo>
                <a:lnTo>
                  <a:pt x="3435268" y="789456"/>
                </a:lnTo>
                <a:lnTo>
                  <a:pt x="3450855" y="801885"/>
                </a:lnTo>
                <a:lnTo>
                  <a:pt x="3465359" y="803725"/>
                </a:lnTo>
                <a:lnTo>
                  <a:pt x="3486141" y="798007"/>
                </a:lnTo>
                <a:lnTo>
                  <a:pt x="3489523" y="792252"/>
                </a:lnTo>
                <a:lnTo>
                  <a:pt x="3460308" y="792252"/>
                </a:lnTo>
                <a:lnTo>
                  <a:pt x="3445551" y="781970"/>
                </a:lnTo>
                <a:lnTo>
                  <a:pt x="3441492" y="748686"/>
                </a:lnTo>
                <a:lnTo>
                  <a:pt x="3456014" y="730556"/>
                </a:lnTo>
                <a:lnTo>
                  <a:pt x="3491233" y="730556"/>
                </a:lnTo>
                <a:lnTo>
                  <a:pt x="3485636" y="723196"/>
                </a:lnTo>
                <a:lnTo>
                  <a:pt x="3457638" y="717784"/>
                </a:lnTo>
                <a:close/>
              </a:path>
              <a:path w="6441440" h="835025">
                <a:moveTo>
                  <a:pt x="3498047" y="777748"/>
                </a:moveTo>
                <a:lnTo>
                  <a:pt x="3485275" y="777748"/>
                </a:lnTo>
                <a:lnTo>
                  <a:pt x="3484481" y="780779"/>
                </a:lnTo>
                <a:lnTo>
                  <a:pt x="3460308" y="792252"/>
                </a:lnTo>
                <a:lnTo>
                  <a:pt x="3489523" y="792252"/>
                </a:lnTo>
                <a:lnTo>
                  <a:pt x="3498047" y="777748"/>
                </a:lnTo>
                <a:close/>
              </a:path>
              <a:path w="6441440" h="835025">
                <a:moveTo>
                  <a:pt x="3491233" y="730556"/>
                </a:moveTo>
                <a:lnTo>
                  <a:pt x="3456014" y="730556"/>
                </a:lnTo>
                <a:lnTo>
                  <a:pt x="3475461" y="730737"/>
                </a:lnTo>
                <a:lnTo>
                  <a:pt x="3485275" y="743761"/>
                </a:lnTo>
                <a:lnTo>
                  <a:pt x="3498047" y="743761"/>
                </a:lnTo>
                <a:lnTo>
                  <a:pt x="3497325" y="738566"/>
                </a:lnTo>
                <a:lnTo>
                  <a:pt x="3491233" y="730556"/>
                </a:lnTo>
                <a:close/>
              </a:path>
              <a:path w="6441440" h="835025">
                <a:moveTo>
                  <a:pt x="3529490" y="691157"/>
                </a:moveTo>
                <a:lnTo>
                  <a:pt x="3516718" y="691157"/>
                </a:lnTo>
                <a:lnTo>
                  <a:pt x="3516718" y="801994"/>
                </a:lnTo>
                <a:lnTo>
                  <a:pt x="3529490" y="801994"/>
                </a:lnTo>
                <a:lnTo>
                  <a:pt x="3529490" y="771687"/>
                </a:lnTo>
                <a:lnTo>
                  <a:pt x="3528624" y="771687"/>
                </a:lnTo>
                <a:lnTo>
                  <a:pt x="3528612" y="770848"/>
                </a:lnTo>
                <a:lnTo>
                  <a:pt x="3528496" y="762364"/>
                </a:lnTo>
                <a:lnTo>
                  <a:pt x="3528408" y="755884"/>
                </a:lnTo>
                <a:lnTo>
                  <a:pt x="3529490" y="754856"/>
                </a:lnTo>
                <a:lnTo>
                  <a:pt x="3529490" y="691157"/>
                </a:lnTo>
                <a:close/>
              </a:path>
              <a:path w="6441440" h="835025">
                <a:moveTo>
                  <a:pt x="3547379" y="753527"/>
                </a:moveTo>
                <a:lnTo>
                  <a:pt x="3538252" y="762364"/>
                </a:lnTo>
                <a:lnTo>
                  <a:pt x="3569539" y="801994"/>
                </a:lnTo>
                <a:lnTo>
                  <a:pt x="3585774" y="801994"/>
                </a:lnTo>
                <a:lnTo>
                  <a:pt x="3547379" y="753527"/>
                </a:lnTo>
                <a:close/>
              </a:path>
              <a:path w="6441440" h="835025">
                <a:moveTo>
                  <a:pt x="3529490" y="754856"/>
                </a:moveTo>
                <a:lnTo>
                  <a:pt x="3528408" y="755884"/>
                </a:lnTo>
                <a:lnTo>
                  <a:pt x="3528496" y="762364"/>
                </a:lnTo>
                <a:lnTo>
                  <a:pt x="3528612" y="770848"/>
                </a:lnTo>
                <a:lnTo>
                  <a:pt x="3528624" y="771687"/>
                </a:lnTo>
                <a:lnTo>
                  <a:pt x="3529490" y="770848"/>
                </a:lnTo>
                <a:lnTo>
                  <a:pt x="3529490" y="754856"/>
                </a:lnTo>
                <a:close/>
              </a:path>
              <a:path w="6441440" h="835025">
                <a:moveTo>
                  <a:pt x="3529490" y="770848"/>
                </a:moveTo>
                <a:lnTo>
                  <a:pt x="3528624" y="771687"/>
                </a:lnTo>
                <a:lnTo>
                  <a:pt x="3529490" y="771687"/>
                </a:lnTo>
                <a:lnTo>
                  <a:pt x="3529490" y="770848"/>
                </a:lnTo>
                <a:close/>
              </a:path>
              <a:path w="6441440" h="835025">
                <a:moveTo>
                  <a:pt x="3583176" y="718866"/>
                </a:moveTo>
                <a:lnTo>
                  <a:pt x="3567374" y="718866"/>
                </a:lnTo>
                <a:lnTo>
                  <a:pt x="3529490" y="754856"/>
                </a:lnTo>
                <a:lnTo>
                  <a:pt x="3529490" y="770848"/>
                </a:lnTo>
                <a:lnTo>
                  <a:pt x="3538252" y="762364"/>
                </a:lnTo>
                <a:lnTo>
                  <a:pt x="3537067" y="760863"/>
                </a:lnTo>
                <a:lnTo>
                  <a:pt x="3546159" y="751987"/>
                </a:lnTo>
                <a:lnTo>
                  <a:pt x="3548969" y="751987"/>
                </a:lnTo>
                <a:lnTo>
                  <a:pt x="3583176" y="718866"/>
                </a:lnTo>
                <a:close/>
              </a:path>
              <a:path w="6441440" h="835025">
                <a:moveTo>
                  <a:pt x="3546159" y="751987"/>
                </a:moveTo>
                <a:lnTo>
                  <a:pt x="3537067" y="760863"/>
                </a:lnTo>
                <a:lnTo>
                  <a:pt x="3538252" y="762364"/>
                </a:lnTo>
                <a:lnTo>
                  <a:pt x="3547379" y="753527"/>
                </a:lnTo>
                <a:lnTo>
                  <a:pt x="3546159" y="751987"/>
                </a:lnTo>
                <a:close/>
              </a:path>
              <a:path w="6441440" h="835025">
                <a:moveTo>
                  <a:pt x="3548969" y="751987"/>
                </a:moveTo>
                <a:lnTo>
                  <a:pt x="3546159" y="751987"/>
                </a:lnTo>
                <a:lnTo>
                  <a:pt x="3547379" y="753527"/>
                </a:lnTo>
                <a:lnTo>
                  <a:pt x="3548969" y="751987"/>
                </a:lnTo>
                <a:close/>
              </a:path>
              <a:path w="6441440" h="835025">
                <a:moveTo>
                  <a:pt x="3668744" y="717784"/>
                </a:moveTo>
                <a:lnTo>
                  <a:pt x="3650866" y="726714"/>
                </a:lnTo>
                <a:lnTo>
                  <a:pt x="3640150" y="744645"/>
                </a:lnTo>
                <a:lnTo>
                  <a:pt x="3638581" y="769450"/>
                </a:lnTo>
                <a:lnTo>
                  <a:pt x="3646464" y="789799"/>
                </a:lnTo>
                <a:lnTo>
                  <a:pt x="3662159" y="801940"/>
                </a:lnTo>
                <a:lnTo>
                  <a:pt x="3676248" y="803725"/>
                </a:lnTo>
                <a:lnTo>
                  <a:pt x="3683753" y="803725"/>
                </a:lnTo>
                <a:lnTo>
                  <a:pt x="3701612" y="794796"/>
                </a:lnTo>
                <a:lnTo>
                  <a:pt x="3703140" y="792252"/>
                </a:lnTo>
                <a:lnTo>
                  <a:pt x="3670547" y="792252"/>
                </a:lnTo>
                <a:lnTo>
                  <a:pt x="3658497" y="784946"/>
                </a:lnTo>
                <a:lnTo>
                  <a:pt x="3651353" y="755307"/>
                </a:lnTo>
                <a:lnTo>
                  <a:pt x="3665857" y="730737"/>
                </a:lnTo>
                <a:lnTo>
                  <a:pt x="3704733" y="730737"/>
                </a:lnTo>
                <a:lnTo>
                  <a:pt x="3690319" y="719570"/>
                </a:lnTo>
                <a:lnTo>
                  <a:pt x="3668744" y="717784"/>
                </a:lnTo>
                <a:close/>
              </a:path>
              <a:path w="6441440" h="835025">
                <a:moveTo>
                  <a:pt x="3704733" y="730737"/>
                </a:moveTo>
                <a:lnTo>
                  <a:pt x="3686639" y="730737"/>
                </a:lnTo>
                <a:lnTo>
                  <a:pt x="3700259" y="750129"/>
                </a:lnTo>
                <a:lnTo>
                  <a:pt x="3693999" y="784946"/>
                </a:lnTo>
                <a:lnTo>
                  <a:pt x="3676248" y="792252"/>
                </a:lnTo>
                <a:lnTo>
                  <a:pt x="3703140" y="792252"/>
                </a:lnTo>
                <a:lnTo>
                  <a:pt x="3712327" y="776954"/>
                </a:lnTo>
                <a:lnTo>
                  <a:pt x="3713915" y="752204"/>
                </a:lnTo>
                <a:lnTo>
                  <a:pt x="3706014" y="731729"/>
                </a:lnTo>
                <a:lnTo>
                  <a:pt x="3704733" y="730737"/>
                </a:lnTo>
                <a:close/>
              </a:path>
              <a:path w="6441440" h="835025">
                <a:moveTo>
                  <a:pt x="3745757" y="718939"/>
                </a:moveTo>
                <a:lnTo>
                  <a:pt x="3733411" y="718939"/>
                </a:lnTo>
                <a:lnTo>
                  <a:pt x="3733411" y="801994"/>
                </a:lnTo>
                <a:lnTo>
                  <a:pt x="3746184" y="801994"/>
                </a:lnTo>
                <a:lnTo>
                  <a:pt x="3746184" y="751987"/>
                </a:lnTo>
                <a:lnTo>
                  <a:pt x="3750784" y="736257"/>
                </a:lnTo>
                <a:lnTo>
                  <a:pt x="3764953" y="731855"/>
                </a:lnTo>
                <a:lnTo>
                  <a:pt x="3746833" y="731855"/>
                </a:lnTo>
                <a:lnTo>
                  <a:pt x="3745769" y="719083"/>
                </a:lnTo>
                <a:lnTo>
                  <a:pt x="3745757" y="718939"/>
                </a:lnTo>
                <a:close/>
              </a:path>
              <a:path w="6441440" h="835025">
                <a:moveTo>
                  <a:pt x="3791413" y="729257"/>
                </a:moveTo>
                <a:lnTo>
                  <a:pt x="3773316" y="729257"/>
                </a:lnTo>
                <a:lnTo>
                  <a:pt x="3784753" y="738421"/>
                </a:lnTo>
                <a:lnTo>
                  <a:pt x="3786449" y="801994"/>
                </a:lnTo>
                <a:lnTo>
                  <a:pt x="3799221" y="801994"/>
                </a:lnTo>
                <a:lnTo>
                  <a:pt x="3798087" y="738421"/>
                </a:lnTo>
                <a:lnTo>
                  <a:pt x="3798048" y="736257"/>
                </a:lnTo>
                <a:lnTo>
                  <a:pt x="3791413" y="729257"/>
                </a:lnTo>
                <a:close/>
              </a:path>
              <a:path w="6441440" h="835025">
                <a:moveTo>
                  <a:pt x="3781632" y="718939"/>
                </a:moveTo>
                <a:lnTo>
                  <a:pt x="3759678" y="719083"/>
                </a:lnTo>
                <a:lnTo>
                  <a:pt x="3746833" y="731855"/>
                </a:lnTo>
                <a:lnTo>
                  <a:pt x="3764953" y="731855"/>
                </a:lnTo>
                <a:lnTo>
                  <a:pt x="3773316" y="729257"/>
                </a:lnTo>
                <a:lnTo>
                  <a:pt x="3791413" y="729257"/>
                </a:lnTo>
                <a:lnTo>
                  <a:pt x="3781632" y="718939"/>
                </a:lnTo>
                <a:close/>
              </a:path>
              <a:path w="6441440" h="835025">
                <a:moveTo>
                  <a:pt x="3883823" y="698950"/>
                </a:moveTo>
                <a:lnTo>
                  <a:pt x="3871051" y="698950"/>
                </a:lnTo>
                <a:lnTo>
                  <a:pt x="3871051" y="781645"/>
                </a:lnTo>
                <a:lnTo>
                  <a:pt x="3876679" y="796834"/>
                </a:lnTo>
                <a:lnTo>
                  <a:pt x="3897912" y="802896"/>
                </a:lnTo>
                <a:lnTo>
                  <a:pt x="3883823" y="698950"/>
                </a:lnTo>
                <a:close/>
              </a:path>
              <a:path w="6441440" h="835025">
                <a:moveTo>
                  <a:pt x="3871051" y="718866"/>
                </a:moveTo>
                <a:lnTo>
                  <a:pt x="3858495" y="718866"/>
                </a:lnTo>
                <a:lnTo>
                  <a:pt x="3858495" y="729690"/>
                </a:lnTo>
                <a:lnTo>
                  <a:pt x="3871051" y="729690"/>
                </a:lnTo>
                <a:lnTo>
                  <a:pt x="3871051" y="718866"/>
                </a:lnTo>
                <a:close/>
              </a:path>
              <a:path w="6441440" h="835025">
                <a:moveTo>
                  <a:pt x="3901574" y="718866"/>
                </a:moveTo>
                <a:lnTo>
                  <a:pt x="3886522" y="718866"/>
                </a:lnTo>
                <a:lnTo>
                  <a:pt x="3887989" y="729690"/>
                </a:lnTo>
                <a:lnTo>
                  <a:pt x="3901574" y="729690"/>
                </a:lnTo>
                <a:lnTo>
                  <a:pt x="3901574" y="718866"/>
                </a:lnTo>
                <a:close/>
              </a:path>
              <a:path w="6441440" h="835025">
                <a:moveTo>
                  <a:pt x="3935344" y="691157"/>
                </a:moveTo>
                <a:lnTo>
                  <a:pt x="3922572" y="691157"/>
                </a:lnTo>
                <a:lnTo>
                  <a:pt x="3922572" y="801994"/>
                </a:lnTo>
                <a:lnTo>
                  <a:pt x="3935344" y="801994"/>
                </a:lnTo>
                <a:lnTo>
                  <a:pt x="3935344" y="751987"/>
                </a:lnTo>
                <a:lnTo>
                  <a:pt x="3940071" y="736257"/>
                </a:lnTo>
                <a:lnTo>
                  <a:pt x="3954637" y="731855"/>
                </a:lnTo>
                <a:lnTo>
                  <a:pt x="3936427" y="731855"/>
                </a:lnTo>
                <a:lnTo>
                  <a:pt x="3935344" y="691157"/>
                </a:lnTo>
                <a:close/>
              </a:path>
              <a:path w="6441440" h="835025">
                <a:moveTo>
                  <a:pt x="3983962" y="729257"/>
                </a:moveTo>
                <a:lnTo>
                  <a:pt x="3963234" y="729257"/>
                </a:lnTo>
                <a:lnTo>
                  <a:pt x="3974761" y="738331"/>
                </a:lnTo>
                <a:lnTo>
                  <a:pt x="3976475" y="801994"/>
                </a:lnTo>
                <a:lnTo>
                  <a:pt x="3989247" y="801994"/>
                </a:lnTo>
                <a:lnTo>
                  <a:pt x="3989247" y="749173"/>
                </a:lnTo>
                <a:lnTo>
                  <a:pt x="3983962" y="729257"/>
                </a:lnTo>
                <a:close/>
              </a:path>
              <a:path w="6441440" h="835025">
                <a:moveTo>
                  <a:pt x="3971514" y="718921"/>
                </a:moveTo>
                <a:lnTo>
                  <a:pt x="3949127" y="719065"/>
                </a:lnTo>
                <a:lnTo>
                  <a:pt x="3936427" y="731855"/>
                </a:lnTo>
                <a:lnTo>
                  <a:pt x="3954637" y="731855"/>
                </a:lnTo>
                <a:lnTo>
                  <a:pt x="3963234" y="729257"/>
                </a:lnTo>
                <a:lnTo>
                  <a:pt x="3983962" y="729257"/>
                </a:lnTo>
                <a:lnTo>
                  <a:pt x="3983330" y="726876"/>
                </a:lnTo>
                <a:lnTo>
                  <a:pt x="3971514" y="718921"/>
                </a:lnTo>
                <a:close/>
              </a:path>
              <a:path w="6441440" h="835025">
                <a:moveTo>
                  <a:pt x="4038663" y="717784"/>
                </a:moveTo>
                <a:lnTo>
                  <a:pt x="4020875" y="726948"/>
                </a:lnTo>
                <a:lnTo>
                  <a:pt x="4010268" y="745060"/>
                </a:lnTo>
                <a:lnTo>
                  <a:pt x="4008717" y="769594"/>
                </a:lnTo>
                <a:lnTo>
                  <a:pt x="4016510" y="789871"/>
                </a:lnTo>
                <a:lnTo>
                  <a:pt x="4032547" y="801958"/>
                </a:lnTo>
                <a:lnTo>
                  <a:pt x="4047466" y="803725"/>
                </a:lnTo>
                <a:lnTo>
                  <a:pt x="4067184" y="799360"/>
                </a:lnTo>
                <a:lnTo>
                  <a:pt x="4072911" y="792252"/>
                </a:lnTo>
                <a:lnTo>
                  <a:pt x="4042307" y="792252"/>
                </a:lnTo>
                <a:lnTo>
                  <a:pt x="4026937" y="783323"/>
                </a:lnTo>
                <a:lnTo>
                  <a:pt x="4024673" y="764760"/>
                </a:lnTo>
                <a:lnTo>
                  <a:pt x="4017809" y="764760"/>
                </a:lnTo>
                <a:lnTo>
                  <a:pt x="4017809" y="753719"/>
                </a:lnTo>
                <a:lnTo>
                  <a:pt x="4023326" y="753719"/>
                </a:lnTo>
                <a:lnTo>
                  <a:pt x="4022481" y="746792"/>
                </a:lnTo>
                <a:lnTo>
                  <a:pt x="4041080" y="729257"/>
                </a:lnTo>
                <a:lnTo>
                  <a:pt x="4070630" y="729257"/>
                </a:lnTo>
                <a:lnTo>
                  <a:pt x="4067057" y="723737"/>
                </a:lnTo>
                <a:lnTo>
                  <a:pt x="4038663" y="717784"/>
                </a:lnTo>
                <a:close/>
              </a:path>
              <a:path w="6441440" h="835025">
                <a:moveTo>
                  <a:pt x="4068248" y="779264"/>
                </a:moveTo>
                <a:lnTo>
                  <a:pt x="4067166" y="782150"/>
                </a:lnTo>
                <a:lnTo>
                  <a:pt x="4042307" y="792252"/>
                </a:lnTo>
                <a:lnTo>
                  <a:pt x="4072911" y="792252"/>
                </a:lnTo>
                <a:lnTo>
                  <a:pt x="4080587" y="782727"/>
                </a:lnTo>
                <a:lnTo>
                  <a:pt x="4068248" y="779264"/>
                </a:lnTo>
                <a:close/>
              </a:path>
              <a:path w="6441440" h="835025">
                <a:moveTo>
                  <a:pt x="4023326" y="753719"/>
                </a:moveTo>
                <a:lnTo>
                  <a:pt x="4017809" y="753719"/>
                </a:lnTo>
                <a:lnTo>
                  <a:pt x="4017809" y="764760"/>
                </a:lnTo>
                <a:lnTo>
                  <a:pt x="4024673" y="764760"/>
                </a:lnTo>
                <a:lnTo>
                  <a:pt x="4023326" y="753719"/>
                </a:lnTo>
                <a:close/>
              </a:path>
              <a:path w="6441440" h="835025">
                <a:moveTo>
                  <a:pt x="4070630" y="729257"/>
                </a:moveTo>
                <a:lnTo>
                  <a:pt x="4041080" y="729257"/>
                </a:lnTo>
                <a:lnTo>
                  <a:pt x="4061609" y="734579"/>
                </a:lnTo>
                <a:lnTo>
                  <a:pt x="4068897" y="753719"/>
                </a:lnTo>
                <a:lnTo>
                  <a:pt x="4023326" y="753719"/>
                </a:lnTo>
                <a:lnTo>
                  <a:pt x="4024673" y="764760"/>
                </a:lnTo>
                <a:lnTo>
                  <a:pt x="4081886" y="764760"/>
                </a:lnTo>
                <a:lnTo>
                  <a:pt x="4080948" y="746792"/>
                </a:lnTo>
                <a:lnTo>
                  <a:pt x="4080858" y="745060"/>
                </a:lnTo>
                <a:lnTo>
                  <a:pt x="4070630" y="729257"/>
                </a:lnTo>
                <a:close/>
              </a:path>
              <a:path w="6441440" h="835025">
                <a:moveTo>
                  <a:pt x="4152620" y="779047"/>
                </a:moveTo>
                <a:lnTo>
                  <a:pt x="4140497" y="782078"/>
                </a:lnTo>
                <a:lnTo>
                  <a:pt x="4141976" y="789149"/>
                </a:lnTo>
                <a:lnTo>
                  <a:pt x="4156607" y="801885"/>
                </a:lnTo>
                <a:lnTo>
                  <a:pt x="4178561" y="803725"/>
                </a:lnTo>
                <a:lnTo>
                  <a:pt x="4197756" y="795355"/>
                </a:lnTo>
                <a:lnTo>
                  <a:pt x="4198978" y="791350"/>
                </a:lnTo>
                <a:lnTo>
                  <a:pt x="4162416" y="791350"/>
                </a:lnTo>
                <a:lnTo>
                  <a:pt x="4152620" y="779047"/>
                </a:lnTo>
                <a:close/>
              </a:path>
              <a:path w="6441440" h="835025">
                <a:moveTo>
                  <a:pt x="4173618" y="717784"/>
                </a:moveTo>
                <a:lnTo>
                  <a:pt x="4149716" y="725758"/>
                </a:lnTo>
                <a:lnTo>
                  <a:pt x="4143095" y="747550"/>
                </a:lnTo>
                <a:lnTo>
                  <a:pt x="4151970" y="759943"/>
                </a:lnTo>
                <a:lnTo>
                  <a:pt x="4186318" y="770244"/>
                </a:lnTo>
                <a:lnTo>
                  <a:pt x="4191369" y="783052"/>
                </a:lnTo>
                <a:lnTo>
                  <a:pt x="4182566" y="791206"/>
                </a:lnTo>
                <a:lnTo>
                  <a:pt x="4162416" y="791350"/>
                </a:lnTo>
                <a:lnTo>
                  <a:pt x="4198978" y="791350"/>
                </a:lnTo>
                <a:lnTo>
                  <a:pt x="4204575" y="773022"/>
                </a:lnTo>
                <a:lnTo>
                  <a:pt x="4195464" y="760881"/>
                </a:lnTo>
                <a:lnTo>
                  <a:pt x="4157022" y="746846"/>
                </a:lnTo>
                <a:lnTo>
                  <a:pt x="4157423" y="737483"/>
                </a:lnTo>
                <a:lnTo>
                  <a:pt x="4157545" y="734651"/>
                </a:lnTo>
                <a:lnTo>
                  <a:pt x="4177334" y="728824"/>
                </a:lnTo>
                <a:lnTo>
                  <a:pt x="4198151" y="728824"/>
                </a:lnTo>
                <a:lnTo>
                  <a:pt x="4188303" y="719588"/>
                </a:lnTo>
                <a:lnTo>
                  <a:pt x="4173618" y="717784"/>
                </a:lnTo>
                <a:close/>
              </a:path>
              <a:path w="6441440" h="835025">
                <a:moveTo>
                  <a:pt x="4198151" y="728824"/>
                </a:moveTo>
                <a:lnTo>
                  <a:pt x="4177334" y="728824"/>
                </a:lnTo>
                <a:lnTo>
                  <a:pt x="4191586" y="740731"/>
                </a:lnTo>
                <a:lnTo>
                  <a:pt x="4203059" y="737483"/>
                </a:lnTo>
                <a:lnTo>
                  <a:pt x="4201075" y="731566"/>
                </a:lnTo>
                <a:lnTo>
                  <a:pt x="4198151" y="728824"/>
                </a:lnTo>
                <a:close/>
              </a:path>
              <a:path w="6441440" h="835025">
                <a:moveTo>
                  <a:pt x="4236573" y="718866"/>
                </a:moveTo>
                <a:lnTo>
                  <a:pt x="4223800" y="718866"/>
                </a:lnTo>
                <a:lnTo>
                  <a:pt x="4224904" y="781717"/>
                </a:lnTo>
                <a:lnTo>
                  <a:pt x="4224955" y="784621"/>
                </a:lnTo>
                <a:lnTo>
                  <a:pt x="4240879" y="801994"/>
                </a:lnTo>
                <a:lnTo>
                  <a:pt x="4237285" y="801994"/>
                </a:lnTo>
                <a:lnTo>
                  <a:pt x="4262117" y="801615"/>
                </a:lnTo>
                <a:lnTo>
                  <a:pt x="4272608" y="790737"/>
                </a:lnTo>
                <a:lnTo>
                  <a:pt x="4249453" y="790737"/>
                </a:lnTo>
                <a:lnTo>
                  <a:pt x="4238268" y="781717"/>
                </a:lnTo>
                <a:lnTo>
                  <a:pt x="4236573" y="718866"/>
                </a:lnTo>
                <a:close/>
              </a:path>
              <a:path w="6441440" h="835025">
                <a:moveTo>
                  <a:pt x="4288960" y="787923"/>
                </a:moveTo>
                <a:lnTo>
                  <a:pt x="4275322" y="787923"/>
                </a:lnTo>
                <a:lnTo>
                  <a:pt x="4276164" y="801615"/>
                </a:lnTo>
                <a:lnTo>
                  <a:pt x="4276188" y="801994"/>
                </a:lnTo>
                <a:lnTo>
                  <a:pt x="4288960" y="801994"/>
                </a:lnTo>
                <a:lnTo>
                  <a:pt x="4288960" y="787923"/>
                </a:lnTo>
                <a:close/>
              </a:path>
              <a:path w="6441440" h="835025">
                <a:moveTo>
                  <a:pt x="4288960" y="718866"/>
                </a:moveTo>
                <a:lnTo>
                  <a:pt x="4276188" y="718866"/>
                </a:lnTo>
                <a:lnTo>
                  <a:pt x="4276188" y="768007"/>
                </a:lnTo>
                <a:lnTo>
                  <a:pt x="4270541" y="784188"/>
                </a:lnTo>
                <a:lnTo>
                  <a:pt x="4249453" y="790737"/>
                </a:lnTo>
                <a:lnTo>
                  <a:pt x="4272608" y="790737"/>
                </a:lnTo>
                <a:lnTo>
                  <a:pt x="4275322" y="787923"/>
                </a:lnTo>
                <a:lnTo>
                  <a:pt x="4288960" y="787923"/>
                </a:lnTo>
                <a:lnTo>
                  <a:pt x="4288960" y="718866"/>
                </a:lnTo>
                <a:close/>
              </a:path>
              <a:path w="6441440" h="835025">
                <a:moveTo>
                  <a:pt x="4340181" y="789221"/>
                </a:moveTo>
                <a:lnTo>
                  <a:pt x="4326424" y="789221"/>
                </a:lnTo>
                <a:lnTo>
                  <a:pt x="4359112" y="803725"/>
                </a:lnTo>
                <a:lnTo>
                  <a:pt x="4375835" y="794940"/>
                </a:lnTo>
                <a:lnTo>
                  <a:pt x="4377361" y="792252"/>
                </a:lnTo>
                <a:lnTo>
                  <a:pt x="4345330" y="792252"/>
                </a:lnTo>
                <a:lnTo>
                  <a:pt x="4340181" y="789221"/>
                </a:lnTo>
                <a:close/>
              </a:path>
              <a:path w="6441440" h="835025">
                <a:moveTo>
                  <a:pt x="4326857" y="691157"/>
                </a:moveTo>
                <a:lnTo>
                  <a:pt x="4314085" y="691157"/>
                </a:lnTo>
                <a:lnTo>
                  <a:pt x="4314085" y="801994"/>
                </a:lnTo>
                <a:lnTo>
                  <a:pt x="4326424" y="801994"/>
                </a:lnTo>
                <a:lnTo>
                  <a:pt x="4326424" y="789221"/>
                </a:lnTo>
                <a:lnTo>
                  <a:pt x="4340181" y="789221"/>
                </a:lnTo>
                <a:lnTo>
                  <a:pt x="4333929" y="785541"/>
                </a:lnTo>
                <a:lnTo>
                  <a:pt x="4326640" y="760430"/>
                </a:lnTo>
                <a:lnTo>
                  <a:pt x="4333820" y="735806"/>
                </a:lnTo>
                <a:lnTo>
                  <a:pt x="4355865" y="729257"/>
                </a:lnTo>
                <a:lnTo>
                  <a:pt x="4377207" y="729257"/>
                </a:lnTo>
                <a:lnTo>
                  <a:pt x="4376625" y="728788"/>
                </a:lnTo>
                <a:lnTo>
                  <a:pt x="4330176" y="728788"/>
                </a:lnTo>
                <a:lnTo>
                  <a:pt x="4326857" y="691157"/>
                </a:lnTo>
                <a:close/>
              </a:path>
              <a:path w="6441440" h="835025">
                <a:moveTo>
                  <a:pt x="4377207" y="729257"/>
                </a:moveTo>
                <a:lnTo>
                  <a:pt x="4355865" y="729257"/>
                </a:lnTo>
                <a:lnTo>
                  <a:pt x="4370225" y="739901"/>
                </a:lnTo>
                <a:lnTo>
                  <a:pt x="4373779" y="771723"/>
                </a:lnTo>
                <a:lnTo>
                  <a:pt x="4360249" y="790845"/>
                </a:lnTo>
                <a:lnTo>
                  <a:pt x="4345330" y="792252"/>
                </a:lnTo>
                <a:lnTo>
                  <a:pt x="4377361" y="792252"/>
                </a:lnTo>
                <a:lnTo>
                  <a:pt x="4385974" y="777081"/>
                </a:lnTo>
                <a:lnTo>
                  <a:pt x="4387471" y="751915"/>
                </a:lnTo>
                <a:lnTo>
                  <a:pt x="4379984" y="731494"/>
                </a:lnTo>
                <a:lnTo>
                  <a:pt x="4377207" y="729257"/>
                </a:lnTo>
                <a:close/>
              </a:path>
              <a:path w="6441440" h="835025">
                <a:moveTo>
                  <a:pt x="4346557" y="717784"/>
                </a:moveTo>
                <a:lnTo>
                  <a:pt x="4330176" y="728788"/>
                </a:lnTo>
                <a:lnTo>
                  <a:pt x="4376625" y="728788"/>
                </a:lnTo>
                <a:lnTo>
                  <a:pt x="4365138" y="719534"/>
                </a:lnTo>
                <a:lnTo>
                  <a:pt x="4346557" y="717784"/>
                </a:lnTo>
                <a:close/>
              </a:path>
              <a:path w="6441440" h="835025">
                <a:moveTo>
                  <a:pt x="4419347" y="718866"/>
                </a:moveTo>
                <a:lnTo>
                  <a:pt x="4407008" y="718866"/>
                </a:lnTo>
                <a:lnTo>
                  <a:pt x="4407008" y="801994"/>
                </a:lnTo>
                <a:lnTo>
                  <a:pt x="4419780" y="801994"/>
                </a:lnTo>
                <a:lnTo>
                  <a:pt x="4419780" y="750039"/>
                </a:lnTo>
                <a:lnTo>
                  <a:pt x="4424021" y="736527"/>
                </a:lnTo>
                <a:lnTo>
                  <a:pt x="4424145" y="736130"/>
                </a:lnTo>
                <a:lnTo>
                  <a:pt x="4436153" y="731855"/>
                </a:lnTo>
                <a:lnTo>
                  <a:pt x="4420429" y="731855"/>
                </a:lnTo>
                <a:lnTo>
                  <a:pt x="4419364" y="719065"/>
                </a:lnTo>
                <a:lnTo>
                  <a:pt x="4419347" y="718866"/>
                </a:lnTo>
                <a:close/>
              </a:path>
              <a:path w="6441440" h="835025">
                <a:moveTo>
                  <a:pt x="4463363" y="729384"/>
                </a:moveTo>
                <a:lnTo>
                  <a:pt x="4443623" y="729384"/>
                </a:lnTo>
                <a:lnTo>
                  <a:pt x="4453532" y="736527"/>
                </a:lnTo>
                <a:lnTo>
                  <a:pt x="4455066" y="801994"/>
                </a:lnTo>
                <a:lnTo>
                  <a:pt x="4468054" y="801994"/>
                </a:lnTo>
                <a:lnTo>
                  <a:pt x="4468054" y="742498"/>
                </a:lnTo>
                <a:lnTo>
                  <a:pt x="4478147" y="731855"/>
                </a:lnTo>
                <a:lnTo>
                  <a:pt x="4465890" y="731855"/>
                </a:lnTo>
                <a:lnTo>
                  <a:pt x="4463363" y="729384"/>
                </a:lnTo>
                <a:close/>
              </a:path>
              <a:path w="6441440" h="835025">
                <a:moveTo>
                  <a:pt x="4513749" y="729384"/>
                </a:moveTo>
                <a:lnTo>
                  <a:pt x="4481014" y="729384"/>
                </a:lnTo>
                <a:lnTo>
                  <a:pt x="4501662" y="735842"/>
                </a:lnTo>
                <a:lnTo>
                  <a:pt x="4503340" y="801994"/>
                </a:lnTo>
                <a:lnTo>
                  <a:pt x="4516112" y="801994"/>
                </a:lnTo>
                <a:lnTo>
                  <a:pt x="4513830" y="731855"/>
                </a:lnTo>
                <a:lnTo>
                  <a:pt x="4513749" y="729384"/>
                </a:lnTo>
                <a:close/>
              </a:path>
              <a:path w="6441440" h="835025">
                <a:moveTo>
                  <a:pt x="4452811" y="719065"/>
                </a:moveTo>
                <a:lnTo>
                  <a:pt x="4432644" y="719065"/>
                </a:lnTo>
                <a:lnTo>
                  <a:pt x="4420429" y="731855"/>
                </a:lnTo>
                <a:lnTo>
                  <a:pt x="4436153" y="731855"/>
                </a:lnTo>
                <a:lnTo>
                  <a:pt x="4443093" y="729384"/>
                </a:lnTo>
                <a:lnTo>
                  <a:pt x="4463363" y="729384"/>
                </a:lnTo>
                <a:lnTo>
                  <a:pt x="4452811" y="719065"/>
                </a:lnTo>
                <a:close/>
              </a:path>
              <a:path w="6441440" h="835025">
                <a:moveTo>
                  <a:pt x="4498217" y="717784"/>
                </a:moveTo>
                <a:lnTo>
                  <a:pt x="4479726" y="719065"/>
                </a:lnTo>
                <a:lnTo>
                  <a:pt x="4465890" y="731855"/>
                </a:lnTo>
                <a:lnTo>
                  <a:pt x="4478147" y="731855"/>
                </a:lnTo>
                <a:lnTo>
                  <a:pt x="4480490" y="729384"/>
                </a:lnTo>
                <a:lnTo>
                  <a:pt x="4513749" y="729384"/>
                </a:lnTo>
                <a:lnTo>
                  <a:pt x="4498217" y="717784"/>
                </a:lnTo>
                <a:close/>
              </a:path>
              <a:path w="6441440" h="835025">
                <a:moveTo>
                  <a:pt x="4552237" y="718866"/>
                </a:moveTo>
                <a:lnTo>
                  <a:pt x="4539465" y="718866"/>
                </a:lnTo>
                <a:lnTo>
                  <a:pt x="4539465" y="801994"/>
                </a:lnTo>
                <a:lnTo>
                  <a:pt x="4552237" y="801994"/>
                </a:lnTo>
                <a:lnTo>
                  <a:pt x="4552237" y="718866"/>
                </a:lnTo>
                <a:close/>
              </a:path>
              <a:path w="6441440" h="835025">
                <a:moveTo>
                  <a:pt x="4541323" y="688542"/>
                </a:moveTo>
                <a:lnTo>
                  <a:pt x="4545959" y="705012"/>
                </a:lnTo>
                <a:lnTo>
                  <a:pt x="4548449" y="705012"/>
                </a:lnTo>
                <a:lnTo>
                  <a:pt x="4555051" y="693972"/>
                </a:lnTo>
                <a:lnTo>
                  <a:pt x="4541323" y="688542"/>
                </a:lnTo>
                <a:close/>
              </a:path>
              <a:path w="6441440" h="835025">
                <a:moveTo>
                  <a:pt x="4594031" y="698950"/>
                </a:moveTo>
                <a:lnTo>
                  <a:pt x="4581259" y="698950"/>
                </a:lnTo>
                <a:lnTo>
                  <a:pt x="4581259" y="781645"/>
                </a:lnTo>
                <a:lnTo>
                  <a:pt x="4586887" y="796834"/>
                </a:lnTo>
                <a:lnTo>
                  <a:pt x="4608120" y="802896"/>
                </a:lnTo>
                <a:lnTo>
                  <a:pt x="4594031" y="698950"/>
                </a:lnTo>
                <a:close/>
              </a:path>
              <a:path w="6441440" h="835025">
                <a:moveTo>
                  <a:pt x="4581259" y="718866"/>
                </a:moveTo>
                <a:lnTo>
                  <a:pt x="4568703" y="718866"/>
                </a:lnTo>
                <a:lnTo>
                  <a:pt x="4568703" y="729690"/>
                </a:lnTo>
                <a:lnTo>
                  <a:pt x="4581259" y="729690"/>
                </a:lnTo>
                <a:lnTo>
                  <a:pt x="4581259" y="718866"/>
                </a:lnTo>
                <a:close/>
              </a:path>
              <a:path w="6441440" h="835025">
                <a:moveTo>
                  <a:pt x="4611782" y="718866"/>
                </a:moveTo>
                <a:lnTo>
                  <a:pt x="4596730" y="718866"/>
                </a:lnTo>
                <a:lnTo>
                  <a:pt x="4598197" y="729690"/>
                </a:lnTo>
                <a:lnTo>
                  <a:pt x="4611782" y="729690"/>
                </a:lnTo>
                <a:lnTo>
                  <a:pt x="4611782" y="718866"/>
                </a:lnTo>
                <a:close/>
              </a:path>
              <a:path w="6441440" h="835025">
                <a:moveTo>
                  <a:pt x="4701684" y="789221"/>
                </a:moveTo>
                <a:lnTo>
                  <a:pt x="4687928" y="789221"/>
                </a:lnTo>
                <a:lnTo>
                  <a:pt x="4720616" y="803725"/>
                </a:lnTo>
                <a:lnTo>
                  <a:pt x="4737339" y="794940"/>
                </a:lnTo>
                <a:lnTo>
                  <a:pt x="4738864" y="792252"/>
                </a:lnTo>
                <a:lnTo>
                  <a:pt x="4706833" y="792252"/>
                </a:lnTo>
                <a:lnTo>
                  <a:pt x="4701684" y="789221"/>
                </a:lnTo>
                <a:close/>
              </a:path>
              <a:path w="6441440" h="835025">
                <a:moveTo>
                  <a:pt x="4688361" y="691157"/>
                </a:moveTo>
                <a:lnTo>
                  <a:pt x="4675588" y="691157"/>
                </a:lnTo>
                <a:lnTo>
                  <a:pt x="4675588" y="801994"/>
                </a:lnTo>
                <a:lnTo>
                  <a:pt x="4687928" y="801994"/>
                </a:lnTo>
                <a:lnTo>
                  <a:pt x="4687928" y="789221"/>
                </a:lnTo>
                <a:lnTo>
                  <a:pt x="4701684" y="789221"/>
                </a:lnTo>
                <a:lnTo>
                  <a:pt x="4695432" y="785541"/>
                </a:lnTo>
                <a:lnTo>
                  <a:pt x="4688144" y="760430"/>
                </a:lnTo>
                <a:lnTo>
                  <a:pt x="4695324" y="735806"/>
                </a:lnTo>
                <a:lnTo>
                  <a:pt x="4717368" y="729257"/>
                </a:lnTo>
                <a:lnTo>
                  <a:pt x="4738711" y="729257"/>
                </a:lnTo>
                <a:lnTo>
                  <a:pt x="4738129" y="728788"/>
                </a:lnTo>
                <a:lnTo>
                  <a:pt x="4691680" y="728788"/>
                </a:lnTo>
                <a:lnTo>
                  <a:pt x="4688361" y="691157"/>
                </a:lnTo>
                <a:close/>
              </a:path>
              <a:path w="6441440" h="835025">
                <a:moveTo>
                  <a:pt x="4738711" y="729257"/>
                </a:moveTo>
                <a:lnTo>
                  <a:pt x="4717368" y="729257"/>
                </a:lnTo>
                <a:lnTo>
                  <a:pt x="4731728" y="739901"/>
                </a:lnTo>
                <a:lnTo>
                  <a:pt x="4735282" y="771723"/>
                </a:lnTo>
                <a:lnTo>
                  <a:pt x="4721752" y="790845"/>
                </a:lnTo>
                <a:lnTo>
                  <a:pt x="4706833" y="792252"/>
                </a:lnTo>
                <a:lnTo>
                  <a:pt x="4738864" y="792252"/>
                </a:lnTo>
                <a:lnTo>
                  <a:pt x="4747477" y="777081"/>
                </a:lnTo>
                <a:lnTo>
                  <a:pt x="4748974" y="751915"/>
                </a:lnTo>
                <a:lnTo>
                  <a:pt x="4741488" y="731494"/>
                </a:lnTo>
                <a:lnTo>
                  <a:pt x="4738711" y="729257"/>
                </a:lnTo>
                <a:close/>
              </a:path>
              <a:path w="6441440" h="835025">
                <a:moveTo>
                  <a:pt x="4708060" y="717784"/>
                </a:moveTo>
                <a:lnTo>
                  <a:pt x="4691680" y="728788"/>
                </a:lnTo>
                <a:lnTo>
                  <a:pt x="4738129" y="728788"/>
                </a:lnTo>
                <a:lnTo>
                  <a:pt x="4726641" y="719534"/>
                </a:lnTo>
                <a:lnTo>
                  <a:pt x="4708060" y="717784"/>
                </a:lnTo>
                <a:close/>
              </a:path>
              <a:path w="6441440" h="835025">
                <a:moveTo>
                  <a:pt x="4781284" y="718866"/>
                </a:moveTo>
                <a:lnTo>
                  <a:pt x="4768511" y="718866"/>
                </a:lnTo>
                <a:lnTo>
                  <a:pt x="4769615" y="781717"/>
                </a:lnTo>
                <a:lnTo>
                  <a:pt x="4769666" y="784621"/>
                </a:lnTo>
                <a:lnTo>
                  <a:pt x="4785590" y="801994"/>
                </a:lnTo>
                <a:lnTo>
                  <a:pt x="4781996" y="801994"/>
                </a:lnTo>
                <a:lnTo>
                  <a:pt x="4806828" y="801615"/>
                </a:lnTo>
                <a:lnTo>
                  <a:pt x="4817319" y="790737"/>
                </a:lnTo>
                <a:lnTo>
                  <a:pt x="4794164" y="790737"/>
                </a:lnTo>
                <a:lnTo>
                  <a:pt x="4782979" y="781717"/>
                </a:lnTo>
                <a:lnTo>
                  <a:pt x="4781284" y="718866"/>
                </a:lnTo>
                <a:close/>
              </a:path>
              <a:path w="6441440" h="835025">
                <a:moveTo>
                  <a:pt x="4833671" y="787923"/>
                </a:moveTo>
                <a:lnTo>
                  <a:pt x="4820033" y="787923"/>
                </a:lnTo>
                <a:lnTo>
                  <a:pt x="4820875" y="801615"/>
                </a:lnTo>
                <a:lnTo>
                  <a:pt x="4820899" y="801994"/>
                </a:lnTo>
                <a:lnTo>
                  <a:pt x="4833671" y="801994"/>
                </a:lnTo>
                <a:lnTo>
                  <a:pt x="4833671" y="787923"/>
                </a:lnTo>
                <a:close/>
              </a:path>
              <a:path w="6441440" h="835025">
                <a:moveTo>
                  <a:pt x="4833671" y="718866"/>
                </a:moveTo>
                <a:lnTo>
                  <a:pt x="4820899" y="718866"/>
                </a:lnTo>
                <a:lnTo>
                  <a:pt x="4820899" y="768007"/>
                </a:lnTo>
                <a:lnTo>
                  <a:pt x="4815252" y="784188"/>
                </a:lnTo>
                <a:lnTo>
                  <a:pt x="4794164" y="790737"/>
                </a:lnTo>
                <a:lnTo>
                  <a:pt x="4817319" y="790737"/>
                </a:lnTo>
                <a:lnTo>
                  <a:pt x="4820033" y="787923"/>
                </a:lnTo>
                <a:lnTo>
                  <a:pt x="4833671" y="787923"/>
                </a:lnTo>
                <a:lnTo>
                  <a:pt x="4833671" y="718866"/>
                </a:lnTo>
                <a:close/>
              </a:path>
              <a:path w="6441440" h="835025">
                <a:moveTo>
                  <a:pt x="4875465" y="698950"/>
                </a:moveTo>
                <a:lnTo>
                  <a:pt x="4862693" y="698950"/>
                </a:lnTo>
                <a:lnTo>
                  <a:pt x="4862693" y="781645"/>
                </a:lnTo>
                <a:lnTo>
                  <a:pt x="4868321" y="796834"/>
                </a:lnTo>
                <a:lnTo>
                  <a:pt x="4889554" y="802896"/>
                </a:lnTo>
                <a:lnTo>
                  <a:pt x="4875465" y="698950"/>
                </a:lnTo>
                <a:close/>
              </a:path>
              <a:path w="6441440" h="835025">
                <a:moveTo>
                  <a:pt x="4862693" y="718866"/>
                </a:moveTo>
                <a:lnTo>
                  <a:pt x="4850137" y="718866"/>
                </a:lnTo>
                <a:lnTo>
                  <a:pt x="4850137" y="729690"/>
                </a:lnTo>
                <a:lnTo>
                  <a:pt x="4862693" y="729690"/>
                </a:lnTo>
                <a:lnTo>
                  <a:pt x="4862693" y="718866"/>
                </a:lnTo>
                <a:close/>
              </a:path>
              <a:path w="6441440" h="835025">
                <a:moveTo>
                  <a:pt x="4893216" y="718866"/>
                </a:moveTo>
                <a:lnTo>
                  <a:pt x="4878164" y="718866"/>
                </a:lnTo>
                <a:lnTo>
                  <a:pt x="4879631" y="729690"/>
                </a:lnTo>
                <a:lnTo>
                  <a:pt x="4893216" y="729690"/>
                </a:lnTo>
                <a:lnTo>
                  <a:pt x="4893216" y="718866"/>
                </a:lnTo>
                <a:close/>
              </a:path>
              <a:path w="6441440" h="835025">
                <a:moveTo>
                  <a:pt x="4930829" y="698950"/>
                </a:moveTo>
                <a:lnTo>
                  <a:pt x="4918057" y="698950"/>
                </a:lnTo>
                <a:lnTo>
                  <a:pt x="4918057" y="781645"/>
                </a:lnTo>
                <a:lnTo>
                  <a:pt x="4923685" y="796834"/>
                </a:lnTo>
                <a:lnTo>
                  <a:pt x="4944918" y="802896"/>
                </a:lnTo>
                <a:lnTo>
                  <a:pt x="4930829" y="698950"/>
                </a:lnTo>
                <a:close/>
              </a:path>
              <a:path w="6441440" h="835025">
                <a:moveTo>
                  <a:pt x="4918057" y="718866"/>
                </a:moveTo>
                <a:lnTo>
                  <a:pt x="4905501" y="718866"/>
                </a:lnTo>
                <a:lnTo>
                  <a:pt x="4905501" y="729690"/>
                </a:lnTo>
                <a:lnTo>
                  <a:pt x="4918057" y="729690"/>
                </a:lnTo>
                <a:lnTo>
                  <a:pt x="4918057" y="718866"/>
                </a:lnTo>
                <a:close/>
              </a:path>
              <a:path w="6441440" h="835025">
                <a:moveTo>
                  <a:pt x="4948580" y="718866"/>
                </a:moveTo>
                <a:lnTo>
                  <a:pt x="4933528" y="718866"/>
                </a:lnTo>
                <a:lnTo>
                  <a:pt x="4934995" y="729690"/>
                </a:lnTo>
                <a:lnTo>
                  <a:pt x="4948580" y="729690"/>
                </a:lnTo>
                <a:lnTo>
                  <a:pt x="4948580" y="718866"/>
                </a:lnTo>
                <a:close/>
              </a:path>
              <a:path w="6441440" h="835025">
                <a:moveTo>
                  <a:pt x="4993165" y="717784"/>
                </a:moveTo>
                <a:lnTo>
                  <a:pt x="4975288" y="726714"/>
                </a:lnTo>
                <a:lnTo>
                  <a:pt x="4964572" y="744645"/>
                </a:lnTo>
                <a:lnTo>
                  <a:pt x="4963003" y="769450"/>
                </a:lnTo>
                <a:lnTo>
                  <a:pt x="4970886" y="789799"/>
                </a:lnTo>
                <a:lnTo>
                  <a:pt x="4986580" y="801940"/>
                </a:lnTo>
                <a:lnTo>
                  <a:pt x="5000670" y="803725"/>
                </a:lnTo>
                <a:lnTo>
                  <a:pt x="5008174" y="803725"/>
                </a:lnTo>
                <a:lnTo>
                  <a:pt x="5026033" y="794796"/>
                </a:lnTo>
                <a:lnTo>
                  <a:pt x="5027561" y="792252"/>
                </a:lnTo>
                <a:lnTo>
                  <a:pt x="4994969" y="792252"/>
                </a:lnTo>
                <a:lnTo>
                  <a:pt x="4982919" y="784946"/>
                </a:lnTo>
                <a:lnTo>
                  <a:pt x="4975775" y="755307"/>
                </a:lnTo>
                <a:lnTo>
                  <a:pt x="4990279" y="730737"/>
                </a:lnTo>
                <a:lnTo>
                  <a:pt x="5029154" y="730737"/>
                </a:lnTo>
                <a:lnTo>
                  <a:pt x="5014741" y="719570"/>
                </a:lnTo>
                <a:lnTo>
                  <a:pt x="4993165" y="717784"/>
                </a:lnTo>
                <a:close/>
              </a:path>
              <a:path w="6441440" h="835025">
                <a:moveTo>
                  <a:pt x="5029154" y="730737"/>
                </a:moveTo>
                <a:lnTo>
                  <a:pt x="5011061" y="730737"/>
                </a:lnTo>
                <a:lnTo>
                  <a:pt x="5024680" y="750129"/>
                </a:lnTo>
                <a:lnTo>
                  <a:pt x="5018421" y="784946"/>
                </a:lnTo>
                <a:lnTo>
                  <a:pt x="5000670" y="792252"/>
                </a:lnTo>
                <a:lnTo>
                  <a:pt x="5027561" y="792252"/>
                </a:lnTo>
                <a:lnTo>
                  <a:pt x="5036749" y="776954"/>
                </a:lnTo>
                <a:lnTo>
                  <a:pt x="5038336" y="752204"/>
                </a:lnTo>
                <a:lnTo>
                  <a:pt x="5030435" y="731729"/>
                </a:lnTo>
                <a:lnTo>
                  <a:pt x="5029154" y="730737"/>
                </a:lnTo>
                <a:close/>
              </a:path>
              <a:path w="6441440" h="835025">
                <a:moveTo>
                  <a:pt x="5070179" y="718939"/>
                </a:moveTo>
                <a:lnTo>
                  <a:pt x="5057833" y="718939"/>
                </a:lnTo>
                <a:lnTo>
                  <a:pt x="5057833" y="801994"/>
                </a:lnTo>
                <a:lnTo>
                  <a:pt x="5070605" y="801994"/>
                </a:lnTo>
                <a:lnTo>
                  <a:pt x="5070605" y="751987"/>
                </a:lnTo>
                <a:lnTo>
                  <a:pt x="5075206" y="736257"/>
                </a:lnTo>
                <a:lnTo>
                  <a:pt x="5089375" y="731855"/>
                </a:lnTo>
                <a:lnTo>
                  <a:pt x="5071255" y="731855"/>
                </a:lnTo>
                <a:lnTo>
                  <a:pt x="5070191" y="719083"/>
                </a:lnTo>
                <a:lnTo>
                  <a:pt x="5070179" y="718939"/>
                </a:lnTo>
                <a:close/>
              </a:path>
              <a:path w="6441440" h="835025">
                <a:moveTo>
                  <a:pt x="5115835" y="729257"/>
                </a:moveTo>
                <a:lnTo>
                  <a:pt x="5097737" y="729257"/>
                </a:lnTo>
                <a:lnTo>
                  <a:pt x="5109174" y="738421"/>
                </a:lnTo>
                <a:lnTo>
                  <a:pt x="5110870" y="801994"/>
                </a:lnTo>
                <a:lnTo>
                  <a:pt x="5123642" y="801994"/>
                </a:lnTo>
                <a:lnTo>
                  <a:pt x="5122508" y="738421"/>
                </a:lnTo>
                <a:lnTo>
                  <a:pt x="5122470" y="736257"/>
                </a:lnTo>
                <a:lnTo>
                  <a:pt x="5115835" y="729257"/>
                </a:lnTo>
                <a:close/>
              </a:path>
              <a:path w="6441440" h="835025">
                <a:moveTo>
                  <a:pt x="5106054" y="718939"/>
                </a:moveTo>
                <a:lnTo>
                  <a:pt x="5084099" y="719083"/>
                </a:lnTo>
                <a:lnTo>
                  <a:pt x="5071255" y="731855"/>
                </a:lnTo>
                <a:lnTo>
                  <a:pt x="5089375" y="731855"/>
                </a:lnTo>
                <a:lnTo>
                  <a:pt x="5097737" y="729257"/>
                </a:lnTo>
                <a:lnTo>
                  <a:pt x="5115835" y="729257"/>
                </a:lnTo>
                <a:lnTo>
                  <a:pt x="5106054" y="718939"/>
                </a:lnTo>
                <a:close/>
              </a:path>
              <a:path w="6441440" h="835025">
                <a:moveTo>
                  <a:pt x="5161251" y="784333"/>
                </a:moveTo>
                <a:lnTo>
                  <a:pt x="5146548" y="790448"/>
                </a:lnTo>
                <a:lnTo>
                  <a:pt x="5156290" y="802860"/>
                </a:lnTo>
                <a:lnTo>
                  <a:pt x="5161251" y="7843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168400" y="3136900"/>
            <a:ext cx="1625600" cy="3467100"/>
            <a:chOff x="1168400" y="3136900"/>
            <a:chExt cx="1625600" cy="3467100"/>
          </a:xfrm>
        </p:grpSpPr>
        <p:sp>
          <p:nvSpPr>
            <p:cNvPr id="8" name="object 8" descr=""/>
            <p:cNvSpPr/>
            <p:nvPr/>
          </p:nvSpPr>
          <p:spPr>
            <a:xfrm>
              <a:off x="1168400" y="3136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92771" y="3161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1233" y="3189430"/>
              <a:ext cx="1507743" cy="332970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433" y="3229843"/>
              <a:ext cx="85343" cy="84859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2933700" y="3136900"/>
            <a:ext cx="1625600" cy="3467100"/>
            <a:chOff x="2933700" y="3136900"/>
            <a:chExt cx="1625600" cy="3467100"/>
          </a:xfrm>
        </p:grpSpPr>
        <p:sp>
          <p:nvSpPr>
            <p:cNvPr id="13" name="object 13" descr=""/>
            <p:cNvSpPr/>
            <p:nvPr/>
          </p:nvSpPr>
          <p:spPr>
            <a:xfrm>
              <a:off x="2933700" y="3136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958071" y="3161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6533" y="3189430"/>
              <a:ext cx="1507743" cy="332970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7733" y="3229843"/>
              <a:ext cx="85344" cy="84859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4762500" y="3136900"/>
            <a:ext cx="1625600" cy="3467100"/>
            <a:chOff x="4762500" y="3136900"/>
            <a:chExt cx="1625600" cy="3467100"/>
          </a:xfrm>
        </p:grpSpPr>
        <p:sp>
          <p:nvSpPr>
            <p:cNvPr id="18" name="object 18" descr=""/>
            <p:cNvSpPr/>
            <p:nvPr/>
          </p:nvSpPr>
          <p:spPr>
            <a:xfrm>
              <a:off x="4762500" y="3136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786871" y="3161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57" y="1446644"/>
                  </a:lnTo>
                  <a:lnTo>
                    <a:pt x="1599057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5333" y="3189430"/>
              <a:ext cx="1507743" cy="332970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6533" y="3229843"/>
              <a:ext cx="85344" cy="84859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1270000" y="47371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4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4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19237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8596"/>
            <a:ext cx="123259" cy="10100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2474768"/>
            <a:ext cx="4738592" cy="14720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1915968"/>
            <a:ext cx="6444843" cy="34658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508000" y="3213100"/>
            <a:ext cx="1625600" cy="3467100"/>
            <a:chOff x="508000" y="32131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508000" y="3213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2384" y="3237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69" y="59232"/>
                  </a:lnTo>
                  <a:lnTo>
                    <a:pt x="1536065" y="28397"/>
                  </a:lnTo>
                  <a:lnTo>
                    <a:pt x="1505064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63" y="7620"/>
                  </a:lnTo>
                  <a:lnTo>
                    <a:pt x="28562" y="28397"/>
                  </a:lnTo>
                  <a:lnTo>
                    <a:pt x="7658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58" y="3359378"/>
                  </a:lnTo>
                  <a:lnTo>
                    <a:pt x="28562" y="3390201"/>
                  </a:lnTo>
                  <a:lnTo>
                    <a:pt x="59563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64" y="3410978"/>
                  </a:lnTo>
                  <a:lnTo>
                    <a:pt x="1536065" y="3390201"/>
                  </a:lnTo>
                  <a:lnTo>
                    <a:pt x="1556969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16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24" y="1237094"/>
                  </a:lnTo>
                  <a:lnTo>
                    <a:pt x="1589024" y="1239634"/>
                  </a:lnTo>
                  <a:lnTo>
                    <a:pt x="1589024" y="1444104"/>
                  </a:lnTo>
                  <a:lnTo>
                    <a:pt x="1589024" y="1446644"/>
                  </a:lnTo>
                  <a:lnTo>
                    <a:pt x="1599031" y="1446644"/>
                  </a:lnTo>
                  <a:lnTo>
                    <a:pt x="1599031" y="1444104"/>
                  </a:lnTo>
                  <a:lnTo>
                    <a:pt x="1601216" y="1444104"/>
                  </a:lnTo>
                  <a:lnTo>
                    <a:pt x="1601216" y="1239634"/>
                  </a:lnTo>
                  <a:close/>
                </a:path>
                <a:path w="1601470" h="3418840">
                  <a:moveTo>
                    <a:pt x="1601216" y="652894"/>
                  </a:moveTo>
                  <a:lnTo>
                    <a:pt x="1599501" y="652894"/>
                  </a:lnTo>
                  <a:lnTo>
                    <a:pt x="1599501" y="646544"/>
                  </a:lnTo>
                  <a:lnTo>
                    <a:pt x="1589024" y="646544"/>
                  </a:lnTo>
                  <a:lnTo>
                    <a:pt x="1589024" y="652894"/>
                  </a:lnTo>
                  <a:lnTo>
                    <a:pt x="1589024" y="1040244"/>
                  </a:lnTo>
                  <a:lnTo>
                    <a:pt x="1589024" y="1046594"/>
                  </a:lnTo>
                  <a:lnTo>
                    <a:pt x="1599501" y="1046594"/>
                  </a:lnTo>
                  <a:lnTo>
                    <a:pt x="1599501" y="1040244"/>
                  </a:lnTo>
                  <a:lnTo>
                    <a:pt x="1601216" y="1040244"/>
                  </a:lnTo>
                  <a:lnTo>
                    <a:pt x="1601216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0832" y="3265636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2032" y="33060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2438400" y="3213100"/>
            <a:ext cx="1638300" cy="3467100"/>
            <a:chOff x="2438400" y="3213100"/>
            <a:chExt cx="16383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2438400" y="32131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462974" y="32373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1644" y="3265636"/>
              <a:ext cx="151952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8401" y="3306043"/>
              <a:ext cx="86010" cy="84859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59287" y="4469912"/>
            <a:ext cx="2146101" cy="573935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3289300" y="6819900"/>
            <a:ext cx="1625600" cy="3467100"/>
            <a:chOff x="3289300" y="6819900"/>
            <a:chExt cx="1625600" cy="3467100"/>
          </a:xfrm>
        </p:grpSpPr>
        <p:sp>
          <p:nvSpPr>
            <p:cNvPr id="20" name="object 20" descr=""/>
            <p:cNvSpPr/>
            <p:nvPr/>
          </p:nvSpPr>
          <p:spPr>
            <a:xfrm>
              <a:off x="3289300" y="68199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313684" y="68441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69" y="59232"/>
                  </a:lnTo>
                  <a:lnTo>
                    <a:pt x="1536065" y="28397"/>
                  </a:lnTo>
                  <a:lnTo>
                    <a:pt x="1505064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63" y="7620"/>
                  </a:lnTo>
                  <a:lnTo>
                    <a:pt x="28562" y="28397"/>
                  </a:lnTo>
                  <a:lnTo>
                    <a:pt x="7658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58" y="3359378"/>
                  </a:lnTo>
                  <a:lnTo>
                    <a:pt x="28562" y="3390201"/>
                  </a:lnTo>
                  <a:lnTo>
                    <a:pt x="59563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64" y="3410978"/>
                  </a:lnTo>
                  <a:lnTo>
                    <a:pt x="1536065" y="3390201"/>
                  </a:lnTo>
                  <a:lnTo>
                    <a:pt x="1556969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16" y="1239634"/>
                  </a:moveTo>
                  <a:lnTo>
                    <a:pt x="1599717" y="1239634"/>
                  </a:lnTo>
                  <a:lnTo>
                    <a:pt x="1599717" y="1237094"/>
                  </a:lnTo>
                  <a:lnTo>
                    <a:pt x="1589024" y="1237094"/>
                  </a:lnTo>
                  <a:lnTo>
                    <a:pt x="1589024" y="1239634"/>
                  </a:lnTo>
                  <a:lnTo>
                    <a:pt x="1589024" y="1444104"/>
                  </a:lnTo>
                  <a:lnTo>
                    <a:pt x="1589024" y="1446644"/>
                  </a:lnTo>
                  <a:lnTo>
                    <a:pt x="1599031" y="1446644"/>
                  </a:lnTo>
                  <a:lnTo>
                    <a:pt x="1599031" y="1444104"/>
                  </a:lnTo>
                  <a:lnTo>
                    <a:pt x="1601216" y="1444104"/>
                  </a:lnTo>
                  <a:lnTo>
                    <a:pt x="1601216" y="1239634"/>
                  </a:lnTo>
                  <a:close/>
                </a:path>
                <a:path w="1601470" h="3418840">
                  <a:moveTo>
                    <a:pt x="1601216" y="652894"/>
                  </a:moveTo>
                  <a:lnTo>
                    <a:pt x="1599501" y="652894"/>
                  </a:lnTo>
                  <a:lnTo>
                    <a:pt x="1599501" y="646544"/>
                  </a:lnTo>
                  <a:lnTo>
                    <a:pt x="1589024" y="646544"/>
                  </a:lnTo>
                  <a:lnTo>
                    <a:pt x="1589024" y="652894"/>
                  </a:lnTo>
                  <a:lnTo>
                    <a:pt x="1589024" y="1040244"/>
                  </a:lnTo>
                  <a:lnTo>
                    <a:pt x="1589024" y="1046594"/>
                  </a:lnTo>
                  <a:lnTo>
                    <a:pt x="1599501" y="1046594"/>
                  </a:lnTo>
                  <a:lnTo>
                    <a:pt x="1599501" y="1040244"/>
                  </a:lnTo>
                  <a:lnTo>
                    <a:pt x="1601216" y="1040244"/>
                  </a:lnTo>
                  <a:lnTo>
                    <a:pt x="1601216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42132" y="6872436"/>
              <a:ext cx="1507743" cy="332970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3332" y="6912843"/>
              <a:ext cx="85344" cy="84859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5219700" y="6819900"/>
            <a:ext cx="1638300" cy="3467100"/>
            <a:chOff x="5219700" y="6819900"/>
            <a:chExt cx="1638300" cy="3467100"/>
          </a:xfrm>
        </p:grpSpPr>
        <p:sp>
          <p:nvSpPr>
            <p:cNvPr id="25" name="object 25" descr=""/>
            <p:cNvSpPr/>
            <p:nvPr/>
          </p:nvSpPr>
          <p:spPr>
            <a:xfrm>
              <a:off x="5219700" y="68199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4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244274" y="68441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72944" y="6872436"/>
              <a:ext cx="1519523" cy="332970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9699" y="6912843"/>
              <a:ext cx="86010" cy="84859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8187" y="7732405"/>
            <a:ext cx="2151459" cy="803942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8187" y="8800613"/>
            <a:ext cx="2194078" cy="5739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19237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8457"/>
            <a:ext cx="118928" cy="10142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587" y="7034068"/>
            <a:ext cx="3301463" cy="6061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5987" y="7772400"/>
            <a:ext cx="1909275" cy="1472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987" y="8051800"/>
            <a:ext cx="2085474" cy="14720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5987" y="8331200"/>
            <a:ext cx="1640938" cy="14547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5987" y="8610600"/>
            <a:ext cx="1775181" cy="14547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5987" y="8890000"/>
            <a:ext cx="2277476" cy="14720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8487" y="1865168"/>
            <a:ext cx="4863215" cy="14893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8487" y="2197100"/>
            <a:ext cx="5819707" cy="14547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8487" y="2525568"/>
            <a:ext cx="6438363" cy="377536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2019300" y="3124200"/>
            <a:ext cx="1638300" cy="3467100"/>
            <a:chOff x="2019300" y="3124200"/>
            <a:chExt cx="1638300" cy="3467100"/>
          </a:xfrm>
        </p:grpSpPr>
        <p:sp>
          <p:nvSpPr>
            <p:cNvPr id="16" name="object 16" descr=""/>
            <p:cNvSpPr/>
            <p:nvPr/>
          </p:nvSpPr>
          <p:spPr>
            <a:xfrm>
              <a:off x="2019300" y="31242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043874" y="31484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72543" y="3176736"/>
              <a:ext cx="1519523" cy="332970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89299" y="3217143"/>
              <a:ext cx="86010" cy="8485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082800" y="5943600"/>
              <a:ext cx="1498600" cy="406400"/>
            </a:xfrm>
            <a:custGeom>
              <a:avLst/>
              <a:gdLst/>
              <a:ahLst/>
              <a:cxnLst/>
              <a:rect l="l" t="t" r="r" b="b"/>
              <a:pathLst>
                <a:path w="1498600" h="406400">
                  <a:moveTo>
                    <a:pt x="749300" y="0"/>
                  </a:moveTo>
                  <a:lnTo>
                    <a:pt x="677137" y="930"/>
                  </a:lnTo>
                  <a:lnTo>
                    <a:pt x="606915" y="3664"/>
                  </a:lnTo>
                  <a:lnTo>
                    <a:pt x="538948" y="8116"/>
                  </a:lnTo>
                  <a:lnTo>
                    <a:pt x="473550" y="14201"/>
                  </a:lnTo>
                  <a:lnTo>
                    <a:pt x="411034" y="21835"/>
                  </a:lnTo>
                  <a:lnTo>
                    <a:pt x="351715" y="30932"/>
                  </a:lnTo>
                  <a:lnTo>
                    <a:pt x="295907" y="41406"/>
                  </a:lnTo>
                  <a:lnTo>
                    <a:pt x="243924" y="53174"/>
                  </a:lnTo>
                  <a:lnTo>
                    <a:pt x="196079" y="66148"/>
                  </a:lnTo>
                  <a:lnTo>
                    <a:pt x="152687" y="80246"/>
                  </a:lnTo>
                  <a:lnTo>
                    <a:pt x="114062" y="95380"/>
                  </a:lnTo>
                  <a:lnTo>
                    <a:pt x="52369" y="128420"/>
                  </a:lnTo>
                  <a:lnTo>
                    <a:pt x="13510" y="164587"/>
                  </a:lnTo>
                  <a:lnTo>
                    <a:pt x="0" y="203200"/>
                  </a:lnTo>
                  <a:lnTo>
                    <a:pt x="3430" y="222769"/>
                  </a:lnTo>
                  <a:lnTo>
                    <a:pt x="29928" y="260244"/>
                  </a:lnTo>
                  <a:lnTo>
                    <a:pt x="80518" y="294932"/>
                  </a:lnTo>
                  <a:lnTo>
                    <a:pt x="152687" y="326153"/>
                  </a:lnTo>
                  <a:lnTo>
                    <a:pt x="196079" y="340251"/>
                  </a:lnTo>
                  <a:lnTo>
                    <a:pt x="243924" y="353225"/>
                  </a:lnTo>
                  <a:lnTo>
                    <a:pt x="295907" y="364993"/>
                  </a:lnTo>
                  <a:lnTo>
                    <a:pt x="351715" y="375467"/>
                  </a:lnTo>
                  <a:lnTo>
                    <a:pt x="411034" y="384564"/>
                  </a:lnTo>
                  <a:lnTo>
                    <a:pt x="473550" y="392198"/>
                  </a:lnTo>
                  <a:lnTo>
                    <a:pt x="538948" y="398283"/>
                  </a:lnTo>
                  <a:lnTo>
                    <a:pt x="606915" y="402735"/>
                  </a:lnTo>
                  <a:lnTo>
                    <a:pt x="677137" y="405469"/>
                  </a:lnTo>
                  <a:lnTo>
                    <a:pt x="749300" y="406400"/>
                  </a:lnTo>
                  <a:lnTo>
                    <a:pt x="749300" y="393700"/>
                  </a:lnTo>
                  <a:lnTo>
                    <a:pt x="688094" y="393028"/>
                  </a:lnTo>
                  <a:lnTo>
                    <a:pt x="628278" y="391051"/>
                  </a:lnTo>
                  <a:lnTo>
                    <a:pt x="570043" y="387820"/>
                  </a:lnTo>
                  <a:lnTo>
                    <a:pt x="513582" y="383390"/>
                  </a:lnTo>
                  <a:lnTo>
                    <a:pt x="459085" y="377814"/>
                  </a:lnTo>
                  <a:lnTo>
                    <a:pt x="406746" y="371146"/>
                  </a:lnTo>
                  <a:lnTo>
                    <a:pt x="356754" y="363440"/>
                  </a:lnTo>
                  <a:lnTo>
                    <a:pt x="309303" y="354748"/>
                  </a:lnTo>
                  <a:lnTo>
                    <a:pt x="264584" y="345126"/>
                  </a:lnTo>
                  <a:lnTo>
                    <a:pt x="222788" y="334626"/>
                  </a:lnTo>
                  <a:lnTo>
                    <a:pt x="175010" y="320369"/>
                  </a:lnTo>
                  <a:lnTo>
                    <a:pt x="132699" y="305025"/>
                  </a:lnTo>
                  <a:lnTo>
                    <a:pt x="96170" y="288725"/>
                  </a:lnTo>
                  <a:lnTo>
                    <a:pt x="41860" y="253914"/>
                  </a:lnTo>
                  <a:lnTo>
                    <a:pt x="15790" y="219540"/>
                  </a:lnTo>
                  <a:lnTo>
                    <a:pt x="12700" y="203200"/>
                  </a:lnTo>
                  <a:lnTo>
                    <a:pt x="15790" y="186859"/>
                  </a:lnTo>
                  <a:lnTo>
                    <a:pt x="41860" y="152485"/>
                  </a:lnTo>
                  <a:lnTo>
                    <a:pt x="96170" y="117674"/>
                  </a:lnTo>
                  <a:lnTo>
                    <a:pt x="132699" y="101374"/>
                  </a:lnTo>
                  <a:lnTo>
                    <a:pt x="175010" y="86030"/>
                  </a:lnTo>
                  <a:lnTo>
                    <a:pt x="222788" y="71773"/>
                  </a:lnTo>
                  <a:lnTo>
                    <a:pt x="264584" y="61273"/>
                  </a:lnTo>
                  <a:lnTo>
                    <a:pt x="309303" y="51651"/>
                  </a:lnTo>
                  <a:lnTo>
                    <a:pt x="356754" y="42959"/>
                  </a:lnTo>
                  <a:lnTo>
                    <a:pt x="406746" y="35253"/>
                  </a:lnTo>
                  <a:lnTo>
                    <a:pt x="459085" y="28585"/>
                  </a:lnTo>
                  <a:lnTo>
                    <a:pt x="513582" y="23009"/>
                  </a:lnTo>
                  <a:lnTo>
                    <a:pt x="570043" y="18579"/>
                  </a:lnTo>
                  <a:lnTo>
                    <a:pt x="628278" y="15348"/>
                  </a:lnTo>
                  <a:lnTo>
                    <a:pt x="688094" y="13371"/>
                  </a:lnTo>
                  <a:lnTo>
                    <a:pt x="749300" y="12700"/>
                  </a:lnTo>
                  <a:lnTo>
                    <a:pt x="749300" y="0"/>
                  </a:lnTo>
                  <a:close/>
                </a:path>
                <a:path w="1498600" h="406400">
                  <a:moveTo>
                    <a:pt x="749300" y="0"/>
                  </a:moveTo>
                  <a:lnTo>
                    <a:pt x="749300" y="12700"/>
                  </a:lnTo>
                  <a:lnTo>
                    <a:pt x="810505" y="13371"/>
                  </a:lnTo>
                  <a:lnTo>
                    <a:pt x="870321" y="15348"/>
                  </a:lnTo>
                  <a:lnTo>
                    <a:pt x="928556" y="18579"/>
                  </a:lnTo>
                  <a:lnTo>
                    <a:pt x="985017" y="23009"/>
                  </a:lnTo>
                  <a:lnTo>
                    <a:pt x="1039514" y="28585"/>
                  </a:lnTo>
                  <a:lnTo>
                    <a:pt x="1091853" y="35253"/>
                  </a:lnTo>
                  <a:lnTo>
                    <a:pt x="1141845" y="42959"/>
                  </a:lnTo>
                  <a:lnTo>
                    <a:pt x="1189296" y="51651"/>
                  </a:lnTo>
                  <a:lnTo>
                    <a:pt x="1234015" y="61273"/>
                  </a:lnTo>
                  <a:lnTo>
                    <a:pt x="1275811" y="71773"/>
                  </a:lnTo>
                  <a:lnTo>
                    <a:pt x="1323589" y="86030"/>
                  </a:lnTo>
                  <a:lnTo>
                    <a:pt x="1365900" y="101374"/>
                  </a:lnTo>
                  <a:lnTo>
                    <a:pt x="1402429" y="117674"/>
                  </a:lnTo>
                  <a:lnTo>
                    <a:pt x="1456739" y="152485"/>
                  </a:lnTo>
                  <a:lnTo>
                    <a:pt x="1482809" y="186859"/>
                  </a:lnTo>
                  <a:lnTo>
                    <a:pt x="1485900" y="203200"/>
                  </a:lnTo>
                  <a:lnTo>
                    <a:pt x="1482809" y="219540"/>
                  </a:lnTo>
                  <a:lnTo>
                    <a:pt x="1456739" y="253914"/>
                  </a:lnTo>
                  <a:lnTo>
                    <a:pt x="1402429" y="288725"/>
                  </a:lnTo>
                  <a:lnTo>
                    <a:pt x="1365900" y="305025"/>
                  </a:lnTo>
                  <a:lnTo>
                    <a:pt x="1323589" y="320369"/>
                  </a:lnTo>
                  <a:lnTo>
                    <a:pt x="1275811" y="334626"/>
                  </a:lnTo>
                  <a:lnTo>
                    <a:pt x="1234015" y="345126"/>
                  </a:lnTo>
                  <a:lnTo>
                    <a:pt x="1189296" y="354748"/>
                  </a:lnTo>
                  <a:lnTo>
                    <a:pt x="1141845" y="363440"/>
                  </a:lnTo>
                  <a:lnTo>
                    <a:pt x="1091853" y="371146"/>
                  </a:lnTo>
                  <a:lnTo>
                    <a:pt x="1039514" y="377814"/>
                  </a:lnTo>
                  <a:lnTo>
                    <a:pt x="985017" y="383390"/>
                  </a:lnTo>
                  <a:lnTo>
                    <a:pt x="928556" y="387820"/>
                  </a:lnTo>
                  <a:lnTo>
                    <a:pt x="870321" y="391051"/>
                  </a:lnTo>
                  <a:lnTo>
                    <a:pt x="810505" y="393028"/>
                  </a:lnTo>
                  <a:lnTo>
                    <a:pt x="749300" y="393700"/>
                  </a:lnTo>
                  <a:lnTo>
                    <a:pt x="749300" y="406400"/>
                  </a:lnTo>
                  <a:lnTo>
                    <a:pt x="821462" y="405469"/>
                  </a:lnTo>
                  <a:lnTo>
                    <a:pt x="891684" y="402735"/>
                  </a:lnTo>
                  <a:lnTo>
                    <a:pt x="959651" y="398283"/>
                  </a:lnTo>
                  <a:lnTo>
                    <a:pt x="1025049" y="392198"/>
                  </a:lnTo>
                  <a:lnTo>
                    <a:pt x="1087565" y="384564"/>
                  </a:lnTo>
                  <a:lnTo>
                    <a:pt x="1146884" y="375467"/>
                  </a:lnTo>
                  <a:lnTo>
                    <a:pt x="1202692" y="364993"/>
                  </a:lnTo>
                  <a:lnTo>
                    <a:pt x="1254675" y="353225"/>
                  </a:lnTo>
                  <a:lnTo>
                    <a:pt x="1302520" y="340251"/>
                  </a:lnTo>
                  <a:lnTo>
                    <a:pt x="1345912" y="326153"/>
                  </a:lnTo>
                  <a:lnTo>
                    <a:pt x="1384537" y="311019"/>
                  </a:lnTo>
                  <a:lnTo>
                    <a:pt x="1446230" y="277979"/>
                  </a:lnTo>
                  <a:lnTo>
                    <a:pt x="1485089" y="241812"/>
                  </a:lnTo>
                  <a:lnTo>
                    <a:pt x="1498600" y="203200"/>
                  </a:lnTo>
                  <a:lnTo>
                    <a:pt x="1495169" y="183630"/>
                  </a:lnTo>
                  <a:lnTo>
                    <a:pt x="1468671" y="146155"/>
                  </a:lnTo>
                  <a:lnTo>
                    <a:pt x="1418081" y="111467"/>
                  </a:lnTo>
                  <a:lnTo>
                    <a:pt x="1345912" y="80246"/>
                  </a:lnTo>
                  <a:lnTo>
                    <a:pt x="1302520" y="66148"/>
                  </a:lnTo>
                  <a:lnTo>
                    <a:pt x="1254675" y="53174"/>
                  </a:lnTo>
                  <a:lnTo>
                    <a:pt x="1202692" y="41406"/>
                  </a:lnTo>
                  <a:lnTo>
                    <a:pt x="1146884" y="30932"/>
                  </a:lnTo>
                  <a:lnTo>
                    <a:pt x="1087565" y="21835"/>
                  </a:lnTo>
                  <a:lnTo>
                    <a:pt x="1025049" y="14201"/>
                  </a:lnTo>
                  <a:lnTo>
                    <a:pt x="959651" y="8116"/>
                  </a:lnTo>
                  <a:lnTo>
                    <a:pt x="891684" y="3664"/>
                  </a:lnTo>
                  <a:lnTo>
                    <a:pt x="821462" y="930"/>
                  </a:lnTo>
                  <a:lnTo>
                    <a:pt x="74930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3911600" y="3124200"/>
            <a:ext cx="1625600" cy="3467100"/>
            <a:chOff x="3911600" y="3124200"/>
            <a:chExt cx="1625600" cy="3467100"/>
          </a:xfrm>
        </p:grpSpPr>
        <p:sp>
          <p:nvSpPr>
            <p:cNvPr id="22" name="object 22" descr=""/>
            <p:cNvSpPr/>
            <p:nvPr/>
          </p:nvSpPr>
          <p:spPr>
            <a:xfrm>
              <a:off x="3911600" y="31242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935971" y="31484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64430" y="3176736"/>
              <a:ext cx="1507743" cy="332970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75630" y="3217143"/>
              <a:ext cx="85344" cy="84859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4660900" y="6972300"/>
            <a:ext cx="1625600" cy="3467100"/>
            <a:chOff x="4660900" y="6972300"/>
            <a:chExt cx="1625600" cy="3467100"/>
          </a:xfrm>
        </p:grpSpPr>
        <p:sp>
          <p:nvSpPr>
            <p:cNvPr id="27" name="object 27" descr=""/>
            <p:cNvSpPr/>
            <p:nvPr/>
          </p:nvSpPr>
          <p:spPr>
            <a:xfrm>
              <a:off x="4660900" y="69723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685271" y="69965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13730" y="7024836"/>
              <a:ext cx="1507743" cy="332970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24930" y="7065243"/>
              <a:ext cx="85344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91165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6501"/>
            <a:ext cx="119626" cy="10337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5005"/>
            <a:ext cx="6442273" cy="604566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99551" y="2655147"/>
            <a:ext cx="6441440" cy="830580"/>
          </a:xfrm>
          <a:custGeom>
            <a:avLst/>
            <a:gdLst/>
            <a:ahLst/>
            <a:cxnLst/>
            <a:rect l="l" t="t" r="r" b="b"/>
            <a:pathLst>
              <a:path w="6441440" h="830579">
                <a:moveTo>
                  <a:pt x="18382" y="45478"/>
                </a:moveTo>
                <a:lnTo>
                  <a:pt x="0" y="60902"/>
                </a:lnTo>
                <a:lnTo>
                  <a:pt x="4293" y="84859"/>
                </a:lnTo>
                <a:lnTo>
                  <a:pt x="22748" y="93103"/>
                </a:lnTo>
                <a:lnTo>
                  <a:pt x="27149" y="93103"/>
                </a:lnTo>
                <a:lnTo>
                  <a:pt x="45478" y="77643"/>
                </a:lnTo>
                <a:lnTo>
                  <a:pt x="41184" y="53722"/>
                </a:lnTo>
                <a:lnTo>
                  <a:pt x="18382" y="45478"/>
                </a:lnTo>
                <a:close/>
              </a:path>
              <a:path w="6441440" h="830579">
                <a:moveTo>
                  <a:pt x="175560" y="4997"/>
                </a:moveTo>
                <a:lnTo>
                  <a:pt x="152472" y="27727"/>
                </a:lnTo>
                <a:lnTo>
                  <a:pt x="146535" y="66503"/>
                </a:lnTo>
                <a:lnTo>
                  <a:pt x="159981" y="99651"/>
                </a:lnTo>
                <a:lnTo>
                  <a:pt x="188170" y="114534"/>
                </a:lnTo>
                <a:lnTo>
                  <a:pt x="220211" y="108545"/>
                </a:lnTo>
                <a:lnTo>
                  <a:pt x="224223" y="102411"/>
                </a:lnTo>
                <a:lnTo>
                  <a:pt x="188353" y="102411"/>
                </a:lnTo>
                <a:lnTo>
                  <a:pt x="171413" y="93933"/>
                </a:lnTo>
                <a:lnTo>
                  <a:pt x="160716" y="75730"/>
                </a:lnTo>
                <a:lnTo>
                  <a:pt x="159128" y="48436"/>
                </a:lnTo>
                <a:lnTo>
                  <a:pt x="167102" y="27131"/>
                </a:lnTo>
                <a:lnTo>
                  <a:pt x="182273" y="15351"/>
                </a:lnTo>
                <a:lnTo>
                  <a:pt x="202279" y="14161"/>
                </a:lnTo>
                <a:lnTo>
                  <a:pt x="224643" y="14161"/>
                </a:lnTo>
                <a:lnTo>
                  <a:pt x="215755" y="5159"/>
                </a:lnTo>
                <a:lnTo>
                  <a:pt x="175560" y="4997"/>
                </a:lnTo>
                <a:close/>
              </a:path>
              <a:path w="6441440" h="830579">
                <a:moveTo>
                  <a:pt x="239658" y="78815"/>
                </a:moveTo>
                <a:lnTo>
                  <a:pt x="226236" y="78815"/>
                </a:lnTo>
                <a:lnTo>
                  <a:pt x="220121" y="91912"/>
                </a:lnTo>
                <a:lnTo>
                  <a:pt x="188353" y="102411"/>
                </a:lnTo>
                <a:lnTo>
                  <a:pt x="224223" y="102411"/>
                </a:lnTo>
                <a:lnTo>
                  <a:pt x="239658" y="78815"/>
                </a:lnTo>
                <a:close/>
              </a:path>
              <a:path w="6441440" h="830579">
                <a:moveTo>
                  <a:pt x="224643" y="14161"/>
                </a:moveTo>
                <a:lnTo>
                  <a:pt x="202279" y="14161"/>
                </a:lnTo>
                <a:lnTo>
                  <a:pt x="226236" y="37252"/>
                </a:lnTo>
                <a:lnTo>
                  <a:pt x="239658" y="37252"/>
                </a:lnTo>
                <a:lnTo>
                  <a:pt x="236808" y="26482"/>
                </a:lnTo>
                <a:lnTo>
                  <a:pt x="224643" y="14161"/>
                </a:lnTo>
                <a:close/>
              </a:path>
              <a:path w="6441440" h="830579">
                <a:moveTo>
                  <a:pt x="272387" y="2615"/>
                </a:moveTo>
                <a:lnTo>
                  <a:pt x="259614" y="2615"/>
                </a:lnTo>
                <a:lnTo>
                  <a:pt x="259614" y="113452"/>
                </a:lnTo>
                <a:lnTo>
                  <a:pt x="272387" y="113452"/>
                </a:lnTo>
                <a:lnTo>
                  <a:pt x="272387" y="2615"/>
                </a:lnTo>
                <a:close/>
              </a:path>
              <a:path w="6441440" h="830579">
                <a:moveTo>
                  <a:pt x="308552" y="30324"/>
                </a:moveTo>
                <a:lnTo>
                  <a:pt x="295780" y="30324"/>
                </a:lnTo>
                <a:lnTo>
                  <a:pt x="295780" y="113452"/>
                </a:lnTo>
                <a:lnTo>
                  <a:pt x="308552" y="113452"/>
                </a:lnTo>
                <a:lnTo>
                  <a:pt x="308552" y="30324"/>
                </a:lnTo>
                <a:close/>
              </a:path>
              <a:path w="6441440" h="830579">
                <a:moveTo>
                  <a:pt x="297638" y="0"/>
                </a:moveTo>
                <a:lnTo>
                  <a:pt x="302274" y="16470"/>
                </a:lnTo>
                <a:lnTo>
                  <a:pt x="304763" y="16470"/>
                </a:lnTo>
                <a:lnTo>
                  <a:pt x="311366" y="5429"/>
                </a:lnTo>
                <a:lnTo>
                  <a:pt x="297638" y="0"/>
                </a:lnTo>
                <a:close/>
              </a:path>
              <a:path w="6441440" h="830579">
                <a:moveTo>
                  <a:pt x="357994" y="29242"/>
                </a:moveTo>
                <a:lnTo>
                  <a:pt x="340207" y="38406"/>
                </a:lnTo>
                <a:lnTo>
                  <a:pt x="329600" y="56428"/>
                </a:lnTo>
                <a:lnTo>
                  <a:pt x="328048" y="80619"/>
                </a:lnTo>
                <a:lnTo>
                  <a:pt x="335625" y="100914"/>
                </a:lnTo>
                <a:lnTo>
                  <a:pt x="351211" y="113343"/>
                </a:lnTo>
                <a:lnTo>
                  <a:pt x="365715" y="115183"/>
                </a:lnTo>
                <a:lnTo>
                  <a:pt x="386497" y="109465"/>
                </a:lnTo>
                <a:lnTo>
                  <a:pt x="389879" y="103710"/>
                </a:lnTo>
                <a:lnTo>
                  <a:pt x="360664" y="103710"/>
                </a:lnTo>
                <a:lnTo>
                  <a:pt x="345908" y="93427"/>
                </a:lnTo>
                <a:lnTo>
                  <a:pt x="341849" y="60144"/>
                </a:lnTo>
                <a:lnTo>
                  <a:pt x="356371" y="42014"/>
                </a:lnTo>
                <a:lnTo>
                  <a:pt x="391590" y="42014"/>
                </a:lnTo>
                <a:lnTo>
                  <a:pt x="385992" y="34654"/>
                </a:lnTo>
                <a:lnTo>
                  <a:pt x="357994" y="29242"/>
                </a:lnTo>
                <a:close/>
              </a:path>
              <a:path w="6441440" h="830579">
                <a:moveTo>
                  <a:pt x="398403" y="89206"/>
                </a:moveTo>
                <a:lnTo>
                  <a:pt x="385631" y="89206"/>
                </a:lnTo>
                <a:lnTo>
                  <a:pt x="384837" y="92237"/>
                </a:lnTo>
                <a:lnTo>
                  <a:pt x="360664" y="103710"/>
                </a:lnTo>
                <a:lnTo>
                  <a:pt x="389879" y="103710"/>
                </a:lnTo>
                <a:lnTo>
                  <a:pt x="398403" y="89206"/>
                </a:lnTo>
                <a:close/>
              </a:path>
              <a:path w="6441440" h="830579">
                <a:moveTo>
                  <a:pt x="391590" y="42014"/>
                </a:moveTo>
                <a:lnTo>
                  <a:pt x="356371" y="42014"/>
                </a:lnTo>
                <a:lnTo>
                  <a:pt x="375818" y="42195"/>
                </a:lnTo>
                <a:lnTo>
                  <a:pt x="385631" y="55219"/>
                </a:lnTo>
                <a:lnTo>
                  <a:pt x="398403" y="55219"/>
                </a:lnTo>
                <a:lnTo>
                  <a:pt x="397682" y="50024"/>
                </a:lnTo>
                <a:lnTo>
                  <a:pt x="391590" y="42014"/>
                </a:lnTo>
                <a:close/>
              </a:path>
              <a:path w="6441440" h="830579">
                <a:moveTo>
                  <a:pt x="429847" y="2615"/>
                </a:moveTo>
                <a:lnTo>
                  <a:pt x="417075" y="2615"/>
                </a:lnTo>
                <a:lnTo>
                  <a:pt x="417075" y="113452"/>
                </a:lnTo>
                <a:lnTo>
                  <a:pt x="429847" y="113452"/>
                </a:lnTo>
                <a:lnTo>
                  <a:pt x="429847" y="83145"/>
                </a:lnTo>
                <a:lnTo>
                  <a:pt x="428981" y="83145"/>
                </a:lnTo>
                <a:lnTo>
                  <a:pt x="428969" y="82306"/>
                </a:lnTo>
                <a:lnTo>
                  <a:pt x="428853" y="73822"/>
                </a:lnTo>
                <a:lnTo>
                  <a:pt x="428764" y="67342"/>
                </a:lnTo>
                <a:lnTo>
                  <a:pt x="429847" y="66314"/>
                </a:lnTo>
                <a:lnTo>
                  <a:pt x="429847" y="2615"/>
                </a:lnTo>
                <a:close/>
              </a:path>
              <a:path w="6441440" h="830579">
                <a:moveTo>
                  <a:pt x="447736" y="64985"/>
                </a:moveTo>
                <a:lnTo>
                  <a:pt x="438609" y="73822"/>
                </a:lnTo>
                <a:lnTo>
                  <a:pt x="469895" y="113452"/>
                </a:lnTo>
                <a:lnTo>
                  <a:pt x="486131" y="113452"/>
                </a:lnTo>
                <a:lnTo>
                  <a:pt x="447736" y="64985"/>
                </a:lnTo>
                <a:close/>
              </a:path>
              <a:path w="6441440" h="830579">
                <a:moveTo>
                  <a:pt x="429847" y="66314"/>
                </a:moveTo>
                <a:lnTo>
                  <a:pt x="428764" y="67342"/>
                </a:lnTo>
                <a:lnTo>
                  <a:pt x="428853" y="73822"/>
                </a:lnTo>
                <a:lnTo>
                  <a:pt x="428969" y="82306"/>
                </a:lnTo>
                <a:lnTo>
                  <a:pt x="428981" y="83145"/>
                </a:lnTo>
                <a:lnTo>
                  <a:pt x="429847" y="82306"/>
                </a:lnTo>
                <a:lnTo>
                  <a:pt x="429847" y="66314"/>
                </a:lnTo>
                <a:close/>
              </a:path>
              <a:path w="6441440" h="830579">
                <a:moveTo>
                  <a:pt x="429847" y="82306"/>
                </a:moveTo>
                <a:lnTo>
                  <a:pt x="428981" y="83145"/>
                </a:lnTo>
                <a:lnTo>
                  <a:pt x="429847" y="83145"/>
                </a:lnTo>
                <a:lnTo>
                  <a:pt x="429847" y="82306"/>
                </a:lnTo>
                <a:close/>
              </a:path>
              <a:path w="6441440" h="830579">
                <a:moveTo>
                  <a:pt x="483533" y="30324"/>
                </a:moveTo>
                <a:lnTo>
                  <a:pt x="467730" y="30324"/>
                </a:lnTo>
                <a:lnTo>
                  <a:pt x="429847" y="66314"/>
                </a:lnTo>
                <a:lnTo>
                  <a:pt x="429847" y="82306"/>
                </a:lnTo>
                <a:lnTo>
                  <a:pt x="438609" y="73822"/>
                </a:lnTo>
                <a:lnTo>
                  <a:pt x="437423" y="72321"/>
                </a:lnTo>
                <a:lnTo>
                  <a:pt x="446515" y="63445"/>
                </a:lnTo>
                <a:lnTo>
                  <a:pt x="449326" y="63445"/>
                </a:lnTo>
                <a:lnTo>
                  <a:pt x="483533" y="30324"/>
                </a:lnTo>
                <a:close/>
              </a:path>
              <a:path w="6441440" h="830579">
                <a:moveTo>
                  <a:pt x="446515" y="63445"/>
                </a:moveTo>
                <a:lnTo>
                  <a:pt x="437423" y="72321"/>
                </a:lnTo>
                <a:lnTo>
                  <a:pt x="438609" y="73822"/>
                </a:lnTo>
                <a:lnTo>
                  <a:pt x="447736" y="64985"/>
                </a:lnTo>
                <a:lnTo>
                  <a:pt x="446515" y="63445"/>
                </a:lnTo>
                <a:close/>
              </a:path>
              <a:path w="6441440" h="830579">
                <a:moveTo>
                  <a:pt x="449326" y="63445"/>
                </a:moveTo>
                <a:lnTo>
                  <a:pt x="446515" y="63445"/>
                </a:lnTo>
                <a:lnTo>
                  <a:pt x="447736" y="64985"/>
                </a:lnTo>
                <a:lnTo>
                  <a:pt x="449326" y="63445"/>
                </a:lnTo>
                <a:close/>
              </a:path>
              <a:path w="6441440" h="830579">
                <a:moveTo>
                  <a:pt x="512744" y="30324"/>
                </a:moveTo>
                <a:lnTo>
                  <a:pt x="499972" y="30324"/>
                </a:lnTo>
                <a:lnTo>
                  <a:pt x="499972" y="113452"/>
                </a:lnTo>
                <a:lnTo>
                  <a:pt x="512744" y="113452"/>
                </a:lnTo>
                <a:lnTo>
                  <a:pt x="512744" y="30324"/>
                </a:lnTo>
                <a:close/>
              </a:path>
              <a:path w="6441440" h="830579">
                <a:moveTo>
                  <a:pt x="501830" y="0"/>
                </a:moveTo>
                <a:lnTo>
                  <a:pt x="506466" y="16470"/>
                </a:lnTo>
                <a:lnTo>
                  <a:pt x="508956" y="16470"/>
                </a:lnTo>
                <a:lnTo>
                  <a:pt x="515558" y="5429"/>
                </a:lnTo>
                <a:lnTo>
                  <a:pt x="501830" y="0"/>
                </a:lnTo>
                <a:close/>
              </a:path>
              <a:path w="6441440" h="830579">
                <a:moveTo>
                  <a:pt x="548482" y="30397"/>
                </a:moveTo>
                <a:lnTo>
                  <a:pt x="536137" y="30397"/>
                </a:lnTo>
                <a:lnTo>
                  <a:pt x="536137" y="113452"/>
                </a:lnTo>
                <a:lnTo>
                  <a:pt x="548909" y="113452"/>
                </a:lnTo>
                <a:lnTo>
                  <a:pt x="548909" y="63445"/>
                </a:lnTo>
                <a:lnTo>
                  <a:pt x="553509" y="47715"/>
                </a:lnTo>
                <a:lnTo>
                  <a:pt x="567679" y="43313"/>
                </a:lnTo>
                <a:lnTo>
                  <a:pt x="549559" y="43313"/>
                </a:lnTo>
                <a:lnTo>
                  <a:pt x="548494" y="30541"/>
                </a:lnTo>
                <a:lnTo>
                  <a:pt x="548482" y="30397"/>
                </a:lnTo>
                <a:close/>
              </a:path>
              <a:path w="6441440" h="830579">
                <a:moveTo>
                  <a:pt x="594139" y="40715"/>
                </a:moveTo>
                <a:lnTo>
                  <a:pt x="576041" y="40715"/>
                </a:lnTo>
                <a:lnTo>
                  <a:pt x="587478" y="49879"/>
                </a:lnTo>
                <a:lnTo>
                  <a:pt x="589174" y="113452"/>
                </a:lnTo>
                <a:lnTo>
                  <a:pt x="601946" y="113452"/>
                </a:lnTo>
                <a:lnTo>
                  <a:pt x="600812" y="49879"/>
                </a:lnTo>
                <a:lnTo>
                  <a:pt x="600774" y="47715"/>
                </a:lnTo>
                <a:lnTo>
                  <a:pt x="594139" y="40715"/>
                </a:lnTo>
                <a:close/>
              </a:path>
              <a:path w="6441440" h="830579">
                <a:moveTo>
                  <a:pt x="584357" y="30397"/>
                </a:moveTo>
                <a:lnTo>
                  <a:pt x="562403" y="30541"/>
                </a:lnTo>
                <a:lnTo>
                  <a:pt x="549559" y="43313"/>
                </a:lnTo>
                <a:lnTo>
                  <a:pt x="567679" y="43313"/>
                </a:lnTo>
                <a:lnTo>
                  <a:pt x="576041" y="40715"/>
                </a:lnTo>
                <a:lnTo>
                  <a:pt x="594139" y="40715"/>
                </a:lnTo>
                <a:lnTo>
                  <a:pt x="584357" y="30397"/>
                </a:lnTo>
                <a:close/>
              </a:path>
              <a:path w="6441440" h="830579">
                <a:moveTo>
                  <a:pt x="637642" y="125791"/>
                </a:moveTo>
                <a:lnTo>
                  <a:pt x="624852" y="129687"/>
                </a:lnTo>
                <a:lnTo>
                  <a:pt x="658839" y="146356"/>
                </a:lnTo>
                <a:lnTo>
                  <a:pt x="682363" y="141071"/>
                </a:lnTo>
                <a:lnTo>
                  <a:pt x="687606" y="135099"/>
                </a:lnTo>
                <a:lnTo>
                  <a:pt x="653824" y="135099"/>
                </a:lnTo>
                <a:lnTo>
                  <a:pt x="637642" y="125791"/>
                </a:lnTo>
                <a:close/>
              </a:path>
              <a:path w="6441440" h="830579">
                <a:moveTo>
                  <a:pt x="693601" y="101473"/>
                </a:moveTo>
                <a:lnTo>
                  <a:pt x="678647" y="101473"/>
                </a:lnTo>
                <a:lnTo>
                  <a:pt x="682002" y="121894"/>
                </a:lnTo>
                <a:lnTo>
                  <a:pt x="671088" y="133476"/>
                </a:lnTo>
                <a:lnTo>
                  <a:pt x="653824" y="135099"/>
                </a:lnTo>
                <a:lnTo>
                  <a:pt x="687606" y="135099"/>
                </a:lnTo>
                <a:lnTo>
                  <a:pt x="693151" y="128785"/>
                </a:lnTo>
                <a:lnTo>
                  <a:pt x="693601" y="101473"/>
                </a:lnTo>
                <a:close/>
              </a:path>
              <a:path w="6441440" h="830579">
                <a:moveTo>
                  <a:pt x="649891" y="29242"/>
                </a:moveTo>
                <a:lnTo>
                  <a:pt x="633042" y="37955"/>
                </a:lnTo>
                <a:lnTo>
                  <a:pt x="622886" y="55526"/>
                </a:lnTo>
                <a:lnTo>
                  <a:pt x="621388" y="80114"/>
                </a:lnTo>
                <a:lnTo>
                  <a:pt x="629091" y="99597"/>
                </a:lnTo>
                <a:lnTo>
                  <a:pt x="643938" y="110565"/>
                </a:lnTo>
                <a:lnTo>
                  <a:pt x="662086" y="112153"/>
                </a:lnTo>
                <a:lnTo>
                  <a:pt x="678647" y="101473"/>
                </a:lnTo>
                <a:lnTo>
                  <a:pt x="693601" y="101473"/>
                </a:lnTo>
                <a:lnTo>
                  <a:pt x="693614" y="100679"/>
                </a:lnTo>
                <a:lnTo>
                  <a:pt x="653066" y="100679"/>
                </a:lnTo>
                <a:lnTo>
                  <a:pt x="638707" y="90956"/>
                </a:lnTo>
                <a:lnTo>
                  <a:pt x="635045" y="60487"/>
                </a:lnTo>
                <a:lnTo>
                  <a:pt x="648484" y="42086"/>
                </a:lnTo>
                <a:lnTo>
                  <a:pt x="679148" y="42086"/>
                </a:lnTo>
                <a:lnTo>
                  <a:pt x="649891" y="29242"/>
                </a:lnTo>
                <a:close/>
              </a:path>
              <a:path w="6441440" h="830579">
                <a:moveTo>
                  <a:pt x="679148" y="42086"/>
                </a:moveTo>
                <a:lnTo>
                  <a:pt x="668021" y="42086"/>
                </a:lnTo>
                <a:lnTo>
                  <a:pt x="681317" y="59964"/>
                </a:lnTo>
                <a:lnTo>
                  <a:pt x="677676" y="90956"/>
                </a:lnTo>
                <a:lnTo>
                  <a:pt x="677618" y="91443"/>
                </a:lnTo>
                <a:lnTo>
                  <a:pt x="658406" y="100679"/>
                </a:lnTo>
                <a:lnTo>
                  <a:pt x="693614" y="100679"/>
                </a:lnTo>
                <a:lnTo>
                  <a:pt x="694557" y="43529"/>
                </a:lnTo>
                <a:lnTo>
                  <a:pt x="682435" y="43529"/>
                </a:lnTo>
                <a:lnTo>
                  <a:pt x="679148" y="42086"/>
                </a:lnTo>
                <a:close/>
              </a:path>
              <a:path w="6441440" h="830579">
                <a:moveTo>
                  <a:pt x="694774" y="30324"/>
                </a:moveTo>
                <a:lnTo>
                  <a:pt x="682435" y="30324"/>
                </a:lnTo>
                <a:lnTo>
                  <a:pt x="682435" y="43529"/>
                </a:lnTo>
                <a:lnTo>
                  <a:pt x="694557" y="43529"/>
                </a:lnTo>
                <a:lnTo>
                  <a:pt x="694648" y="37955"/>
                </a:lnTo>
                <a:lnTo>
                  <a:pt x="694774" y="30324"/>
                </a:lnTo>
                <a:close/>
              </a:path>
              <a:path w="6441440" h="830579">
                <a:moveTo>
                  <a:pt x="820777" y="29242"/>
                </a:moveTo>
                <a:lnTo>
                  <a:pt x="802899" y="38172"/>
                </a:lnTo>
                <a:lnTo>
                  <a:pt x="792184" y="56103"/>
                </a:lnTo>
                <a:lnTo>
                  <a:pt x="790614" y="80908"/>
                </a:lnTo>
                <a:lnTo>
                  <a:pt x="798498" y="101257"/>
                </a:lnTo>
                <a:lnTo>
                  <a:pt x="814192" y="113398"/>
                </a:lnTo>
                <a:lnTo>
                  <a:pt x="828281" y="115183"/>
                </a:lnTo>
                <a:lnTo>
                  <a:pt x="835786" y="115183"/>
                </a:lnTo>
                <a:lnTo>
                  <a:pt x="853645" y="106254"/>
                </a:lnTo>
                <a:lnTo>
                  <a:pt x="855173" y="103710"/>
                </a:lnTo>
                <a:lnTo>
                  <a:pt x="822581" y="103710"/>
                </a:lnTo>
                <a:lnTo>
                  <a:pt x="810530" y="96404"/>
                </a:lnTo>
                <a:lnTo>
                  <a:pt x="803386" y="66765"/>
                </a:lnTo>
                <a:lnTo>
                  <a:pt x="817890" y="42195"/>
                </a:lnTo>
                <a:lnTo>
                  <a:pt x="856766" y="42195"/>
                </a:lnTo>
                <a:lnTo>
                  <a:pt x="842352" y="31028"/>
                </a:lnTo>
                <a:lnTo>
                  <a:pt x="820777" y="29242"/>
                </a:lnTo>
                <a:close/>
              </a:path>
              <a:path w="6441440" h="830579">
                <a:moveTo>
                  <a:pt x="856766" y="42195"/>
                </a:moveTo>
                <a:lnTo>
                  <a:pt x="838672" y="42195"/>
                </a:lnTo>
                <a:lnTo>
                  <a:pt x="852292" y="61587"/>
                </a:lnTo>
                <a:lnTo>
                  <a:pt x="846032" y="96404"/>
                </a:lnTo>
                <a:lnTo>
                  <a:pt x="828281" y="103710"/>
                </a:lnTo>
                <a:lnTo>
                  <a:pt x="855173" y="103710"/>
                </a:lnTo>
                <a:lnTo>
                  <a:pt x="864361" y="88412"/>
                </a:lnTo>
                <a:lnTo>
                  <a:pt x="865948" y="63662"/>
                </a:lnTo>
                <a:lnTo>
                  <a:pt x="858047" y="43187"/>
                </a:lnTo>
                <a:lnTo>
                  <a:pt x="856766" y="42195"/>
                </a:lnTo>
                <a:close/>
              </a:path>
              <a:path w="6441440" h="830579">
                <a:moveTo>
                  <a:pt x="897790" y="30397"/>
                </a:moveTo>
                <a:lnTo>
                  <a:pt x="885445" y="30397"/>
                </a:lnTo>
                <a:lnTo>
                  <a:pt x="885445" y="113452"/>
                </a:lnTo>
                <a:lnTo>
                  <a:pt x="898217" y="113452"/>
                </a:lnTo>
                <a:lnTo>
                  <a:pt x="898217" y="63445"/>
                </a:lnTo>
                <a:lnTo>
                  <a:pt x="902817" y="47715"/>
                </a:lnTo>
                <a:lnTo>
                  <a:pt x="916987" y="43313"/>
                </a:lnTo>
                <a:lnTo>
                  <a:pt x="898866" y="43313"/>
                </a:lnTo>
                <a:lnTo>
                  <a:pt x="897802" y="30541"/>
                </a:lnTo>
                <a:lnTo>
                  <a:pt x="897790" y="30397"/>
                </a:lnTo>
                <a:close/>
              </a:path>
              <a:path w="6441440" h="830579">
                <a:moveTo>
                  <a:pt x="943446" y="40715"/>
                </a:moveTo>
                <a:lnTo>
                  <a:pt x="925349" y="40715"/>
                </a:lnTo>
                <a:lnTo>
                  <a:pt x="936786" y="49879"/>
                </a:lnTo>
                <a:lnTo>
                  <a:pt x="938482" y="113452"/>
                </a:lnTo>
                <a:lnTo>
                  <a:pt x="951254" y="113452"/>
                </a:lnTo>
                <a:lnTo>
                  <a:pt x="950120" y="49879"/>
                </a:lnTo>
                <a:lnTo>
                  <a:pt x="950081" y="47715"/>
                </a:lnTo>
                <a:lnTo>
                  <a:pt x="943446" y="40715"/>
                </a:lnTo>
                <a:close/>
              </a:path>
              <a:path w="6441440" h="830579">
                <a:moveTo>
                  <a:pt x="933665" y="30397"/>
                </a:moveTo>
                <a:lnTo>
                  <a:pt x="911711" y="30541"/>
                </a:lnTo>
                <a:lnTo>
                  <a:pt x="898866" y="43313"/>
                </a:lnTo>
                <a:lnTo>
                  <a:pt x="916987" y="43313"/>
                </a:lnTo>
                <a:lnTo>
                  <a:pt x="925349" y="40715"/>
                </a:lnTo>
                <a:lnTo>
                  <a:pt x="943446" y="40715"/>
                </a:lnTo>
                <a:lnTo>
                  <a:pt x="933665" y="30397"/>
                </a:lnTo>
                <a:close/>
              </a:path>
              <a:path w="6441440" h="830579">
                <a:moveTo>
                  <a:pt x="1069351" y="10408"/>
                </a:moveTo>
                <a:lnTo>
                  <a:pt x="1056579" y="10408"/>
                </a:lnTo>
                <a:lnTo>
                  <a:pt x="1056579" y="93103"/>
                </a:lnTo>
                <a:lnTo>
                  <a:pt x="1062207" y="108292"/>
                </a:lnTo>
                <a:lnTo>
                  <a:pt x="1083440" y="114354"/>
                </a:lnTo>
                <a:lnTo>
                  <a:pt x="1069351" y="10408"/>
                </a:lnTo>
                <a:close/>
              </a:path>
              <a:path w="6441440" h="830579">
                <a:moveTo>
                  <a:pt x="1056579" y="30324"/>
                </a:moveTo>
                <a:lnTo>
                  <a:pt x="1044023" y="30324"/>
                </a:lnTo>
                <a:lnTo>
                  <a:pt x="1044023" y="41148"/>
                </a:lnTo>
                <a:lnTo>
                  <a:pt x="1056579" y="41148"/>
                </a:lnTo>
                <a:lnTo>
                  <a:pt x="1056579" y="30324"/>
                </a:lnTo>
                <a:close/>
              </a:path>
              <a:path w="6441440" h="830579">
                <a:moveTo>
                  <a:pt x="1087102" y="30324"/>
                </a:moveTo>
                <a:lnTo>
                  <a:pt x="1072050" y="30324"/>
                </a:lnTo>
                <a:lnTo>
                  <a:pt x="1073517" y="41148"/>
                </a:lnTo>
                <a:lnTo>
                  <a:pt x="1087102" y="41148"/>
                </a:lnTo>
                <a:lnTo>
                  <a:pt x="1087102" y="30324"/>
                </a:lnTo>
                <a:close/>
              </a:path>
              <a:path w="6441440" h="830579">
                <a:moveTo>
                  <a:pt x="1120872" y="2615"/>
                </a:moveTo>
                <a:lnTo>
                  <a:pt x="1108100" y="2615"/>
                </a:lnTo>
                <a:lnTo>
                  <a:pt x="1108100" y="113452"/>
                </a:lnTo>
                <a:lnTo>
                  <a:pt x="1120872" y="113452"/>
                </a:lnTo>
                <a:lnTo>
                  <a:pt x="1120872" y="63445"/>
                </a:lnTo>
                <a:lnTo>
                  <a:pt x="1125599" y="47715"/>
                </a:lnTo>
                <a:lnTo>
                  <a:pt x="1140165" y="43313"/>
                </a:lnTo>
                <a:lnTo>
                  <a:pt x="1121955" y="43313"/>
                </a:lnTo>
                <a:lnTo>
                  <a:pt x="1120872" y="2615"/>
                </a:lnTo>
                <a:close/>
              </a:path>
              <a:path w="6441440" h="830579">
                <a:moveTo>
                  <a:pt x="1169490" y="40715"/>
                </a:moveTo>
                <a:lnTo>
                  <a:pt x="1148762" y="40715"/>
                </a:lnTo>
                <a:lnTo>
                  <a:pt x="1160289" y="49789"/>
                </a:lnTo>
                <a:lnTo>
                  <a:pt x="1162003" y="113452"/>
                </a:lnTo>
                <a:lnTo>
                  <a:pt x="1174775" y="113452"/>
                </a:lnTo>
                <a:lnTo>
                  <a:pt x="1174775" y="60631"/>
                </a:lnTo>
                <a:lnTo>
                  <a:pt x="1169490" y="40715"/>
                </a:lnTo>
                <a:close/>
              </a:path>
              <a:path w="6441440" h="830579">
                <a:moveTo>
                  <a:pt x="1157042" y="30378"/>
                </a:moveTo>
                <a:lnTo>
                  <a:pt x="1134655" y="30523"/>
                </a:lnTo>
                <a:lnTo>
                  <a:pt x="1121955" y="43313"/>
                </a:lnTo>
                <a:lnTo>
                  <a:pt x="1140165" y="43313"/>
                </a:lnTo>
                <a:lnTo>
                  <a:pt x="1148762" y="40715"/>
                </a:lnTo>
                <a:lnTo>
                  <a:pt x="1169490" y="40715"/>
                </a:lnTo>
                <a:lnTo>
                  <a:pt x="1168858" y="38334"/>
                </a:lnTo>
                <a:lnTo>
                  <a:pt x="1157042" y="30378"/>
                </a:lnTo>
                <a:close/>
              </a:path>
              <a:path w="6441440" h="830579">
                <a:moveTo>
                  <a:pt x="1224191" y="29242"/>
                </a:moveTo>
                <a:lnTo>
                  <a:pt x="1206403" y="38406"/>
                </a:lnTo>
                <a:lnTo>
                  <a:pt x="1195796" y="56518"/>
                </a:lnTo>
                <a:lnTo>
                  <a:pt x="1194245" y="81052"/>
                </a:lnTo>
                <a:lnTo>
                  <a:pt x="1202038" y="101329"/>
                </a:lnTo>
                <a:lnTo>
                  <a:pt x="1218075" y="113416"/>
                </a:lnTo>
                <a:lnTo>
                  <a:pt x="1232994" y="115183"/>
                </a:lnTo>
                <a:lnTo>
                  <a:pt x="1252711" y="110818"/>
                </a:lnTo>
                <a:lnTo>
                  <a:pt x="1258439" y="103710"/>
                </a:lnTo>
                <a:lnTo>
                  <a:pt x="1227835" y="103710"/>
                </a:lnTo>
                <a:lnTo>
                  <a:pt x="1212465" y="94780"/>
                </a:lnTo>
                <a:lnTo>
                  <a:pt x="1210200" y="76218"/>
                </a:lnTo>
                <a:lnTo>
                  <a:pt x="1203337" y="76218"/>
                </a:lnTo>
                <a:lnTo>
                  <a:pt x="1203337" y="65177"/>
                </a:lnTo>
                <a:lnTo>
                  <a:pt x="1208854" y="65177"/>
                </a:lnTo>
                <a:lnTo>
                  <a:pt x="1208009" y="58250"/>
                </a:lnTo>
                <a:lnTo>
                  <a:pt x="1226608" y="40715"/>
                </a:lnTo>
                <a:lnTo>
                  <a:pt x="1256158" y="40715"/>
                </a:lnTo>
                <a:lnTo>
                  <a:pt x="1252585" y="35195"/>
                </a:lnTo>
                <a:lnTo>
                  <a:pt x="1224191" y="29242"/>
                </a:lnTo>
                <a:close/>
              </a:path>
              <a:path w="6441440" h="830579">
                <a:moveTo>
                  <a:pt x="1253776" y="90722"/>
                </a:moveTo>
                <a:lnTo>
                  <a:pt x="1252693" y="93608"/>
                </a:lnTo>
                <a:lnTo>
                  <a:pt x="1227835" y="103710"/>
                </a:lnTo>
                <a:lnTo>
                  <a:pt x="1258439" y="103710"/>
                </a:lnTo>
                <a:lnTo>
                  <a:pt x="1266115" y="94185"/>
                </a:lnTo>
                <a:lnTo>
                  <a:pt x="1253776" y="90722"/>
                </a:lnTo>
                <a:close/>
              </a:path>
              <a:path w="6441440" h="830579">
                <a:moveTo>
                  <a:pt x="1208854" y="65177"/>
                </a:moveTo>
                <a:lnTo>
                  <a:pt x="1203337" y="65177"/>
                </a:lnTo>
                <a:lnTo>
                  <a:pt x="1203337" y="76218"/>
                </a:lnTo>
                <a:lnTo>
                  <a:pt x="1210200" y="76218"/>
                </a:lnTo>
                <a:lnTo>
                  <a:pt x="1208854" y="65177"/>
                </a:lnTo>
                <a:close/>
              </a:path>
              <a:path w="6441440" h="830579">
                <a:moveTo>
                  <a:pt x="1256158" y="40715"/>
                </a:moveTo>
                <a:lnTo>
                  <a:pt x="1226608" y="40715"/>
                </a:lnTo>
                <a:lnTo>
                  <a:pt x="1247137" y="46037"/>
                </a:lnTo>
                <a:lnTo>
                  <a:pt x="1254425" y="65177"/>
                </a:lnTo>
                <a:lnTo>
                  <a:pt x="1208854" y="65177"/>
                </a:lnTo>
                <a:lnTo>
                  <a:pt x="1210200" y="76218"/>
                </a:lnTo>
                <a:lnTo>
                  <a:pt x="1267414" y="76218"/>
                </a:lnTo>
                <a:lnTo>
                  <a:pt x="1266476" y="58250"/>
                </a:lnTo>
                <a:lnTo>
                  <a:pt x="1266386" y="56518"/>
                </a:lnTo>
                <a:lnTo>
                  <a:pt x="1256158" y="40715"/>
                </a:lnTo>
                <a:close/>
              </a:path>
              <a:path w="6441440" h="830579">
                <a:moveTo>
                  <a:pt x="1389249" y="29242"/>
                </a:moveTo>
                <a:lnTo>
                  <a:pt x="1371462" y="38406"/>
                </a:lnTo>
                <a:lnTo>
                  <a:pt x="1360855" y="56428"/>
                </a:lnTo>
                <a:lnTo>
                  <a:pt x="1359303" y="80619"/>
                </a:lnTo>
                <a:lnTo>
                  <a:pt x="1366880" y="100914"/>
                </a:lnTo>
                <a:lnTo>
                  <a:pt x="1382466" y="113343"/>
                </a:lnTo>
                <a:lnTo>
                  <a:pt x="1396970" y="115183"/>
                </a:lnTo>
                <a:lnTo>
                  <a:pt x="1417752" y="109465"/>
                </a:lnTo>
                <a:lnTo>
                  <a:pt x="1421134" y="103710"/>
                </a:lnTo>
                <a:lnTo>
                  <a:pt x="1391919" y="103710"/>
                </a:lnTo>
                <a:lnTo>
                  <a:pt x="1377163" y="93427"/>
                </a:lnTo>
                <a:lnTo>
                  <a:pt x="1373103" y="60144"/>
                </a:lnTo>
                <a:lnTo>
                  <a:pt x="1387626" y="42014"/>
                </a:lnTo>
                <a:lnTo>
                  <a:pt x="1422845" y="42014"/>
                </a:lnTo>
                <a:lnTo>
                  <a:pt x="1417247" y="34654"/>
                </a:lnTo>
                <a:lnTo>
                  <a:pt x="1389249" y="29242"/>
                </a:lnTo>
                <a:close/>
              </a:path>
              <a:path w="6441440" h="830579">
                <a:moveTo>
                  <a:pt x="1429658" y="89206"/>
                </a:moveTo>
                <a:lnTo>
                  <a:pt x="1416886" y="89206"/>
                </a:lnTo>
                <a:lnTo>
                  <a:pt x="1416092" y="92237"/>
                </a:lnTo>
                <a:lnTo>
                  <a:pt x="1391919" y="103710"/>
                </a:lnTo>
                <a:lnTo>
                  <a:pt x="1421134" y="103710"/>
                </a:lnTo>
                <a:lnTo>
                  <a:pt x="1429658" y="89206"/>
                </a:lnTo>
                <a:close/>
              </a:path>
              <a:path w="6441440" h="830579">
                <a:moveTo>
                  <a:pt x="1422845" y="42014"/>
                </a:moveTo>
                <a:lnTo>
                  <a:pt x="1387626" y="42014"/>
                </a:lnTo>
                <a:lnTo>
                  <a:pt x="1407072" y="42195"/>
                </a:lnTo>
                <a:lnTo>
                  <a:pt x="1416886" y="55219"/>
                </a:lnTo>
                <a:lnTo>
                  <a:pt x="1429658" y="55219"/>
                </a:lnTo>
                <a:lnTo>
                  <a:pt x="1428937" y="50024"/>
                </a:lnTo>
                <a:lnTo>
                  <a:pt x="1422845" y="42014"/>
                </a:lnTo>
                <a:close/>
              </a:path>
              <a:path w="6441440" h="830579">
                <a:moveTo>
                  <a:pt x="1505705" y="41834"/>
                </a:moveTo>
                <a:lnTo>
                  <a:pt x="1469707" y="41834"/>
                </a:lnTo>
                <a:lnTo>
                  <a:pt x="1490849" y="41978"/>
                </a:lnTo>
                <a:lnTo>
                  <a:pt x="1498119" y="57384"/>
                </a:lnTo>
                <a:lnTo>
                  <a:pt x="1445371" y="81233"/>
                </a:lnTo>
                <a:lnTo>
                  <a:pt x="1450747" y="107499"/>
                </a:lnTo>
                <a:lnTo>
                  <a:pt x="1472791" y="115400"/>
                </a:lnTo>
                <a:lnTo>
                  <a:pt x="1477626" y="115400"/>
                </a:lnTo>
                <a:lnTo>
                  <a:pt x="1496604" y="103999"/>
                </a:lnTo>
                <a:lnTo>
                  <a:pt x="1469752" y="103999"/>
                </a:lnTo>
                <a:lnTo>
                  <a:pt x="1457205" y="94943"/>
                </a:lnTo>
                <a:lnTo>
                  <a:pt x="1461470" y="81233"/>
                </a:lnTo>
                <a:lnTo>
                  <a:pt x="1461571" y="80908"/>
                </a:lnTo>
                <a:lnTo>
                  <a:pt x="1510891" y="80908"/>
                </a:lnTo>
                <a:lnTo>
                  <a:pt x="1510891" y="52080"/>
                </a:lnTo>
                <a:lnTo>
                  <a:pt x="1505778" y="41978"/>
                </a:lnTo>
                <a:lnTo>
                  <a:pt x="1505705" y="41834"/>
                </a:lnTo>
                <a:close/>
              </a:path>
              <a:path w="6441440" h="830579">
                <a:moveTo>
                  <a:pt x="1510891" y="80908"/>
                </a:moveTo>
                <a:lnTo>
                  <a:pt x="1461571" y="80908"/>
                </a:lnTo>
                <a:lnTo>
                  <a:pt x="1498119" y="83361"/>
                </a:lnTo>
                <a:lnTo>
                  <a:pt x="1493645" y="96404"/>
                </a:lnTo>
                <a:lnTo>
                  <a:pt x="1474558" y="103999"/>
                </a:lnTo>
                <a:lnTo>
                  <a:pt x="1496604" y="103999"/>
                </a:lnTo>
                <a:lnTo>
                  <a:pt x="1498119" y="113452"/>
                </a:lnTo>
                <a:lnTo>
                  <a:pt x="1510891" y="113452"/>
                </a:lnTo>
                <a:lnTo>
                  <a:pt x="1510891" y="80908"/>
                </a:lnTo>
                <a:close/>
              </a:path>
              <a:path w="6441440" h="830579">
                <a:moveTo>
                  <a:pt x="1463086" y="32092"/>
                </a:moveTo>
                <a:lnTo>
                  <a:pt x="1446814" y="48725"/>
                </a:lnTo>
                <a:lnTo>
                  <a:pt x="1458937" y="53054"/>
                </a:lnTo>
                <a:lnTo>
                  <a:pt x="1469707" y="41834"/>
                </a:lnTo>
                <a:lnTo>
                  <a:pt x="1505705" y="41834"/>
                </a:lnTo>
                <a:lnTo>
                  <a:pt x="1502755" y="36007"/>
                </a:lnTo>
                <a:lnTo>
                  <a:pt x="1463086" y="32092"/>
                </a:lnTo>
                <a:close/>
              </a:path>
              <a:path w="6441440" h="830579">
                <a:moveTo>
                  <a:pt x="1546542" y="30324"/>
                </a:moveTo>
                <a:lnTo>
                  <a:pt x="1534203" y="30324"/>
                </a:lnTo>
                <a:lnTo>
                  <a:pt x="1534203" y="113452"/>
                </a:lnTo>
                <a:lnTo>
                  <a:pt x="1546975" y="113452"/>
                </a:lnTo>
                <a:lnTo>
                  <a:pt x="1547877" y="53758"/>
                </a:lnTo>
                <a:lnTo>
                  <a:pt x="1565516" y="42880"/>
                </a:lnTo>
                <a:lnTo>
                  <a:pt x="1547408" y="42880"/>
                </a:lnTo>
                <a:lnTo>
                  <a:pt x="1546542" y="30324"/>
                </a:lnTo>
                <a:close/>
              </a:path>
              <a:path w="6441440" h="830579">
                <a:moveTo>
                  <a:pt x="1564077" y="29025"/>
                </a:moveTo>
                <a:lnTo>
                  <a:pt x="1547408" y="42880"/>
                </a:lnTo>
                <a:lnTo>
                  <a:pt x="1565516" y="42880"/>
                </a:lnTo>
                <a:lnTo>
                  <a:pt x="1567974" y="41365"/>
                </a:lnTo>
                <a:lnTo>
                  <a:pt x="1575767" y="29242"/>
                </a:lnTo>
                <a:lnTo>
                  <a:pt x="1564077" y="29025"/>
                </a:lnTo>
                <a:close/>
              </a:path>
              <a:path w="6441440" h="830579">
                <a:moveTo>
                  <a:pt x="1612983" y="29242"/>
                </a:moveTo>
                <a:lnTo>
                  <a:pt x="1596134" y="37991"/>
                </a:lnTo>
                <a:lnTo>
                  <a:pt x="1585977" y="55797"/>
                </a:lnTo>
                <a:lnTo>
                  <a:pt x="1584480" y="80908"/>
                </a:lnTo>
                <a:lnTo>
                  <a:pt x="1591967" y="101419"/>
                </a:lnTo>
                <a:lnTo>
                  <a:pt x="1606858" y="113452"/>
                </a:lnTo>
                <a:lnTo>
                  <a:pt x="1619766" y="115183"/>
                </a:lnTo>
                <a:lnTo>
                  <a:pt x="1625106" y="115183"/>
                </a:lnTo>
                <a:lnTo>
                  <a:pt x="1640977" y="103710"/>
                </a:lnTo>
                <a:lnTo>
                  <a:pt x="1616158" y="103710"/>
                </a:lnTo>
                <a:lnTo>
                  <a:pt x="1601798" y="92814"/>
                </a:lnTo>
                <a:lnTo>
                  <a:pt x="1598136" y="60775"/>
                </a:lnTo>
                <a:lnTo>
                  <a:pt x="1611576" y="42104"/>
                </a:lnTo>
                <a:lnTo>
                  <a:pt x="1641891" y="42104"/>
                </a:lnTo>
                <a:lnTo>
                  <a:pt x="1612983" y="29242"/>
                </a:lnTo>
                <a:close/>
              </a:path>
              <a:path w="6441440" h="830579">
                <a:moveTo>
                  <a:pt x="1657866" y="102195"/>
                </a:moveTo>
                <a:lnTo>
                  <a:pt x="1643073" y="102195"/>
                </a:lnTo>
                <a:lnTo>
                  <a:pt x="1645527" y="113452"/>
                </a:lnTo>
                <a:lnTo>
                  <a:pt x="1657866" y="113452"/>
                </a:lnTo>
                <a:lnTo>
                  <a:pt x="1657866" y="102195"/>
                </a:lnTo>
                <a:close/>
              </a:path>
              <a:path w="6441440" h="830579">
                <a:moveTo>
                  <a:pt x="1641891" y="42104"/>
                </a:moveTo>
                <a:lnTo>
                  <a:pt x="1631112" y="42104"/>
                </a:lnTo>
                <a:lnTo>
                  <a:pt x="1644408" y="60252"/>
                </a:lnTo>
                <a:lnTo>
                  <a:pt x="1638022" y="96999"/>
                </a:lnTo>
                <a:lnTo>
                  <a:pt x="1621498" y="103710"/>
                </a:lnTo>
                <a:lnTo>
                  <a:pt x="1640977" y="103710"/>
                </a:lnTo>
                <a:lnTo>
                  <a:pt x="1643073" y="102195"/>
                </a:lnTo>
                <a:lnTo>
                  <a:pt x="1657866" y="102195"/>
                </a:lnTo>
                <a:lnTo>
                  <a:pt x="1657866" y="43529"/>
                </a:lnTo>
                <a:lnTo>
                  <a:pt x="1645094" y="43529"/>
                </a:lnTo>
                <a:lnTo>
                  <a:pt x="1641891" y="42104"/>
                </a:lnTo>
                <a:close/>
              </a:path>
              <a:path w="6441440" h="830579">
                <a:moveTo>
                  <a:pt x="1657866" y="2615"/>
                </a:moveTo>
                <a:lnTo>
                  <a:pt x="1645094" y="2615"/>
                </a:lnTo>
                <a:lnTo>
                  <a:pt x="1645094" y="43529"/>
                </a:lnTo>
                <a:lnTo>
                  <a:pt x="1657866" y="43529"/>
                </a:lnTo>
                <a:lnTo>
                  <a:pt x="1657866" y="2615"/>
                </a:lnTo>
                <a:close/>
              </a:path>
              <a:path w="6441440" h="830579">
                <a:moveTo>
                  <a:pt x="1766316" y="30324"/>
                </a:moveTo>
                <a:lnTo>
                  <a:pt x="1752894" y="30324"/>
                </a:lnTo>
                <a:lnTo>
                  <a:pt x="1778222" y="113452"/>
                </a:lnTo>
                <a:lnTo>
                  <a:pt x="1790778" y="113452"/>
                </a:lnTo>
                <a:lnTo>
                  <a:pt x="1796325" y="93969"/>
                </a:lnTo>
                <a:lnTo>
                  <a:pt x="1785149" y="93969"/>
                </a:lnTo>
                <a:lnTo>
                  <a:pt x="1766316" y="30324"/>
                </a:lnTo>
                <a:close/>
              </a:path>
              <a:path w="6441440" h="830579">
                <a:moveTo>
                  <a:pt x="1822128" y="49591"/>
                </a:moveTo>
                <a:lnTo>
                  <a:pt x="1808962" y="49591"/>
                </a:lnTo>
                <a:lnTo>
                  <a:pt x="1828445" y="113452"/>
                </a:lnTo>
                <a:lnTo>
                  <a:pt x="1841000" y="113452"/>
                </a:lnTo>
                <a:lnTo>
                  <a:pt x="1846937" y="93969"/>
                </a:lnTo>
                <a:lnTo>
                  <a:pt x="1847003" y="93752"/>
                </a:lnTo>
                <a:lnTo>
                  <a:pt x="1834939" y="93752"/>
                </a:lnTo>
                <a:lnTo>
                  <a:pt x="1822128" y="49591"/>
                </a:lnTo>
                <a:close/>
              </a:path>
              <a:path w="6441440" h="830579">
                <a:moveTo>
                  <a:pt x="1816539" y="30324"/>
                </a:moveTo>
                <a:lnTo>
                  <a:pt x="1802900" y="30324"/>
                </a:lnTo>
                <a:lnTo>
                  <a:pt x="1785210" y="93752"/>
                </a:lnTo>
                <a:lnTo>
                  <a:pt x="1785149" y="93969"/>
                </a:lnTo>
                <a:lnTo>
                  <a:pt x="1796325" y="93969"/>
                </a:lnTo>
                <a:lnTo>
                  <a:pt x="1808962" y="49591"/>
                </a:lnTo>
                <a:lnTo>
                  <a:pt x="1822128" y="49591"/>
                </a:lnTo>
                <a:lnTo>
                  <a:pt x="1816539" y="30324"/>
                </a:lnTo>
                <a:close/>
              </a:path>
              <a:path w="6441440" h="830579">
                <a:moveTo>
                  <a:pt x="1866328" y="30324"/>
                </a:moveTo>
                <a:lnTo>
                  <a:pt x="1852907" y="30324"/>
                </a:lnTo>
                <a:lnTo>
                  <a:pt x="1834939" y="93752"/>
                </a:lnTo>
                <a:lnTo>
                  <a:pt x="1847003" y="93752"/>
                </a:lnTo>
                <a:lnTo>
                  <a:pt x="1866328" y="30324"/>
                </a:lnTo>
                <a:close/>
              </a:path>
              <a:path w="6441440" h="830579">
                <a:moveTo>
                  <a:pt x="1895986" y="30324"/>
                </a:moveTo>
                <a:lnTo>
                  <a:pt x="1883214" y="30324"/>
                </a:lnTo>
                <a:lnTo>
                  <a:pt x="1883214" y="113452"/>
                </a:lnTo>
                <a:lnTo>
                  <a:pt x="1895986" y="113452"/>
                </a:lnTo>
                <a:lnTo>
                  <a:pt x="1895986" y="30324"/>
                </a:lnTo>
                <a:close/>
              </a:path>
              <a:path w="6441440" h="830579">
                <a:moveTo>
                  <a:pt x="1885072" y="0"/>
                </a:moveTo>
                <a:lnTo>
                  <a:pt x="1889708" y="16470"/>
                </a:lnTo>
                <a:lnTo>
                  <a:pt x="1892197" y="16470"/>
                </a:lnTo>
                <a:lnTo>
                  <a:pt x="1898800" y="5429"/>
                </a:lnTo>
                <a:lnTo>
                  <a:pt x="1885072" y="0"/>
                </a:lnTo>
                <a:close/>
              </a:path>
              <a:path w="6441440" h="830579">
                <a:moveTo>
                  <a:pt x="1932151" y="2615"/>
                </a:moveTo>
                <a:lnTo>
                  <a:pt x="1919379" y="2615"/>
                </a:lnTo>
                <a:lnTo>
                  <a:pt x="1919379" y="113452"/>
                </a:lnTo>
                <a:lnTo>
                  <a:pt x="1932151" y="113452"/>
                </a:lnTo>
                <a:lnTo>
                  <a:pt x="1932151" y="2615"/>
                </a:lnTo>
                <a:close/>
              </a:path>
              <a:path w="6441440" h="830579">
                <a:moveTo>
                  <a:pt x="1968316" y="2615"/>
                </a:moveTo>
                <a:lnTo>
                  <a:pt x="1955544" y="2615"/>
                </a:lnTo>
                <a:lnTo>
                  <a:pt x="1955544" y="113452"/>
                </a:lnTo>
                <a:lnTo>
                  <a:pt x="1968316" y="113452"/>
                </a:lnTo>
                <a:lnTo>
                  <a:pt x="1968316" y="2615"/>
                </a:lnTo>
                <a:close/>
              </a:path>
              <a:path w="6441440" h="830579">
                <a:moveTo>
                  <a:pt x="2092672" y="29242"/>
                </a:moveTo>
                <a:lnTo>
                  <a:pt x="2075823" y="37991"/>
                </a:lnTo>
                <a:lnTo>
                  <a:pt x="2065667" y="55797"/>
                </a:lnTo>
                <a:lnTo>
                  <a:pt x="2064170" y="80908"/>
                </a:lnTo>
                <a:lnTo>
                  <a:pt x="2071656" y="101419"/>
                </a:lnTo>
                <a:lnTo>
                  <a:pt x="2086547" y="113452"/>
                </a:lnTo>
                <a:lnTo>
                  <a:pt x="2099455" y="115183"/>
                </a:lnTo>
                <a:lnTo>
                  <a:pt x="2104795" y="115183"/>
                </a:lnTo>
                <a:lnTo>
                  <a:pt x="2120666" y="103710"/>
                </a:lnTo>
                <a:lnTo>
                  <a:pt x="2095847" y="103710"/>
                </a:lnTo>
                <a:lnTo>
                  <a:pt x="2081488" y="92814"/>
                </a:lnTo>
                <a:lnTo>
                  <a:pt x="2077826" y="60775"/>
                </a:lnTo>
                <a:lnTo>
                  <a:pt x="2091265" y="42104"/>
                </a:lnTo>
                <a:lnTo>
                  <a:pt x="2121580" y="42104"/>
                </a:lnTo>
                <a:lnTo>
                  <a:pt x="2092672" y="29242"/>
                </a:lnTo>
                <a:close/>
              </a:path>
              <a:path w="6441440" h="830579">
                <a:moveTo>
                  <a:pt x="2137555" y="102195"/>
                </a:moveTo>
                <a:lnTo>
                  <a:pt x="2122763" y="102195"/>
                </a:lnTo>
                <a:lnTo>
                  <a:pt x="2125216" y="113452"/>
                </a:lnTo>
                <a:lnTo>
                  <a:pt x="2137555" y="113452"/>
                </a:lnTo>
                <a:lnTo>
                  <a:pt x="2137555" y="102195"/>
                </a:lnTo>
                <a:close/>
              </a:path>
              <a:path w="6441440" h="830579">
                <a:moveTo>
                  <a:pt x="2121580" y="42104"/>
                </a:moveTo>
                <a:lnTo>
                  <a:pt x="2110801" y="42104"/>
                </a:lnTo>
                <a:lnTo>
                  <a:pt x="2124098" y="60252"/>
                </a:lnTo>
                <a:lnTo>
                  <a:pt x="2117712" y="96999"/>
                </a:lnTo>
                <a:lnTo>
                  <a:pt x="2101187" y="103710"/>
                </a:lnTo>
                <a:lnTo>
                  <a:pt x="2120666" y="103710"/>
                </a:lnTo>
                <a:lnTo>
                  <a:pt x="2122763" y="102195"/>
                </a:lnTo>
                <a:lnTo>
                  <a:pt x="2137555" y="102195"/>
                </a:lnTo>
                <a:lnTo>
                  <a:pt x="2137555" y="43529"/>
                </a:lnTo>
                <a:lnTo>
                  <a:pt x="2124783" y="43529"/>
                </a:lnTo>
                <a:lnTo>
                  <a:pt x="2121580" y="42104"/>
                </a:lnTo>
                <a:close/>
              </a:path>
              <a:path w="6441440" h="830579">
                <a:moveTo>
                  <a:pt x="2137555" y="2615"/>
                </a:moveTo>
                <a:lnTo>
                  <a:pt x="2124783" y="2615"/>
                </a:lnTo>
                <a:lnTo>
                  <a:pt x="2124783" y="43529"/>
                </a:lnTo>
                <a:lnTo>
                  <a:pt x="2137555" y="43529"/>
                </a:lnTo>
                <a:lnTo>
                  <a:pt x="2137555" y="2615"/>
                </a:lnTo>
                <a:close/>
              </a:path>
              <a:path w="6441440" h="830579">
                <a:moveTo>
                  <a:pt x="2175493" y="30324"/>
                </a:moveTo>
                <a:lnTo>
                  <a:pt x="2162721" y="30324"/>
                </a:lnTo>
                <a:lnTo>
                  <a:pt x="2162721" y="113452"/>
                </a:lnTo>
                <a:lnTo>
                  <a:pt x="2175493" y="113452"/>
                </a:lnTo>
                <a:lnTo>
                  <a:pt x="2175493" y="30324"/>
                </a:lnTo>
                <a:close/>
              </a:path>
              <a:path w="6441440" h="830579">
                <a:moveTo>
                  <a:pt x="2164579" y="0"/>
                </a:moveTo>
                <a:lnTo>
                  <a:pt x="2169215" y="16470"/>
                </a:lnTo>
                <a:lnTo>
                  <a:pt x="2171705" y="16470"/>
                </a:lnTo>
                <a:lnTo>
                  <a:pt x="2178307" y="5429"/>
                </a:lnTo>
                <a:lnTo>
                  <a:pt x="2164579" y="0"/>
                </a:lnTo>
                <a:close/>
              </a:path>
              <a:path w="6441440" h="830579">
                <a:moveTo>
                  <a:pt x="2207329" y="90505"/>
                </a:moveTo>
                <a:lnTo>
                  <a:pt x="2195206" y="93536"/>
                </a:lnTo>
                <a:lnTo>
                  <a:pt x="2196685" y="100607"/>
                </a:lnTo>
                <a:lnTo>
                  <a:pt x="2211316" y="113343"/>
                </a:lnTo>
                <a:lnTo>
                  <a:pt x="2233270" y="115183"/>
                </a:lnTo>
                <a:lnTo>
                  <a:pt x="2252464" y="106813"/>
                </a:lnTo>
                <a:lnTo>
                  <a:pt x="2253687" y="102808"/>
                </a:lnTo>
                <a:lnTo>
                  <a:pt x="2217124" y="102808"/>
                </a:lnTo>
                <a:lnTo>
                  <a:pt x="2207329" y="90505"/>
                </a:lnTo>
                <a:close/>
              </a:path>
              <a:path w="6441440" h="830579">
                <a:moveTo>
                  <a:pt x="2228327" y="29242"/>
                </a:moveTo>
                <a:lnTo>
                  <a:pt x="2204424" y="37216"/>
                </a:lnTo>
                <a:lnTo>
                  <a:pt x="2197804" y="59008"/>
                </a:lnTo>
                <a:lnTo>
                  <a:pt x="2206679" y="71401"/>
                </a:lnTo>
                <a:lnTo>
                  <a:pt x="2241027" y="81702"/>
                </a:lnTo>
                <a:lnTo>
                  <a:pt x="2246078" y="94510"/>
                </a:lnTo>
                <a:lnTo>
                  <a:pt x="2237275" y="102664"/>
                </a:lnTo>
                <a:lnTo>
                  <a:pt x="2217124" y="102808"/>
                </a:lnTo>
                <a:lnTo>
                  <a:pt x="2253687" y="102808"/>
                </a:lnTo>
                <a:lnTo>
                  <a:pt x="2259283" y="84480"/>
                </a:lnTo>
                <a:lnTo>
                  <a:pt x="2250173" y="72339"/>
                </a:lnTo>
                <a:lnTo>
                  <a:pt x="2211731" y="58304"/>
                </a:lnTo>
                <a:lnTo>
                  <a:pt x="2212132" y="48941"/>
                </a:lnTo>
                <a:lnTo>
                  <a:pt x="2212254" y="46109"/>
                </a:lnTo>
                <a:lnTo>
                  <a:pt x="2232043" y="40282"/>
                </a:lnTo>
                <a:lnTo>
                  <a:pt x="2252860" y="40282"/>
                </a:lnTo>
                <a:lnTo>
                  <a:pt x="2243011" y="31046"/>
                </a:lnTo>
                <a:lnTo>
                  <a:pt x="2228327" y="29242"/>
                </a:lnTo>
                <a:close/>
              </a:path>
              <a:path w="6441440" h="830579">
                <a:moveTo>
                  <a:pt x="2252860" y="40282"/>
                </a:moveTo>
                <a:lnTo>
                  <a:pt x="2232043" y="40282"/>
                </a:lnTo>
                <a:lnTo>
                  <a:pt x="2246295" y="52189"/>
                </a:lnTo>
                <a:lnTo>
                  <a:pt x="2257768" y="48941"/>
                </a:lnTo>
                <a:lnTo>
                  <a:pt x="2255784" y="43024"/>
                </a:lnTo>
                <a:lnTo>
                  <a:pt x="2252860" y="40282"/>
                </a:lnTo>
                <a:close/>
              </a:path>
              <a:path w="6441440" h="830579">
                <a:moveTo>
                  <a:pt x="2290848" y="30324"/>
                </a:moveTo>
                <a:lnTo>
                  <a:pt x="2278509" y="30324"/>
                </a:lnTo>
                <a:lnTo>
                  <a:pt x="2278509" y="144624"/>
                </a:lnTo>
                <a:lnTo>
                  <a:pt x="2291281" y="144624"/>
                </a:lnTo>
                <a:lnTo>
                  <a:pt x="2291281" y="100679"/>
                </a:lnTo>
                <a:lnTo>
                  <a:pt x="2304605" y="100679"/>
                </a:lnTo>
                <a:lnTo>
                  <a:pt x="2298353" y="96999"/>
                </a:lnTo>
                <a:lnTo>
                  <a:pt x="2291065" y="71888"/>
                </a:lnTo>
                <a:lnTo>
                  <a:pt x="2298245" y="47264"/>
                </a:lnTo>
                <a:lnTo>
                  <a:pt x="2320289" y="40715"/>
                </a:lnTo>
                <a:lnTo>
                  <a:pt x="2341632" y="40715"/>
                </a:lnTo>
                <a:lnTo>
                  <a:pt x="2341049" y="40246"/>
                </a:lnTo>
                <a:lnTo>
                  <a:pt x="2294601" y="40246"/>
                </a:lnTo>
                <a:lnTo>
                  <a:pt x="2290848" y="30324"/>
                </a:lnTo>
                <a:close/>
              </a:path>
              <a:path w="6441440" h="830579">
                <a:moveTo>
                  <a:pt x="2304605" y="100679"/>
                </a:moveTo>
                <a:lnTo>
                  <a:pt x="2291281" y="100679"/>
                </a:lnTo>
                <a:lnTo>
                  <a:pt x="2323536" y="115183"/>
                </a:lnTo>
                <a:lnTo>
                  <a:pt x="2340259" y="106398"/>
                </a:lnTo>
                <a:lnTo>
                  <a:pt x="2341785" y="103710"/>
                </a:lnTo>
                <a:lnTo>
                  <a:pt x="2309754" y="103710"/>
                </a:lnTo>
                <a:lnTo>
                  <a:pt x="2304605" y="100679"/>
                </a:lnTo>
                <a:close/>
              </a:path>
              <a:path w="6441440" h="830579">
                <a:moveTo>
                  <a:pt x="2341632" y="40715"/>
                </a:moveTo>
                <a:lnTo>
                  <a:pt x="2320289" y="40715"/>
                </a:lnTo>
                <a:lnTo>
                  <a:pt x="2334649" y="51359"/>
                </a:lnTo>
                <a:lnTo>
                  <a:pt x="2338203" y="83181"/>
                </a:lnTo>
                <a:lnTo>
                  <a:pt x="2324673" y="102303"/>
                </a:lnTo>
                <a:lnTo>
                  <a:pt x="2309754" y="103710"/>
                </a:lnTo>
                <a:lnTo>
                  <a:pt x="2341785" y="103710"/>
                </a:lnTo>
                <a:lnTo>
                  <a:pt x="2350398" y="88539"/>
                </a:lnTo>
                <a:lnTo>
                  <a:pt x="2351895" y="63373"/>
                </a:lnTo>
                <a:lnTo>
                  <a:pt x="2344408" y="42952"/>
                </a:lnTo>
                <a:lnTo>
                  <a:pt x="2341632" y="40715"/>
                </a:lnTo>
                <a:close/>
              </a:path>
              <a:path w="6441440" h="830579">
                <a:moveTo>
                  <a:pt x="2310981" y="29242"/>
                </a:moveTo>
                <a:lnTo>
                  <a:pt x="2294601" y="40246"/>
                </a:lnTo>
                <a:lnTo>
                  <a:pt x="2341049" y="40246"/>
                </a:lnTo>
                <a:lnTo>
                  <a:pt x="2329562" y="30992"/>
                </a:lnTo>
                <a:lnTo>
                  <a:pt x="2310981" y="29242"/>
                </a:lnTo>
                <a:close/>
              </a:path>
              <a:path w="6441440" h="830579">
                <a:moveTo>
                  <a:pt x="2384150" y="2615"/>
                </a:moveTo>
                <a:lnTo>
                  <a:pt x="2371378" y="2615"/>
                </a:lnTo>
                <a:lnTo>
                  <a:pt x="2371378" y="113452"/>
                </a:lnTo>
                <a:lnTo>
                  <a:pt x="2384150" y="113452"/>
                </a:lnTo>
                <a:lnTo>
                  <a:pt x="2384150" y="2615"/>
                </a:lnTo>
                <a:close/>
              </a:path>
              <a:path w="6441440" h="830579">
                <a:moveTo>
                  <a:pt x="2464918" y="41834"/>
                </a:moveTo>
                <a:lnTo>
                  <a:pt x="2428920" y="41834"/>
                </a:lnTo>
                <a:lnTo>
                  <a:pt x="2450063" y="41978"/>
                </a:lnTo>
                <a:lnTo>
                  <a:pt x="2457333" y="57384"/>
                </a:lnTo>
                <a:lnTo>
                  <a:pt x="2404585" y="81233"/>
                </a:lnTo>
                <a:lnTo>
                  <a:pt x="2409960" y="107499"/>
                </a:lnTo>
                <a:lnTo>
                  <a:pt x="2432005" y="115400"/>
                </a:lnTo>
                <a:lnTo>
                  <a:pt x="2436840" y="115400"/>
                </a:lnTo>
                <a:lnTo>
                  <a:pt x="2455818" y="103999"/>
                </a:lnTo>
                <a:lnTo>
                  <a:pt x="2428966" y="103999"/>
                </a:lnTo>
                <a:lnTo>
                  <a:pt x="2416419" y="94943"/>
                </a:lnTo>
                <a:lnTo>
                  <a:pt x="2420683" y="81233"/>
                </a:lnTo>
                <a:lnTo>
                  <a:pt x="2420784" y="80908"/>
                </a:lnTo>
                <a:lnTo>
                  <a:pt x="2470105" y="80908"/>
                </a:lnTo>
                <a:lnTo>
                  <a:pt x="2470105" y="52080"/>
                </a:lnTo>
                <a:lnTo>
                  <a:pt x="2464992" y="41978"/>
                </a:lnTo>
                <a:lnTo>
                  <a:pt x="2464918" y="41834"/>
                </a:lnTo>
                <a:close/>
              </a:path>
              <a:path w="6441440" h="830579">
                <a:moveTo>
                  <a:pt x="2470105" y="80908"/>
                </a:moveTo>
                <a:lnTo>
                  <a:pt x="2420784" y="80908"/>
                </a:lnTo>
                <a:lnTo>
                  <a:pt x="2457333" y="83361"/>
                </a:lnTo>
                <a:lnTo>
                  <a:pt x="2452859" y="96404"/>
                </a:lnTo>
                <a:lnTo>
                  <a:pt x="2433772" y="103999"/>
                </a:lnTo>
                <a:lnTo>
                  <a:pt x="2455818" y="103999"/>
                </a:lnTo>
                <a:lnTo>
                  <a:pt x="2457333" y="113452"/>
                </a:lnTo>
                <a:lnTo>
                  <a:pt x="2470105" y="113452"/>
                </a:lnTo>
                <a:lnTo>
                  <a:pt x="2470105" y="80908"/>
                </a:lnTo>
                <a:close/>
              </a:path>
              <a:path w="6441440" h="830579">
                <a:moveTo>
                  <a:pt x="2422300" y="32092"/>
                </a:moveTo>
                <a:lnTo>
                  <a:pt x="2406028" y="48725"/>
                </a:lnTo>
                <a:lnTo>
                  <a:pt x="2418150" y="53054"/>
                </a:lnTo>
                <a:lnTo>
                  <a:pt x="2428920" y="41834"/>
                </a:lnTo>
                <a:lnTo>
                  <a:pt x="2464918" y="41834"/>
                </a:lnTo>
                <a:lnTo>
                  <a:pt x="2461969" y="36007"/>
                </a:lnTo>
                <a:lnTo>
                  <a:pt x="2422300" y="32092"/>
                </a:lnTo>
                <a:close/>
              </a:path>
              <a:path w="6441440" h="830579">
                <a:moveTo>
                  <a:pt x="2497801" y="30324"/>
                </a:moveTo>
                <a:lnTo>
                  <a:pt x="2483946" y="30324"/>
                </a:lnTo>
                <a:lnTo>
                  <a:pt x="2514686" y="113885"/>
                </a:lnTo>
                <a:lnTo>
                  <a:pt x="2509039" y="127649"/>
                </a:lnTo>
                <a:lnTo>
                  <a:pt x="2492605" y="131852"/>
                </a:lnTo>
                <a:lnTo>
                  <a:pt x="2489358" y="143109"/>
                </a:lnTo>
                <a:lnTo>
                  <a:pt x="2498666" y="144624"/>
                </a:lnTo>
                <a:lnTo>
                  <a:pt x="2512160" y="141197"/>
                </a:lnTo>
                <a:lnTo>
                  <a:pt x="2530779" y="96566"/>
                </a:lnTo>
                <a:lnTo>
                  <a:pt x="2521613" y="96566"/>
                </a:lnTo>
                <a:lnTo>
                  <a:pt x="2497801" y="30324"/>
                </a:lnTo>
                <a:close/>
              </a:path>
              <a:path w="6441440" h="830579">
                <a:moveTo>
                  <a:pt x="2558414" y="30324"/>
                </a:moveTo>
                <a:lnTo>
                  <a:pt x="2544560" y="30324"/>
                </a:lnTo>
                <a:lnTo>
                  <a:pt x="2521613" y="96566"/>
                </a:lnTo>
                <a:lnTo>
                  <a:pt x="2530779" y="96566"/>
                </a:lnTo>
                <a:lnTo>
                  <a:pt x="2558414" y="30324"/>
                </a:lnTo>
                <a:close/>
              </a:path>
              <a:path w="6441440" h="830579">
                <a:moveTo>
                  <a:pt x="2670030" y="10408"/>
                </a:moveTo>
                <a:lnTo>
                  <a:pt x="2657258" y="10408"/>
                </a:lnTo>
                <a:lnTo>
                  <a:pt x="2657258" y="93103"/>
                </a:lnTo>
                <a:lnTo>
                  <a:pt x="2662886" y="108292"/>
                </a:lnTo>
                <a:lnTo>
                  <a:pt x="2684119" y="114354"/>
                </a:lnTo>
                <a:lnTo>
                  <a:pt x="2670030" y="10408"/>
                </a:lnTo>
                <a:close/>
              </a:path>
              <a:path w="6441440" h="830579">
                <a:moveTo>
                  <a:pt x="2657258" y="30324"/>
                </a:moveTo>
                <a:lnTo>
                  <a:pt x="2644702" y="30324"/>
                </a:lnTo>
                <a:lnTo>
                  <a:pt x="2644702" y="41148"/>
                </a:lnTo>
                <a:lnTo>
                  <a:pt x="2657258" y="41148"/>
                </a:lnTo>
                <a:lnTo>
                  <a:pt x="2657258" y="30324"/>
                </a:lnTo>
                <a:close/>
              </a:path>
              <a:path w="6441440" h="830579">
                <a:moveTo>
                  <a:pt x="2687781" y="30324"/>
                </a:moveTo>
                <a:lnTo>
                  <a:pt x="2672730" y="30324"/>
                </a:lnTo>
                <a:lnTo>
                  <a:pt x="2674197" y="41148"/>
                </a:lnTo>
                <a:lnTo>
                  <a:pt x="2687781" y="41148"/>
                </a:lnTo>
                <a:lnTo>
                  <a:pt x="2687781" y="30324"/>
                </a:lnTo>
                <a:close/>
              </a:path>
              <a:path w="6441440" h="830579">
                <a:moveTo>
                  <a:pt x="2721552" y="2615"/>
                </a:moveTo>
                <a:lnTo>
                  <a:pt x="2708780" y="2615"/>
                </a:lnTo>
                <a:lnTo>
                  <a:pt x="2708780" y="113452"/>
                </a:lnTo>
                <a:lnTo>
                  <a:pt x="2721552" y="113452"/>
                </a:lnTo>
                <a:lnTo>
                  <a:pt x="2721552" y="63445"/>
                </a:lnTo>
                <a:lnTo>
                  <a:pt x="2726278" y="47715"/>
                </a:lnTo>
                <a:lnTo>
                  <a:pt x="2740845" y="43313"/>
                </a:lnTo>
                <a:lnTo>
                  <a:pt x="2722634" y="43313"/>
                </a:lnTo>
                <a:lnTo>
                  <a:pt x="2721552" y="2615"/>
                </a:lnTo>
                <a:close/>
              </a:path>
              <a:path w="6441440" h="830579">
                <a:moveTo>
                  <a:pt x="2770169" y="40715"/>
                </a:moveTo>
                <a:lnTo>
                  <a:pt x="2749441" y="40715"/>
                </a:lnTo>
                <a:lnTo>
                  <a:pt x="2760969" y="49789"/>
                </a:lnTo>
                <a:lnTo>
                  <a:pt x="2762683" y="113452"/>
                </a:lnTo>
                <a:lnTo>
                  <a:pt x="2775455" y="113452"/>
                </a:lnTo>
                <a:lnTo>
                  <a:pt x="2775455" y="60631"/>
                </a:lnTo>
                <a:lnTo>
                  <a:pt x="2770169" y="40715"/>
                </a:lnTo>
                <a:close/>
              </a:path>
              <a:path w="6441440" h="830579">
                <a:moveTo>
                  <a:pt x="2757722" y="30378"/>
                </a:moveTo>
                <a:lnTo>
                  <a:pt x="2735334" y="30523"/>
                </a:lnTo>
                <a:lnTo>
                  <a:pt x="2722634" y="43313"/>
                </a:lnTo>
                <a:lnTo>
                  <a:pt x="2740845" y="43313"/>
                </a:lnTo>
                <a:lnTo>
                  <a:pt x="2749441" y="40715"/>
                </a:lnTo>
                <a:lnTo>
                  <a:pt x="2770169" y="40715"/>
                </a:lnTo>
                <a:lnTo>
                  <a:pt x="2769538" y="38334"/>
                </a:lnTo>
                <a:lnTo>
                  <a:pt x="2757722" y="30378"/>
                </a:lnTo>
                <a:close/>
              </a:path>
              <a:path w="6441440" h="830579">
                <a:moveTo>
                  <a:pt x="2824870" y="29242"/>
                </a:moveTo>
                <a:lnTo>
                  <a:pt x="2807083" y="38406"/>
                </a:lnTo>
                <a:lnTo>
                  <a:pt x="2796475" y="56518"/>
                </a:lnTo>
                <a:lnTo>
                  <a:pt x="2794924" y="81052"/>
                </a:lnTo>
                <a:lnTo>
                  <a:pt x="2802717" y="101329"/>
                </a:lnTo>
                <a:lnTo>
                  <a:pt x="2818755" y="113416"/>
                </a:lnTo>
                <a:lnTo>
                  <a:pt x="2833674" y="115183"/>
                </a:lnTo>
                <a:lnTo>
                  <a:pt x="2853391" y="110818"/>
                </a:lnTo>
                <a:lnTo>
                  <a:pt x="2859119" y="103710"/>
                </a:lnTo>
                <a:lnTo>
                  <a:pt x="2828514" y="103710"/>
                </a:lnTo>
                <a:lnTo>
                  <a:pt x="2813144" y="94780"/>
                </a:lnTo>
                <a:lnTo>
                  <a:pt x="2810880" y="76218"/>
                </a:lnTo>
                <a:lnTo>
                  <a:pt x="2804016" y="76218"/>
                </a:lnTo>
                <a:lnTo>
                  <a:pt x="2804016" y="65177"/>
                </a:lnTo>
                <a:lnTo>
                  <a:pt x="2809533" y="65177"/>
                </a:lnTo>
                <a:lnTo>
                  <a:pt x="2808688" y="58250"/>
                </a:lnTo>
                <a:lnTo>
                  <a:pt x="2827288" y="40715"/>
                </a:lnTo>
                <a:lnTo>
                  <a:pt x="2856837" y="40715"/>
                </a:lnTo>
                <a:lnTo>
                  <a:pt x="2853265" y="35195"/>
                </a:lnTo>
                <a:lnTo>
                  <a:pt x="2824870" y="29242"/>
                </a:lnTo>
                <a:close/>
              </a:path>
              <a:path w="6441440" h="830579">
                <a:moveTo>
                  <a:pt x="2854455" y="90722"/>
                </a:moveTo>
                <a:lnTo>
                  <a:pt x="2853373" y="93608"/>
                </a:lnTo>
                <a:lnTo>
                  <a:pt x="2828514" y="103710"/>
                </a:lnTo>
                <a:lnTo>
                  <a:pt x="2859119" y="103710"/>
                </a:lnTo>
                <a:lnTo>
                  <a:pt x="2866794" y="94185"/>
                </a:lnTo>
                <a:lnTo>
                  <a:pt x="2854455" y="90722"/>
                </a:lnTo>
                <a:close/>
              </a:path>
              <a:path w="6441440" h="830579">
                <a:moveTo>
                  <a:pt x="2809533" y="65177"/>
                </a:moveTo>
                <a:lnTo>
                  <a:pt x="2804016" y="65177"/>
                </a:lnTo>
                <a:lnTo>
                  <a:pt x="2804016" y="76218"/>
                </a:lnTo>
                <a:lnTo>
                  <a:pt x="2810880" y="76218"/>
                </a:lnTo>
                <a:lnTo>
                  <a:pt x="2809533" y="65177"/>
                </a:lnTo>
                <a:close/>
              </a:path>
              <a:path w="6441440" h="830579">
                <a:moveTo>
                  <a:pt x="2856837" y="40715"/>
                </a:moveTo>
                <a:lnTo>
                  <a:pt x="2827288" y="40715"/>
                </a:lnTo>
                <a:lnTo>
                  <a:pt x="2847817" y="46037"/>
                </a:lnTo>
                <a:lnTo>
                  <a:pt x="2855105" y="65177"/>
                </a:lnTo>
                <a:lnTo>
                  <a:pt x="2809533" y="65177"/>
                </a:lnTo>
                <a:lnTo>
                  <a:pt x="2810880" y="76218"/>
                </a:lnTo>
                <a:lnTo>
                  <a:pt x="2868093" y="76218"/>
                </a:lnTo>
                <a:lnTo>
                  <a:pt x="2867156" y="58250"/>
                </a:lnTo>
                <a:lnTo>
                  <a:pt x="2867065" y="56518"/>
                </a:lnTo>
                <a:lnTo>
                  <a:pt x="2856837" y="40715"/>
                </a:lnTo>
                <a:close/>
              </a:path>
              <a:path w="6441440" h="830579">
                <a:moveTo>
                  <a:pt x="2976219" y="30324"/>
                </a:moveTo>
                <a:lnTo>
                  <a:pt x="2963879" y="30324"/>
                </a:lnTo>
                <a:lnTo>
                  <a:pt x="2963879" y="144624"/>
                </a:lnTo>
                <a:lnTo>
                  <a:pt x="2976651" y="144624"/>
                </a:lnTo>
                <a:lnTo>
                  <a:pt x="2976651" y="100679"/>
                </a:lnTo>
                <a:lnTo>
                  <a:pt x="2989975" y="100679"/>
                </a:lnTo>
                <a:lnTo>
                  <a:pt x="2983723" y="96999"/>
                </a:lnTo>
                <a:lnTo>
                  <a:pt x="2976435" y="71888"/>
                </a:lnTo>
                <a:lnTo>
                  <a:pt x="2983615" y="47264"/>
                </a:lnTo>
                <a:lnTo>
                  <a:pt x="3005659" y="40715"/>
                </a:lnTo>
                <a:lnTo>
                  <a:pt x="3027002" y="40715"/>
                </a:lnTo>
                <a:lnTo>
                  <a:pt x="3026420" y="40246"/>
                </a:lnTo>
                <a:lnTo>
                  <a:pt x="2979971" y="40246"/>
                </a:lnTo>
                <a:lnTo>
                  <a:pt x="2976219" y="30324"/>
                </a:lnTo>
                <a:close/>
              </a:path>
              <a:path w="6441440" h="830579">
                <a:moveTo>
                  <a:pt x="2989975" y="100679"/>
                </a:moveTo>
                <a:lnTo>
                  <a:pt x="2976651" y="100679"/>
                </a:lnTo>
                <a:lnTo>
                  <a:pt x="3008907" y="115183"/>
                </a:lnTo>
                <a:lnTo>
                  <a:pt x="3025629" y="106398"/>
                </a:lnTo>
                <a:lnTo>
                  <a:pt x="3027155" y="103710"/>
                </a:lnTo>
                <a:lnTo>
                  <a:pt x="2995124" y="103710"/>
                </a:lnTo>
                <a:lnTo>
                  <a:pt x="2989975" y="100679"/>
                </a:lnTo>
                <a:close/>
              </a:path>
              <a:path w="6441440" h="830579">
                <a:moveTo>
                  <a:pt x="3027002" y="40715"/>
                </a:moveTo>
                <a:lnTo>
                  <a:pt x="3005659" y="40715"/>
                </a:lnTo>
                <a:lnTo>
                  <a:pt x="3020019" y="51359"/>
                </a:lnTo>
                <a:lnTo>
                  <a:pt x="3023573" y="83181"/>
                </a:lnTo>
                <a:lnTo>
                  <a:pt x="3010043" y="102303"/>
                </a:lnTo>
                <a:lnTo>
                  <a:pt x="2995124" y="103710"/>
                </a:lnTo>
                <a:lnTo>
                  <a:pt x="3027155" y="103710"/>
                </a:lnTo>
                <a:lnTo>
                  <a:pt x="3035768" y="88539"/>
                </a:lnTo>
                <a:lnTo>
                  <a:pt x="3037265" y="63373"/>
                </a:lnTo>
                <a:lnTo>
                  <a:pt x="3029779" y="42952"/>
                </a:lnTo>
                <a:lnTo>
                  <a:pt x="3027002" y="40715"/>
                </a:lnTo>
                <a:close/>
              </a:path>
              <a:path w="6441440" h="830579">
                <a:moveTo>
                  <a:pt x="2996351" y="29242"/>
                </a:moveTo>
                <a:lnTo>
                  <a:pt x="2979971" y="40246"/>
                </a:lnTo>
                <a:lnTo>
                  <a:pt x="3026420" y="40246"/>
                </a:lnTo>
                <a:lnTo>
                  <a:pt x="3014932" y="30992"/>
                </a:lnTo>
                <a:lnTo>
                  <a:pt x="2996351" y="29242"/>
                </a:lnTo>
                <a:close/>
              </a:path>
              <a:path w="6441440" h="830579">
                <a:moveTo>
                  <a:pt x="3114123" y="41834"/>
                </a:moveTo>
                <a:lnTo>
                  <a:pt x="3078125" y="41834"/>
                </a:lnTo>
                <a:lnTo>
                  <a:pt x="3099268" y="41978"/>
                </a:lnTo>
                <a:lnTo>
                  <a:pt x="3106538" y="57384"/>
                </a:lnTo>
                <a:lnTo>
                  <a:pt x="3053790" y="81233"/>
                </a:lnTo>
                <a:lnTo>
                  <a:pt x="3059165" y="107499"/>
                </a:lnTo>
                <a:lnTo>
                  <a:pt x="3081210" y="115400"/>
                </a:lnTo>
                <a:lnTo>
                  <a:pt x="3086045" y="115400"/>
                </a:lnTo>
                <a:lnTo>
                  <a:pt x="3105022" y="103999"/>
                </a:lnTo>
                <a:lnTo>
                  <a:pt x="3078171" y="103999"/>
                </a:lnTo>
                <a:lnTo>
                  <a:pt x="3065624" y="94943"/>
                </a:lnTo>
                <a:lnTo>
                  <a:pt x="3069888" y="81233"/>
                </a:lnTo>
                <a:lnTo>
                  <a:pt x="3069989" y="80908"/>
                </a:lnTo>
                <a:lnTo>
                  <a:pt x="3119310" y="80908"/>
                </a:lnTo>
                <a:lnTo>
                  <a:pt x="3119310" y="52080"/>
                </a:lnTo>
                <a:lnTo>
                  <a:pt x="3114196" y="41978"/>
                </a:lnTo>
                <a:lnTo>
                  <a:pt x="3114123" y="41834"/>
                </a:lnTo>
                <a:close/>
              </a:path>
              <a:path w="6441440" h="830579">
                <a:moveTo>
                  <a:pt x="3119310" y="80908"/>
                </a:moveTo>
                <a:lnTo>
                  <a:pt x="3069989" y="80908"/>
                </a:lnTo>
                <a:lnTo>
                  <a:pt x="3106538" y="83361"/>
                </a:lnTo>
                <a:lnTo>
                  <a:pt x="3102064" y="96404"/>
                </a:lnTo>
                <a:lnTo>
                  <a:pt x="3082977" y="103999"/>
                </a:lnTo>
                <a:lnTo>
                  <a:pt x="3105022" y="103999"/>
                </a:lnTo>
                <a:lnTo>
                  <a:pt x="3106538" y="113452"/>
                </a:lnTo>
                <a:lnTo>
                  <a:pt x="3119310" y="113452"/>
                </a:lnTo>
                <a:lnTo>
                  <a:pt x="3119310" y="80908"/>
                </a:lnTo>
                <a:close/>
              </a:path>
              <a:path w="6441440" h="830579">
                <a:moveTo>
                  <a:pt x="3071505" y="32092"/>
                </a:moveTo>
                <a:lnTo>
                  <a:pt x="3055233" y="48725"/>
                </a:lnTo>
                <a:lnTo>
                  <a:pt x="3067355" y="53054"/>
                </a:lnTo>
                <a:lnTo>
                  <a:pt x="3078125" y="41834"/>
                </a:lnTo>
                <a:lnTo>
                  <a:pt x="3114123" y="41834"/>
                </a:lnTo>
                <a:lnTo>
                  <a:pt x="3111174" y="36007"/>
                </a:lnTo>
                <a:lnTo>
                  <a:pt x="3071505" y="32092"/>
                </a:lnTo>
                <a:close/>
              </a:path>
              <a:path w="6441440" h="830579">
                <a:moveTo>
                  <a:pt x="3161022" y="10408"/>
                </a:moveTo>
                <a:lnTo>
                  <a:pt x="3148250" y="10408"/>
                </a:lnTo>
                <a:lnTo>
                  <a:pt x="3148250" y="93103"/>
                </a:lnTo>
                <a:lnTo>
                  <a:pt x="3153879" y="108292"/>
                </a:lnTo>
                <a:lnTo>
                  <a:pt x="3175111" y="114354"/>
                </a:lnTo>
                <a:lnTo>
                  <a:pt x="3161022" y="10408"/>
                </a:lnTo>
                <a:close/>
              </a:path>
              <a:path w="6441440" h="830579">
                <a:moveTo>
                  <a:pt x="3148250" y="30324"/>
                </a:moveTo>
                <a:lnTo>
                  <a:pt x="3135695" y="30324"/>
                </a:lnTo>
                <a:lnTo>
                  <a:pt x="3135695" y="41148"/>
                </a:lnTo>
                <a:lnTo>
                  <a:pt x="3148250" y="41148"/>
                </a:lnTo>
                <a:lnTo>
                  <a:pt x="3148250" y="30324"/>
                </a:lnTo>
                <a:close/>
              </a:path>
              <a:path w="6441440" h="830579">
                <a:moveTo>
                  <a:pt x="3178774" y="30324"/>
                </a:moveTo>
                <a:lnTo>
                  <a:pt x="3163722" y="30324"/>
                </a:lnTo>
                <a:lnTo>
                  <a:pt x="3165189" y="41148"/>
                </a:lnTo>
                <a:lnTo>
                  <a:pt x="3178774" y="41148"/>
                </a:lnTo>
                <a:lnTo>
                  <a:pt x="3178774" y="30324"/>
                </a:lnTo>
                <a:close/>
              </a:path>
              <a:path w="6441440" h="830579">
                <a:moveTo>
                  <a:pt x="3210758" y="30324"/>
                </a:moveTo>
                <a:lnTo>
                  <a:pt x="3197986" y="30324"/>
                </a:lnTo>
                <a:lnTo>
                  <a:pt x="3197986" y="113452"/>
                </a:lnTo>
                <a:lnTo>
                  <a:pt x="3210758" y="113452"/>
                </a:lnTo>
                <a:lnTo>
                  <a:pt x="3210758" y="30324"/>
                </a:lnTo>
                <a:close/>
              </a:path>
              <a:path w="6441440" h="830579">
                <a:moveTo>
                  <a:pt x="3199844" y="0"/>
                </a:moveTo>
                <a:lnTo>
                  <a:pt x="3204480" y="16470"/>
                </a:lnTo>
                <a:lnTo>
                  <a:pt x="3206970" y="16470"/>
                </a:lnTo>
                <a:lnTo>
                  <a:pt x="3213572" y="5429"/>
                </a:lnTo>
                <a:lnTo>
                  <a:pt x="3199844" y="0"/>
                </a:lnTo>
                <a:close/>
              </a:path>
              <a:path w="6441440" h="830579">
                <a:moveTo>
                  <a:pt x="3260200" y="29242"/>
                </a:moveTo>
                <a:lnTo>
                  <a:pt x="3242413" y="38406"/>
                </a:lnTo>
                <a:lnTo>
                  <a:pt x="3231806" y="56518"/>
                </a:lnTo>
                <a:lnTo>
                  <a:pt x="3230255" y="81052"/>
                </a:lnTo>
                <a:lnTo>
                  <a:pt x="3238048" y="101329"/>
                </a:lnTo>
                <a:lnTo>
                  <a:pt x="3254085" y="113416"/>
                </a:lnTo>
                <a:lnTo>
                  <a:pt x="3269004" y="115183"/>
                </a:lnTo>
                <a:lnTo>
                  <a:pt x="3288722" y="110818"/>
                </a:lnTo>
                <a:lnTo>
                  <a:pt x="3294449" y="103710"/>
                </a:lnTo>
                <a:lnTo>
                  <a:pt x="3263844" y="103710"/>
                </a:lnTo>
                <a:lnTo>
                  <a:pt x="3248475" y="94780"/>
                </a:lnTo>
                <a:lnTo>
                  <a:pt x="3246211" y="76218"/>
                </a:lnTo>
                <a:lnTo>
                  <a:pt x="3239347" y="76218"/>
                </a:lnTo>
                <a:lnTo>
                  <a:pt x="3239347" y="65177"/>
                </a:lnTo>
                <a:lnTo>
                  <a:pt x="3244864" y="65177"/>
                </a:lnTo>
                <a:lnTo>
                  <a:pt x="3244019" y="58250"/>
                </a:lnTo>
                <a:lnTo>
                  <a:pt x="3262618" y="40715"/>
                </a:lnTo>
                <a:lnTo>
                  <a:pt x="3292168" y="40715"/>
                </a:lnTo>
                <a:lnTo>
                  <a:pt x="3288595" y="35195"/>
                </a:lnTo>
                <a:lnTo>
                  <a:pt x="3260200" y="29242"/>
                </a:lnTo>
                <a:close/>
              </a:path>
              <a:path w="6441440" h="830579">
                <a:moveTo>
                  <a:pt x="3289786" y="90722"/>
                </a:moveTo>
                <a:lnTo>
                  <a:pt x="3288703" y="93608"/>
                </a:lnTo>
                <a:lnTo>
                  <a:pt x="3263844" y="103710"/>
                </a:lnTo>
                <a:lnTo>
                  <a:pt x="3294449" y="103710"/>
                </a:lnTo>
                <a:lnTo>
                  <a:pt x="3302125" y="94185"/>
                </a:lnTo>
                <a:lnTo>
                  <a:pt x="3289786" y="90722"/>
                </a:lnTo>
                <a:close/>
              </a:path>
              <a:path w="6441440" h="830579">
                <a:moveTo>
                  <a:pt x="3244864" y="65177"/>
                </a:moveTo>
                <a:lnTo>
                  <a:pt x="3239347" y="65177"/>
                </a:lnTo>
                <a:lnTo>
                  <a:pt x="3239347" y="76218"/>
                </a:lnTo>
                <a:lnTo>
                  <a:pt x="3246211" y="76218"/>
                </a:lnTo>
                <a:lnTo>
                  <a:pt x="3244864" y="65177"/>
                </a:lnTo>
                <a:close/>
              </a:path>
              <a:path w="6441440" h="830579">
                <a:moveTo>
                  <a:pt x="3292168" y="40715"/>
                </a:moveTo>
                <a:lnTo>
                  <a:pt x="3262618" y="40715"/>
                </a:lnTo>
                <a:lnTo>
                  <a:pt x="3283147" y="46037"/>
                </a:lnTo>
                <a:lnTo>
                  <a:pt x="3290435" y="65177"/>
                </a:lnTo>
                <a:lnTo>
                  <a:pt x="3244864" y="65177"/>
                </a:lnTo>
                <a:lnTo>
                  <a:pt x="3246211" y="76218"/>
                </a:lnTo>
                <a:lnTo>
                  <a:pt x="3303424" y="76218"/>
                </a:lnTo>
                <a:lnTo>
                  <a:pt x="3302486" y="58250"/>
                </a:lnTo>
                <a:lnTo>
                  <a:pt x="3302396" y="56518"/>
                </a:lnTo>
                <a:lnTo>
                  <a:pt x="3292168" y="40715"/>
                </a:lnTo>
                <a:close/>
              </a:path>
              <a:path w="6441440" h="830579">
                <a:moveTo>
                  <a:pt x="3335198" y="30397"/>
                </a:moveTo>
                <a:lnTo>
                  <a:pt x="3322852" y="30397"/>
                </a:lnTo>
                <a:lnTo>
                  <a:pt x="3322852" y="113452"/>
                </a:lnTo>
                <a:lnTo>
                  <a:pt x="3335625" y="113452"/>
                </a:lnTo>
                <a:lnTo>
                  <a:pt x="3335625" y="63445"/>
                </a:lnTo>
                <a:lnTo>
                  <a:pt x="3340225" y="47715"/>
                </a:lnTo>
                <a:lnTo>
                  <a:pt x="3354394" y="43313"/>
                </a:lnTo>
                <a:lnTo>
                  <a:pt x="3336274" y="43313"/>
                </a:lnTo>
                <a:lnTo>
                  <a:pt x="3335210" y="30541"/>
                </a:lnTo>
                <a:lnTo>
                  <a:pt x="3335198" y="30397"/>
                </a:lnTo>
                <a:close/>
              </a:path>
              <a:path w="6441440" h="830579">
                <a:moveTo>
                  <a:pt x="3380854" y="40715"/>
                </a:moveTo>
                <a:lnTo>
                  <a:pt x="3362757" y="40715"/>
                </a:lnTo>
                <a:lnTo>
                  <a:pt x="3374194" y="49879"/>
                </a:lnTo>
                <a:lnTo>
                  <a:pt x="3375889" y="113452"/>
                </a:lnTo>
                <a:lnTo>
                  <a:pt x="3388662" y="113452"/>
                </a:lnTo>
                <a:lnTo>
                  <a:pt x="3387528" y="49879"/>
                </a:lnTo>
                <a:lnTo>
                  <a:pt x="3387489" y="47715"/>
                </a:lnTo>
                <a:lnTo>
                  <a:pt x="3380854" y="40715"/>
                </a:lnTo>
                <a:close/>
              </a:path>
              <a:path w="6441440" h="830579">
                <a:moveTo>
                  <a:pt x="3371073" y="30397"/>
                </a:moveTo>
                <a:lnTo>
                  <a:pt x="3349119" y="30541"/>
                </a:lnTo>
                <a:lnTo>
                  <a:pt x="3336274" y="43313"/>
                </a:lnTo>
                <a:lnTo>
                  <a:pt x="3354394" y="43313"/>
                </a:lnTo>
                <a:lnTo>
                  <a:pt x="3362757" y="40715"/>
                </a:lnTo>
                <a:lnTo>
                  <a:pt x="3380854" y="40715"/>
                </a:lnTo>
                <a:lnTo>
                  <a:pt x="3371073" y="30397"/>
                </a:lnTo>
                <a:close/>
              </a:path>
              <a:path w="6441440" h="830579">
                <a:moveTo>
                  <a:pt x="3430401" y="10408"/>
                </a:moveTo>
                <a:lnTo>
                  <a:pt x="3417629" y="10408"/>
                </a:lnTo>
                <a:lnTo>
                  <a:pt x="3417629" y="93103"/>
                </a:lnTo>
                <a:lnTo>
                  <a:pt x="3423258" y="108292"/>
                </a:lnTo>
                <a:lnTo>
                  <a:pt x="3444490" y="114354"/>
                </a:lnTo>
                <a:lnTo>
                  <a:pt x="3430401" y="10408"/>
                </a:lnTo>
                <a:close/>
              </a:path>
              <a:path w="6441440" h="830579">
                <a:moveTo>
                  <a:pt x="3417629" y="30324"/>
                </a:moveTo>
                <a:lnTo>
                  <a:pt x="3405073" y="30324"/>
                </a:lnTo>
                <a:lnTo>
                  <a:pt x="3405073" y="41148"/>
                </a:lnTo>
                <a:lnTo>
                  <a:pt x="3417629" y="41148"/>
                </a:lnTo>
                <a:lnTo>
                  <a:pt x="3417629" y="30324"/>
                </a:lnTo>
                <a:close/>
              </a:path>
              <a:path w="6441440" h="830579">
                <a:moveTo>
                  <a:pt x="3448153" y="30324"/>
                </a:moveTo>
                <a:lnTo>
                  <a:pt x="3433101" y="30324"/>
                </a:lnTo>
                <a:lnTo>
                  <a:pt x="3434568" y="41148"/>
                </a:lnTo>
                <a:lnTo>
                  <a:pt x="3448153" y="41148"/>
                </a:lnTo>
                <a:lnTo>
                  <a:pt x="3448153" y="30324"/>
                </a:lnTo>
                <a:close/>
              </a:path>
              <a:path w="6441440" h="830579">
                <a:moveTo>
                  <a:pt x="3482938" y="2615"/>
                </a:moveTo>
                <a:lnTo>
                  <a:pt x="3470815" y="2615"/>
                </a:lnTo>
                <a:lnTo>
                  <a:pt x="3470815" y="12573"/>
                </a:lnTo>
                <a:lnTo>
                  <a:pt x="3462372" y="34004"/>
                </a:lnTo>
                <a:lnTo>
                  <a:pt x="3469299" y="39633"/>
                </a:lnTo>
                <a:lnTo>
                  <a:pt x="3472186" y="37324"/>
                </a:lnTo>
                <a:lnTo>
                  <a:pt x="3482938" y="2615"/>
                </a:lnTo>
                <a:close/>
              </a:path>
              <a:path w="6441440" h="830579">
                <a:moveTo>
                  <a:pt x="3496495" y="90505"/>
                </a:moveTo>
                <a:lnTo>
                  <a:pt x="3484372" y="93536"/>
                </a:lnTo>
                <a:lnTo>
                  <a:pt x="3485851" y="100607"/>
                </a:lnTo>
                <a:lnTo>
                  <a:pt x="3500481" y="113343"/>
                </a:lnTo>
                <a:lnTo>
                  <a:pt x="3522436" y="115183"/>
                </a:lnTo>
                <a:lnTo>
                  <a:pt x="3541630" y="106813"/>
                </a:lnTo>
                <a:lnTo>
                  <a:pt x="3542853" y="102808"/>
                </a:lnTo>
                <a:lnTo>
                  <a:pt x="3506290" y="102808"/>
                </a:lnTo>
                <a:lnTo>
                  <a:pt x="3496495" y="90505"/>
                </a:lnTo>
                <a:close/>
              </a:path>
              <a:path w="6441440" h="830579">
                <a:moveTo>
                  <a:pt x="3517493" y="29242"/>
                </a:moveTo>
                <a:lnTo>
                  <a:pt x="3493590" y="37216"/>
                </a:lnTo>
                <a:lnTo>
                  <a:pt x="3486970" y="59008"/>
                </a:lnTo>
                <a:lnTo>
                  <a:pt x="3495845" y="71401"/>
                </a:lnTo>
                <a:lnTo>
                  <a:pt x="3530193" y="81702"/>
                </a:lnTo>
                <a:lnTo>
                  <a:pt x="3535244" y="94510"/>
                </a:lnTo>
                <a:lnTo>
                  <a:pt x="3526440" y="102664"/>
                </a:lnTo>
                <a:lnTo>
                  <a:pt x="3506290" y="102808"/>
                </a:lnTo>
                <a:lnTo>
                  <a:pt x="3542853" y="102808"/>
                </a:lnTo>
                <a:lnTo>
                  <a:pt x="3548449" y="84480"/>
                </a:lnTo>
                <a:lnTo>
                  <a:pt x="3539339" y="72339"/>
                </a:lnTo>
                <a:lnTo>
                  <a:pt x="3500896" y="58304"/>
                </a:lnTo>
                <a:lnTo>
                  <a:pt x="3501298" y="48941"/>
                </a:lnTo>
                <a:lnTo>
                  <a:pt x="3501419" y="46109"/>
                </a:lnTo>
                <a:lnTo>
                  <a:pt x="3521209" y="40282"/>
                </a:lnTo>
                <a:lnTo>
                  <a:pt x="3542026" y="40282"/>
                </a:lnTo>
                <a:lnTo>
                  <a:pt x="3532177" y="31046"/>
                </a:lnTo>
                <a:lnTo>
                  <a:pt x="3517493" y="29242"/>
                </a:lnTo>
                <a:close/>
              </a:path>
              <a:path w="6441440" h="830579">
                <a:moveTo>
                  <a:pt x="3542026" y="40282"/>
                </a:moveTo>
                <a:lnTo>
                  <a:pt x="3521209" y="40282"/>
                </a:lnTo>
                <a:lnTo>
                  <a:pt x="3535460" y="52189"/>
                </a:lnTo>
                <a:lnTo>
                  <a:pt x="3546934" y="48941"/>
                </a:lnTo>
                <a:lnTo>
                  <a:pt x="3544949" y="43024"/>
                </a:lnTo>
                <a:lnTo>
                  <a:pt x="3542026" y="40282"/>
                </a:lnTo>
                <a:close/>
              </a:path>
              <a:path w="6441440" h="830579">
                <a:moveTo>
                  <a:pt x="3668639" y="29242"/>
                </a:moveTo>
                <a:lnTo>
                  <a:pt x="3651789" y="37991"/>
                </a:lnTo>
                <a:lnTo>
                  <a:pt x="3641633" y="55797"/>
                </a:lnTo>
                <a:lnTo>
                  <a:pt x="3640136" y="80908"/>
                </a:lnTo>
                <a:lnTo>
                  <a:pt x="3647622" y="101419"/>
                </a:lnTo>
                <a:lnTo>
                  <a:pt x="3662513" y="113452"/>
                </a:lnTo>
                <a:lnTo>
                  <a:pt x="3675422" y="115183"/>
                </a:lnTo>
                <a:lnTo>
                  <a:pt x="3680761" y="115183"/>
                </a:lnTo>
                <a:lnTo>
                  <a:pt x="3696632" y="103710"/>
                </a:lnTo>
                <a:lnTo>
                  <a:pt x="3671814" y="103710"/>
                </a:lnTo>
                <a:lnTo>
                  <a:pt x="3657454" y="92814"/>
                </a:lnTo>
                <a:lnTo>
                  <a:pt x="3653792" y="60775"/>
                </a:lnTo>
                <a:lnTo>
                  <a:pt x="3667231" y="42104"/>
                </a:lnTo>
                <a:lnTo>
                  <a:pt x="3697546" y="42104"/>
                </a:lnTo>
                <a:lnTo>
                  <a:pt x="3668639" y="29242"/>
                </a:lnTo>
                <a:close/>
              </a:path>
              <a:path w="6441440" h="830579">
                <a:moveTo>
                  <a:pt x="3713522" y="102195"/>
                </a:moveTo>
                <a:lnTo>
                  <a:pt x="3698729" y="102195"/>
                </a:lnTo>
                <a:lnTo>
                  <a:pt x="3701182" y="113452"/>
                </a:lnTo>
                <a:lnTo>
                  <a:pt x="3713522" y="113452"/>
                </a:lnTo>
                <a:lnTo>
                  <a:pt x="3713522" y="102195"/>
                </a:lnTo>
                <a:close/>
              </a:path>
              <a:path w="6441440" h="830579">
                <a:moveTo>
                  <a:pt x="3697546" y="42104"/>
                </a:moveTo>
                <a:lnTo>
                  <a:pt x="3686767" y="42104"/>
                </a:lnTo>
                <a:lnTo>
                  <a:pt x="3700064" y="60252"/>
                </a:lnTo>
                <a:lnTo>
                  <a:pt x="3693678" y="96999"/>
                </a:lnTo>
                <a:lnTo>
                  <a:pt x="3677153" y="103710"/>
                </a:lnTo>
                <a:lnTo>
                  <a:pt x="3696632" y="103710"/>
                </a:lnTo>
                <a:lnTo>
                  <a:pt x="3698729" y="102195"/>
                </a:lnTo>
                <a:lnTo>
                  <a:pt x="3713522" y="102195"/>
                </a:lnTo>
                <a:lnTo>
                  <a:pt x="3713522" y="43529"/>
                </a:lnTo>
                <a:lnTo>
                  <a:pt x="3700749" y="43529"/>
                </a:lnTo>
                <a:lnTo>
                  <a:pt x="3697546" y="42104"/>
                </a:lnTo>
                <a:close/>
              </a:path>
              <a:path w="6441440" h="830579">
                <a:moveTo>
                  <a:pt x="3713522" y="2615"/>
                </a:moveTo>
                <a:lnTo>
                  <a:pt x="3700749" y="2615"/>
                </a:lnTo>
                <a:lnTo>
                  <a:pt x="3700749" y="43529"/>
                </a:lnTo>
                <a:lnTo>
                  <a:pt x="3713522" y="43529"/>
                </a:lnTo>
                <a:lnTo>
                  <a:pt x="3713522" y="2615"/>
                </a:lnTo>
                <a:close/>
              </a:path>
              <a:path w="6441440" h="830579">
                <a:moveTo>
                  <a:pt x="3764736" y="29242"/>
                </a:moveTo>
                <a:lnTo>
                  <a:pt x="3746949" y="38406"/>
                </a:lnTo>
                <a:lnTo>
                  <a:pt x="3736342" y="56518"/>
                </a:lnTo>
                <a:lnTo>
                  <a:pt x="3734790" y="81052"/>
                </a:lnTo>
                <a:lnTo>
                  <a:pt x="3742583" y="101329"/>
                </a:lnTo>
                <a:lnTo>
                  <a:pt x="3758621" y="113416"/>
                </a:lnTo>
                <a:lnTo>
                  <a:pt x="3773540" y="115183"/>
                </a:lnTo>
                <a:lnTo>
                  <a:pt x="3793257" y="110818"/>
                </a:lnTo>
                <a:lnTo>
                  <a:pt x="3798985" y="103710"/>
                </a:lnTo>
                <a:lnTo>
                  <a:pt x="3768380" y="103710"/>
                </a:lnTo>
                <a:lnTo>
                  <a:pt x="3753011" y="94780"/>
                </a:lnTo>
                <a:lnTo>
                  <a:pt x="3750746" y="76218"/>
                </a:lnTo>
                <a:lnTo>
                  <a:pt x="3743883" y="76218"/>
                </a:lnTo>
                <a:lnTo>
                  <a:pt x="3743883" y="65177"/>
                </a:lnTo>
                <a:lnTo>
                  <a:pt x="3749400" y="65177"/>
                </a:lnTo>
                <a:lnTo>
                  <a:pt x="3748555" y="58250"/>
                </a:lnTo>
                <a:lnTo>
                  <a:pt x="3767154" y="40715"/>
                </a:lnTo>
                <a:lnTo>
                  <a:pt x="3796703" y="40715"/>
                </a:lnTo>
                <a:lnTo>
                  <a:pt x="3793131" y="35195"/>
                </a:lnTo>
                <a:lnTo>
                  <a:pt x="3764736" y="29242"/>
                </a:lnTo>
                <a:close/>
              </a:path>
              <a:path w="6441440" h="830579">
                <a:moveTo>
                  <a:pt x="3794322" y="90722"/>
                </a:moveTo>
                <a:lnTo>
                  <a:pt x="3793239" y="93608"/>
                </a:lnTo>
                <a:lnTo>
                  <a:pt x="3768380" y="103710"/>
                </a:lnTo>
                <a:lnTo>
                  <a:pt x="3798985" y="103710"/>
                </a:lnTo>
                <a:lnTo>
                  <a:pt x="3806661" y="94185"/>
                </a:lnTo>
                <a:lnTo>
                  <a:pt x="3794322" y="90722"/>
                </a:lnTo>
                <a:close/>
              </a:path>
              <a:path w="6441440" h="830579">
                <a:moveTo>
                  <a:pt x="3749400" y="65177"/>
                </a:moveTo>
                <a:lnTo>
                  <a:pt x="3743883" y="65177"/>
                </a:lnTo>
                <a:lnTo>
                  <a:pt x="3743883" y="76218"/>
                </a:lnTo>
                <a:lnTo>
                  <a:pt x="3750746" y="76218"/>
                </a:lnTo>
                <a:lnTo>
                  <a:pt x="3749400" y="65177"/>
                </a:lnTo>
                <a:close/>
              </a:path>
              <a:path w="6441440" h="830579">
                <a:moveTo>
                  <a:pt x="3796703" y="40715"/>
                </a:moveTo>
                <a:lnTo>
                  <a:pt x="3767154" y="40715"/>
                </a:lnTo>
                <a:lnTo>
                  <a:pt x="3787683" y="46037"/>
                </a:lnTo>
                <a:lnTo>
                  <a:pt x="3794971" y="65177"/>
                </a:lnTo>
                <a:lnTo>
                  <a:pt x="3749400" y="65177"/>
                </a:lnTo>
                <a:lnTo>
                  <a:pt x="3750746" y="76218"/>
                </a:lnTo>
                <a:lnTo>
                  <a:pt x="3807960" y="76218"/>
                </a:lnTo>
                <a:lnTo>
                  <a:pt x="3807022" y="58250"/>
                </a:lnTo>
                <a:lnTo>
                  <a:pt x="3806931" y="56518"/>
                </a:lnTo>
                <a:lnTo>
                  <a:pt x="3796703" y="40715"/>
                </a:lnTo>
                <a:close/>
              </a:path>
              <a:path w="6441440" h="830579">
                <a:moveTo>
                  <a:pt x="3845789" y="10408"/>
                </a:moveTo>
                <a:lnTo>
                  <a:pt x="3833017" y="10408"/>
                </a:lnTo>
                <a:lnTo>
                  <a:pt x="3833017" y="93103"/>
                </a:lnTo>
                <a:lnTo>
                  <a:pt x="3838645" y="108292"/>
                </a:lnTo>
                <a:lnTo>
                  <a:pt x="3859878" y="114354"/>
                </a:lnTo>
                <a:lnTo>
                  <a:pt x="3845789" y="10408"/>
                </a:lnTo>
                <a:close/>
              </a:path>
              <a:path w="6441440" h="830579">
                <a:moveTo>
                  <a:pt x="3833017" y="30324"/>
                </a:moveTo>
                <a:lnTo>
                  <a:pt x="3820461" y="30324"/>
                </a:lnTo>
                <a:lnTo>
                  <a:pt x="3820461" y="41148"/>
                </a:lnTo>
                <a:lnTo>
                  <a:pt x="3833017" y="41148"/>
                </a:lnTo>
                <a:lnTo>
                  <a:pt x="3833017" y="30324"/>
                </a:lnTo>
                <a:close/>
              </a:path>
              <a:path w="6441440" h="830579">
                <a:moveTo>
                  <a:pt x="3863540" y="30324"/>
                </a:moveTo>
                <a:lnTo>
                  <a:pt x="3848489" y="30324"/>
                </a:lnTo>
                <a:lnTo>
                  <a:pt x="3849956" y="41148"/>
                </a:lnTo>
                <a:lnTo>
                  <a:pt x="3863540" y="41148"/>
                </a:lnTo>
                <a:lnTo>
                  <a:pt x="3863540" y="30324"/>
                </a:lnTo>
                <a:close/>
              </a:path>
              <a:path w="6441440" h="830579">
                <a:moveTo>
                  <a:pt x="3940128" y="41834"/>
                </a:moveTo>
                <a:lnTo>
                  <a:pt x="3904130" y="41834"/>
                </a:lnTo>
                <a:lnTo>
                  <a:pt x="3925272" y="41978"/>
                </a:lnTo>
                <a:lnTo>
                  <a:pt x="3932542" y="57384"/>
                </a:lnTo>
                <a:lnTo>
                  <a:pt x="3879794" y="81233"/>
                </a:lnTo>
                <a:lnTo>
                  <a:pt x="3885170" y="107499"/>
                </a:lnTo>
                <a:lnTo>
                  <a:pt x="3907214" y="115400"/>
                </a:lnTo>
                <a:lnTo>
                  <a:pt x="3912049" y="115400"/>
                </a:lnTo>
                <a:lnTo>
                  <a:pt x="3931027" y="103999"/>
                </a:lnTo>
                <a:lnTo>
                  <a:pt x="3904175" y="103999"/>
                </a:lnTo>
                <a:lnTo>
                  <a:pt x="3891628" y="94943"/>
                </a:lnTo>
                <a:lnTo>
                  <a:pt x="3895893" y="81233"/>
                </a:lnTo>
                <a:lnTo>
                  <a:pt x="3895994" y="80908"/>
                </a:lnTo>
                <a:lnTo>
                  <a:pt x="3945314" y="80908"/>
                </a:lnTo>
                <a:lnTo>
                  <a:pt x="3945314" y="52080"/>
                </a:lnTo>
                <a:lnTo>
                  <a:pt x="3940201" y="41978"/>
                </a:lnTo>
                <a:lnTo>
                  <a:pt x="3940128" y="41834"/>
                </a:lnTo>
                <a:close/>
              </a:path>
              <a:path w="6441440" h="830579">
                <a:moveTo>
                  <a:pt x="3945314" y="80908"/>
                </a:moveTo>
                <a:lnTo>
                  <a:pt x="3895994" y="80908"/>
                </a:lnTo>
                <a:lnTo>
                  <a:pt x="3932542" y="83361"/>
                </a:lnTo>
                <a:lnTo>
                  <a:pt x="3928069" y="96404"/>
                </a:lnTo>
                <a:lnTo>
                  <a:pt x="3908981" y="103999"/>
                </a:lnTo>
                <a:lnTo>
                  <a:pt x="3931027" y="103999"/>
                </a:lnTo>
                <a:lnTo>
                  <a:pt x="3932542" y="113452"/>
                </a:lnTo>
                <a:lnTo>
                  <a:pt x="3945314" y="113452"/>
                </a:lnTo>
                <a:lnTo>
                  <a:pt x="3945314" y="80908"/>
                </a:lnTo>
                <a:close/>
              </a:path>
              <a:path w="6441440" h="830579">
                <a:moveTo>
                  <a:pt x="3897509" y="32092"/>
                </a:moveTo>
                <a:lnTo>
                  <a:pt x="3881237" y="48725"/>
                </a:lnTo>
                <a:lnTo>
                  <a:pt x="3893360" y="53054"/>
                </a:lnTo>
                <a:lnTo>
                  <a:pt x="3904130" y="41834"/>
                </a:lnTo>
                <a:lnTo>
                  <a:pt x="3940128" y="41834"/>
                </a:lnTo>
                <a:lnTo>
                  <a:pt x="3937178" y="36007"/>
                </a:lnTo>
                <a:lnTo>
                  <a:pt x="3897509" y="32092"/>
                </a:lnTo>
                <a:close/>
              </a:path>
              <a:path w="6441440" h="830579">
                <a:moveTo>
                  <a:pt x="3981399" y="30324"/>
                </a:moveTo>
                <a:lnTo>
                  <a:pt x="3968626" y="30324"/>
                </a:lnTo>
                <a:lnTo>
                  <a:pt x="3968626" y="113452"/>
                </a:lnTo>
                <a:lnTo>
                  <a:pt x="3981399" y="113452"/>
                </a:lnTo>
                <a:lnTo>
                  <a:pt x="3981399" y="30324"/>
                </a:lnTo>
                <a:close/>
              </a:path>
              <a:path w="6441440" h="830579">
                <a:moveTo>
                  <a:pt x="3970485" y="0"/>
                </a:moveTo>
                <a:lnTo>
                  <a:pt x="3975121" y="16470"/>
                </a:lnTo>
                <a:lnTo>
                  <a:pt x="3977610" y="16470"/>
                </a:lnTo>
                <a:lnTo>
                  <a:pt x="3984213" y="5429"/>
                </a:lnTo>
                <a:lnTo>
                  <a:pt x="3970485" y="0"/>
                </a:lnTo>
                <a:close/>
              </a:path>
              <a:path w="6441440" h="830579">
                <a:moveTo>
                  <a:pt x="4017564" y="2615"/>
                </a:moveTo>
                <a:lnTo>
                  <a:pt x="4004791" y="2615"/>
                </a:lnTo>
                <a:lnTo>
                  <a:pt x="4004791" y="113452"/>
                </a:lnTo>
                <a:lnTo>
                  <a:pt x="4017564" y="113452"/>
                </a:lnTo>
                <a:lnTo>
                  <a:pt x="4017564" y="2615"/>
                </a:lnTo>
                <a:close/>
              </a:path>
              <a:path w="6441440" h="830579">
                <a:moveTo>
                  <a:pt x="4049400" y="90505"/>
                </a:moveTo>
                <a:lnTo>
                  <a:pt x="4037277" y="93536"/>
                </a:lnTo>
                <a:lnTo>
                  <a:pt x="4038756" y="100607"/>
                </a:lnTo>
                <a:lnTo>
                  <a:pt x="4053386" y="113343"/>
                </a:lnTo>
                <a:lnTo>
                  <a:pt x="4075341" y="115183"/>
                </a:lnTo>
                <a:lnTo>
                  <a:pt x="4094535" y="106813"/>
                </a:lnTo>
                <a:lnTo>
                  <a:pt x="4095758" y="102808"/>
                </a:lnTo>
                <a:lnTo>
                  <a:pt x="4059195" y="102808"/>
                </a:lnTo>
                <a:lnTo>
                  <a:pt x="4049400" y="90505"/>
                </a:lnTo>
                <a:close/>
              </a:path>
              <a:path w="6441440" h="830579">
                <a:moveTo>
                  <a:pt x="4070398" y="29242"/>
                </a:moveTo>
                <a:lnTo>
                  <a:pt x="4046495" y="37216"/>
                </a:lnTo>
                <a:lnTo>
                  <a:pt x="4039875" y="59008"/>
                </a:lnTo>
                <a:lnTo>
                  <a:pt x="4048750" y="71401"/>
                </a:lnTo>
                <a:lnTo>
                  <a:pt x="4083098" y="81702"/>
                </a:lnTo>
                <a:lnTo>
                  <a:pt x="4088149" y="94510"/>
                </a:lnTo>
                <a:lnTo>
                  <a:pt x="4079345" y="102664"/>
                </a:lnTo>
                <a:lnTo>
                  <a:pt x="4059195" y="102808"/>
                </a:lnTo>
                <a:lnTo>
                  <a:pt x="4095758" y="102808"/>
                </a:lnTo>
                <a:lnTo>
                  <a:pt x="4101354" y="84480"/>
                </a:lnTo>
                <a:lnTo>
                  <a:pt x="4092244" y="72339"/>
                </a:lnTo>
                <a:lnTo>
                  <a:pt x="4053801" y="58304"/>
                </a:lnTo>
                <a:lnTo>
                  <a:pt x="4054203" y="48941"/>
                </a:lnTo>
                <a:lnTo>
                  <a:pt x="4054324" y="46109"/>
                </a:lnTo>
                <a:lnTo>
                  <a:pt x="4074114" y="40282"/>
                </a:lnTo>
                <a:lnTo>
                  <a:pt x="4094931" y="40282"/>
                </a:lnTo>
                <a:lnTo>
                  <a:pt x="4085082" y="31046"/>
                </a:lnTo>
                <a:lnTo>
                  <a:pt x="4070398" y="29242"/>
                </a:lnTo>
                <a:close/>
              </a:path>
              <a:path w="6441440" h="830579">
                <a:moveTo>
                  <a:pt x="4094931" y="40282"/>
                </a:moveTo>
                <a:lnTo>
                  <a:pt x="4074114" y="40282"/>
                </a:lnTo>
                <a:lnTo>
                  <a:pt x="4088365" y="52189"/>
                </a:lnTo>
                <a:lnTo>
                  <a:pt x="4099839" y="48941"/>
                </a:lnTo>
                <a:lnTo>
                  <a:pt x="4097854" y="43024"/>
                </a:lnTo>
                <a:lnTo>
                  <a:pt x="4094931" y="40282"/>
                </a:lnTo>
                <a:close/>
              </a:path>
              <a:path w="6441440" h="830579">
                <a:moveTo>
                  <a:pt x="4139630" y="98298"/>
                </a:moveTo>
                <a:lnTo>
                  <a:pt x="4125776" y="98298"/>
                </a:lnTo>
                <a:lnTo>
                  <a:pt x="4119065" y="140511"/>
                </a:lnTo>
                <a:lnTo>
                  <a:pt x="4128806" y="140511"/>
                </a:lnTo>
                <a:lnTo>
                  <a:pt x="4139630" y="98298"/>
                </a:lnTo>
                <a:close/>
              </a:path>
              <a:path w="6441440" h="830579">
                <a:moveTo>
                  <a:pt x="4252423" y="30324"/>
                </a:moveTo>
                <a:lnTo>
                  <a:pt x="4239650" y="30324"/>
                </a:lnTo>
                <a:lnTo>
                  <a:pt x="4239650" y="113452"/>
                </a:lnTo>
                <a:lnTo>
                  <a:pt x="4252423" y="113452"/>
                </a:lnTo>
                <a:lnTo>
                  <a:pt x="4252423" y="30324"/>
                </a:lnTo>
                <a:close/>
              </a:path>
              <a:path w="6441440" h="830579">
                <a:moveTo>
                  <a:pt x="4241509" y="0"/>
                </a:moveTo>
                <a:lnTo>
                  <a:pt x="4246145" y="16470"/>
                </a:lnTo>
                <a:lnTo>
                  <a:pt x="4248634" y="16470"/>
                </a:lnTo>
                <a:lnTo>
                  <a:pt x="4255237" y="5429"/>
                </a:lnTo>
                <a:lnTo>
                  <a:pt x="4241509" y="0"/>
                </a:lnTo>
                <a:close/>
              </a:path>
              <a:path w="6441440" h="830579">
                <a:moveTo>
                  <a:pt x="4288161" y="30397"/>
                </a:moveTo>
                <a:lnTo>
                  <a:pt x="4275816" y="30397"/>
                </a:lnTo>
                <a:lnTo>
                  <a:pt x="4275816" y="113452"/>
                </a:lnTo>
                <a:lnTo>
                  <a:pt x="4288588" y="113452"/>
                </a:lnTo>
                <a:lnTo>
                  <a:pt x="4288588" y="63445"/>
                </a:lnTo>
                <a:lnTo>
                  <a:pt x="4293188" y="47715"/>
                </a:lnTo>
                <a:lnTo>
                  <a:pt x="4307358" y="43313"/>
                </a:lnTo>
                <a:lnTo>
                  <a:pt x="4289237" y="43313"/>
                </a:lnTo>
                <a:lnTo>
                  <a:pt x="4288173" y="30541"/>
                </a:lnTo>
                <a:lnTo>
                  <a:pt x="4288161" y="30397"/>
                </a:lnTo>
                <a:close/>
              </a:path>
              <a:path w="6441440" h="830579">
                <a:moveTo>
                  <a:pt x="4333818" y="40715"/>
                </a:moveTo>
                <a:lnTo>
                  <a:pt x="4315720" y="40715"/>
                </a:lnTo>
                <a:lnTo>
                  <a:pt x="4327157" y="49879"/>
                </a:lnTo>
                <a:lnTo>
                  <a:pt x="4328853" y="113452"/>
                </a:lnTo>
                <a:lnTo>
                  <a:pt x="4341625" y="113452"/>
                </a:lnTo>
                <a:lnTo>
                  <a:pt x="4340491" y="49879"/>
                </a:lnTo>
                <a:lnTo>
                  <a:pt x="4340452" y="47715"/>
                </a:lnTo>
                <a:lnTo>
                  <a:pt x="4333818" y="40715"/>
                </a:lnTo>
                <a:close/>
              </a:path>
              <a:path w="6441440" h="830579">
                <a:moveTo>
                  <a:pt x="4324036" y="30397"/>
                </a:moveTo>
                <a:lnTo>
                  <a:pt x="4302082" y="30541"/>
                </a:lnTo>
                <a:lnTo>
                  <a:pt x="4289237" y="43313"/>
                </a:lnTo>
                <a:lnTo>
                  <a:pt x="4307358" y="43313"/>
                </a:lnTo>
                <a:lnTo>
                  <a:pt x="4315720" y="40715"/>
                </a:lnTo>
                <a:lnTo>
                  <a:pt x="4333818" y="40715"/>
                </a:lnTo>
                <a:lnTo>
                  <a:pt x="4324036" y="30397"/>
                </a:lnTo>
                <a:close/>
              </a:path>
              <a:path w="6441440" h="830579">
                <a:moveTo>
                  <a:pt x="4391013" y="29242"/>
                </a:moveTo>
                <a:lnTo>
                  <a:pt x="4373226" y="38406"/>
                </a:lnTo>
                <a:lnTo>
                  <a:pt x="4362619" y="56428"/>
                </a:lnTo>
                <a:lnTo>
                  <a:pt x="4361067" y="80619"/>
                </a:lnTo>
                <a:lnTo>
                  <a:pt x="4368644" y="100914"/>
                </a:lnTo>
                <a:lnTo>
                  <a:pt x="4384230" y="113343"/>
                </a:lnTo>
                <a:lnTo>
                  <a:pt x="4398734" y="115183"/>
                </a:lnTo>
                <a:lnTo>
                  <a:pt x="4419516" y="109465"/>
                </a:lnTo>
                <a:lnTo>
                  <a:pt x="4422898" y="103710"/>
                </a:lnTo>
                <a:lnTo>
                  <a:pt x="4393683" y="103710"/>
                </a:lnTo>
                <a:lnTo>
                  <a:pt x="4378927" y="93427"/>
                </a:lnTo>
                <a:lnTo>
                  <a:pt x="4374868" y="60144"/>
                </a:lnTo>
                <a:lnTo>
                  <a:pt x="4389390" y="42014"/>
                </a:lnTo>
                <a:lnTo>
                  <a:pt x="4424609" y="42014"/>
                </a:lnTo>
                <a:lnTo>
                  <a:pt x="4419011" y="34654"/>
                </a:lnTo>
                <a:lnTo>
                  <a:pt x="4391013" y="29242"/>
                </a:lnTo>
                <a:close/>
              </a:path>
              <a:path w="6441440" h="830579">
                <a:moveTo>
                  <a:pt x="4431422" y="89206"/>
                </a:moveTo>
                <a:lnTo>
                  <a:pt x="4418650" y="89206"/>
                </a:lnTo>
                <a:lnTo>
                  <a:pt x="4417857" y="92237"/>
                </a:lnTo>
                <a:lnTo>
                  <a:pt x="4393683" y="103710"/>
                </a:lnTo>
                <a:lnTo>
                  <a:pt x="4422898" y="103710"/>
                </a:lnTo>
                <a:lnTo>
                  <a:pt x="4431422" y="89206"/>
                </a:lnTo>
                <a:close/>
              </a:path>
              <a:path w="6441440" h="830579">
                <a:moveTo>
                  <a:pt x="4424609" y="42014"/>
                </a:moveTo>
                <a:lnTo>
                  <a:pt x="4389390" y="42014"/>
                </a:lnTo>
                <a:lnTo>
                  <a:pt x="4408837" y="42195"/>
                </a:lnTo>
                <a:lnTo>
                  <a:pt x="4418650" y="55219"/>
                </a:lnTo>
                <a:lnTo>
                  <a:pt x="4431422" y="55219"/>
                </a:lnTo>
                <a:lnTo>
                  <a:pt x="4430701" y="50024"/>
                </a:lnTo>
                <a:lnTo>
                  <a:pt x="4424609" y="42014"/>
                </a:lnTo>
                <a:close/>
              </a:path>
              <a:path w="6441440" h="830579">
                <a:moveTo>
                  <a:pt x="4462866" y="2615"/>
                </a:moveTo>
                <a:lnTo>
                  <a:pt x="4450093" y="2615"/>
                </a:lnTo>
                <a:lnTo>
                  <a:pt x="4450093" y="113452"/>
                </a:lnTo>
                <a:lnTo>
                  <a:pt x="4462866" y="113452"/>
                </a:lnTo>
                <a:lnTo>
                  <a:pt x="4462866" y="2615"/>
                </a:lnTo>
                <a:close/>
              </a:path>
              <a:path w="6441440" h="830579">
                <a:moveTo>
                  <a:pt x="4499031" y="30324"/>
                </a:moveTo>
                <a:lnTo>
                  <a:pt x="4486259" y="30324"/>
                </a:lnTo>
                <a:lnTo>
                  <a:pt x="4487362" y="93175"/>
                </a:lnTo>
                <a:lnTo>
                  <a:pt x="4487413" y="96079"/>
                </a:lnTo>
                <a:lnTo>
                  <a:pt x="4503338" y="113452"/>
                </a:lnTo>
                <a:lnTo>
                  <a:pt x="4499741" y="113452"/>
                </a:lnTo>
                <a:lnTo>
                  <a:pt x="4524575" y="113073"/>
                </a:lnTo>
                <a:lnTo>
                  <a:pt x="4535066" y="102195"/>
                </a:lnTo>
                <a:lnTo>
                  <a:pt x="4511911" y="102195"/>
                </a:lnTo>
                <a:lnTo>
                  <a:pt x="4500727" y="93175"/>
                </a:lnTo>
                <a:lnTo>
                  <a:pt x="4499031" y="30324"/>
                </a:lnTo>
                <a:close/>
              </a:path>
              <a:path w="6441440" h="830579">
                <a:moveTo>
                  <a:pt x="4551419" y="99381"/>
                </a:moveTo>
                <a:lnTo>
                  <a:pt x="4537780" y="99381"/>
                </a:lnTo>
                <a:lnTo>
                  <a:pt x="4538623" y="113073"/>
                </a:lnTo>
                <a:lnTo>
                  <a:pt x="4538646" y="113452"/>
                </a:lnTo>
                <a:lnTo>
                  <a:pt x="4551419" y="113452"/>
                </a:lnTo>
                <a:lnTo>
                  <a:pt x="4551419" y="99381"/>
                </a:lnTo>
                <a:close/>
              </a:path>
              <a:path w="6441440" h="830579">
                <a:moveTo>
                  <a:pt x="4551419" y="30324"/>
                </a:moveTo>
                <a:lnTo>
                  <a:pt x="4538646" y="30324"/>
                </a:lnTo>
                <a:lnTo>
                  <a:pt x="4538646" y="79465"/>
                </a:lnTo>
                <a:lnTo>
                  <a:pt x="4533000" y="95646"/>
                </a:lnTo>
                <a:lnTo>
                  <a:pt x="4511911" y="102195"/>
                </a:lnTo>
                <a:lnTo>
                  <a:pt x="4535066" y="102195"/>
                </a:lnTo>
                <a:lnTo>
                  <a:pt x="4537780" y="99381"/>
                </a:lnTo>
                <a:lnTo>
                  <a:pt x="4551419" y="99381"/>
                </a:lnTo>
                <a:lnTo>
                  <a:pt x="4551419" y="30324"/>
                </a:lnTo>
                <a:close/>
              </a:path>
              <a:path w="6441440" h="830579">
                <a:moveTo>
                  <a:pt x="4599418" y="29242"/>
                </a:moveTo>
                <a:lnTo>
                  <a:pt x="4582569" y="37991"/>
                </a:lnTo>
                <a:lnTo>
                  <a:pt x="4572412" y="55797"/>
                </a:lnTo>
                <a:lnTo>
                  <a:pt x="4570915" y="80908"/>
                </a:lnTo>
                <a:lnTo>
                  <a:pt x="4578401" y="101419"/>
                </a:lnTo>
                <a:lnTo>
                  <a:pt x="4593292" y="113452"/>
                </a:lnTo>
                <a:lnTo>
                  <a:pt x="4606201" y="115183"/>
                </a:lnTo>
                <a:lnTo>
                  <a:pt x="4611540" y="115183"/>
                </a:lnTo>
                <a:lnTo>
                  <a:pt x="4627412" y="103710"/>
                </a:lnTo>
                <a:lnTo>
                  <a:pt x="4602593" y="103710"/>
                </a:lnTo>
                <a:lnTo>
                  <a:pt x="4588233" y="92814"/>
                </a:lnTo>
                <a:lnTo>
                  <a:pt x="4584571" y="60775"/>
                </a:lnTo>
                <a:lnTo>
                  <a:pt x="4598011" y="42104"/>
                </a:lnTo>
                <a:lnTo>
                  <a:pt x="4628325" y="42104"/>
                </a:lnTo>
                <a:lnTo>
                  <a:pt x="4599418" y="29242"/>
                </a:lnTo>
                <a:close/>
              </a:path>
              <a:path w="6441440" h="830579">
                <a:moveTo>
                  <a:pt x="4644301" y="102195"/>
                </a:moveTo>
                <a:lnTo>
                  <a:pt x="4629508" y="102195"/>
                </a:lnTo>
                <a:lnTo>
                  <a:pt x="4631961" y="113452"/>
                </a:lnTo>
                <a:lnTo>
                  <a:pt x="4644301" y="113452"/>
                </a:lnTo>
                <a:lnTo>
                  <a:pt x="4644301" y="102195"/>
                </a:lnTo>
                <a:close/>
              </a:path>
              <a:path w="6441440" h="830579">
                <a:moveTo>
                  <a:pt x="4628325" y="42104"/>
                </a:moveTo>
                <a:lnTo>
                  <a:pt x="4617546" y="42104"/>
                </a:lnTo>
                <a:lnTo>
                  <a:pt x="4630843" y="60252"/>
                </a:lnTo>
                <a:lnTo>
                  <a:pt x="4624457" y="96999"/>
                </a:lnTo>
                <a:lnTo>
                  <a:pt x="4607932" y="103710"/>
                </a:lnTo>
                <a:lnTo>
                  <a:pt x="4627412" y="103710"/>
                </a:lnTo>
                <a:lnTo>
                  <a:pt x="4629508" y="102195"/>
                </a:lnTo>
                <a:lnTo>
                  <a:pt x="4644301" y="102195"/>
                </a:lnTo>
                <a:lnTo>
                  <a:pt x="4644301" y="43529"/>
                </a:lnTo>
                <a:lnTo>
                  <a:pt x="4631528" y="43529"/>
                </a:lnTo>
                <a:lnTo>
                  <a:pt x="4628325" y="42104"/>
                </a:lnTo>
                <a:close/>
              </a:path>
              <a:path w="6441440" h="830579">
                <a:moveTo>
                  <a:pt x="4644301" y="2615"/>
                </a:moveTo>
                <a:lnTo>
                  <a:pt x="4631528" y="2615"/>
                </a:lnTo>
                <a:lnTo>
                  <a:pt x="4631528" y="43529"/>
                </a:lnTo>
                <a:lnTo>
                  <a:pt x="4644301" y="43529"/>
                </a:lnTo>
                <a:lnTo>
                  <a:pt x="4644301" y="2615"/>
                </a:lnTo>
                <a:close/>
              </a:path>
              <a:path w="6441440" h="830579">
                <a:moveTo>
                  <a:pt x="4682238" y="30324"/>
                </a:moveTo>
                <a:lnTo>
                  <a:pt x="4669466" y="30324"/>
                </a:lnTo>
                <a:lnTo>
                  <a:pt x="4669466" y="113452"/>
                </a:lnTo>
                <a:lnTo>
                  <a:pt x="4682238" y="113452"/>
                </a:lnTo>
                <a:lnTo>
                  <a:pt x="4682238" y="30324"/>
                </a:lnTo>
                <a:close/>
              </a:path>
              <a:path w="6441440" h="830579">
                <a:moveTo>
                  <a:pt x="4671324" y="0"/>
                </a:moveTo>
                <a:lnTo>
                  <a:pt x="4675961" y="16470"/>
                </a:lnTo>
                <a:lnTo>
                  <a:pt x="4678450" y="16470"/>
                </a:lnTo>
                <a:lnTo>
                  <a:pt x="4685053" y="5429"/>
                </a:lnTo>
                <a:lnTo>
                  <a:pt x="4671324" y="0"/>
                </a:lnTo>
                <a:close/>
              </a:path>
              <a:path w="6441440" h="830579">
                <a:moveTo>
                  <a:pt x="4717977" y="30397"/>
                </a:moveTo>
                <a:lnTo>
                  <a:pt x="4705631" y="30397"/>
                </a:lnTo>
                <a:lnTo>
                  <a:pt x="4705631" y="113452"/>
                </a:lnTo>
                <a:lnTo>
                  <a:pt x="4718404" y="113452"/>
                </a:lnTo>
                <a:lnTo>
                  <a:pt x="4718404" y="63445"/>
                </a:lnTo>
                <a:lnTo>
                  <a:pt x="4723004" y="47715"/>
                </a:lnTo>
                <a:lnTo>
                  <a:pt x="4737173" y="43313"/>
                </a:lnTo>
                <a:lnTo>
                  <a:pt x="4719053" y="43313"/>
                </a:lnTo>
                <a:lnTo>
                  <a:pt x="4717989" y="30541"/>
                </a:lnTo>
                <a:lnTo>
                  <a:pt x="4717977" y="30397"/>
                </a:lnTo>
                <a:close/>
              </a:path>
              <a:path w="6441440" h="830579">
                <a:moveTo>
                  <a:pt x="4763633" y="40715"/>
                </a:moveTo>
                <a:lnTo>
                  <a:pt x="4745535" y="40715"/>
                </a:lnTo>
                <a:lnTo>
                  <a:pt x="4756973" y="49879"/>
                </a:lnTo>
                <a:lnTo>
                  <a:pt x="4758668" y="113452"/>
                </a:lnTo>
                <a:lnTo>
                  <a:pt x="4771440" y="113452"/>
                </a:lnTo>
                <a:lnTo>
                  <a:pt x="4770307" y="49879"/>
                </a:lnTo>
                <a:lnTo>
                  <a:pt x="4770268" y="47715"/>
                </a:lnTo>
                <a:lnTo>
                  <a:pt x="4763633" y="40715"/>
                </a:lnTo>
                <a:close/>
              </a:path>
              <a:path w="6441440" h="830579">
                <a:moveTo>
                  <a:pt x="4753852" y="30397"/>
                </a:moveTo>
                <a:lnTo>
                  <a:pt x="4731897" y="30541"/>
                </a:lnTo>
                <a:lnTo>
                  <a:pt x="4719053" y="43313"/>
                </a:lnTo>
                <a:lnTo>
                  <a:pt x="4737173" y="43313"/>
                </a:lnTo>
                <a:lnTo>
                  <a:pt x="4745535" y="40715"/>
                </a:lnTo>
                <a:lnTo>
                  <a:pt x="4763633" y="40715"/>
                </a:lnTo>
                <a:lnTo>
                  <a:pt x="4753852" y="30397"/>
                </a:lnTo>
                <a:close/>
              </a:path>
              <a:path w="6441440" h="830579">
                <a:moveTo>
                  <a:pt x="4807137" y="125791"/>
                </a:moveTo>
                <a:lnTo>
                  <a:pt x="4794346" y="129687"/>
                </a:lnTo>
                <a:lnTo>
                  <a:pt x="4828333" y="146356"/>
                </a:lnTo>
                <a:lnTo>
                  <a:pt x="4851858" y="141071"/>
                </a:lnTo>
                <a:lnTo>
                  <a:pt x="4857101" y="135099"/>
                </a:lnTo>
                <a:lnTo>
                  <a:pt x="4823319" y="135099"/>
                </a:lnTo>
                <a:lnTo>
                  <a:pt x="4807137" y="125791"/>
                </a:lnTo>
                <a:close/>
              </a:path>
              <a:path w="6441440" h="830579">
                <a:moveTo>
                  <a:pt x="4863096" y="101473"/>
                </a:moveTo>
                <a:lnTo>
                  <a:pt x="4848141" y="101473"/>
                </a:lnTo>
                <a:lnTo>
                  <a:pt x="4851496" y="121894"/>
                </a:lnTo>
                <a:lnTo>
                  <a:pt x="4840582" y="133476"/>
                </a:lnTo>
                <a:lnTo>
                  <a:pt x="4823319" y="135099"/>
                </a:lnTo>
                <a:lnTo>
                  <a:pt x="4857101" y="135099"/>
                </a:lnTo>
                <a:lnTo>
                  <a:pt x="4862645" y="128785"/>
                </a:lnTo>
                <a:lnTo>
                  <a:pt x="4863096" y="101473"/>
                </a:lnTo>
                <a:close/>
              </a:path>
              <a:path w="6441440" h="830579">
                <a:moveTo>
                  <a:pt x="4819386" y="29242"/>
                </a:moveTo>
                <a:lnTo>
                  <a:pt x="4802537" y="37955"/>
                </a:lnTo>
                <a:lnTo>
                  <a:pt x="4792380" y="55526"/>
                </a:lnTo>
                <a:lnTo>
                  <a:pt x="4790883" y="80114"/>
                </a:lnTo>
                <a:lnTo>
                  <a:pt x="4798586" y="99597"/>
                </a:lnTo>
                <a:lnTo>
                  <a:pt x="4813432" y="110565"/>
                </a:lnTo>
                <a:lnTo>
                  <a:pt x="4831580" y="112153"/>
                </a:lnTo>
                <a:lnTo>
                  <a:pt x="4848141" y="101473"/>
                </a:lnTo>
                <a:lnTo>
                  <a:pt x="4863096" y="101473"/>
                </a:lnTo>
                <a:lnTo>
                  <a:pt x="4863109" y="100679"/>
                </a:lnTo>
                <a:lnTo>
                  <a:pt x="4822561" y="100679"/>
                </a:lnTo>
                <a:lnTo>
                  <a:pt x="4808201" y="90956"/>
                </a:lnTo>
                <a:lnTo>
                  <a:pt x="4804539" y="60487"/>
                </a:lnTo>
                <a:lnTo>
                  <a:pt x="4817979" y="42086"/>
                </a:lnTo>
                <a:lnTo>
                  <a:pt x="4848642" y="42086"/>
                </a:lnTo>
                <a:lnTo>
                  <a:pt x="4819386" y="29242"/>
                </a:lnTo>
                <a:close/>
              </a:path>
              <a:path w="6441440" h="830579">
                <a:moveTo>
                  <a:pt x="4848642" y="42086"/>
                </a:moveTo>
                <a:lnTo>
                  <a:pt x="4837515" y="42086"/>
                </a:lnTo>
                <a:lnTo>
                  <a:pt x="4850811" y="59964"/>
                </a:lnTo>
                <a:lnTo>
                  <a:pt x="4847170" y="90956"/>
                </a:lnTo>
                <a:lnTo>
                  <a:pt x="4847113" y="91443"/>
                </a:lnTo>
                <a:lnTo>
                  <a:pt x="4827900" y="100679"/>
                </a:lnTo>
                <a:lnTo>
                  <a:pt x="4863109" y="100679"/>
                </a:lnTo>
                <a:lnTo>
                  <a:pt x="4864051" y="43529"/>
                </a:lnTo>
                <a:lnTo>
                  <a:pt x="4851929" y="43529"/>
                </a:lnTo>
                <a:lnTo>
                  <a:pt x="4848642" y="42086"/>
                </a:lnTo>
                <a:close/>
              </a:path>
              <a:path w="6441440" h="830579">
                <a:moveTo>
                  <a:pt x="4864269" y="30324"/>
                </a:moveTo>
                <a:lnTo>
                  <a:pt x="4851929" y="30324"/>
                </a:lnTo>
                <a:lnTo>
                  <a:pt x="4851929" y="43529"/>
                </a:lnTo>
                <a:lnTo>
                  <a:pt x="4864051" y="43529"/>
                </a:lnTo>
                <a:lnTo>
                  <a:pt x="4864143" y="37955"/>
                </a:lnTo>
                <a:lnTo>
                  <a:pt x="4864269" y="30324"/>
                </a:lnTo>
                <a:close/>
              </a:path>
              <a:path w="6441440" h="830579">
                <a:moveTo>
                  <a:pt x="4965737" y="2615"/>
                </a:moveTo>
                <a:lnTo>
                  <a:pt x="4965737" y="113452"/>
                </a:lnTo>
                <a:lnTo>
                  <a:pt x="4979159" y="113452"/>
                </a:lnTo>
                <a:lnTo>
                  <a:pt x="4979159" y="72970"/>
                </a:lnTo>
                <a:lnTo>
                  <a:pt x="4976561" y="72970"/>
                </a:lnTo>
                <a:lnTo>
                  <a:pt x="4976561" y="61064"/>
                </a:lnTo>
                <a:lnTo>
                  <a:pt x="4979159" y="60763"/>
                </a:lnTo>
                <a:lnTo>
                  <a:pt x="4979159" y="14630"/>
                </a:lnTo>
                <a:lnTo>
                  <a:pt x="5034180" y="14630"/>
                </a:lnTo>
                <a:lnTo>
                  <a:pt x="5018990" y="4185"/>
                </a:lnTo>
                <a:lnTo>
                  <a:pt x="4965737" y="2615"/>
                </a:lnTo>
                <a:close/>
              </a:path>
              <a:path w="6441440" h="830579">
                <a:moveTo>
                  <a:pt x="4979159" y="60763"/>
                </a:moveTo>
                <a:lnTo>
                  <a:pt x="4976561" y="61064"/>
                </a:lnTo>
                <a:lnTo>
                  <a:pt x="4976561" y="72970"/>
                </a:lnTo>
                <a:lnTo>
                  <a:pt x="4979159" y="72970"/>
                </a:lnTo>
                <a:lnTo>
                  <a:pt x="4979159" y="60763"/>
                </a:lnTo>
                <a:close/>
              </a:path>
              <a:path w="6441440" h="830579">
                <a:moveTo>
                  <a:pt x="5034180" y="14630"/>
                </a:moveTo>
                <a:lnTo>
                  <a:pt x="4982850" y="14630"/>
                </a:lnTo>
                <a:lnTo>
                  <a:pt x="5013614" y="15532"/>
                </a:lnTo>
                <a:lnTo>
                  <a:pt x="5026820" y="29278"/>
                </a:lnTo>
                <a:lnTo>
                  <a:pt x="5020920" y="55923"/>
                </a:lnTo>
                <a:lnTo>
                  <a:pt x="4979159" y="60763"/>
                </a:lnTo>
                <a:lnTo>
                  <a:pt x="4979159" y="72970"/>
                </a:lnTo>
                <a:lnTo>
                  <a:pt x="5012027" y="72970"/>
                </a:lnTo>
                <a:lnTo>
                  <a:pt x="5030139" y="65087"/>
                </a:lnTo>
                <a:lnTo>
                  <a:pt x="5040855" y="44215"/>
                </a:lnTo>
                <a:lnTo>
                  <a:pt x="5034180" y="14630"/>
                </a:lnTo>
                <a:close/>
              </a:path>
              <a:path w="6441440" h="830579">
                <a:moveTo>
                  <a:pt x="5118119" y="41834"/>
                </a:moveTo>
                <a:lnTo>
                  <a:pt x="5082121" y="41834"/>
                </a:lnTo>
                <a:lnTo>
                  <a:pt x="5103263" y="41978"/>
                </a:lnTo>
                <a:lnTo>
                  <a:pt x="5110533" y="57384"/>
                </a:lnTo>
                <a:lnTo>
                  <a:pt x="5057785" y="81233"/>
                </a:lnTo>
                <a:lnTo>
                  <a:pt x="5063161" y="107499"/>
                </a:lnTo>
                <a:lnTo>
                  <a:pt x="5085205" y="115400"/>
                </a:lnTo>
                <a:lnTo>
                  <a:pt x="5090040" y="115400"/>
                </a:lnTo>
                <a:lnTo>
                  <a:pt x="5109018" y="103999"/>
                </a:lnTo>
                <a:lnTo>
                  <a:pt x="5082166" y="103999"/>
                </a:lnTo>
                <a:lnTo>
                  <a:pt x="5069619" y="94943"/>
                </a:lnTo>
                <a:lnTo>
                  <a:pt x="5073884" y="81233"/>
                </a:lnTo>
                <a:lnTo>
                  <a:pt x="5073985" y="80908"/>
                </a:lnTo>
                <a:lnTo>
                  <a:pt x="5123305" y="80908"/>
                </a:lnTo>
                <a:lnTo>
                  <a:pt x="5123305" y="52080"/>
                </a:lnTo>
                <a:lnTo>
                  <a:pt x="5118192" y="41978"/>
                </a:lnTo>
                <a:lnTo>
                  <a:pt x="5118119" y="41834"/>
                </a:lnTo>
                <a:close/>
              </a:path>
              <a:path w="6441440" h="830579">
                <a:moveTo>
                  <a:pt x="5123305" y="80908"/>
                </a:moveTo>
                <a:lnTo>
                  <a:pt x="5073985" y="80908"/>
                </a:lnTo>
                <a:lnTo>
                  <a:pt x="5110533" y="83361"/>
                </a:lnTo>
                <a:lnTo>
                  <a:pt x="5106059" y="96404"/>
                </a:lnTo>
                <a:lnTo>
                  <a:pt x="5086972" y="103999"/>
                </a:lnTo>
                <a:lnTo>
                  <a:pt x="5109018" y="103999"/>
                </a:lnTo>
                <a:lnTo>
                  <a:pt x="5110533" y="113452"/>
                </a:lnTo>
                <a:lnTo>
                  <a:pt x="5123305" y="113452"/>
                </a:lnTo>
                <a:lnTo>
                  <a:pt x="5123305" y="80908"/>
                </a:lnTo>
                <a:close/>
              </a:path>
              <a:path w="6441440" h="830579">
                <a:moveTo>
                  <a:pt x="5075500" y="32092"/>
                </a:moveTo>
                <a:lnTo>
                  <a:pt x="5059228" y="48725"/>
                </a:lnTo>
                <a:lnTo>
                  <a:pt x="5071351" y="53054"/>
                </a:lnTo>
                <a:lnTo>
                  <a:pt x="5082121" y="41834"/>
                </a:lnTo>
                <a:lnTo>
                  <a:pt x="5118119" y="41834"/>
                </a:lnTo>
                <a:lnTo>
                  <a:pt x="5115169" y="36007"/>
                </a:lnTo>
                <a:lnTo>
                  <a:pt x="5075500" y="32092"/>
                </a:lnTo>
                <a:close/>
              </a:path>
              <a:path w="6441440" h="830579">
                <a:moveTo>
                  <a:pt x="5155060" y="90505"/>
                </a:moveTo>
                <a:lnTo>
                  <a:pt x="5142937" y="93536"/>
                </a:lnTo>
                <a:lnTo>
                  <a:pt x="5144416" y="100607"/>
                </a:lnTo>
                <a:lnTo>
                  <a:pt x="5159047" y="113343"/>
                </a:lnTo>
                <a:lnTo>
                  <a:pt x="5181001" y="115183"/>
                </a:lnTo>
                <a:lnTo>
                  <a:pt x="5200196" y="106813"/>
                </a:lnTo>
                <a:lnTo>
                  <a:pt x="5201418" y="102808"/>
                </a:lnTo>
                <a:lnTo>
                  <a:pt x="5164855" y="102808"/>
                </a:lnTo>
                <a:lnTo>
                  <a:pt x="5155060" y="90505"/>
                </a:lnTo>
                <a:close/>
              </a:path>
              <a:path w="6441440" h="830579">
                <a:moveTo>
                  <a:pt x="5176058" y="29242"/>
                </a:moveTo>
                <a:lnTo>
                  <a:pt x="5152155" y="37216"/>
                </a:lnTo>
                <a:lnTo>
                  <a:pt x="5145535" y="59008"/>
                </a:lnTo>
                <a:lnTo>
                  <a:pt x="5154410" y="71401"/>
                </a:lnTo>
                <a:lnTo>
                  <a:pt x="5188758" y="81702"/>
                </a:lnTo>
                <a:lnTo>
                  <a:pt x="5193809" y="94510"/>
                </a:lnTo>
                <a:lnTo>
                  <a:pt x="5185006" y="102664"/>
                </a:lnTo>
                <a:lnTo>
                  <a:pt x="5164855" y="102808"/>
                </a:lnTo>
                <a:lnTo>
                  <a:pt x="5201418" y="102808"/>
                </a:lnTo>
                <a:lnTo>
                  <a:pt x="5207015" y="84480"/>
                </a:lnTo>
                <a:lnTo>
                  <a:pt x="5197904" y="72339"/>
                </a:lnTo>
                <a:lnTo>
                  <a:pt x="5159462" y="58304"/>
                </a:lnTo>
                <a:lnTo>
                  <a:pt x="5159863" y="48941"/>
                </a:lnTo>
                <a:lnTo>
                  <a:pt x="5159985" y="46109"/>
                </a:lnTo>
                <a:lnTo>
                  <a:pt x="5179774" y="40282"/>
                </a:lnTo>
                <a:lnTo>
                  <a:pt x="5200591" y="40282"/>
                </a:lnTo>
                <a:lnTo>
                  <a:pt x="5190743" y="31046"/>
                </a:lnTo>
                <a:lnTo>
                  <a:pt x="5176058" y="29242"/>
                </a:lnTo>
                <a:close/>
              </a:path>
              <a:path w="6441440" h="830579">
                <a:moveTo>
                  <a:pt x="5200591" y="40282"/>
                </a:moveTo>
                <a:lnTo>
                  <a:pt x="5179774" y="40282"/>
                </a:lnTo>
                <a:lnTo>
                  <a:pt x="5194026" y="52189"/>
                </a:lnTo>
                <a:lnTo>
                  <a:pt x="5205499" y="48941"/>
                </a:lnTo>
                <a:lnTo>
                  <a:pt x="5203515" y="43024"/>
                </a:lnTo>
                <a:lnTo>
                  <a:pt x="5200591" y="40282"/>
                </a:lnTo>
                <a:close/>
              </a:path>
              <a:path w="6441440" h="830579">
                <a:moveTo>
                  <a:pt x="5244641" y="10408"/>
                </a:moveTo>
                <a:lnTo>
                  <a:pt x="5231869" y="10408"/>
                </a:lnTo>
                <a:lnTo>
                  <a:pt x="5231869" y="93103"/>
                </a:lnTo>
                <a:lnTo>
                  <a:pt x="5237497" y="108292"/>
                </a:lnTo>
                <a:lnTo>
                  <a:pt x="5258730" y="114354"/>
                </a:lnTo>
                <a:lnTo>
                  <a:pt x="5244641" y="10408"/>
                </a:lnTo>
                <a:close/>
              </a:path>
              <a:path w="6441440" h="830579">
                <a:moveTo>
                  <a:pt x="5231869" y="30324"/>
                </a:moveTo>
                <a:lnTo>
                  <a:pt x="5219313" y="30324"/>
                </a:lnTo>
                <a:lnTo>
                  <a:pt x="5219313" y="41148"/>
                </a:lnTo>
                <a:lnTo>
                  <a:pt x="5231869" y="41148"/>
                </a:lnTo>
                <a:lnTo>
                  <a:pt x="5231869" y="30324"/>
                </a:lnTo>
                <a:close/>
              </a:path>
              <a:path w="6441440" h="830579">
                <a:moveTo>
                  <a:pt x="5262392" y="30324"/>
                </a:moveTo>
                <a:lnTo>
                  <a:pt x="5247340" y="30324"/>
                </a:lnTo>
                <a:lnTo>
                  <a:pt x="5248807" y="41148"/>
                </a:lnTo>
                <a:lnTo>
                  <a:pt x="5262392" y="41148"/>
                </a:lnTo>
                <a:lnTo>
                  <a:pt x="5262392" y="30324"/>
                </a:lnTo>
                <a:close/>
              </a:path>
              <a:path w="6441440" h="830579">
                <a:moveTo>
                  <a:pt x="5373115" y="2615"/>
                </a:moveTo>
                <a:lnTo>
                  <a:pt x="5359694" y="2615"/>
                </a:lnTo>
                <a:lnTo>
                  <a:pt x="5359694" y="113452"/>
                </a:lnTo>
                <a:lnTo>
                  <a:pt x="5373115" y="113452"/>
                </a:lnTo>
                <a:lnTo>
                  <a:pt x="5373115" y="63878"/>
                </a:lnTo>
                <a:lnTo>
                  <a:pt x="5445635" y="63878"/>
                </a:lnTo>
                <a:lnTo>
                  <a:pt x="5445635" y="51972"/>
                </a:lnTo>
                <a:lnTo>
                  <a:pt x="5373115" y="51972"/>
                </a:lnTo>
                <a:lnTo>
                  <a:pt x="5373115" y="2615"/>
                </a:lnTo>
                <a:close/>
              </a:path>
              <a:path w="6441440" h="830579">
                <a:moveTo>
                  <a:pt x="5445635" y="63878"/>
                </a:moveTo>
                <a:lnTo>
                  <a:pt x="5432214" y="63878"/>
                </a:lnTo>
                <a:lnTo>
                  <a:pt x="5432214" y="113452"/>
                </a:lnTo>
                <a:lnTo>
                  <a:pt x="5445635" y="113452"/>
                </a:lnTo>
                <a:lnTo>
                  <a:pt x="5445635" y="63878"/>
                </a:lnTo>
                <a:close/>
              </a:path>
              <a:path w="6441440" h="830579">
                <a:moveTo>
                  <a:pt x="5445635" y="2615"/>
                </a:moveTo>
                <a:lnTo>
                  <a:pt x="5432214" y="2615"/>
                </a:lnTo>
                <a:lnTo>
                  <a:pt x="5432214" y="51972"/>
                </a:lnTo>
                <a:lnTo>
                  <a:pt x="5445635" y="51972"/>
                </a:lnTo>
                <a:lnTo>
                  <a:pt x="5445635" y="2615"/>
                </a:lnTo>
                <a:close/>
              </a:path>
              <a:path w="6441440" h="830579">
                <a:moveTo>
                  <a:pt x="5483546" y="30324"/>
                </a:moveTo>
                <a:lnTo>
                  <a:pt x="5470773" y="30324"/>
                </a:lnTo>
                <a:lnTo>
                  <a:pt x="5470773" y="113452"/>
                </a:lnTo>
                <a:lnTo>
                  <a:pt x="5483546" y="113452"/>
                </a:lnTo>
                <a:lnTo>
                  <a:pt x="5483546" y="30324"/>
                </a:lnTo>
                <a:close/>
              </a:path>
              <a:path w="6441440" h="830579">
                <a:moveTo>
                  <a:pt x="5472632" y="0"/>
                </a:moveTo>
                <a:lnTo>
                  <a:pt x="5477268" y="16470"/>
                </a:lnTo>
                <a:lnTo>
                  <a:pt x="5479757" y="16470"/>
                </a:lnTo>
                <a:lnTo>
                  <a:pt x="5486360" y="5429"/>
                </a:lnTo>
                <a:lnTo>
                  <a:pt x="5472632" y="0"/>
                </a:lnTo>
                <a:close/>
              </a:path>
              <a:path w="6441440" h="830579">
                <a:moveTo>
                  <a:pt x="5515381" y="90505"/>
                </a:moveTo>
                <a:lnTo>
                  <a:pt x="5503258" y="93536"/>
                </a:lnTo>
                <a:lnTo>
                  <a:pt x="5504738" y="100607"/>
                </a:lnTo>
                <a:lnTo>
                  <a:pt x="5519368" y="113343"/>
                </a:lnTo>
                <a:lnTo>
                  <a:pt x="5541322" y="115183"/>
                </a:lnTo>
                <a:lnTo>
                  <a:pt x="5560517" y="106813"/>
                </a:lnTo>
                <a:lnTo>
                  <a:pt x="5561740" y="102808"/>
                </a:lnTo>
                <a:lnTo>
                  <a:pt x="5525177" y="102808"/>
                </a:lnTo>
                <a:lnTo>
                  <a:pt x="5515381" y="90505"/>
                </a:lnTo>
                <a:close/>
              </a:path>
              <a:path w="6441440" h="830579">
                <a:moveTo>
                  <a:pt x="5536380" y="29242"/>
                </a:moveTo>
                <a:lnTo>
                  <a:pt x="5512477" y="37216"/>
                </a:lnTo>
                <a:lnTo>
                  <a:pt x="5505856" y="59008"/>
                </a:lnTo>
                <a:lnTo>
                  <a:pt x="5514732" y="71401"/>
                </a:lnTo>
                <a:lnTo>
                  <a:pt x="5549080" y="81702"/>
                </a:lnTo>
                <a:lnTo>
                  <a:pt x="5554131" y="94510"/>
                </a:lnTo>
                <a:lnTo>
                  <a:pt x="5545327" y="102664"/>
                </a:lnTo>
                <a:lnTo>
                  <a:pt x="5525177" y="102808"/>
                </a:lnTo>
                <a:lnTo>
                  <a:pt x="5561740" y="102808"/>
                </a:lnTo>
                <a:lnTo>
                  <a:pt x="5567336" y="84480"/>
                </a:lnTo>
                <a:lnTo>
                  <a:pt x="5558226" y="72339"/>
                </a:lnTo>
                <a:lnTo>
                  <a:pt x="5519783" y="58304"/>
                </a:lnTo>
                <a:lnTo>
                  <a:pt x="5520185" y="48941"/>
                </a:lnTo>
                <a:lnTo>
                  <a:pt x="5520306" y="46109"/>
                </a:lnTo>
                <a:lnTo>
                  <a:pt x="5540096" y="40282"/>
                </a:lnTo>
                <a:lnTo>
                  <a:pt x="5560912" y="40282"/>
                </a:lnTo>
                <a:lnTo>
                  <a:pt x="5551064" y="31046"/>
                </a:lnTo>
                <a:lnTo>
                  <a:pt x="5536380" y="29242"/>
                </a:lnTo>
                <a:close/>
              </a:path>
              <a:path w="6441440" h="830579">
                <a:moveTo>
                  <a:pt x="5560912" y="40282"/>
                </a:moveTo>
                <a:lnTo>
                  <a:pt x="5540096" y="40282"/>
                </a:lnTo>
                <a:lnTo>
                  <a:pt x="5554347" y="52189"/>
                </a:lnTo>
                <a:lnTo>
                  <a:pt x="5565821" y="48941"/>
                </a:lnTo>
                <a:lnTo>
                  <a:pt x="5563836" y="43024"/>
                </a:lnTo>
                <a:lnTo>
                  <a:pt x="5560912" y="40282"/>
                </a:lnTo>
                <a:close/>
              </a:path>
              <a:path w="6441440" h="830579">
                <a:moveTo>
                  <a:pt x="5604962" y="10408"/>
                </a:moveTo>
                <a:lnTo>
                  <a:pt x="5592190" y="10408"/>
                </a:lnTo>
                <a:lnTo>
                  <a:pt x="5592190" y="93103"/>
                </a:lnTo>
                <a:lnTo>
                  <a:pt x="5597819" y="108292"/>
                </a:lnTo>
                <a:lnTo>
                  <a:pt x="5619051" y="114354"/>
                </a:lnTo>
                <a:lnTo>
                  <a:pt x="5604962" y="10408"/>
                </a:lnTo>
                <a:close/>
              </a:path>
              <a:path w="6441440" h="830579">
                <a:moveTo>
                  <a:pt x="5592190" y="30324"/>
                </a:moveTo>
                <a:lnTo>
                  <a:pt x="5579634" y="30324"/>
                </a:lnTo>
                <a:lnTo>
                  <a:pt x="5579634" y="41148"/>
                </a:lnTo>
                <a:lnTo>
                  <a:pt x="5592190" y="41148"/>
                </a:lnTo>
                <a:lnTo>
                  <a:pt x="5592190" y="30324"/>
                </a:lnTo>
                <a:close/>
              </a:path>
              <a:path w="6441440" h="830579">
                <a:moveTo>
                  <a:pt x="5622714" y="30324"/>
                </a:moveTo>
                <a:lnTo>
                  <a:pt x="5607662" y="30324"/>
                </a:lnTo>
                <a:lnTo>
                  <a:pt x="5609129" y="41148"/>
                </a:lnTo>
                <a:lnTo>
                  <a:pt x="5622714" y="41148"/>
                </a:lnTo>
                <a:lnTo>
                  <a:pt x="5622714" y="30324"/>
                </a:lnTo>
                <a:close/>
              </a:path>
              <a:path w="6441440" h="830579">
                <a:moveTo>
                  <a:pt x="5667299" y="29242"/>
                </a:moveTo>
                <a:lnTo>
                  <a:pt x="5649421" y="38172"/>
                </a:lnTo>
                <a:lnTo>
                  <a:pt x="5638706" y="56103"/>
                </a:lnTo>
                <a:lnTo>
                  <a:pt x="5637136" y="80908"/>
                </a:lnTo>
                <a:lnTo>
                  <a:pt x="5645020" y="101257"/>
                </a:lnTo>
                <a:lnTo>
                  <a:pt x="5660714" y="113398"/>
                </a:lnTo>
                <a:lnTo>
                  <a:pt x="5674803" y="115183"/>
                </a:lnTo>
                <a:lnTo>
                  <a:pt x="5682308" y="115183"/>
                </a:lnTo>
                <a:lnTo>
                  <a:pt x="5700167" y="106254"/>
                </a:lnTo>
                <a:lnTo>
                  <a:pt x="5701695" y="103710"/>
                </a:lnTo>
                <a:lnTo>
                  <a:pt x="5669103" y="103710"/>
                </a:lnTo>
                <a:lnTo>
                  <a:pt x="5657052" y="96404"/>
                </a:lnTo>
                <a:lnTo>
                  <a:pt x="5649908" y="66765"/>
                </a:lnTo>
                <a:lnTo>
                  <a:pt x="5664412" y="42195"/>
                </a:lnTo>
                <a:lnTo>
                  <a:pt x="5703288" y="42195"/>
                </a:lnTo>
                <a:lnTo>
                  <a:pt x="5688874" y="31028"/>
                </a:lnTo>
                <a:lnTo>
                  <a:pt x="5667299" y="29242"/>
                </a:lnTo>
                <a:close/>
              </a:path>
              <a:path w="6441440" h="830579">
                <a:moveTo>
                  <a:pt x="5703288" y="42195"/>
                </a:moveTo>
                <a:lnTo>
                  <a:pt x="5685194" y="42195"/>
                </a:lnTo>
                <a:lnTo>
                  <a:pt x="5698814" y="61587"/>
                </a:lnTo>
                <a:lnTo>
                  <a:pt x="5692554" y="96404"/>
                </a:lnTo>
                <a:lnTo>
                  <a:pt x="5674803" y="103710"/>
                </a:lnTo>
                <a:lnTo>
                  <a:pt x="5701695" y="103710"/>
                </a:lnTo>
                <a:lnTo>
                  <a:pt x="5710883" y="88412"/>
                </a:lnTo>
                <a:lnTo>
                  <a:pt x="5712470" y="63662"/>
                </a:lnTo>
                <a:lnTo>
                  <a:pt x="5704569" y="43187"/>
                </a:lnTo>
                <a:lnTo>
                  <a:pt x="5703288" y="42195"/>
                </a:lnTo>
                <a:close/>
              </a:path>
              <a:path w="6441440" h="830579">
                <a:moveTo>
                  <a:pt x="5744306" y="30324"/>
                </a:moveTo>
                <a:lnTo>
                  <a:pt x="5731967" y="30324"/>
                </a:lnTo>
                <a:lnTo>
                  <a:pt x="5731967" y="113452"/>
                </a:lnTo>
                <a:lnTo>
                  <a:pt x="5744739" y="113452"/>
                </a:lnTo>
                <a:lnTo>
                  <a:pt x="5745641" y="53758"/>
                </a:lnTo>
                <a:lnTo>
                  <a:pt x="5763280" y="42880"/>
                </a:lnTo>
                <a:lnTo>
                  <a:pt x="5745172" y="42880"/>
                </a:lnTo>
                <a:lnTo>
                  <a:pt x="5744306" y="30324"/>
                </a:lnTo>
                <a:close/>
              </a:path>
              <a:path w="6441440" h="830579">
                <a:moveTo>
                  <a:pt x="5761840" y="29025"/>
                </a:moveTo>
                <a:lnTo>
                  <a:pt x="5745172" y="42880"/>
                </a:lnTo>
                <a:lnTo>
                  <a:pt x="5763280" y="42880"/>
                </a:lnTo>
                <a:lnTo>
                  <a:pt x="5765737" y="41365"/>
                </a:lnTo>
                <a:lnTo>
                  <a:pt x="5773530" y="29242"/>
                </a:lnTo>
                <a:lnTo>
                  <a:pt x="5761840" y="29025"/>
                </a:lnTo>
                <a:close/>
              </a:path>
              <a:path w="6441440" h="830579">
                <a:moveTo>
                  <a:pt x="5798561" y="30324"/>
                </a:moveTo>
                <a:lnTo>
                  <a:pt x="5784706" y="30324"/>
                </a:lnTo>
                <a:lnTo>
                  <a:pt x="5815446" y="113885"/>
                </a:lnTo>
                <a:lnTo>
                  <a:pt x="5809799" y="127649"/>
                </a:lnTo>
                <a:lnTo>
                  <a:pt x="5793365" y="131852"/>
                </a:lnTo>
                <a:lnTo>
                  <a:pt x="5790118" y="143109"/>
                </a:lnTo>
                <a:lnTo>
                  <a:pt x="5799426" y="144624"/>
                </a:lnTo>
                <a:lnTo>
                  <a:pt x="5812920" y="141197"/>
                </a:lnTo>
                <a:lnTo>
                  <a:pt x="5831539" y="96566"/>
                </a:lnTo>
                <a:lnTo>
                  <a:pt x="5822373" y="96566"/>
                </a:lnTo>
                <a:lnTo>
                  <a:pt x="5798561" y="30324"/>
                </a:lnTo>
                <a:close/>
              </a:path>
              <a:path w="6441440" h="830579">
                <a:moveTo>
                  <a:pt x="5859174" y="30324"/>
                </a:moveTo>
                <a:lnTo>
                  <a:pt x="5845320" y="30324"/>
                </a:lnTo>
                <a:lnTo>
                  <a:pt x="5822373" y="96566"/>
                </a:lnTo>
                <a:lnTo>
                  <a:pt x="5831539" y="96566"/>
                </a:lnTo>
                <a:lnTo>
                  <a:pt x="5859174" y="30324"/>
                </a:lnTo>
                <a:close/>
              </a:path>
              <a:path w="6441440" h="830579">
                <a:moveTo>
                  <a:pt x="5889873" y="98298"/>
                </a:moveTo>
                <a:lnTo>
                  <a:pt x="5876019" y="98298"/>
                </a:lnTo>
                <a:lnTo>
                  <a:pt x="5869308" y="140511"/>
                </a:lnTo>
                <a:lnTo>
                  <a:pt x="5879049" y="140511"/>
                </a:lnTo>
                <a:lnTo>
                  <a:pt x="5889873" y="98298"/>
                </a:lnTo>
                <a:close/>
              </a:path>
              <a:path w="6441440" h="830579">
                <a:moveTo>
                  <a:pt x="6005048" y="2615"/>
                </a:moveTo>
                <a:lnTo>
                  <a:pt x="5991626" y="2615"/>
                </a:lnTo>
                <a:lnTo>
                  <a:pt x="5991626" y="113452"/>
                </a:lnTo>
                <a:lnTo>
                  <a:pt x="6005048" y="113452"/>
                </a:lnTo>
                <a:lnTo>
                  <a:pt x="6005048" y="63878"/>
                </a:lnTo>
                <a:lnTo>
                  <a:pt x="6077567" y="63878"/>
                </a:lnTo>
                <a:lnTo>
                  <a:pt x="6077567" y="51972"/>
                </a:lnTo>
                <a:lnTo>
                  <a:pt x="6005048" y="51972"/>
                </a:lnTo>
                <a:lnTo>
                  <a:pt x="6005048" y="2615"/>
                </a:lnTo>
                <a:close/>
              </a:path>
              <a:path w="6441440" h="830579">
                <a:moveTo>
                  <a:pt x="6077567" y="63878"/>
                </a:moveTo>
                <a:lnTo>
                  <a:pt x="6064146" y="63878"/>
                </a:lnTo>
                <a:lnTo>
                  <a:pt x="6064146" y="113452"/>
                </a:lnTo>
                <a:lnTo>
                  <a:pt x="6077567" y="113452"/>
                </a:lnTo>
                <a:lnTo>
                  <a:pt x="6077567" y="63878"/>
                </a:lnTo>
                <a:close/>
              </a:path>
              <a:path w="6441440" h="830579">
                <a:moveTo>
                  <a:pt x="6077567" y="2615"/>
                </a:moveTo>
                <a:lnTo>
                  <a:pt x="6064146" y="2615"/>
                </a:lnTo>
                <a:lnTo>
                  <a:pt x="6064146" y="51972"/>
                </a:lnTo>
                <a:lnTo>
                  <a:pt x="6077567" y="51972"/>
                </a:lnTo>
                <a:lnTo>
                  <a:pt x="6077567" y="2615"/>
                </a:lnTo>
                <a:close/>
              </a:path>
              <a:path w="6441440" h="830579">
                <a:moveTo>
                  <a:pt x="6128755" y="29242"/>
                </a:moveTo>
                <a:lnTo>
                  <a:pt x="6110968" y="38406"/>
                </a:lnTo>
                <a:lnTo>
                  <a:pt x="6100361" y="56518"/>
                </a:lnTo>
                <a:lnTo>
                  <a:pt x="6098809" y="81052"/>
                </a:lnTo>
                <a:lnTo>
                  <a:pt x="6106602" y="101329"/>
                </a:lnTo>
                <a:lnTo>
                  <a:pt x="6122640" y="113416"/>
                </a:lnTo>
                <a:lnTo>
                  <a:pt x="6137559" y="115183"/>
                </a:lnTo>
                <a:lnTo>
                  <a:pt x="6157276" y="110818"/>
                </a:lnTo>
                <a:lnTo>
                  <a:pt x="6163004" y="103710"/>
                </a:lnTo>
                <a:lnTo>
                  <a:pt x="6132399" y="103710"/>
                </a:lnTo>
                <a:lnTo>
                  <a:pt x="6117030" y="94780"/>
                </a:lnTo>
                <a:lnTo>
                  <a:pt x="6114765" y="76218"/>
                </a:lnTo>
                <a:lnTo>
                  <a:pt x="6107901" y="76218"/>
                </a:lnTo>
                <a:lnTo>
                  <a:pt x="6107901" y="65177"/>
                </a:lnTo>
                <a:lnTo>
                  <a:pt x="6113419" y="65177"/>
                </a:lnTo>
                <a:lnTo>
                  <a:pt x="6112574" y="58250"/>
                </a:lnTo>
                <a:lnTo>
                  <a:pt x="6131172" y="40715"/>
                </a:lnTo>
                <a:lnTo>
                  <a:pt x="6160722" y="40715"/>
                </a:lnTo>
                <a:lnTo>
                  <a:pt x="6157150" y="35195"/>
                </a:lnTo>
                <a:lnTo>
                  <a:pt x="6128755" y="29242"/>
                </a:lnTo>
                <a:close/>
              </a:path>
              <a:path w="6441440" h="830579">
                <a:moveTo>
                  <a:pt x="6158341" y="90722"/>
                </a:moveTo>
                <a:lnTo>
                  <a:pt x="6157258" y="93608"/>
                </a:lnTo>
                <a:lnTo>
                  <a:pt x="6132399" y="103710"/>
                </a:lnTo>
                <a:lnTo>
                  <a:pt x="6163004" y="103710"/>
                </a:lnTo>
                <a:lnTo>
                  <a:pt x="6170680" y="94185"/>
                </a:lnTo>
                <a:lnTo>
                  <a:pt x="6158341" y="90722"/>
                </a:lnTo>
                <a:close/>
              </a:path>
              <a:path w="6441440" h="830579">
                <a:moveTo>
                  <a:pt x="6113419" y="65177"/>
                </a:moveTo>
                <a:lnTo>
                  <a:pt x="6107901" y="65177"/>
                </a:lnTo>
                <a:lnTo>
                  <a:pt x="6107901" y="76218"/>
                </a:lnTo>
                <a:lnTo>
                  <a:pt x="6114765" y="76218"/>
                </a:lnTo>
                <a:lnTo>
                  <a:pt x="6113419" y="65177"/>
                </a:lnTo>
                <a:close/>
              </a:path>
              <a:path w="6441440" h="830579">
                <a:moveTo>
                  <a:pt x="6160722" y="40715"/>
                </a:moveTo>
                <a:lnTo>
                  <a:pt x="6131172" y="40715"/>
                </a:lnTo>
                <a:lnTo>
                  <a:pt x="6151702" y="46037"/>
                </a:lnTo>
                <a:lnTo>
                  <a:pt x="6158990" y="65177"/>
                </a:lnTo>
                <a:lnTo>
                  <a:pt x="6113419" y="65177"/>
                </a:lnTo>
                <a:lnTo>
                  <a:pt x="6114765" y="76218"/>
                </a:lnTo>
                <a:lnTo>
                  <a:pt x="6171979" y="76218"/>
                </a:lnTo>
                <a:lnTo>
                  <a:pt x="6171041" y="58250"/>
                </a:lnTo>
                <a:lnTo>
                  <a:pt x="6170950" y="56518"/>
                </a:lnTo>
                <a:lnTo>
                  <a:pt x="6160722" y="40715"/>
                </a:lnTo>
                <a:close/>
              </a:path>
              <a:path w="6441440" h="830579">
                <a:moveTo>
                  <a:pt x="6248783" y="41834"/>
                </a:moveTo>
                <a:lnTo>
                  <a:pt x="6212785" y="41834"/>
                </a:lnTo>
                <a:lnTo>
                  <a:pt x="6233927" y="41978"/>
                </a:lnTo>
                <a:lnTo>
                  <a:pt x="6241197" y="57384"/>
                </a:lnTo>
                <a:lnTo>
                  <a:pt x="6188449" y="81233"/>
                </a:lnTo>
                <a:lnTo>
                  <a:pt x="6193825" y="107499"/>
                </a:lnTo>
                <a:lnTo>
                  <a:pt x="6215869" y="115400"/>
                </a:lnTo>
                <a:lnTo>
                  <a:pt x="6220704" y="115400"/>
                </a:lnTo>
                <a:lnTo>
                  <a:pt x="6239682" y="103999"/>
                </a:lnTo>
                <a:lnTo>
                  <a:pt x="6212830" y="103999"/>
                </a:lnTo>
                <a:lnTo>
                  <a:pt x="6200283" y="94943"/>
                </a:lnTo>
                <a:lnTo>
                  <a:pt x="6204548" y="81233"/>
                </a:lnTo>
                <a:lnTo>
                  <a:pt x="6204649" y="80908"/>
                </a:lnTo>
                <a:lnTo>
                  <a:pt x="6253969" y="80908"/>
                </a:lnTo>
                <a:lnTo>
                  <a:pt x="6253969" y="52080"/>
                </a:lnTo>
                <a:lnTo>
                  <a:pt x="6248856" y="41978"/>
                </a:lnTo>
                <a:lnTo>
                  <a:pt x="6248783" y="41834"/>
                </a:lnTo>
                <a:close/>
              </a:path>
              <a:path w="6441440" h="830579">
                <a:moveTo>
                  <a:pt x="6253969" y="80908"/>
                </a:moveTo>
                <a:lnTo>
                  <a:pt x="6204649" y="80908"/>
                </a:lnTo>
                <a:lnTo>
                  <a:pt x="6241197" y="83361"/>
                </a:lnTo>
                <a:lnTo>
                  <a:pt x="6236723" y="96404"/>
                </a:lnTo>
                <a:lnTo>
                  <a:pt x="6217636" y="103999"/>
                </a:lnTo>
                <a:lnTo>
                  <a:pt x="6239682" y="103999"/>
                </a:lnTo>
                <a:lnTo>
                  <a:pt x="6241197" y="113452"/>
                </a:lnTo>
                <a:lnTo>
                  <a:pt x="6253969" y="113452"/>
                </a:lnTo>
                <a:lnTo>
                  <a:pt x="6253969" y="80908"/>
                </a:lnTo>
                <a:close/>
              </a:path>
              <a:path w="6441440" h="830579">
                <a:moveTo>
                  <a:pt x="6206164" y="32092"/>
                </a:moveTo>
                <a:lnTo>
                  <a:pt x="6189892" y="48725"/>
                </a:lnTo>
                <a:lnTo>
                  <a:pt x="6202015" y="53054"/>
                </a:lnTo>
                <a:lnTo>
                  <a:pt x="6212785" y="41834"/>
                </a:lnTo>
                <a:lnTo>
                  <a:pt x="6248783" y="41834"/>
                </a:lnTo>
                <a:lnTo>
                  <a:pt x="6245833" y="36007"/>
                </a:lnTo>
                <a:lnTo>
                  <a:pt x="6206164" y="32092"/>
                </a:lnTo>
                <a:close/>
              </a:path>
              <a:path w="6441440" h="830579">
                <a:moveTo>
                  <a:pt x="6290053" y="2615"/>
                </a:moveTo>
                <a:lnTo>
                  <a:pt x="6277281" y="2615"/>
                </a:lnTo>
                <a:lnTo>
                  <a:pt x="6277281" y="113452"/>
                </a:lnTo>
                <a:lnTo>
                  <a:pt x="6290053" y="113452"/>
                </a:lnTo>
                <a:lnTo>
                  <a:pt x="6290053" y="2615"/>
                </a:lnTo>
                <a:close/>
              </a:path>
              <a:path w="6441440" h="830579">
                <a:moveTo>
                  <a:pt x="6331847" y="10408"/>
                </a:moveTo>
                <a:lnTo>
                  <a:pt x="6319075" y="10408"/>
                </a:lnTo>
                <a:lnTo>
                  <a:pt x="6319075" y="93103"/>
                </a:lnTo>
                <a:lnTo>
                  <a:pt x="6324703" y="108292"/>
                </a:lnTo>
                <a:lnTo>
                  <a:pt x="6345936" y="114354"/>
                </a:lnTo>
                <a:lnTo>
                  <a:pt x="6331847" y="10408"/>
                </a:lnTo>
                <a:close/>
              </a:path>
              <a:path w="6441440" h="830579">
                <a:moveTo>
                  <a:pt x="6319075" y="30324"/>
                </a:moveTo>
                <a:lnTo>
                  <a:pt x="6306519" y="30324"/>
                </a:lnTo>
                <a:lnTo>
                  <a:pt x="6306519" y="41148"/>
                </a:lnTo>
                <a:lnTo>
                  <a:pt x="6319075" y="41148"/>
                </a:lnTo>
                <a:lnTo>
                  <a:pt x="6319075" y="30324"/>
                </a:lnTo>
                <a:close/>
              </a:path>
              <a:path w="6441440" h="830579">
                <a:moveTo>
                  <a:pt x="6349598" y="30324"/>
                </a:moveTo>
                <a:lnTo>
                  <a:pt x="6334547" y="30324"/>
                </a:lnTo>
                <a:lnTo>
                  <a:pt x="6336014" y="41148"/>
                </a:lnTo>
                <a:lnTo>
                  <a:pt x="6349598" y="41148"/>
                </a:lnTo>
                <a:lnTo>
                  <a:pt x="6349598" y="30324"/>
                </a:lnTo>
                <a:close/>
              </a:path>
              <a:path w="6441440" h="830579">
                <a:moveTo>
                  <a:pt x="6383369" y="2615"/>
                </a:moveTo>
                <a:lnTo>
                  <a:pt x="6370596" y="2615"/>
                </a:lnTo>
                <a:lnTo>
                  <a:pt x="6370596" y="113452"/>
                </a:lnTo>
                <a:lnTo>
                  <a:pt x="6383369" y="113452"/>
                </a:lnTo>
                <a:lnTo>
                  <a:pt x="6383369" y="63445"/>
                </a:lnTo>
                <a:lnTo>
                  <a:pt x="6388095" y="47715"/>
                </a:lnTo>
                <a:lnTo>
                  <a:pt x="6402662" y="43313"/>
                </a:lnTo>
                <a:lnTo>
                  <a:pt x="6384451" y="43313"/>
                </a:lnTo>
                <a:lnTo>
                  <a:pt x="6383369" y="2615"/>
                </a:lnTo>
                <a:close/>
              </a:path>
              <a:path w="6441440" h="830579">
                <a:moveTo>
                  <a:pt x="6431987" y="40715"/>
                </a:moveTo>
                <a:lnTo>
                  <a:pt x="6411258" y="40715"/>
                </a:lnTo>
                <a:lnTo>
                  <a:pt x="6422786" y="49789"/>
                </a:lnTo>
                <a:lnTo>
                  <a:pt x="6424500" y="113452"/>
                </a:lnTo>
                <a:lnTo>
                  <a:pt x="6437272" y="113452"/>
                </a:lnTo>
                <a:lnTo>
                  <a:pt x="6437272" y="60631"/>
                </a:lnTo>
                <a:lnTo>
                  <a:pt x="6431987" y="40715"/>
                </a:lnTo>
                <a:close/>
              </a:path>
              <a:path w="6441440" h="830579">
                <a:moveTo>
                  <a:pt x="6419538" y="30378"/>
                </a:moveTo>
                <a:lnTo>
                  <a:pt x="6397151" y="30523"/>
                </a:lnTo>
                <a:lnTo>
                  <a:pt x="6384451" y="43313"/>
                </a:lnTo>
                <a:lnTo>
                  <a:pt x="6402662" y="43313"/>
                </a:lnTo>
                <a:lnTo>
                  <a:pt x="6411258" y="40715"/>
                </a:lnTo>
                <a:lnTo>
                  <a:pt x="6431987" y="40715"/>
                </a:lnTo>
                <a:lnTo>
                  <a:pt x="6431355" y="38334"/>
                </a:lnTo>
                <a:lnTo>
                  <a:pt x="6419538" y="30378"/>
                </a:lnTo>
                <a:close/>
              </a:path>
              <a:path w="6441440" h="830579">
                <a:moveTo>
                  <a:pt x="150469" y="231215"/>
                </a:moveTo>
                <a:lnTo>
                  <a:pt x="150469" y="342052"/>
                </a:lnTo>
                <a:lnTo>
                  <a:pt x="163891" y="342052"/>
                </a:lnTo>
                <a:lnTo>
                  <a:pt x="163891" y="301570"/>
                </a:lnTo>
                <a:lnTo>
                  <a:pt x="161293" y="301570"/>
                </a:lnTo>
                <a:lnTo>
                  <a:pt x="161293" y="289664"/>
                </a:lnTo>
                <a:lnTo>
                  <a:pt x="163891" y="289363"/>
                </a:lnTo>
                <a:lnTo>
                  <a:pt x="163891" y="243230"/>
                </a:lnTo>
                <a:lnTo>
                  <a:pt x="218912" y="243230"/>
                </a:lnTo>
                <a:lnTo>
                  <a:pt x="203723" y="232785"/>
                </a:lnTo>
                <a:lnTo>
                  <a:pt x="150469" y="231215"/>
                </a:lnTo>
                <a:close/>
              </a:path>
              <a:path w="6441440" h="830579">
                <a:moveTo>
                  <a:pt x="163891" y="289363"/>
                </a:moveTo>
                <a:lnTo>
                  <a:pt x="161293" y="289664"/>
                </a:lnTo>
                <a:lnTo>
                  <a:pt x="161293" y="301570"/>
                </a:lnTo>
                <a:lnTo>
                  <a:pt x="163891" y="301570"/>
                </a:lnTo>
                <a:lnTo>
                  <a:pt x="163891" y="289363"/>
                </a:lnTo>
                <a:close/>
              </a:path>
              <a:path w="6441440" h="830579">
                <a:moveTo>
                  <a:pt x="218912" y="243230"/>
                </a:moveTo>
                <a:lnTo>
                  <a:pt x="167582" y="243230"/>
                </a:lnTo>
                <a:lnTo>
                  <a:pt x="198347" y="244132"/>
                </a:lnTo>
                <a:lnTo>
                  <a:pt x="211552" y="257878"/>
                </a:lnTo>
                <a:lnTo>
                  <a:pt x="205653" y="284523"/>
                </a:lnTo>
                <a:lnTo>
                  <a:pt x="163891" y="289363"/>
                </a:lnTo>
                <a:lnTo>
                  <a:pt x="163891" y="301570"/>
                </a:lnTo>
                <a:lnTo>
                  <a:pt x="196759" y="301570"/>
                </a:lnTo>
                <a:lnTo>
                  <a:pt x="214871" y="293687"/>
                </a:lnTo>
                <a:lnTo>
                  <a:pt x="225587" y="272815"/>
                </a:lnTo>
                <a:lnTo>
                  <a:pt x="218912" y="243230"/>
                </a:lnTo>
                <a:close/>
              </a:path>
              <a:path w="6441440" h="830579">
                <a:moveTo>
                  <a:pt x="257815" y="258924"/>
                </a:moveTo>
                <a:lnTo>
                  <a:pt x="245476" y="258924"/>
                </a:lnTo>
                <a:lnTo>
                  <a:pt x="245476" y="342052"/>
                </a:lnTo>
                <a:lnTo>
                  <a:pt x="258248" y="342052"/>
                </a:lnTo>
                <a:lnTo>
                  <a:pt x="259150" y="282358"/>
                </a:lnTo>
                <a:lnTo>
                  <a:pt x="276789" y="271480"/>
                </a:lnTo>
                <a:lnTo>
                  <a:pt x="258681" y="271480"/>
                </a:lnTo>
                <a:lnTo>
                  <a:pt x="257815" y="258924"/>
                </a:lnTo>
                <a:close/>
              </a:path>
              <a:path w="6441440" h="830579">
                <a:moveTo>
                  <a:pt x="275350" y="257625"/>
                </a:moveTo>
                <a:lnTo>
                  <a:pt x="258681" y="271480"/>
                </a:lnTo>
                <a:lnTo>
                  <a:pt x="276789" y="271480"/>
                </a:lnTo>
                <a:lnTo>
                  <a:pt x="279246" y="269965"/>
                </a:lnTo>
                <a:lnTo>
                  <a:pt x="287039" y="257842"/>
                </a:lnTo>
                <a:lnTo>
                  <a:pt x="275350" y="257625"/>
                </a:lnTo>
                <a:close/>
              </a:path>
              <a:path w="6441440" h="830579">
                <a:moveTo>
                  <a:pt x="325915" y="257842"/>
                </a:moveTo>
                <a:lnTo>
                  <a:pt x="308038" y="266772"/>
                </a:lnTo>
                <a:lnTo>
                  <a:pt x="297322" y="284703"/>
                </a:lnTo>
                <a:lnTo>
                  <a:pt x="295753" y="309508"/>
                </a:lnTo>
                <a:lnTo>
                  <a:pt x="303636" y="329857"/>
                </a:lnTo>
                <a:lnTo>
                  <a:pt x="319331" y="341998"/>
                </a:lnTo>
                <a:lnTo>
                  <a:pt x="333420" y="343783"/>
                </a:lnTo>
                <a:lnTo>
                  <a:pt x="340924" y="343783"/>
                </a:lnTo>
                <a:lnTo>
                  <a:pt x="358784" y="334854"/>
                </a:lnTo>
                <a:lnTo>
                  <a:pt x="360311" y="332310"/>
                </a:lnTo>
                <a:lnTo>
                  <a:pt x="327719" y="332310"/>
                </a:lnTo>
                <a:lnTo>
                  <a:pt x="315668" y="325004"/>
                </a:lnTo>
                <a:lnTo>
                  <a:pt x="308525" y="295365"/>
                </a:lnTo>
                <a:lnTo>
                  <a:pt x="323029" y="270795"/>
                </a:lnTo>
                <a:lnTo>
                  <a:pt x="361905" y="270795"/>
                </a:lnTo>
                <a:lnTo>
                  <a:pt x="347491" y="259628"/>
                </a:lnTo>
                <a:lnTo>
                  <a:pt x="325915" y="257842"/>
                </a:lnTo>
                <a:close/>
              </a:path>
              <a:path w="6441440" h="830579">
                <a:moveTo>
                  <a:pt x="361905" y="270795"/>
                </a:moveTo>
                <a:lnTo>
                  <a:pt x="343811" y="270795"/>
                </a:lnTo>
                <a:lnTo>
                  <a:pt x="357431" y="290187"/>
                </a:lnTo>
                <a:lnTo>
                  <a:pt x="351171" y="325004"/>
                </a:lnTo>
                <a:lnTo>
                  <a:pt x="333420" y="332310"/>
                </a:lnTo>
                <a:lnTo>
                  <a:pt x="360311" y="332310"/>
                </a:lnTo>
                <a:lnTo>
                  <a:pt x="369499" y="317012"/>
                </a:lnTo>
                <a:lnTo>
                  <a:pt x="371087" y="292262"/>
                </a:lnTo>
                <a:lnTo>
                  <a:pt x="363185" y="271787"/>
                </a:lnTo>
                <a:lnTo>
                  <a:pt x="361905" y="270795"/>
                </a:lnTo>
                <a:close/>
              </a:path>
              <a:path w="6441440" h="830579">
                <a:moveTo>
                  <a:pt x="415622" y="226020"/>
                </a:moveTo>
                <a:lnTo>
                  <a:pt x="397330" y="238720"/>
                </a:lnTo>
                <a:lnTo>
                  <a:pt x="396212" y="342052"/>
                </a:lnTo>
                <a:lnTo>
                  <a:pt x="408984" y="342052"/>
                </a:lnTo>
                <a:lnTo>
                  <a:pt x="409904" y="243248"/>
                </a:lnTo>
                <a:lnTo>
                  <a:pt x="420890" y="237926"/>
                </a:lnTo>
                <a:lnTo>
                  <a:pt x="431714" y="228185"/>
                </a:lnTo>
                <a:lnTo>
                  <a:pt x="415622" y="226020"/>
                </a:lnTo>
                <a:close/>
              </a:path>
              <a:path w="6441440" h="830579">
                <a:moveTo>
                  <a:pt x="397111" y="258924"/>
                </a:moveTo>
                <a:lnTo>
                  <a:pt x="382790" y="258924"/>
                </a:lnTo>
                <a:lnTo>
                  <a:pt x="382790" y="269748"/>
                </a:lnTo>
                <a:lnTo>
                  <a:pt x="396994" y="269748"/>
                </a:lnTo>
                <a:lnTo>
                  <a:pt x="397111" y="258924"/>
                </a:lnTo>
                <a:close/>
              </a:path>
              <a:path w="6441440" h="830579">
                <a:moveTo>
                  <a:pt x="427601" y="258924"/>
                </a:moveTo>
                <a:lnTo>
                  <a:pt x="409758" y="258924"/>
                </a:lnTo>
                <a:lnTo>
                  <a:pt x="409657" y="269748"/>
                </a:lnTo>
                <a:lnTo>
                  <a:pt x="427601" y="269748"/>
                </a:lnTo>
                <a:lnTo>
                  <a:pt x="427601" y="258924"/>
                </a:lnTo>
                <a:close/>
              </a:path>
              <a:path w="6441440" h="830579">
                <a:moveTo>
                  <a:pt x="458273" y="258924"/>
                </a:moveTo>
                <a:lnTo>
                  <a:pt x="445501" y="258924"/>
                </a:lnTo>
                <a:lnTo>
                  <a:pt x="445501" y="342052"/>
                </a:lnTo>
                <a:lnTo>
                  <a:pt x="458273" y="342052"/>
                </a:lnTo>
                <a:lnTo>
                  <a:pt x="458273" y="258924"/>
                </a:lnTo>
                <a:close/>
              </a:path>
              <a:path w="6441440" h="830579">
                <a:moveTo>
                  <a:pt x="447359" y="228600"/>
                </a:moveTo>
                <a:lnTo>
                  <a:pt x="451995" y="245070"/>
                </a:lnTo>
                <a:lnTo>
                  <a:pt x="454485" y="245070"/>
                </a:lnTo>
                <a:lnTo>
                  <a:pt x="461087" y="234029"/>
                </a:lnTo>
                <a:lnTo>
                  <a:pt x="447359" y="228600"/>
                </a:lnTo>
                <a:close/>
              </a:path>
              <a:path w="6441440" h="830579">
                <a:moveTo>
                  <a:pt x="494438" y="231215"/>
                </a:moveTo>
                <a:lnTo>
                  <a:pt x="481666" y="231215"/>
                </a:lnTo>
                <a:lnTo>
                  <a:pt x="481666" y="342052"/>
                </a:lnTo>
                <a:lnTo>
                  <a:pt x="494438" y="342052"/>
                </a:lnTo>
                <a:lnTo>
                  <a:pt x="494438" y="231215"/>
                </a:lnTo>
                <a:close/>
              </a:path>
              <a:path w="6441440" h="830579">
                <a:moveTo>
                  <a:pt x="543881" y="257842"/>
                </a:moveTo>
                <a:lnTo>
                  <a:pt x="526093" y="267006"/>
                </a:lnTo>
                <a:lnTo>
                  <a:pt x="515486" y="285118"/>
                </a:lnTo>
                <a:lnTo>
                  <a:pt x="513935" y="309652"/>
                </a:lnTo>
                <a:lnTo>
                  <a:pt x="521728" y="329929"/>
                </a:lnTo>
                <a:lnTo>
                  <a:pt x="537765" y="342016"/>
                </a:lnTo>
                <a:lnTo>
                  <a:pt x="552684" y="343783"/>
                </a:lnTo>
                <a:lnTo>
                  <a:pt x="572402" y="339418"/>
                </a:lnTo>
                <a:lnTo>
                  <a:pt x="578129" y="332310"/>
                </a:lnTo>
                <a:lnTo>
                  <a:pt x="547525" y="332310"/>
                </a:lnTo>
                <a:lnTo>
                  <a:pt x="532155" y="323380"/>
                </a:lnTo>
                <a:lnTo>
                  <a:pt x="529891" y="304818"/>
                </a:lnTo>
                <a:lnTo>
                  <a:pt x="523027" y="304818"/>
                </a:lnTo>
                <a:lnTo>
                  <a:pt x="523027" y="293777"/>
                </a:lnTo>
                <a:lnTo>
                  <a:pt x="528544" y="293777"/>
                </a:lnTo>
                <a:lnTo>
                  <a:pt x="527699" y="286850"/>
                </a:lnTo>
                <a:lnTo>
                  <a:pt x="546298" y="269315"/>
                </a:lnTo>
                <a:lnTo>
                  <a:pt x="575848" y="269315"/>
                </a:lnTo>
                <a:lnTo>
                  <a:pt x="572275" y="263795"/>
                </a:lnTo>
                <a:lnTo>
                  <a:pt x="543881" y="257842"/>
                </a:lnTo>
                <a:close/>
              </a:path>
              <a:path w="6441440" h="830579">
                <a:moveTo>
                  <a:pt x="573466" y="319322"/>
                </a:moveTo>
                <a:lnTo>
                  <a:pt x="572383" y="322208"/>
                </a:lnTo>
                <a:lnTo>
                  <a:pt x="547525" y="332310"/>
                </a:lnTo>
                <a:lnTo>
                  <a:pt x="578129" y="332310"/>
                </a:lnTo>
                <a:lnTo>
                  <a:pt x="585805" y="322785"/>
                </a:lnTo>
                <a:lnTo>
                  <a:pt x="573466" y="319322"/>
                </a:lnTo>
                <a:close/>
              </a:path>
              <a:path w="6441440" h="830579">
                <a:moveTo>
                  <a:pt x="528544" y="293777"/>
                </a:moveTo>
                <a:lnTo>
                  <a:pt x="523027" y="293777"/>
                </a:lnTo>
                <a:lnTo>
                  <a:pt x="523027" y="304818"/>
                </a:lnTo>
                <a:lnTo>
                  <a:pt x="529891" y="304818"/>
                </a:lnTo>
                <a:lnTo>
                  <a:pt x="528544" y="293777"/>
                </a:lnTo>
                <a:close/>
              </a:path>
              <a:path w="6441440" h="830579">
                <a:moveTo>
                  <a:pt x="575848" y="269315"/>
                </a:moveTo>
                <a:lnTo>
                  <a:pt x="546298" y="269315"/>
                </a:lnTo>
                <a:lnTo>
                  <a:pt x="566827" y="274637"/>
                </a:lnTo>
                <a:lnTo>
                  <a:pt x="574115" y="293777"/>
                </a:lnTo>
                <a:lnTo>
                  <a:pt x="528544" y="293777"/>
                </a:lnTo>
                <a:lnTo>
                  <a:pt x="529891" y="304818"/>
                </a:lnTo>
                <a:lnTo>
                  <a:pt x="587104" y="304818"/>
                </a:lnTo>
                <a:lnTo>
                  <a:pt x="586166" y="286850"/>
                </a:lnTo>
                <a:lnTo>
                  <a:pt x="586076" y="285118"/>
                </a:lnTo>
                <a:lnTo>
                  <a:pt x="575848" y="269315"/>
                </a:lnTo>
                <a:close/>
              </a:path>
              <a:path w="6441440" h="830579">
                <a:moveTo>
                  <a:pt x="625583" y="326898"/>
                </a:moveTo>
                <a:lnTo>
                  <a:pt x="611728" y="326898"/>
                </a:lnTo>
                <a:lnTo>
                  <a:pt x="605017" y="369111"/>
                </a:lnTo>
                <a:lnTo>
                  <a:pt x="614759" y="369111"/>
                </a:lnTo>
                <a:lnTo>
                  <a:pt x="625583" y="326898"/>
                </a:lnTo>
                <a:close/>
              </a:path>
              <a:path w="6441440" h="830579">
                <a:moveTo>
                  <a:pt x="710527" y="239008"/>
                </a:moveTo>
                <a:lnTo>
                  <a:pt x="697755" y="239008"/>
                </a:lnTo>
                <a:lnTo>
                  <a:pt x="697755" y="321703"/>
                </a:lnTo>
                <a:lnTo>
                  <a:pt x="703383" y="336892"/>
                </a:lnTo>
                <a:lnTo>
                  <a:pt x="724616" y="342954"/>
                </a:lnTo>
                <a:lnTo>
                  <a:pt x="710527" y="239008"/>
                </a:lnTo>
                <a:close/>
              </a:path>
              <a:path w="6441440" h="830579">
                <a:moveTo>
                  <a:pt x="697755" y="258924"/>
                </a:moveTo>
                <a:lnTo>
                  <a:pt x="685199" y="258924"/>
                </a:lnTo>
                <a:lnTo>
                  <a:pt x="685199" y="269748"/>
                </a:lnTo>
                <a:lnTo>
                  <a:pt x="697755" y="269748"/>
                </a:lnTo>
                <a:lnTo>
                  <a:pt x="697755" y="258924"/>
                </a:lnTo>
                <a:close/>
              </a:path>
              <a:path w="6441440" h="830579">
                <a:moveTo>
                  <a:pt x="728278" y="258924"/>
                </a:moveTo>
                <a:lnTo>
                  <a:pt x="713227" y="258924"/>
                </a:lnTo>
                <a:lnTo>
                  <a:pt x="714694" y="269748"/>
                </a:lnTo>
                <a:lnTo>
                  <a:pt x="728278" y="269748"/>
                </a:lnTo>
                <a:lnTo>
                  <a:pt x="728278" y="258924"/>
                </a:lnTo>
                <a:close/>
              </a:path>
              <a:path w="6441440" h="830579">
                <a:moveTo>
                  <a:pt x="762049" y="231215"/>
                </a:moveTo>
                <a:lnTo>
                  <a:pt x="749277" y="231215"/>
                </a:lnTo>
                <a:lnTo>
                  <a:pt x="749277" y="342052"/>
                </a:lnTo>
                <a:lnTo>
                  <a:pt x="762049" y="342052"/>
                </a:lnTo>
                <a:lnTo>
                  <a:pt x="762049" y="292045"/>
                </a:lnTo>
                <a:lnTo>
                  <a:pt x="766775" y="276315"/>
                </a:lnTo>
                <a:lnTo>
                  <a:pt x="781342" y="271913"/>
                </a:lnTo>
                <a:lnTo>
                  <a:pt x="763131" y="271913"/>
                </a:lnTo>
                <a:lnTo>
                  <a:pt x="762049" y="231215"/>
                </a:lnTo>
                <a:close/>
              </a:path>
              <a:path w="6441440" h="830579">
                <a:moveTo>
                  <a:pt x="810666" y="269315"/>
                </a:moveTo>
                <a:lnTo>
                  <a:pt x="789938" y="269315"/>
                </a:lnTo>
                <a:lnTo>
                  <a:pt x="801466" y="278389"/>
                </a:lnTo>
                <a:lnTo>
                  <a:pt x="803179" y="342052"/>
                </a:lnTo>
                <a:lnTo>
                  <a:pt x="815952" y="342052"/>
                </a:lnTo>
                <a:lnTo>
                  <a:pt x="815952" y="289231"/>
                </a:lnTo>
                <a:lnTo>
                  <a:pt x="810666" y="269315"/>
                </a:lnTo>
                <a:close/>
              </a:path>
              <a:path w="6441440" h="830579">
                <a:moveTo>
                  <a:pt x="798219" y="258979"/>
                </a:moveTo>
                <a:lnTo>
                  <a:pt x="775831" y="259123"/>
                </a:lnTo>
                <a:lnTo>
                  <a:pt x="763131" y="271913"/>
                </a:lnTo>
                <a:lnTo>
                  <a:pt x="781342" y="271913"/>
                </a:lnTo>
                <a:lnTo>
                  <a:pt x="789938" y="269315"/>
                </a:lnTo>
                <a:lnTo>
                  <a:pt x="810666" y="269315"/>
                </a:lnTo>
                <a:lnTo>
                  <a:pt x="810035" y="266934"/>
                </a:lnTo>
                <a:lnTo>
                  <a:pt x="798219" y="258979"/>
                </a:lnTo>
                <a:close/>
              </a:path>
              <a:path w="6441440" h="830579">
                <a:moveTo>
                  <a:pt x="865367" y="257842"/>
                </a:moveTo>
                <a:lnTo>
                  <a:pt x="847580" y="267006"/>
                </a:lnTo>
                <a:lnTo>
                  <a:pt x="836972" y="285118"/>
                </a:lnTo>
                <a:lnTo>
                  <a:pt x="835421" y="309652"/>
                </a:lnTo>
                <a:lnTo>
                  <a:pt x="843214" y="329929"/>
                </a:lnTo>
                <a:lnTo>
                  <a:pt x="859252" y="342016"/>
                </a:lnTo>
                <a:lnTo>
                  <a:pt x="874170" y="343783"/>
                </a:lnTo>
                <a:lnTo>
                  <a:pt x="893888" y="339418"/>
                </a:lnTo>
                <a:lnTo>
                  <a:pt x="899616" y="332310"/>
                </a:lnTo>
                <a:lnTo>
                  <a:pt x="869011" y="332310"/>
                </a:lnTo>
                <a:lnTo>
                  <a:pt x="853641" y="323380"/>
                </a:lnTo>
                <a:lnTo>
                  <a:pt x="851377" y="304818"/>
                </a:lnTo>
                <a:lnTo>
                  <a:pt x="844513" y="304818"/>
                </a:lnTo>
                <a:lnTo>
                  <a:pt x="844513" y="293777"/>
                </a:lnTo>
                <a:lnTo>
                  <a:pt x="850030" y="293777"/>
                </a:lnTo>
                <a:lnTo>
                  <a:pt x="849185" y="286850"/>
                </a:lnTo>
                <a:lnTo>
                  <a:pt x="867784" y="269315"/>
                </a:lnTo>
                <a:lnTo>
                  <a:pt x="897334" y="269315"/>
                </a:lnTo>
                <a:lnTo>
                  <a:pt x="893762" y="263795"/>
                </a:lnTo>
                <a:lnTo>
                  <a:pt x="865367" y="257842"/>
                </a:lnTo>
                <a:close/>
              </a:path>
              <a:path w="6441440" h="830579">
                <a:moveTo>
                  <a:pt x="894952" y="319322"/>
                </a:moveTo>
                <a:lnTo>
                  <a:pt x="893870" y="322208"/>
                </a:lnTo>
                <a:lnTo>
                  <a:pt x="869011" y="332310"/>
                </a:lnTo>
                <a:lnTo>
                  <a:pt x="899616" y="332310"/>
                </a:lnTo>
                <a:lnTo>
                  <a:pt x="907292" y="322785"/>
                </a:lnTo>
                <a:lnTo>
                  <a:pt x="894952" y="319322"/>
                </a:lnTo>
                <a:close/>
              </a:path>
              <a:path w="6441440" h="830579">
                <a:moveTo>
                  <a:pt x="850030" y="293777"/>
                </a:moveTo>
                <a:lnTo>
                  <a:pt x="844513" y="293777"/>
                </a:lnTo>
                <a:lnTo>
                  <a:pt x="844513" y="304818"/>
                </a:lnTo>
                <a:lnTo>
                  <a:pt x="851377" y="304818"/>
                </a:lnTo>
                <a:lnTo>
                  <a:pt x="850030" y="293777"/>
                </a:lnTo>
                <a:close/>
              </a:path>
              <a:path w="6441440" h="830579">
                <a:moveTo>
                  <a:pt x="897334" y="269315"/>
                </a:moveTo>
                <a:lnTo>
                  <a:pt x="867784" y="269315"/>
                </a:lnTo>
                <a:lnTo>
                  <a:pt x="888314" y="274637"/>
                </a:lnTo>
                <a:lnTo>
                  <a:pt x="895602" y="293777"/>
                </a:lnTo>
                <a:lnTo>
                  <a:pt x="850030" y="293777"/>
                </a:lnTo>
                <a:lnTo>
                  <a:pt x="851377" y="304818"/>
                </a:lnTo>
                <a:lnTo>
                  <a:pt x="908590" y="304818"/>
                </a:lnTo>
                <a:lnTo>
                  <a:pt x="907653" y="286850"/>
                </a:lnTo>
                <a:lnTo>
                  <a:pt x="907562" y="285118"/>
                </a:lnTo>
                <a:lnTo>
                  <a:pt x="897334" y="269315"/>
                </a:lnTo>
                <a:close/>
              </a:path>
              <a:path w="6441440" h="830579">
                <a:moveTo>
                  <a:pt x="983672" y="258924"/>
                </a:moveTo>
                <a:lnTo>
                  <a:pt x="970899" y="258924"/>
                </a:lnTo>
                <a:lnTo>
                  <a:pt x="972003" y="321775"/>
                </a:lnTo>
                <a:lnTo>
                  <a:pt x="972054" y="324679"/>
                </a:lnTo>
                <a:lnTo>
                  <a:pt x="987979" y="342052"/>
                </a:lnTo>
                <a:lnTo>
                  <a:pt x="984382" y="342052"/>
                </a:lnTo>
                <a:lnTo>
                  <a:pt x="1009216" y="341673"/>
                </a:lnTo>
                <a:lnTo>
                  <a:pt x="1019707" y="330795"/>
                </a:lnTo>
                <a:lnTo>
                  <a:pt x="996552" y="330795"/>
                </a:lnTo>
                <a:lnTo>
                  <a:pt x="985367" y="321775"/>
                </a:lnTo>
                <a:lnTo>
                  <a:pt x="983672" y="258924"/>
                </a:lnTo>
                <a:close/>
              </a:path>
              <a:path w="6441440" h="830579">
                <a:moveTo>
                  <a:pt x="1036059" y="327981"/>
                </a:moveTo>
                <a:lnTo>
                  <a:pt x="1022421" y="327981"/>
                </a:lnTo>
                <a:lnTo>
                  <a:pt x="1023264" y="341673"/>
                </a:lnTo>
                <a:lnTo>
                  <a:pt x="1023287" y="342052"/>
                </a:lnTo>
                <a:lnTo>
                  <a:pt x="1036059" y="342052"/>
                </a:lnTo>
                <a:lnTo>
                  <a:pt x="1036059" y="327981"/>
                </a:lnTo>
                <a:close/>
              </a:path>
              <a:path w="6441440" h="830579">
                <a:moveTo>
                  <a:pt x="1036059" y="258924"/>
                </a:moveTo>
                <a:lnTo>
                  <a:pt x="1023287" y="258924"/>
                </a:lnTo>
                <a:lnTo>
                  <a:pt x="1023287" y="308065"/>
                </a:lnTo>
                <a:lnTo>
                  <a:pt x="1017641" y="324246"/>
                </a:lnTo>
                <a:lnTo>
                  <a:pt x="996552" y="330795"/>
                </a:lnTo>
                <a:lnTo>
                  <a:pt x="1019707" y="330795"/>
                </a:lnTo>
                <a:lnTo>
                  <a:pt x="1022421" y="327981"/>
                </a:lnTo>
                <a:lnTo>
                  <a:pt x="1036059" y="327981"/>
                </a:lnTo>
                <a:lnTo>
                  <a:pt x="1036059" y="258924"/>
                </a:lnTo>
                <a:close/>
              </a:path>
              <a:path w="6441440" h="830579">
                <a:moveTo>
                  <a:pt x="1067895" y="319105"/>
                </a:moveTo>
                <a:lnTo>
                  <a:pt x="1055772" y="322136"/>
                </a:lnTo>
                <a:lnTo>
                  <a:pt x="1057251" y="329207"/>
                </a:lnTo>
                <a:lnTo>
                  <a:pt x="1071882" y="341943"/>
                </a:lnTo>
                <a:lnTo>
                  <a:pt x="1093836" y="343783"/>
                </a:lnTo>
                <a:lnTo>
                  <a:pt x="1113030" y="335413"/>
                </a:lnTo>
                <a:lnTo>
                  <a:pt x="1114253" y="331408"/>
                </a:lnTo>
                <a:lnTo>
                  <a:pt x="1077690" y="331408"/>
                </a:lnTo>
                <a:lnTo>
                  <a:pt x="1067895" y="319105"/>
                </a:lnTo>
                <a:close/>
              </a:path>
              <a:path w="6441440" h="830579">
                <a:moveTo>
                  <a:pt x="1088893" y="257842"/>
                </a:moveTo>
                <a:lnTo>
                  <a:pt x="1064990" y="265816"/>
                </a:lnTo>
                <a:lnTo>
                  <a:pt x="1058370" y="287608"/>
                </a:lnTo>
                <a:lnTo>
                  <a:pt x="1067245" y="300001"/>
                </a:lnTo>
                <a:lnTo>
                  <a:pt x="1101593" y="310302"/>
                </a:lnTo>
                <a:lnTo>
                  <a:pt x="1106644" y="323110"/>
                </a:lnTo>
                <a:lnTo>
                  <a:pt x="1097841" y="331264"/>
                </a:lnTo>
                <a:lnTo>
                  <a:pt x="1077690" y="331408"/>
                </a:lnTo>
                <a:lnTo>
                  <a:pt x="1114253" y="331408"/>
                </a:lnTo>
                <a:lnTo>
                  <a:pt x="1119849" y="313080"/>
                </a:lnTo>
                <a:lnTo>
                  <a:pt x="1110739" y="300939"/>
                </a:lnTo>
                <a:lnTo>
                  <a:pt x="1072297" y="286904"/>
                </a:lnTo>
                <a:lnTo>
                  <a:pt x="1072698" y="277541"/>
                </a:lnTo>
                <a:lnTo>
                  <a:pt x="1072820" y="274709"/>
                </a:lnTo>
                <a:lnTo>
                  <a:pt x="1092609" y="268882"/>
                </a:lnTo>
                <a:lnTo>
                  <a:pt x="1113426" y="268882"/>
                </a:lnTo>
                <a:lnTo>
                  <a:pt x="1103578" y="259646"/>
                </a:lnTo>
                <a:lnTo>
                  <a:pt x="1088893" y="257842"/>
                </a:lnTo>
                <a:close/>
              </a:path>
              <a:path w="6441440" h="830579">
                <a:moveTo>
                  <a:pt x="1113426" y="268882"/>
                </a:moveTo>
                <a:lnTo>
                  <a:pt x="1092609" y="268882"/>
                </a:lnTo>
                <a:lnTo>
                  <a:pt x="1106861" y="280789"/>
                </a:lnTo>
                <a:lnTo>
                  <a:pt x="1118334" y="277541"/>
                </a:lnTo>
                <a:lnTo>
                  <a:pt x="1116350" y="271624"/>
                </a:lnTo>
                <a:lnTo>
                  <a:pt x="1113426" y="268882"/>
                </a:lnTo>
                <a:close/>
              </a:path>
              <a:path w="6441440" h="830579">
                <a:moveTo>
                  <a:pt x="1165125" y="257842"/>
                </a:moveTo>
                <a:lnTo>
                  <a:pt x="1147337" y="267006"/>
                </a:lnTo>
                <a:lnTo>
                  <a:pt x="1136730" y="285118"/>
                </a:lnTo>
                <a:lnTo>
                  <a:pt x="1135179" y="309652"/>
                </a:lnTo>
                <a:lnTo>
                  <a:pt x="1142972" y="329929"/>
                </a:lnTo>
                <a:lnTo>
                  <a:pt x="1159009" y="342016"/>
                </a:lnTo>
                <a:lnTo>
                  <a:pt x="1173928" y="343783"/>
                </a:lnTo>
                <a:lnTo>
                  <a:pt x="1193646" y="339418"/>
                </a:lnTo>
                <a:lnTo>
                  <a:pt x="1199373" y="332310"/>
                </a:lnTo>
                <a:lnTo>
                  <a:pt x="1168769" y="332310"/>
                </a:lnTo>
                <a:lnTo>
                  <a:pt x="1153399" y="323380"/>
                </a:lnTo>
                <a:lnTo>
                  <a:pt x="1151135" y="304818"/>
                </a:lnTo>
                <a:lnTo>
                  <a:pt x="1144271" y="304818"/>
                </a:lnTo>
                <a:lnTo>
                  <a:pt x="1144271" y="293777"/>
                </a:lnTo>
                <a:lnTo>
                  <a:pt x="1149788" y="293777"/>
                </a:lnTo>
                <a:lnTo>
                  <a:pt x="1148943" y="286850"/>
                </a:lnTo>
                <a:lnTo>
                  <a:pt x="1167542" y="269315"/>
                </a:lnTo>
                <a:lnTo>
                  <a:pt x="1197092" y="269315"/>
                </a:lnTo>
                <a:lnTo>
                  <a:pt x="1193519" y="263795"/>
                </a:lnTo>
                <a:lnTo>
                  <a:pt x="1165125" y="257842"/>
                </a:lnTo>
                <a:close/>
              </a:path>
              <a:path w="6441440" h="830579">
                <a:moveTo>
                  <a:pt x="1194710" y="319322"/>
                </a:moveTo>
                <a:lnTo>
                  <a:pt x="1193628" y="322208"/>
                </a:lnTo>
                <a:lnTo>
                  <a:pt x="1168769" y="332310"/>
                </a:lnTo>
                <a:lnTo>
                  <a:pt x="1199373" y="332310"/>
                </a:lnTo>
                <a:lnTo>
                  <a:pt x="1207049" y="322785"/>
                </a:lnTo>
                <a:lnTo>
                  <a:pt x="1194710" y="319322"/>
                </a:lnTo>
                <a:close/>
              </a:path>
              <a:path w="6441440" h="830579">
                <a:moveTo>
                  <a:pt x="1149788" y="293777"/>
                </a:moveTo>
                <a:lnTo>
                  <a:pt x="1144271" y="293777"/>
                </a:lnTo>
                <a:lnTo>
                  <a:pt x="1144271" y="304818"/>
                </a:lnTo>
                <a:lnTo>
                  <a:pt x="1151135" y="304818"/>
                </a:lnTo>
                <a:lnTo>
                  <a:pt x="1149788" y="293777"/>
                </a:lnTo>
                <a:close/>
              </a:path>
              <a:path w="6441440" h="830579">
                <a:moveTo>
                  <a:pt x="1197092" y="269315"/>
                </a:moveTo>
                <a:lnTo>
                  <a:pt x="1167542" y="269315"/>
                </a:lnTo>
                <a:lnTo>
                  <a:pt x="1188071" y="274637"/>
                </a:lnTo>
                <a:lnTo>
                  <a:pt x="1195359" y="293777"/>
                </a:lnTo>
                <a:lnTo>
                  <a:pt x="1149788" y="293777"/>
                </a:lnTo>
                <a:lnTo>
                  <a:pt x="1151135" y="304818"/>
                </a:lnTo>
                <a:lnTo>
                  <a:pt x="1208348" y="304818"/>
                </a:lnTo>
                <a:lnTo>
                  <a:pt x="1207410" y="286850"/>
                </a:lnTo>
                <a:lnTo>
                  <a:pt x="1207320" y="285118"/>
                </a:lnTo>
                <a:lnTo>
                  <a:pt x="1197092" y="269315"/>
                </a:lnTo>
                <a:close/>
              </a:path>
              <a:path w="6441440" h="830579">
                <a:moveTo>
                  <a:pt x="1240116" y="258924"/>
                </a:moveTo>
                <a:lnTo>
                  <a:pt x="1227777" y="258924"/>
                </a:lnTo>
                <a:lnTo>
                  <a:pt x="1227777" y="342052"/>
                </a:lnTo>
                <a:lnTo>
                  <a:pt x="1240549" y="342052"/>
                </a:lnTo>
                <a:lnTo>
                  <a:pt x="1241451" y="282358"/>
                </a:lnTo>
                <a:lnTo>
                  <a:pt x="1259090" y="271480"/>
                </a:lnTo>
                <a:lnTo>
                  <a:pt x="1240982" y="271480"/>
                </a:lnTo>
                <a:lnTo>
                  <a:pt x="1240116" y="258924"/>
                </a:lnTo>
                <a:close/>
              </a:path>
              <a:path w="6441440" h="830579">
                <a:moveTo>
                  <a:pt x="1257651" y="257625"/>
                </a:moveTo>
                <a:lnTo>
                  <a:pt x="1240982" y="271480"/>
                </a:lnTo>
                <a:lnTo>
                  <a:pt x="1259090" y="271480"/>
                </a:lnTo>
                <a:lnTo>
                  <a:pt x="1261547" y="269965"/>
                </a:lnTo>
                <a:lnTo>
                  <a:pt x="1269340" y="257842"/>
                </a:lnTo>
                <a:lnTo>
                  <a:pt x="1257651" y="257625"/>
                </a:lnTo>
                <a:close/>
              </a:path>
              <a:path w="6441440" h="830579">
                <a:moveTo>
                  <a:pt x="1334288" y="258924"/>
                </a:moveTo>
                <a:lnTo>
                  <a:pt x="1320866" y="258924"/>
                </a:lnTo>
                <a:lnTo>
                  <a:pt x="1346194" y="342052"/>
                </a:lnTo>
                <a:lnTo>
                  <a:pt x="1358750" y="342052"/>
                </a:lnTo>
                <a:lnTo>
                  <a:pt x="1364297" y="322569"/>
                </a:lnTo>
                <a:lnTo>
                  <a:pt x="1353121" y="322569"/>
                </a:lnTo>
                <a:lnTo>
                  <a:pt x="1334288" y="258924"/>
                </a:lnTo>
                <a:close/>
              </a:path>
              <a:path w="6441440" h="830579">
                <a:moveTo>
                  <a:pt x="1390100" y="278191"/>
                </a:moveTo>
                <a:lnTo>
                  <a:pt x="1376934" y="278191"/>
                </a:lnTo>
                <a:lnTo>
                  <a:pt x="1396417" y="342052"/>
                </a:lnTo>
                <a:lnTo>
                  <a:pt x="1408972" y="342052"/>
                </a:lnTo>
                <a:lnTo>
                  <a:pt x="1414909" y="322569"/>
                </a:lnTo>
                <a:lnTo>
                  <a:pt x="1414975" y="322352"/>
                </a:lnTo>
                <a:lnTo>
                  <a:pt x="1402911" y="322352"/>
                </a:lnTo>
                <a:lnTo>
                  <a:pt x="1390100" y="278191"/>
                </a:lnTo>
                <a:close/>
              </a:path>
              <a:path w="6441440" h="830579">
                <a:moveTo>
                  <a:pt x="1384511" y="258924"/>
                </a:moveTo>
                <a:lnTo>
                  <a:pt x="1370872" y="258924"/>
                </a:lnTo>
                <a:lnTo>
                  <a:pt x="1353182" y="322352"/>
                </a:lnTo>
                <a:lnTo>
                  <a:pt x="1353121" y="322569"/>
                </a:lnTo>
                <a:lnTo>
                  <a:pt x="1364297" y="322569"/>
                </a:lnTo>
                <a:lnTo>
                  <a:pt x="1376934" y="278191"/>
                </a:lnTo>
                <a:lnTo>
                  <a:pt x="1390100" y="278191"/>
                </a:lnTo>
                <a:lnTo>
                  <a:pt x="1384511" y="258924"/>
                </a:lnTo>
                <a:close/>
              </a:path>
              <a:path w="6441440" h="830579">
                <a:moveTo>
                  <a:pt x="1434300" y="258924"/>
                </a:moveTo>
                <a:lnTo>
                  <a:pt x="1420879" y="258924"/>
                </a:lnTo>
                <a:lnTo>
                  <a:pt x="1402911" y="322352"/>
                </a:lnTo>
                <a:lnTo>
                  <a:pt x="1414975" y="322352"/>
                </a:lnTo>
                <a:lnTo>
                  <a:pt x="1434300" y="258924"/>
                </a:lnTo>
                <a:close/>
              </a:path>
              <a:path w="6441440" h="830579">
                <a:moveTo>
                  <a:pt x="1463958" y="258924"/>
                </a:moveTo>
                <a:lnTo>
                  <a:pt x="1451186" y="258924"/>
                </a:lnTo>
                <a:lnTo>
                  <a:pt x="1451186" y="342052"/>
                </a:lnTo>
                <a:lnTo>
                  <a:pt x="1463958" y="342052"/>
                </a:lnTo>
                <a:lnTo>
                  <a:pt x="1463958" y="258924"/>
                </a:lnTo>
                <a:close/>
              </a:path>
              <a:path w="6441440" h="830579">
                <a:moveTo>
                  <a:pt x="1453044" y="228600"/>
                </a:moveTo>
                <a:lnTo>
                  <a:pt x="1457680" y="245070"/>
                </a:lnTo>
                <a:lnTo>
                  <a:pt x="1460169" y="245070"/>
                </a:lnTo>
                <a:lnTo>
                  <a:pt x="1466772" y="234029"/>
                </a:lnTo>
                <a:lnTo>
                  <a:pt x="1453044" y="228600"/>
                </a:lnTo>
                <a:close/>
              </a:path>
              <a:path w="6441440" h="830579">
                <a:moveTo>
                  <a:pt x="1500123" y="231215"/>
                </a:moveTo>
                <a:lnTo>
                  <a:pt x="1487351" y="231215"/>
                </a:lnTo>
                <a:lnTo>
                  <a:pt x="1487351" y="342052"/>
                </a:lnTo>
                <a:lnTo>
                  <a:pt x="1500123" y="342052"/>
                </a:lnTo>
                <a:lnTo>
                  <a:pt x="1500123" y="231215"/>
                </a:lnTo>
                <a:close/>
              </a:path>
              <a:path w="6441440" h="830579">
                <a:moveTo>
                  <a:pt x="1536288" y="231215"/>
                </a:moveTo>
                <a:lnTo>
                  <a:pt x="1523516" y="231215"/>
                </a:lnTo>
                <a:lnTo>
                  <a:pt x="1523516" y="342052"/>
                </a:lnTo>
                <a:lnTo>
                  <a:pt x="1536288" y="342052"/>
                </a:lnTo>
                <a:lnTo>
                  <a:pt x="1536288" y="231215"/>
                </a:lnTo>
                <a:close/>
              </a:path>
              <a:path w="6441440" h="830579">
                <a:moveTo>
                  <a:pt x="1615334" y="231215"/>
                </a:moveTo>
                <a:lnTo>
                  <a:pt x="1602561" y="231215"/>
                </a:lnTo>
                <a:lnTo>
                  <a:pt x="1602561" y="342052"/>
                </a:lnTo>
                <a:lnTo>
                  <a:pt x="1615334" y="342052"/>
                </a:lnTo>
                <a:lnTo>
                  <a:pt x="1615334" y="292045"/>
                </a:lnTo>
                <a:lnTo>
                  <a:pt x="1620060" y="276315"/>
                </a:lnTo>
                <a:lnTo>
                  <a:pt x="1634627" y="271913"/>
                </a:lnTo>
                <a:lnTo>
                  <a:pt x="1616416" y="271913"/>
                </a:lnTo>
                <a:lnTo>
                  <a:pt x="1615334" y="231215"/>
                </a:lnTo>
                <a:close/>
              </a:path>
              <a:path w="6441440" h="830579">
                <a:moveTo>
                  <a:pt x="1663951" y="269315"/>
                </a:moveTo>
                <a:lnTo>
                  <a:pt x="1643223" y="269315"/>
                </a:lnTo>
                <a:lnTo>
                  <a:pt x="1654751" y="278389"/>
                </a:lnTo>
                <a:lnTo>
                  <a:pt x="1656464" y="342052"/>
                </a:lnTo>
                <a:lnTo>
                  <a:pt x="1669236" y="342052"/>
                </a:lnTo>
                <a:lnTo>
                  <a:pt x="1669236" y="289231"/>
                </a:lnTo>
                <a:lnTo>
                  <a:pt x="1663951" y="269315"/>
                </a:lnTo>
                <a:close/>
              </a:path>
              <a:path w="6441440" h="830579">
                <a:moveTo>
                  <a:pt x="1651503" y="258979"/>
                </a:moveTo>
                <a:lnTo>
                  <a:pt x="1629116" y="259123"/>
                </a:lnTo>
                <a:lnTo>
                  <a:pt x="1616416" y="271913"/>
                </a:lnTo>
                <a:lnTo>
                  <a:pt x="1634627" y="271913"/>
                </a:lnTo>
                <a:lnTo>
                  <a:pt x="1643223" y="269315"/>
                </a:lnTo>
                <a:lnTo>
                  <a:pt x="1663951" y="269315"/>
                </a:lnTo>
                <a:lnTo>
                  <a:pt x="1663319" y="266934"/>
                </a:lnTo>
                <a:lnTo>
                  <a:pt x="1651503" y="258979"/>
                </a:lnTo>
                <a:close/>
              </a:path>
              <a:path w="6441440" h="830579">
                <a:moveTo>
                  <a:pt x="1749978" y="270434"/>
                </a:moveTo>
                <a:lnTo>
                  <a:pt x="1713979" y="270434"/>
                </a:lnTo>
                <a:lnTo>
                  <a:pt x="1735122" y="270578"/>
                </a:lnTo>
                <a:lnTo>
                  <a:pt x="1742392" y="285984"/>
                </a:lnTo>
                <a:lnTo>
                  <a:pt x="1689644" y="309833"/>
                </a:lnTo>
                <a:lnTo>
                  <a:pt x="1695020" y="336099"/>
                </a:lnTo>
                <a:lnTo>
                  <a:pt x="1717064" y="344000"/>
                </a:lnTo>
                <a:lnTo>
                  <a:pt x="1721899" y="344000"/>
                </a:lnTo>
                <a:lnTo>
                  <a:pt x="1740877" y="332599"/>
                </a:lnTo>
                <a:lnTo>
                  <a:pt x="1714026" y="332599"/>
                </a:lnTo>
                <a:lnTo>
                  <a:pt x="1701478" y="323543"/>
                </a:lnTo>
                <a:lnTo>
                  <a:pt x="1705743" y="309833"/>
                </a:lnTo>
                <a:lnTo>
                  <a:pt x="1705844" y="309508"/>
                </a:lnTo>
                <a:lnTo>
                  <a:pt x="1755164" y="309508"/>
                </a:lnTo>
                <a:lnTo>
                  <a:pt x="1755164" y="280680"/>
                </a:lnTo>
                <a:lnTo>
                  <a:pt x="1750051" y="270578"/>
                </a:lnTo>
                <a:lnTo>
                  <a:pt x="1749978" y="270434"/>
                </a:lnTo>
                <a:close/>
              </a:path>
              <a:path w="6441440" h="830579">
                <a:moveTo>
                  <a:pt x="1755164" y="309508"/>
                </a:moveTo>
                <a:lnTo>
                  <a:pt x="1705844" y="309508"/>
                </a:lnTo>
                <a:lnTo>
                  <a:pt x="1742392" y="311961"/>
                </a:lnTo>
                <a:lnTo>
                  <a:pt x="1737918" y="325004"/>
                </a:lnTo>
                <a:lnTo>
                  <a:pt x="1718831" y="332599"/>
                </a:lnTo>
                <a:lnTo>
                  <a:pt x="1740877" y="332599"/>
                </a:lnTo>
                <a:lnTo>
                  <a:pt x="1742392" y="342052"/>
                </a:lnTo>
                <a:lnTo>
                  <a:pt x="1755164" y="342052"/>
                </a:lnTo>
                <a:lnTo>
                  <a:pt x="1755164" y="309508"/>
                </a:lnTo>
                <a:close/>
              </a:path>
              <a:path w="6441440" h="830579">
                <a:moveTo>
                  <a:pt x="1707359" y="260692"/>
                </a:moveTo>
                <a:lnTo>
                  <a:pt x="1691087" y="277325"/>
                </a:lnTo>
                <a:lnTo>
                  <a:pt x="1703210" y="281654"/>
                </a:lnTo>
                <a:lnTo>
                  <a:pt x="1713979" y="270434"/>
                </a:lnTo>
                <a:lnTo>
                  <a:pt x="1749978" y="270434"/>
                </a:lnTo>
                <a:lnTo>
                  <a:pt x="1747028" y="264607"/>
                </a:lnTo>
                <a:lnTo>
                  <a:pt x="1707359" y="260692"/>
                </a:lnTo>
                <a:close/>
              </a:path>
              <a:path w="6441440" h="830579">
                <a:moveTo>
                  <a:pt x="1782860" y="258924"/>
                </a:moveTo>
                <a:lnTo>
                  <a:pt x="1769005" y="258924"/>
                </a:lnTo>
                <a:lnTo>
                  <a:pt x="1799745" y="342052"/>
                </a:lnTo>
                <a:lnTo>
                  <a:pt x="1812734" y="342052"/>
                </a:lnTo>
                <a:lnTo>
                  <a:pt x="1818978" y="325166"/>
                </a:lnTo>
                <a:lnTo>
                  <a:pt x="1806672" y="325166"/>
                </a:lnTo>
                <a:lnTo>
                  <a:pt x="1782860" y="258924"/>
                </a:lnTo>
                <a:close/>
              </a:path>
              <a:path w="6441440" h="830579">
                <a:moveTo>
                  <a:pt x="1843474" y="258924"/>
                </a:moveTo>
                <a:lnTo>
                  <a:pt x="1829619" y="258924"/>
                </a:lnTo>
                <a:lnTo>
                  <a:pt x="1806672" y="325166"/>
                </a:lnTo>
                <a:lnTo>
                  <a:pt x="1818978" y="325166"/>
                </a:lnTo>
                <a:lnTo>
                  <a:pt x="1843474" y="258924"/>
                </a:lnTo>
                <a:close/>
              </a:path>
              <a:path w="6441440" h="830579">
                <a:moveTo>
                  <a:pt x="1883405" y="257842"/>
                </a:moveTo>
                <a:lnTo>
                  <a:pt x="1865617" y="267006"/>
                </a:lnTo>
                <a:lnTo>
                  <a:pt x="1855010" y="285118"/>
                </a:lnTo>
                <a:lnTo>
                  <a:pt x="1853459" y="309652"/>
                </a:lnTo>
                <a:lnTo>
                  <a:pt x="1861252" y="329929"/>
                </a:lnTo>
                <a:lnTo>
                  <a:pt x="1877289" y="342016"/>
                </a:lnTo>
                <a:lnTo>
                  <a:pt x="1892208" y="343783"/>
                </a:lnTo>
                <a:lnTo>
                  <a:pt x="1911926" y="339418"/>
                </a:lnTo>
                <a:lnTo>
                  <a:pt x="1917653" y="332310"/>
                </a:lnTo>
                <a:lnTo>
                  <a:pt x="1887049" y="332310"/>
                </a:lnTo>
                <a:lnTo>
                  <a:pt x="1871679" y="323380"/>
                </a:lnTo>
                <a:lnTo>
                  <a:pt x="1869415" y="304818"/>
                </a:lnTo>
                <a:lnTo>
                  <a:pt x="1862551" y="304818"/>
                </a:lnTo>
                <a:lnTo>
                  <a:pt x="1862551" y="293777"/>
                </a:lnTo>
                <a:lnTo>
                  <a:pt x="1868068" y="293777"/>
                </a:lnTo>
                <a:lnTo>
                  <a:pt x="1867223" y="286850"/>
                </a:lnTo>
                <a:lnTo>
                  <a:pt x="1885822" y="269315"/>
                </a:lnTo>
                <a:lnTo>
                  <a:pt x="1915372" y="269315"/>
                </a:lnTo>
                <a:lnTo>
                  <a:pt x="1911799" y="263795"/>
                </a:lnTo>
                <a:lnTo>
                  <a:pt x="1883405" y="257842"/>
                </a:lnTo>
                <a:close/>
              </a:path>
              <a:path w="6441440" h="830579">
                <a:moveTo>
                  <a:pt x="1912990" y="319322"/>
                </a:moveTo>
                <a:lnTo>
                  <a:pt x="1911908" y="322208"/>
                </a:lnTo>
                <a:lnTo>
                  <a:pt x="1887049" y="332310"/>
                </a:lnTo>
                <a:lnTo>
                  <a:pt x="1917653" y="332310"/>
                </a:lnTo>
                <a:lnTo>
                  <a:pt x="1925329" y="322785"/>
                </a:lnTo>
                <a:lnTo>
                  <a:pt x="1912990" y="319322"/>
                </a:lnTo>
                <a:close/>
              </a:path>
              <a:path w="6441440" h="830579">
                <a:moveTo>
                  <a:pt x="1868068" y="293777"/>
                </a:moveTo>
                <a:lnTo>
                  <a:pt x="1862551" y="293777"/>
                </a:lnTo>
                <a:lnTo>
                  <a:pt x="1862551" y="304818"/>
                </a:lnTo>
                <a:lnTo>
                  <a:pt x="1869415" y="304818"/>
                </a:lnTo>
                <a:lnTo>
                  <a:pt x="1868068" y="293777"/>
                </a:lnTo>
                <a:close/>
              </a:path>
              <a:path w="6441440" h="830579">
                <a:moveTo>
                  <a:pt x="1915372" y="269315"/>
                </a:moveTo>
                <a:lnTo>
                  <a:pt x="1885822" y="269315"/>
                </a:lnTo>
                <a:lnTo>
                  <a:pt x="1906351" y="274637"/>
                </a:lnTo>
                <a:lnTo>
                  <a:pt x="1913639" y="293777"/>
                </a:lnTo>
                <a:lnTo>
                  <a:pt x="1868068" y="293777"/>
                </a:lnTo>
                <a:lnTo>
                  <a:pt x="1869415" y="304818"/>
                </a:lnTo>
                <a:lnTo>
                  <a:pt x="1926628" y="304818"/>
                </a:lnTo>
                <a:lnTo>
                  <a:pt x="1925690" y="286850"/>
                </a:lnTo>
                <a:lnTo>
                  <a:pt x="1925600" y="285118"/>
                </a:lnTo>
                <a:lnTo>
                  <a:pt x="1915372" y="269315"/>
                </a:lnTo>
                <a:close/>
              </a:path>
              <a:path w="6441440" h="830579">
                <a:moveTo>
                  <a:pt x="2007338" y="239008"/>
                </a:moveTo>
                <a:lnTo>
                  <a:pt x="1994565" y="239008"/>
                </a:lnTo>
                <a:lnTo>
                  <a:pt x="1994565" y="321703"/>
                </a:lnTo>
                <a:lnTo>
                  <a:pt x="2000194" y="336892"/>
                </a:lnTo>
                <a:lnTo>
                  <a:pt x="2021427" y="342954"/>
                </a:lnTo>
                <a:lnTo>
                  <a:pt x="2007338" y="239008"/>
                </a:lnTo>
                <a:close/>
              </a:path>
              <a:path w="6441440" h="830579">
                <a:moveTo>
                  <a:pt x="1994565" y="258924"/>
                </a:moveTo>
                <a:lnTo>
                  <a:pt x="1982010" y="258924"/>
                </a:lnTo>
                <a:lnTo>
                  <a:pt x="1982010" y="269748"/>
                </a:lnTo>
                <a:lnTo>
                  <a:pt x="1994565" y="269748"/>
                </a:lnTo>
                <a:lnTo>
                  <a:pt x="1994565" y="258924"/>
                </a:lnTo>
                <a:close/>
              </a:path>
              <a:path w="6441440" h="830579">
                <a:moveTo>
                  <a:pt x="2025089" y="258924"/>
                </a:moveTo>
                <a:lnTo>
                  <a:pt x="2010037" y="258924"/>
                </a:lnTo>
                <a:lnTo>
                  <a:pt x="2011504" y="269748"/>
                </a:lnTo>
                <a:lnTo>
                  <a:pt x="2025089" y="269748"/>
                </a:lnTo>
                <a:lnTo>
                  <a:pt x="2025089" y="258924"/>
                </a:lnTo>
                <a:close/>
              </a:path>
              <a:path w="6441440" h="830579">
                <a:moveTo>
                  <a:pt x="2069674" y="257842"/>
                </a:moveTo>
                <a:lnTo>
                  <a:pt x="2051796" y="266772"/>
                </a:lnTo>
                <a:lnTo>
                  <a:pt x="2041081" y="284703"/>
                </a:lnTo>
                <a:lnTo>
                  <a:pt x="2039511" y="309508"/>
                </a:lnTo>
                <a:lnTo>
                  <a:pt x="2047395" y="329857"/>
                </a:lnTo>
                <a:lnTo>
                  <a:pt x="2063089" y="341998"/>
                </a:lnTo>
                <a:lnTo>
                  <a:pt x="2077178" y="343783"/>
                </a:lnTo>
                <a:lnTo>
                  <a:pt x="2084683" y="343783"/>
                </a:lnTo>
                <a:lnTo>
                  <a:pt x="2102542" y="334854"/>
                </a:lnTo>
                <a:lnTo>
                  <a:pt x="2104070" y="332310"/>
                </a:lnTo>
                <a:lnTo>
                  <a:pt x="2071478" y="332310"/>
                </a:lnTo>
                <a:lnTo>
                  <a:pt x="2059427" y="325004"/>
                </a:lnTo>
                <a:lnTo>
                  <a:pt x="2052284" y="295365"/>
                </a:lnTo>
                <a:lnTo>
                  <a:pt x="2066788" y="270795"/>
                </a:lnTo>
                <a:lnTo>
                  <a:pt x="2105663" y="270795"/>
                </a:lnTo>
                <a:lnTo>
                  <a:pt x="2091249" y="259628"/>
                </a:lnTo>
                <a:lnTo>
                  <a:pt x="2069674" y="257842"/>
                </a:lnTo>
                <a:close/>
              </a:path>
              <a:path w="6441440" h="830579">
                <a:moveTo>
                  <a:pt x="2105663" y="270795"/>
                </a:moveTo>
                <a:lnTo>
                  <a:pt x="2087569" y="270795"/>
                </a:lnTo>
                <a:lnTo>
                  <a:pt x="2101189" y="290187"/>
                </a:lnTo>
                <a:lnTo>
                  <a:pt x="2094930" y="325004"/>
                </a:lnTo>
                <a:lnTo>
                  <a:pt x="2077178" y="332310"/>
                </a:lnTo>
                <a:lnTo>
                  <a:pt x="2104070" y="332310"/>
                </a:lnTo>
                <a:lnTo>
                  <a:pt x="2113258" y="317012"/>
                </a:lnTo>
                <a:lnTo>
                  <a:pt x="2114846" y="292262"/>
                </a:lnTo>
                <a:lnTo>
                  <a:pt x="2106944" y="271787"/>
                </a:lnTo>
                <a:lnTo>
                  <a:pt x="2105663" y="270795"/>
                </a:lnTo>
                <a:close/>
              </a:path>
              <a:path w="6441440" h="830579">
                <a:moveTo>
                  <a:pt x="2234598" y="270434"/>
                </a:moveTo>
                <a:lnTo>
                  <a:pt x="2198599" y="270434"/>
                </a:lnTo>
                <a:lnTo>
                  <a:pt x="2219742" y="270578"/>
                </a:lnTo>
                <a:lnTo>
                  <a:pt x="2227012" y="285984"/>
                </a:lnTo>
                <a:lnTo>
                  <a:pt x="2174264" y="309833"/>
                </a:lnTo>
                <a:lnTo>
                  <a:pt x="2179640" y="336099"/>
                </a:lnTo>
                <a:lnTo>
                  <a:pt x="2201684" y="344000"/>
                </a:lnTo>
                <a:lnTo>
                  <a:pt x="2206519" y="344000"/>
                </a:lnTo>
                <a:lnTo>
                  <a:pt x="2225497" y="332599"/>
                </a:lnTo>
                <a:lnTo>
                  <a:pt x="2198645" y="332599"/>
                </a:lnTo>
                <a:lnTo>
                  <a:pt x="2186098" y="323543"/>
                </a:lnTo>
                <a:lnTo>
                  <a:pt x="2190363" y="309833"/>
                </a:lnTo>
                <a:lnTo>
                  <a:pt x="2190464" y="309508"/>
                </a:lnTo>
                <a:lnTo>
                  <a:pt x="2239784" y="309508"/>
                </a:lnTo>
                <a:lnTo>
                  <a:pt x="2239784" y="280680"/>
                </a:lnTo>
                <a:lnTo>
                  <a:pt x="2234671" y="270578"/>
                </a:lnTo>
                <a:lnTo>
                  <a:pt x="2234598" y="270434"/>
                </a:lnTo>
                <a:close/>
              </a:path>
              <a:path w="6441440" h="830579">
                <a:moveTo>
                  <a:pt x="2239784" y="309508"/>
                </a:moveTo>
                <a:lnTo>
                  <a:pt x="2190464" y="309508"/>
                </a:lnTo>
                <a:lnTo>
                  <a:pt x="2227012" y="311961"/>
                </a:lnTo>
                <a:lnTo>
                  <a:pt x="2222538" y="325004"/>
                </a:lnTo>
                <a:lnTo>
                  <a:pt x="2203451" y="332599"/>
                </a:lnTo>
                <a:lnTo>
                  <a:pt x="2225497" y="332599"/>
                </a:lnTo>
                <a:lnTo>
                  <a:pt x="2227012" y="342052"/>
                </a:lnTo>
                <a:lnTo>
                  <a:pt x="2239784" y="342052"/>
                </a:lnTo>
                <a:lnTo>
                  <a:pt x="2239784" y="309508"/>
                </a:lnTo>
                <a:close/>
              </a:path>
              <a:path w="6441440" h="830579">
                <a:moveTo>
                  <a:pt x="2191979" y="260692"/>
                </a:moveTo>
                <a:lnTo>
                  <a:pt x="2175707" y="277325"/>
                </a:lnTo>
                <a:lnTo>
                  <a:pt x="2187830" y="281654"/>
                </a:lnTo>
                <a:lnTo>
                  <a:pt x="2198599" y="270434"/>
                </a:lnTo>
                <a:lnTo>
                  <a:pt x="2234598" y="270434"/>
                </a:lnTo>
                <a:lnTo>
                  <a:pt x="2231648" y="264607"/>
                </a:lnTo>
                <a:lnTo>
                  <a:pt x="2191979" y="260692"/>
                </a:lnTo>
                <a:close/>
              </a:path>
              <a:path w="6441440" h="830579">
                <a:moveTo>
                  <a:pt x="2287702" y="257842"/>
                </a:moveTo>
                <a:lnTo>
                  <a:pt x="2270853" y="266591"/>
                </a:lnTo>
                <a:lnTo>
                  <a:pt x="2260697" y="284397"/>
                </a:lnTo>
                <a:lnTo>
                  <a:pt x="2259200" y="309508"/>
                </a:lnTo>
                <a:lnTo>
                  <a:pt x="2266686" y="330019"/>
                </a:lnTo>
                <a:lnTo>
                  <a:pt x="2281577" y="342052"/>
                </a:lnTo>
                <a:lnTo>
                  <a:pt x="2294485" y="343783"/>
                </a:lnTo>
                <a:lnTo>
                  <a:pt x="2299825" y="343783"/>
                </a:lnTo>
                <a:lnTo>
                  <a:pt x="2315696" y="332310"/>
                </a:lnTo>
                <a:lnTo>
                  <a:pt x="2290877" y="332310"/>
                </a:lnTo>
                <a:lnTo>
                  <a:pt x="2276518" y="321414"/>
                </a:lnTo>
                <a:lnTo>
                  <a:pt x="2272856" y="289375"/>
                </a:lnTo>
                <a:lnTo>
                  <a:pt x="2286295" y="270704"/>
                </a:lnTo>
                <a:lnTo>
                  <a:pt x="2316610" y="270704"/>
                </a:lnTo>
                <a:lnTo>
                  <a:pt x="2287702" y="257842"/>
                </a:lnTo>
                <a:close/>
              </a:path>
              <a:path w="6441440" h="830579">
                <a:moveTo>
                  <a:pt x="2332585" y="330795"/>
                </a:moveTo>
                <a:lnTo>
                  <a:pt x="2317793" y="330795"/>
                </a:lnTo>
                <a:lnTo>
                  <a:pt x="2320246" y="342052"/>
                </a:lnTo>
                <a:lnTo>
                  <a:pt x="2332585" y="342052"/>
                </a:lnTo>
                <a:lnTo>
                  <a:pt x="2332585" y="330795"/>
                </a:lnTo>
                <a:close/>
              </a:path>
              <a:path w="6441440" h="830579">
                <a:moveTo>
                  <a:pt x="2316610" y="270704"/>
                </a:moveTo>
                <a:lnTo>
                  <a:pt x="2305831" y="270704"/>
                </a:lnTo>
                <a:lnTo>
                  <a:pt x="2319128" y="288852"/>
                </a:lnTo>
                <a:lnTo>
                  <a:pt x="2312742" y="325599"/>
                </a:lnTo>
                <a:lnTo>
                  <a:pt x="2296217" y="332310"/>
                </a:lnTo>
                <a:lnTo>
                  <a:pt x="2315696" y="332310"/>
                </a:lnTo>
                <a:lnTo>
                  <a:pt x="2317793" y="330795"/>
                </a:lnTo>
                <a:lnTo>
                  <a:pt x="2332585" y="330795"/>
                </a:lnTo>
                <a:lnTo>
                  <a:pt x="2332585" y="272129"/>
                </a:lnTo>
                <a:lnTo>
                  <a:pt x="2319813" y="272129"/>
                </a:lnTo>
                <a:lnTo>
                  <a:pt x="2316610" y="270704"/>
                </a:lnTo>
                <a:close/>
              </a:path>
              <a:path w="6441440" h="830579">
                <a:moveTo>
                  <a:pt x="2332585" y="231215"/>
                </a:moveTo>
                <a:lnTo>
                  <a:pt x="2319813" y="231215"/>
                </a:lnTo>
                <a:lnTo>
                  <a:pt x="2319813" y="272129"/>
                </a:lnTo>
                <a:lnTo>
                  <a:pt x="2332585" y="272129"/>
                </a:lnTo>
                <a:lnTo>
                  <a:pt x="2332585" y="231215"/>
                </a:lnTo>
                <a:close/>
              </a:path>
              <a:path w="6441440" h="830579">
                <a:moveTo>
                  <a:pt x="2382357" y="257842"/>
                </a:moveTo>
                <a:lnTo>
                  <a:pt x="2365508" y="266591"/>
                </a:lnTo>
                <a:lnTo>
                  <a:pt x="2355352" y="284397"/>
                </a:lnTo>
                <a:lnTo>
                  <a:pt x="2353854" y="309508"/>
                </a:lnTo>
                <a:lnTo>
                  <a:pt x="2361341" y="330019"/>
                </a:lnTo>
                <a:lnTo>
                  <a:pt x="2376232" y="342052"/>
                </a:lnTo>
                <a:lnTo>
                  <a:pt x="2389140" y="343783"/>
                </a:lnTo>
                <a:lnTo>
                  <a:pt x="2394480" y="343783"/>
                </a:lnTo>
                <a:lnTo>
                  <a:pt x="2410351" y="332310"/>
                </a:lnTo>
                <a:lnTo>
                  <a:pt x="2385532" y="332310"/>
                </a:lnTo>
                <a:lnTo>
                  <a:pt x="2371172" y="321414"/>
                </a:lnTo>
                <a:lnTo>
                  <a:pt x="2367510" y="289375"/>
                </a:lnTo>
                <a:lnTo>
                  <a:pt x="2380950" y="270704"/>
                </a:lnTo>
                <a:lnTo>
                  <a:pt x="2411265" y="270704"/>
                </a:lnTo>
                <a:lnTo>
                  <a:pt x="2382357" y="257842"/>
                </a:lnTo>
                <a:close/>
              </a:path>
              <a:path w="6441440" h="830579">
                <a:moveTo>
                  <a:pt x="2427240" y="330795"/>
                </a:moveTo>
                <a:lnTo>
                  <a:pt x="2412447" y="330795"/>
                </a:lnTo>
                <a:lnTo>
                  <a:pt x="2414901" y="342052"/>
                </a:lnTo>
                <a:lnTo>
                  <a:pt x="2427240" y="342052"/>
                </a:lnTo>
                <a:lnTo>
                  <a:pt x="2427240" y="330795"/>
                </a:lnTo>
                <a:close/>
              </a:path>
              <a:path w="6441440" h="830579">
                <a:moveTo>
                  <a:pt x="2411265" y="270704"/>
                </a:moveTo>
                <a:lnTo>
                  <a:pt x="2400486" y="270704"/>
                </a:lnTo>
                <a:lnTo>
                  <a:pt x="2413782" y="288852"/>
                </a:lnTo>
                <a:lnTo>
                  <a:pt x="2407396" y="325599"/>
                </a:lnTo>
                <a:lnTo>
                  <a:pt x="2390872" y="332310"/>
                </a:lnTo>
                <a:lnTo>
                  <a:pt x="2410351" y="332310"/>
                </a:lnTo>
                <a:lnTo>
                  <a:pt x="2412447" y="330795"/>
                </a:lnTo>
                <a:lnTo>
                  <a:pt x="2427240" y="330795"/>
                </a:lnTo>
                <a:lnTo>
                  <a:pt x="2427240" y="272129"/>
                </a:lnTo>
                <a:lnTo>
                  <a:pt x="2414468" y="272129"/>
                </a:lnTo>
                <a:lnTo>
                  <a:pt x="2411265" y="270704"/>
                </a:lnTo>
                <a:close/>
              </a:path>
              <a:path w="6441440" h="830579">
                <a:moveTo>
                  <a:pt x="2427240" y="231215"/>
                </a:moveTo>
                <a:lnTo>
                  <a:pt x="2414468" y="231215"/>
                </a:lnTo>
                <a:lnTo>
                  <a:pt x="2414468" y="272129"/>
                </a:lnTo>
                <a:lnTo>
                  <a:pt x="2427240" y="272129"/>
                </a:lnTo>
                <a:lnTo>
                  <a:pt x="2427240" y="231215"/>
                </a:lnTo>
                <a:close/>
              </a:path>
              <a:path w="6441440" h="830579">
                <a:moveTo>
                  <a:pt x="2497018" y="231215"/>
                </a:moveTo>
                <a:lnTo>
                  <a:pt x="2497018" y="342052"/>
                </a:lnTo>
                <a:lnTo>
                  <a:pt x="2531221" y="342052"/>
                </a:lnTo>
                <a:lnTo>
                  <a:pt x="2553687" y="338307"/>
                </a:lnTo>
                <a:lnTo>
                  <a:pt x="2564137" y="330145"/>
                </a:lnTo>
                <a:lnTo>
                  <a:pt x="2510439" y="330145"/>
                </a:lnTo>
                <a:lnTo>
                  <a:pt x="2510439" y="243122"/>
                </a:lnTo>
                <a:lnTo>
                  <a:pt x="2564579" y="243122"/>
                </a:lnTo>
                <a:lnTo>
                  <a:pt x="2554310" y="234960"/>
                </a:lnTo>
                <a:lnTo>
                  <a:pt x="2497018" y="231215"/>
                </a:lnTo>
                <a:close/>
              </a:path>
              <a:path w="6441440" h="830579">
                <a:moveTo>
                  <a:pt x="2564579" y="243122"/>
                </a:moveTo>
                <a:lnTo>
                  <a:pt x="2540529" y="243122"/>
                </a:lnTo>
                <a:lnTo>
                  <a:pt x="2559381" y="251835"/>
                </a:lnTo>
                <a:lnTo>
                  <a:pt x="2569592" y="269766"/>
                </a:lnTo>
                <a:lnTo>
                  <a:pt x="2571053" y="295437"/>
                </a:lnTo>
                <a:lnTo>
                  <a:pt x="2563656" y="316273"/>
                </a:lnTo>
                <a:lnTo>
                  <a:pt x="2547114" y="328377"/>
                </a:lnTo>
                <a:lnTo>
                  <a:pt x="2510439" y="330145"/>
                </a:lnTo>
                <a:lnTo>
                  <a:pt x="2564137" y="330145"/>
                </a:lnTo>
                <a:lnTo>
                  <a:pt x="2574435" y="322102"/>
                </a:lnTo>
                <a:lnTo>
                  <a:pt x="2584041" y="286417"/>
                </a:lnTo>
                <a:lnTo>
                  <a:pt x="2574533" y="251033"/>
                </a:lnTo>
                <a:lnTo>
                  <a:pt x="2564579" y="243122"/>
                </a:lnTo>
                <a:close/>
              </a:path>
              <a:path w="6441440" h="830579">
                <a:moveTo>
                  <a:pt x="2617595" y="258924"/>
                </a:moveTo>
                <a:lnTo>
                  <a:pt x="2604823" y="258924"/>
                </a:lnTo>
                <a:lnTo>
                  <a:pt x="2604823" y="342052"/>
                </a:lnTo>
                <a:lnTo>
                  <a:pt x="2617595" y="342052"/>
                </a:lnTo>
                <a:lnTo>
                  <a:pt x="2617595" y="258924"/>
                </a:lnTo>
                <a:close/>
              </a:path>
              <a:path w="6441440" h="830579">
                <a:moveTo>
                  <a:pt x="2606681" y="228600"/>
                </a:moveTo>
                <a:lnTo>
                  <a:pt x="2611318" y="245070"/>
                </a:lnTo>
                <a:lnTo>
                  <a:pt x="2613807" y="245070"/>
                </a:lnTo>
                <a:lnTo>
                  <a:pt x="2620409" y="234029"/>
                </a:lnTo>
                <a:lnTo>
                  <a:pt x="2606681" y="228600"/>
                </a:lnTo>
                <a:close/>
              </a:path>
              <a:path w="6441440" h="830579">
                <a:moveTo>
                  <a:pt x="2698364" y="270434"/>
                </a:moveTo>
                <a:lnTo>
                  <a:pt x="2662365" y="270434"/>
                </a:lnTo>
                <a:lnTo>
                  <a:pt x="2683508" y="270578"/>
                </a:lnTo>
                <a:lnTo>
                  <a:pt x="2690778" y="285984"/>
                </a:lnTo>
                <a:lnTo>
                  <a:pt x="2638030" y="309833"/>
                </a:lnTo>
                <a:lnTo>
                  <a:pt x="2643406" y="336099"/>
                </a:lnTo>
                <a:lnTo>
                  <a:pt x="2665450" y="344000"/>
                </a:lnTo>
                <a:lnTo>
                  <a:pt x="2670285" y="344000"/>
                </a:lnTo>
                <a:lnTo>
                  <a:pt x="2689263" y="332599"/>
                </a:lnTo>
                <a:lnTo>
                  <a:pt x="2662412" y="332599"/>
                </a:lnTo>
                <a:lnTo>
                  <a:pt x="2649864" y="323543"/>
                </a:lnTo>
                <a:lnTo>
                  <a:pt x="2654129" y="309833"/>
                </a:lnTo>
                <a:lnTo>
                  <a:pt x="2654230" y="309508"/>
                </a:lnTo>
                <a:lnTo>
                  <a:pt x="2703550" y="309508"/>
                </a:lnTo>
                <a:lnTo>
                  <a:pt x="2703550" y="280680"/>
                </a:lnTo>
                <a:lnTo>
                  <a:pt x="2698437" y="270578"/>
                </a:lnTo>
                <a:lnTo>
                  <a:pt x="2698364" y="270434"/>
                </a:lnTo>
                <a:close/>
              </a:path>
              <a:path w="6441440" h="830579">
                <a:moveTo>
                  <a:pt x="2703550" y="309508"/>
                </a:moveTo>
                <a:lnTo>
                  <a:pt x="2654230" y="309508"/>
                </a:lnTo>
                <a:lnTo>
                  <a:pt x="2690778" y="311961"/>
                </a:lnTo>
                <a:lnTo>
                  <a:pt x="2686304" y="325004"/>
                </a:lnTo>
                <a:lnTo>
                  <a:pt x="2667217" y="332599"/>
                </a:lnTo>
                <a:lnTo>
                  <a:pt x="2689263" y="332599"/>
                </a:lnTo>
                <a:lnTo>
                  <a:pt x="2690778" y="342052"/>
                </a:lnTo>
                <a:lnTo>
                  <a:pt x="2703550" y="342052"/>
                </a:lnTo>
                <a:lnTo>
                  <a:pt x="2703550" y="309508"/>
                </a:lnTo>
                <a:close/>
              </a:path>
              <a:path w="6441440" h="830579">
                <a:moveTo>
                  <a:pt x="2655745" y="260692"/>
                </a:moveTo>
                <a:lnTo>
                  <a:pt x="2639473" y="277325"/>
                </a:lnTo>
                <a:lnTo>
                  <a:pt x="2651596" y="281654"/>
                </a:lnTo>
                <a:lnTo>
                  <a:pt x="2662365" y="270434"/>
                </a:lnTo>
                <a:lnTo>
                  <a:pt x="2698364" y="270434"/>
                </a:lnTo>
                <a:lnTo>
                  <a:pt x="2695414" y="264607"/>
                </a:lnTo>
                <a:lnTo>
                  <a:pt x="2655745" y="260692"/>
                </a:lnTo>
                <a:close/>
              </a:path>
              <a:path w="6441440" h="830579">
                <a:moveTo>
                  <a:pt x="2739219" y="354391"/>
                </a:moveTo>
                <a:lnTo>
                  <a:pt x="2726429" y="358287"/>
                </a:lnTo>
                <a:lnTo>
                  <a:pt x="2760416" y="374956"/>
                </a:lnTo>
                <a:lnTo>
                  <a:pt x="2783940" y="369671"/>
                </a:lnTo>
                <a:lnTo>
                  <a:pt x="2789183" y="363699"/>
                </a:lnTo>
                <a:lnTo>
                  <a:pt x="2755401" y="363699"/>
                </a:lnTo>
                <a:lnTo>
                  <a:pt x="2739219" y="354391"/>
                </a:lnTo>
                <a:close/>
              </a:path>
              <a:path w="6441440" h="830579">
                <a:moveTo>
                  <a:pt x="2795178" y="330073"/>
                </a:moveTo>
                <a:lnTo>
                  <a:pt x="2780224" y="330073"/>
                </a:lnTo>
                <a:lnTo>
                  <a:pt x="2783579" y="350494"/>
                </a:lnTo>
                <a:lnTo>
                  <a:pt x="2772665" y="362076"/>
                </a:lnTo>
                <a:lnTo>
                  <a:pt x="2755401" y="363699"/>
                </a:lnTo>
                <a:lnTo>
                  <a:pt x="2789183" y="363699"/>
                </a:lnTo>
                <a:lnTo>
                  <a:pt x="2794728" y="357385"/>
                </a:lnTo>
                <a:lnTo>
                  <a:pt x="2795178" y="330073"/>
                </a:lnTo>
                <a:close/>
              </a:path>
              <a:path w="6441440" h="830579">
                <a:moveTo>
                  <a:pt x="2751468" y="257842"/>
                </a:moveTo>
                <a:lnTo>
                  <a:pt x="2734619" y="266555"/>
                </a:lnTo>
                <a:lnTo>
                  <a:pt x="2724463" y="284126"/>
                </a:lnTo>
                <a:lnTo>
                  <a:pt x="2722966" y="308714"/>
                </a:lnTo>
                <a:lnTo>
                  <a:pt x="2730669" y="328197"/>
                </a:lnTo>
                <a:lnTo>
                  <a:pt x="2745515" y="339165"/>
                </a:lnTo>
                <a:lnTo>
                  <a:pt x="2763663" y="340753"/>
                </a:lnTo>
                <a:lnTo>
                  <a:pt x="2780224" y="330073"/>
                </a:lnTo>
                <a:lnTo>
                  <a:pt x="2795178" y="330073"/>
                </a:lnTo>
                <a:lnTo>
                  <a:pt x="2795191" y="329279"/>
                </a:lnTo>
                <a:lnTo>
                  <a:pt x="2754643" y="329279"/>
                </a:lnTo>
                <a:lnTo>
                  <a:pt x="2740284" y="319556"/>
                </a:lnTo>
                <a:lnTo>
                  <a:pt x="2736622" y="289087"/>
                </a:lnTo>
                <a:lnTo>
                  <a:pt x="2750061" y="270686"/>
                </a:lnTo>
                <a:lnTo>
                  <a:pt x="2780725" y="270686"/>
                </a:lnTo>
                <a:lnTo>
                  <a:pt x="2751468" y="257842"/>
                </a:lnTo>
                <a:close/>
              </a:path>
              <a:path w="6441440" h="830579">
                <a:moveTo>
                  <a:pt x="2780725" y="270686"/>
                </a:moveTo>
                <a:lnTo>
                  <a:pt x="2769598" y="270686"/>
                </a:lnTo>
                <a:lnTo>
                  <a:pt x="2782894" y="288564"/>
                </a:lnTo>
                <a:lnTo>
                  <a:pt x="2779253" y="319556"/>
                </a:lnTo>
                <a:lnTo>
                  <a:pt x="2779196" y="320043"/>
                </a:lnTo>
                <a:lnTo>
                  <a:pt x="2759983" y="329279"/>
                </a:lnTo>
                <a:lnTo>
                  <a:pt x="2795191" y="329279"/>
                </a:lnTo>
                <a:lnTo>
                  <a:pt x="2796134" y="272129"/>
                </a:lnTo>
                <a:lnTo>
                  <a:pt x="2784012" y="272129"/>
                </a:lnTo>
                <a:lnTo>
                  <a:pt x="2780725" y="270686"/>
                </a:lnTo>
                <a:close/>
              </a:path>
              <a:path w="6441440" h="830579">
                <a:moveTo>
                  <a:pt x="2796351" y="258924"/>
                </a:moveTo>
                <a:lnTo>
                  <a:pt x="2784012" y="258924"/>
                </a:lnTo>
                <a:lnTo>
                  <a:pt x="2784012" y="272129"/>
                </a:lnTo>
                <a:lnTo>
                  <a:pt x="2796134" y="272129"/>
                </a:lnTo>
                <a:lnTo>
                  <a:pt x="2796226" y="266555"/>
                </a:lnTo>
                <a:lnTo>
                  <a:pt x="2796351" y="258924"/>
                </a:lnTo>
                <a:close/>
              </a:path>
              <a:path w="6441440" h="830579">
                <a:moveTo>
                  <a:pt x="2832076" y="258997"/>
                </a:moveTo>
                <a:lnTo>
                  <a:pt x="2819731" y="258997"/>
                </a:lnTo>
                <a:lnTo>
                  <a:pt x="2819731" y="342052"/>
                </a:lnTo>
                <a:lnTo>
                  <a:pt x="2832503" y="342052"/>
                </a:lnTo>
                <a:lnTo>
                  <a:pt x="2832503" y="292045"/>
                </a:lnTo>
                <a:lnTo>
                  <a:pt x="2837103" y="276315"/>
                </a:lnTo>
                <a:lnTo>
                  <a:pt x="2851273" y="271913"/>
                </a:lnTo>
                <a:lnTo>
                  <a:pt x="2833153" y="271913"/>
                </a:lnTo>
                <a:lnTo>
                  <a:pt x="2832088" y="259141"/>
                </a:lnTo>
                <a:lnTo>
                  <a:pt x="2832076" y="258997"/>
                </a:lnTo>
                <a:close/>
              </a:path>
              <a:path w="6441440" h="830579">
                <a:moveTo>
                  <a:pt x="2877733" y="269315"/>
                </a:moveTo>
                <a:lnTo>
                  <a:pt x="2859635" y="269315"/>
                </a:lnTo>
                <a:lnTo>
                  <a:pt x="2871072" y="278479"/>
                </a:lnTo>
                <a:lnTo>
                  <a:pt x="2872768" y="342052"/>
                </a:lnTo>
                <a:lnTo>
                  <a:pt x="2885540" y="342052"/>
                </a:lnTo>
                <a:lnTo>
                  <a:pt x="2884406" y="278479"/>
                </a:lnTo>
                <a:lnTo>
                  <a:pt x="2884368" y="276315"/>
                </a:lnTo>
                <a:lnTo>
                  <a:pt x="2877733" y="269315"/>
                </a:lnTo>
                <a:close/>
              </a:path>
              <a:path w="6441440" h="830579">
                <a:moveTo>
                  <a:pt x="2867951" y="258997"/>
                </a:moveTo>
                <a:lnTo>
                  <a:pt x="2845997" y="259141"/>
                </a:lnTo>
                <a:lnTo>
                  <a:pt x="2833153" y="271913"/>
                </a:lnTo>
                <a:lnTo>
                  <a:pt x="2851273" y="271913"/>
                </a:lnTo>
                <a:lnTo>
                  <a:pt x="2859635" y="269315"/>
                </a:lnTo>
                <a:lnTo>
                  <a:pt x="2877733" y="269315"/>
                </a:lnTo>
                <a:lnTo>
                  <a:pt x="2867951" y="258997"/>
                </a:lnTo>
                <a:close/>
              </a:path>
              <a:path w="6441440" h="830579">
                <a:moveTo>
                  <a:pt x="2935145" y="257842"/>
                </a:moveTo>
                <a:lnTo>
                  <a:pt x="2917267" y="266772"/>
                </a:lnTo>
                <a:lnTo>
                  <a:pt x="2906552" y="284703"/>
                </a:lnTo>
                <a:lnTo>
                  <a:pt x="2904982" y="309508"/>
                </a:lnTo>
                <a:lnTo>
                  <a:pt x="2912866" y="329857"/>
                </a:lnTo>
                <a:lnTo>
                  <a:pt x="2928560" y="341998"/>
                </a:lnTo>
                <a:lnTo>
                  <a:pt x="2942649" y="343783"/>
                </a:lnTo>
                <a:lnTo>
                  <a:pt x="2950154" y="343783"/>
                </a:lnTo>
                <a:lnTo>
                  <a:pt x="2968013" y="334854"/>
                </a:lnTo>
                <a:lnTo>
                  <a:pt x="2969541" y="332310"/>
                </a:lnTo>
                <a:lnTo>
                  <a:pt x="2936949" y="332310"/>
                </a:lnTo>
                <a:lnTo>
                  <a:pt x="2924898" y="325004"/>
                </a:lnTo>
                <a:lnTo>
                  <a:pt x="2917755" y="295365"/>
                </a:lnTo>
                <a:lnTo>
                  <a:pt x="2932259" y="270795"/>
                </a:lnTo>
                <a:lnTo>
                  <a:pt x="2971134" y="270795"/>
                </a:lnTo>
                <a:lnTo>
                  <a:pt x="2956720" y="259628"/>
                </a:lnTo>
                <a:lnTo>
                  <a:pt x="2935145" y="257842"/>
                </a:lnTo>
                <a:close/>
              </a:path>
              <a:path w="6441440" h="830579">
                <a:moveTo>
                  <a:pt x="2971134" y="270795"/>
                </a:moveTo>
                <a:lnTo>
                  <a:pt x="2953040" y="270795"/>
                </a:lnTo>
                <a:lnTo>
                  <a:pt x="2966660" y="290187"/>
                </a:lnTo>
                <a:lnTo>
                  <a:pt x="2960401" y="325004"/>
                </a:lnTo>
                <a:lnTo>
                  <a:pt x="2942649" y="332310"/>
                </a:lnTo>
                <a:lnTo>
                  <a:pt x="2969541" y="332310"/>
                </a:lnTo>
                <a:lnTo>
                  <a:pt x="2978729" y="317012"/>
                </a:lnTo>
                <a:lnTo>
                  <a:pt x="2980317" y="292262"/>
                </a:lnTo>
                <a:lnTo>
                  <a:pt x="2972415" y="271787"/>
                </a:lnTo>
                <a:lnTo>
                  <a:pt x="2971134" y="270795"/>
                </a:lnTo>
                <a:close/>
              </a:path>
              <a:path w="6441440" h="830579">
                <a:moveTo>
                  <a:pt x="3008256" y="319105"/>
                </a:moveTo>
                <a:lnTo>
                  <a:pt x="2996133" y="322136"/>
                </a:lnTo>
                <a:lnTo>
                  <a:pt x="2997612" y="329207"/>
                </a:lnTo>
                <a:lnTo>
                  <a:pt x="3012242" y="341943"/>
                </a:lnTo>
                <a:lnTo>
                  <a:pt x="3034197" y="343783"/>
                </a:lnTo>
                <a:lnTo>
                  <a:pt x="3053391" y="335413"/>
                </a:lnTo>
                <a:lnTo>
                  <a:pt x="3054614" y="331408"/>
                </a:lnTo>
                <a:lnTo>
                  <a:pt x="3018051" y="331408"/>
                </a:lnTo>
                <a:lnTo>
                  <a:pt x="3008256" y="319105"/>
                </a:lnTo>
                <a:close/>
              </a:path>
              <a:path w="6441440" h="830579">
                <a:moveTo>
                  <a:pt x="3029254" y="257842"/>
                </a:moveTo>
                <a:lnTo>
                  <a:pt x="3005351" y="265816"/>
                </a:lnTo>
                <a:lnTo>
                  <a:pt x="2998731" y="287608"/>
                </a:lnTo>
                <a:lnTo>
                  <a:pt x="3007606" y="300001"/>
                </a:lnTo>
                <a:lnTo>
                  <a:pt x="3041954" y="310302"/>
                </a:lnTo>
                <a:lnTo>
                  <a:pt x="3047005" y="323110"/>
                </a:lnTo>
                <a:lnTo>
                  <a:pt x="3038202" y="331264"/>
                </a:lnTo>
                <a:lnTo>
                  <a:pt x="3018051" y="331408"/>
                </a:lnTo>
                <a:lnTo>
                  <a:pt x="3054614" y="331408"/>
                </a:lnTo>
                <a:lnTo>
                  <a:pt x="3060210" y="313080"/>
                </a:lnTo>
                <a:lnTo>
                  <a:pt x="3051100" y="300939"/>
                </a:lnTo>
                <a:lnTo>
                  <a:pt x="3012657" y="286904"/>
                </a:lnTo>
                <a:lnTo>
                  <a:pt x="3013059" y="277541"/>
                </a:lnTo>
                <a:lnTo>
                  <a:pt x="3013180" y="274709"/>
                </a:lnTo>
                <a:lnTo>
                  <a:pt x="3032970" y="268882"/>
                </a:lnTo>
                <a:lnTo>
                  <a:pt x="3053787" y="268882"/>
                </a:lnTo>
                <a:lnTo>
                  <a:pt x="3043938" y="259646"/>
                </a:lnTo>
                <a:lnTo>
                  <a:pt x="3029254" y="257842"/>
                </a:lnTo>
                <a:close/>
              </a:path>
              <a:path w="6441440" h="830579">
                <a:moveTo>
                  <a:pt x="3053787" y="268882"/>
                </a:moveTo>
                <a:lnTo>
                  <a:pt x="3032970" y="268882"/>
                </a:lnTo>
                <a:lnTo>
                  <a:pt x="3047222" y="280789"/>
                </a:lnTo>
                <a:lnTo>
                  <a:pt x="3058695" y="277541"/>
                </a:lnTo>
                <a:lnTo>
                  <a:pt x="3056711" y="271624"/>
                </a:lnTo>
                <a:lnTo>
                  <a:pt x="3053787" y="268882"/>
                </a:lnTo>
                <a:close/>
              </a:path>
              <a:path w="6441440" h="830579">
                <a:moveTo>
                  <a:pt x="3092208" y="258924"/>
                </a:moveTo>
                <a:lnTo>
                  <a:pt x="3079436" y="258924"/>
                </a:lnTo>
                <a:lnTo>
                  <a:pt x="3079436" y="342052"/>
                </a:lnTo>
                <a:lnTo>
                  <a:pt x="3092208" y="342052"/>
                </a:lnTo>
                <a:lnTo>
                  <a:pt x="3092208" y="258924"/>
                </a:lnTo>
                <a:close/>
              </a:path>
              <a:path w="6441440" h="830579">
                <a:moveTo>
                  <a:pt x="3081294" y="228600"/>
                </a:moveTo>
                <a:lnTo>
                  <a:pt x="3085930" y="245070"/>
                </a:lnTo>
                <a:lnTo>
                  <a:pt x="3088420" y="245070"/>
                </a:lnTo>
                <a:lnTo>
                  <a:pt x="3095022" y="234029"/>
                </a:lnTo>
                <a:lnTo>
                  <a:pt x="3081294" y="228600"/>
                </a:lnTo>
                <a:close/>
              </a:path>
              <a:path w="6441440" h="830579">
                <a:moveTo>
                  <a:pt x="3124044" y="319105"/>
                </a:moveTo>
                <a:lnTo>
                  <a:pt x="3111921" y="322136"/>
                </a:lnTo>
                <a:lnTo>
                  <a:pt x="3113400" y="329207"/>
                </a:lnTo>
                <a:lnTo>
                  <a:pt x="3128031" y="341943"/>
                </a:lnTo>
                <a:lnTo>
                  <a:pt x="3149985" y="343783"/>
                </a:lnTo>
                <a:lnTo>
                  <a:pt x="3169180" y="335413"/>
                </a:lnTo>
                <a:lnTo>
                  <a:pt x="3170402" y="331408"/>
                </a:lnTo>
                <a:lnTo>
                  <a:pt x="3133840" y="331408"/>
                </a:lnTo>
                <a:lnTo>
                  <a:pt x="3124044" y="319105"/>
                </a:lnTo>
                <a:close/>
              </a:path>
              <a:path w="6441440" h="830579">
                <a:moveTo>
                  <a:pt x="3145042" y="257842"/>
                </a:moveTo>
                <a:lnTo>
                  <a:pt x="3121140" y="265816"/>
                </a:lnTo>
                <a:lnTo>
                  <a:pt x="3114519" y="287608"/>
                </a:lnTo>
                <a:lnTo>
                  <a:pt x="3123394" y="300001"/>
                </a:lnTo>
                <a:lnTo>
                  <a:pt x="3157742" y="310302"/>
                </a:lnTo>
                <a:lnTo>
                  <a:pt x="3162793" y="323110"/>
                </a:lnTo>
                <a:lnTo>
                  <a:pt x="3153990" y="331264"/>
                </a:lnTo>
                <a:lnTo>
                  <a:pt x="3133840" y="331408"/>
                </a:lnTo>
                <a:lnTo>
                  <a:pt x="3170402" y="331408"/>
                </a:lnTo>
                <a:lnTo>
                  <a:pt x="3175999" y="313080"/>
                </a:lnTo>
                <a:lnTo>
                  <a:pt x="3166888" y="300939"/>
                </a:lnTo>
                <a:lnTo>
                  <a:pt x="3128446" y="286904"/>
                </a:lnTo>
                <a:lnTo>
                  <a:pt x="3128847" y="277541"/>
                </a:lnTo>
                <a:lnTo>
                  <a:pt x="3128969" y="274709"/>
                </a:lnTo>
                <a:lnTo>
                  <a:pt x="3148758" y="268882"/>
                </a:lnTo>
                <a:lnTo>
                  <a:pt x="3169575" y="268882"/>
                </a:lnTo>
                <a:lnTo>
                  <a:pt x="3159726" y="259646"/>
                </a:lnTo>
                <a:lnTo>
                  <a:pt x="3145042" y="257842"/>
                </a:lnTo>
                <a:close/>
              </a:path>
              <a:path w="6441440" h="830579">
                <a:moveTo>
                  <a:pt x="3169575" y="268882"/>
                </a:moveTo>
                <a:lnTo>
                  <a:pt x="3148758" y="268882"/>
                </a:lnTo>
                <a:lnTo>
                  <a:pt x="3163010" y="280789"/>
                </a:lnTo>
                <a:lnTo>
                  <a:pt x="3174483" y="277541"/>
                </a:lnTo>
                <a:lnTo>
                  <a:pt x="3172499" y="271624"/>
                </a:lnTo>
                <a:lnTo>
                  <a:pt x="3169575" y="268882"/>
                </a:lnTo>
                <a:close/>
              </a:path>
              <a:path w="6441440" h="830579">
                <a:moveTo>
                  <a:pt x="3239837" y="231215"/>
                </a:moveTo>
                <a:lnTo>
                  <a:pt x="3239837" y="342052"/>
                </a:lnTo>
                <a:lnTo>
                  <a:pt x="3274040" y="342052"/>
                </a:lnTo>
                <a:lnTo>
                  <a:pt x="3296506" y="338307"/>
                </a:lnTo>
                <a:lnTo>
                  <a:pt x="3306956" y="330145"/>
                </a:lnTo>
                <a:lnTo>
                  <a:pt x="3253258" y="330145"/>
                </a:lnTo>
                <a:lnTo>
                  <a:pt x="3253258" y="243122"/>
                </a:lnTo>
                <a:lnTo>
                  <a:pt x="3307398" y="243122"/>
                </a:lnTo>
                <a:lnTo>
                  <a:pt x="3297128" y="234960"/>
                </a:lnTo>
                <a:lnTo>
                  <a:pt x="3239837" y="231215"/>
                </a:lnTo>
                <a:close/>
              </a:path>
              <a:path w="6441440" h="830579">
                <a:moveTo>
                  <a:pt x="3307398" y="243122"/>
                </a:moveTo>
                <a:lnTo>
                  <a:pt x="3283348" y="243122"/>
                </a:lnTo>
                <a:lnTo>
                  <a:pt x="3302200" y="251835"/>
                </a:lnTo>
                <a:lnTo>
                  <a:pt x="3312410" y="269766"/>
                </a:lnTo>
                <a:lnTo>
                  <a:pt x="3313872" y="295437"/>
                </a:lnTo>
                <a:lnTo>
                  <a:pt x="3306476" y="316273"/>
                </a:lnTo>
                <a:lnTo>
                  <a:pt x="3289933" y="328377"/>
                </a:lnTo>
                <a:lnTo>
                  <a:pt x="3253258" y="330145"/>
                </a:lnTo>
                <a:lnTo>
                  <a:pt x="3306956" y="330145"/>
                </a:lnTo>
                <a:lnTo>
                  <a:pt x="3317254" y="322102"/>
                </a:lnTo>
                <a:lnTo>
                  <a:pt x="3326860" y="286417"/>
                </a:lnTo>
                <a:lnTo>
                  <a:pt x="3317352" y="251033"/>
                </a:lnTo>
                <a:lnTo>
                  <a:pt x="3307398" y="243122"/>
                </a:lnTo>
                <a:close/>
              </a:path>
              <a:path w="6441440" h="830579">
                <a:moveTo>
                  <a:pt x="3373692" y="257842"/>
                </a:moveTo>
                <a:lnTo>
                  <a:pt x="3355904" y="267006"/>
                </a:lnTo>
                <a:lnTo>
                  <a:pt x="3345297" y="285118"/>
                </a:lnTo>
                <a:lnTo>
                  <a:pt x="3343746" y="309652"/>
                </a:lnTo>
                <a:lnTo>
                  <a:pt x="3351539" y="329929"/>
                </a:lnTo>
                <a:lnTo>
                  <a:pt x="3367576" y="342016"/>
                </a:lnTo>
                <a:lnTo>
                  <a:pt x="3382495" y="343783"/>
                </a:lnTo>
                <a:lnTo>
                  <a:pt x="3402213" y="339418"/>
                </a:lnTo>
                <a:lnTo>
                  <a:pt x="3407940" y="332310"/>
                </a:lnTo>
                <a:lnTo>
                  <a:pt x="3377336" y="332310"/>
                </a:lnTo>
                <a:lnTo>
                  <a:pt x="3361966" y="323380"/>
                </a:lnTo>
                <a:lnTo>
                  <a:pt x="3359702" y="304818"/>
                </a:lnTo>
                <a:lnTo>
                  <a:pt x="3352838" y="304818"/>
                </a:lnTo>
                <a:lnTo>
                  <a:pt x="3352838" y="293777"/>
                </a:lnTo>
                <a:lnTo>
                  <a:pt x="3358355" y="293777"/>
                </a:lnTo>
                <a:lnTo>
                  <a:pt x="3357510" y="286850"/>
                </a:lnTo>
                <a:lnTo>
                  <a:pt x="3376109" y="269315"/>
                </a:lnTo>
                <a:lnTo>
                  <a:pt x="3405659" y="269315"/>
                </a:lnTo>
                <a:lnTo>
                  <a:pt x="3402086" y="263795"/>
                </a:lnTo>
                <a:lnTo>
                  <a:pt x="3373692" y="257842"/>
                </a:lnTo>
                <a:close/>
              </a:path>
              <a:path w="6441440" h="830579">
                <a:moveTo>
                  <a:pt x="3403277" y="319322"/>
                </a:moveTo>
                <a:lnTo>
                  <a:pt x="3402194" y="322208"/>
                </a:lnTo>
                <a:lnTo>
                  <a:pt x="3377336" y="332310"/>
                </a:lnTo>
                <a:lnTo>
                  <a:pt x="3407940" y="332310"/>
                </a:lnTo>
                <a:lnTo>
                  <a:pt x="3415616" y="322785"/>
                </a:lnTo>
                <a:lnTo>
                  <a:pt x="3403277" y="319322"/>
                </a:lnTo>
                <a:close/>
              </a:path>
              <a:path w="6441440" h="830579">
                <a:moveTo>
                  <a:pt x="3358355" y="293777"/>
                </a:moveTo>
                <a:lnTo>
                  <a:pt x="3352838" y="293777"/>
                </a:lnTo>
                <a:lnTo>
                  <a:pt x="3352838" y="304818"/>
                </a:lnTo>
                <a:lnTo>
                  <a:pt x="3359702" y="304818"/>
                </a:lnTo>
                <a:lnTo>
                  <a:pt x="3358355" y="293777"/>
                </a:lnTo>
                <a:close/>
              </a:path>
              <a:path w="6441440" h="830579">
                <a:moveTo>
                  <a:pt x="3405659" y="269315"/>
                </a:moveTo>
                <a:lnTo>
                  <a:pt x="3376109" y="269315"/>
                </a:lnTo>
                <a:lnTo>
                  <a:pt x="3396638" y="274637"/>
                </a:lnTo>
                <a:lnTo>
                  <a:pt x="3403926" y="293777"/>
                </a:lnTo>
                <a:lnTo>
                  <a:pt x="3358355" y="293777"/>
                </a:lnTo>
                <a:lnTo>
                  <a:pt x="3359702" y="304818"/>
                </a:lnTo>
                <a:lnTo>
                  <a:pt x="3416915" y="304818"/>
                </a:lnTo>
                <a:lnTo>
                  <a:pt x="3415977" y="286850"/>
                </a:lnTo>
                <a:lnTo>
                  <a:pt x="3415887" y="285118"/>
                </a:lnTo>
                <a:lnTo>
                  <a:pt x="3405659" y="269315"/>
                </a:lnTo>
                <a:close/>
              </a:path>
              <a:path w="6441440" h="830579">
                <a:moveTo>
                  <a:pt x="3454744" y="239008"/>
                </a:moveTo>
                <a:lnTo>
                  <a:pt x="3441972" y="239008"/>
                </a:lnTo>
                <a:lnTo>
                  <a:pt x="3441972" y="321703"/>
                </a:lnTo>
                <a:lnTo>
                  <a:pt x="3447601" y="336892"/>
                </a:lnTo>
                <a:lnTo>
                  <a:pt x="3468833" y="342954"/>
                </a:lnTo>
                <a:lnTo>
                  <a:pt x="3454744" y="239008"/>
                </a:lnTo>
                <a:close/>
              </a:path>
              <a:path w="6441440" h="830579">
                <a:moveTo>
                  <a:pt x="3441972" y="258924"/>
                </a:moveTo>
                <a:lnTo>
                  <a:pt x="3429416" y="258924"/>
                </a:lnTo>
                <a:lnTo>
                  <a:pt x="3429416" y="269748"/>
                </a:lnTo>
                <a:lnTo>
                  <a:pt x="3441972" y="269748"/>
                </a:lnTo>
                <a:lnTo>
                  <a:pt x="3441972" y="258924"/>
                </a:lnTo>
                <a:close/>
              </a:path>
              <a:path w="6441440" h="830579">
                <a:moveTo>
                  <a:pt x="3472496" y="258924"/>
                </a:moveTo>
                <a:lnTo>
                  <a:pt x="3457444" y="258924"/>
                </a:lnTo>
                <a:lnTo>
                  <a:pt x="3458911" y="269748"/>
                </a:lnTo>
                <a:lnTo>
                  <a:pt x="3472496" y="269748"/>
                </a:lnTo>
                <a:lnTo>
                  <a:pt x="3472496" y="258924"/>
                </a:lnTo>
                <a:close/>
              </a:path>
              <a:path w="6441440" h="830579">
                <a:moveTo>
                  <a:pt x="3549083" y="270434"/>
                </a:moveTo>
                <a:lnTo>
                  <a:pt x="3513085" y="270434"/>
                </a:lnTo>
                <a:lnTo>
                  <a:pt x="3534227" y="270578"/>
                </a:lnTo>
                <a:lnTo>
                  <a:pt x="3541498" y="285984"/>
                </a:lnTo>
                <a:lnTo>
                  <a:pt x="3488749" y="309833"/>
                </a:lnTo>
                <a:lnTo>
                  <a:pt x="3494125" y="336099"/>
                </a:lnTo>
                <a:lnTo>
                  <a:pt x="3516170" y="344000"/>
                </a:lnTo>
                <a:lnTo>
                  <a:pt x="3521004" y="344000"/>
                </a:lnTo>
                <a:lnTo>
                  <a:pt x="3539982" y="332599"/>
                </a:lnTo>
                <a:lnTo>
                  <a:pt x="3513131" y="332599"/>
                </a:lnTo>
                <a:lnTo>
                  <a:pt x="3500583" y="323543"/>
                </a:lnTo>
                <a:lnTo>
                  <a:pt x="3504848" y="309833"/>
                </a:lnTo>
                <a:lnTo>
                  <a:pt x="3504949" y="309508"/>
                </a:lnTo>
                <a:lnTo>
                  <a:pt x="3554270" y="309508"/>
                </a:lnTo>
                <a:lnTo>
                  <a:pt x="3554270" y="280680"/>
                </a:lnTo>
                <a:lnTo>
                  <a:pt x="3549156" y="270578"/>
                </a:lnTo>
                <a:lnTo>
                  <a:pt x="3549083" y="270434"/>
                </a:lnTo>
                <a:close/>
              </a:path>
              <a:path w="6441440" h="830579">
                <a:moveTo>
                  <a:pt x="3554270" y="309508"/>
                </a:moveTo>
                <a:lnTo>
                  <a:pt x="3504949" y="309508"/>
                </a:lnTo>
                <a:lnTo>
                  <a:pt x="3541498" y="311961"/>
                </a:lnTo>
                <a:lnTo>
                  <a:pt x="3537024" y="325004"/>
                </a:lnTo>
                <a:lnTo>
                  <a:pt x="3517937" y="332599"/>
                </a:lnTo>
                <a:lnTo>
                  <a:pt x="3539982" y="332599"/>
                </a:lnTo>
                <a:lnTo>
                  <a:pt x="3541498" y="342052"/>
                </a:lnTo>
                <a:lnTo>
                  <a:pt x="3554270" y="342052"/>
                </a:lnTo>
                <a:lnTo>
                  <a:pt x="3554270" y="309508"/>
                </a:lnTo>
                <a:close/>
              </a:path>
              <a:path w="6441440" h="830579">
                <a:moveTo>
                  <a:pt x="3506464" y="260692"/>
                </a:moveTo>
                <a:lnTo>
                  <a:pt x="3490193" y="277325"/>
                </a:lnTo>
                <a:lnTo>
                  <a:pt x="3502315" y="281654"/>
                </a:lnTo>
                <a:lnTo>
                  <a:pt x="3513085" y="270434"/>
                </a:lnTo>
                <a:lnTo>
                  <a:pt x="3549083" y="270434"/>
                </a:lnTo>
                <a:lnTo>
                  <a:pt x="3546134" y="264607"/>
                </a:lnTo>
                <a:lnTo>
                  <a:pt x="3506464" y="260692"/>
                </a:lnTo>
                <a:close/>
              </a:path>
              <a:path w="6441440" h="830579">
                <a:moveTo>
                  <a:pt x="3590354" y="258924"/>
                </a:moveTo>
                <a:lnTo>
                  <a:pt x="3577581" y="258924"/>
                </a:lnTo>
                <a:lnTo>
                  <a:pt x="3577581" y="342052"/>
                </a:lnTo>
                <a:lnTo>
                  <a:pt x="3590354" y="342052"/>
                </a:lnTo>
                <a:lnTo>
                  <a:pt x="3590354" y="258924"/>
                </a:lnTo>
                <a:close/>
              </a:path>
              <a:path w="6441440" h="830579">
                <a:moveTo>
                  <a:pt x="3579440" y="228600"/>
                </a:moveTo>
                <a:lnTo>
                  <a:pt x="3584076" y="245070"/>
                </a:lnTo>
                <a:lnTo>
                  <a:pt x="3586565" y="245070"/>
                </a:lnTo>
                <a:lnTo>
                  <a:pt x="3593168" y="234029"/>
                </a:lnTo>
                <a:lnTo>
                  <a:pt x="3579440" y="228600"/>
                </a:lnTo>
                <a:close/>
              </a:path>
              <a:path w="6441440" h="830579">
                <a:moveTo>
                  <a:pt x="3626519" y="231215"/>
                </a:moveTo>
                <a:lnTo>
                  <a:pt x="3613747" y="231215"/>
                </a:lnTo>
                <a:lnTo>
                  <a:pt x="3613747" y="342052"/>
                </a:lnTo>
                <a:lnTo>
                  <a:pt x="3626519" y="342052"/>
                </a:lnTo>
                <a:lnTo>
                  <a:pt x="3626519" y="231215"/>
                </a:lnTo>
                <a:close/>
              </a:path>
              <a:path w="6441440" h="830579">
                <a:moveTo>
                  <a:pt x="3658355" y="319105"/>
                </a:moveTo>
                <a:lnTo>
                  <a:pt x="3646232" y="322136"/>
                </a:lnTo>
                <a:lnTo>
                  <a:pt x="3647711" y="329207"/>
                </a:lnTo>
                <a:lnTo>
                  <a:pt x="3662341" y="341943"/>
                </a:lnTo>
                <a:lnTo>
                  <a:pt x="3684296" y="343783"/>
                </a:lnTo>
                <a:lnTo>
                  <a:pt x="3703490" y="335413"/>
                </a:lnTo>
                <a:lnTo>
                  <a:pt x="3704713" y="331408"/>
                </a:lnTo>
                <a:lnTo>
                  <a:pt x="3668150" y="331408"/>
                </a:lnTo>
                <a:lnTo>
                  <a:pt x="3658355" y="319105"/>
                </a:lnTo>
                <a:close/>
              </a:path>
              <a:path w="6441440" h="830579">
                <a:moveTo>
                  <a:pt x="3679353" y="257842"/>
                </a:moveTo>
                <a:lnTo>
                  <a:pt x="3655450" y="265816"/>
                </a:lnTo>
                <a:lnTo>
                  <a:pt x="3648830" y="287608"/>
                </a:lnTo>
                <a:lnTo>
                  <a:pt x="3657705" y="300001"/>
                </a:lnTo>
                <a:lnTo>
                  <a:pt x="3692053" y="310302"/>
                </a:lnTo>
                <a:lnTo>
                  <a:pt x="3697104" y="323110"/>
                </a:lnTo>
                <a:lnTo>
                  <a:pt x="3688301" y="331264"/>
                </a:lnTo>
                <a:lnTo>
                  <a:pt x="3668150" y="331408"/>
                </a:lnTo>
                <a:lnTo>
                  <a:pt x="3704713" y="331408"/>
                </a:lnTo>
                <a:lnTo>
                  <a:pt x="3710309" y="313080"/>
                </a:lnTo>
                <a:lnTo>
                  <a:pt x="3701199" y="300939"/>
                </a:lnTo>
                <a:lnTo>
                  <a:pt x="3662756" y="286904"/>
                </a:lnTo>
                <a:lnTo>
                  <a:pt x="3663158" y="277541"/>
                </a:lnTo>
                <a:lnTo>
                  <a:pt x="3663280" y="274709"/>
                </a:lnTo>
                <a:lnTo>
                  <a:pt x="3683069" y="268882"/>
                </a:lnTo>
                <a:lnTo>
                  <a:pt x="3703886" y="268882"/>
                </a:lnTo>
                <a:lnTo>
                  <a:pt x="3694038" y="259646"/>
                </a:lnTo>
                <a:lnTo>
                  <a:pt x="3679353" y="257842"/>
                </a:lnTo>
                <a:close/>
              </a:path>
              <a:path w="6441440" h="830579">
                <a:moveTo>
                  <a:pt x="3703886" y="268882"/>
                </a:moveTo>
                <a:lnTo>
                  <a:pt x="3683069" y="268882"/>
                </a:lnTo>
                <a:lnTo>
                  <a:pt x="3697321" y="280789"/>
                </a:lnTo>
                <a:lnTo>
                  <a:pt x="3708794" y="277541"/>
                </a:lnTo>
                <a:lnTo>
                  <a:pt x="3706810" y="271624"/>
                </a:lnTo>
                <a:lnTo>
                  <a:pt x="3703886" y="268882"/>
                </a:lnTo>
                <a:close/>
              </a:path>
              <a:path w="6441440" h="830579">
                <a:moveTo>
                  <a:pt x="3748585" y="326898"/>
                </a:moveTo>
                <a:lnTo>
                  <a:pt x="3734731" y="326898"/>
                </a:lnTo>
                <a:lnTo>
                  <a:pt x="3728020" y="369111"/>
                </a:lnTo>
                <a:lnTo>
                  <a:pt x="3737761" y="369111"/>
                </a:lnTo>
                <a:lnTo>
                  <a:pt x="3748585" y="326898"/>
                </a:lnTo>
                <a:close/>
              </a:path>
              <a:path w="6441440" h="830579">
                <a:moveTo>
                  <a:pt x="3872504" y="270434"/>
                </a:moveTo>
                <a:lnTo>
                  <a:pt x="3836506" y="270434"/>
                </a:lnTo>
                <a:lnTo>
                  <a:pt x="3857648" y="270578"/>
                </a:lnTo>
                <a:lnTo>
                  <a:pt x="3864919" y="285984"/>
                </a:lnTo>
                <a:lnTo>
                  <a:pt x="3812170" y="309833"/>
                </a:lnTo>
                <a:lnTo>
                  <a:pt x="3817546" y="336099"/>
                </a:lnTo>
                <a:lnTo>
                  <a:pt x="3839591" y="344000"/>
                </a:lnTo>
                <a:lnTo>
                  <a:pt x="3844425" y="344000"/>
                </a:lnTo>
                <a:lnTo>
                  <a:pt x="3863403" y="332599"/>
                </a:lnTo>
                <a:lnTo>
                  <a:pt x="3836552" y="332599"/>
                </a:lnTo>
                <a:lnTo>
                  <a:pt x="3824004" y="323543"/>
                </a:lnTo>
                <a:lnTo>
                  <a:pt x="3828269" y="309833"/>
                </a:lnTo>
                <a:lnTo>
                  <a:pt x="3828370" y="309508"/>
                </a:lnTo>
                <a:lnTo>
                  <a:pt x="3877691" y="309508"/>
                </a:lnTo>
                <a:lnTo>
                  <a:pt x="3877691" y="280680"/>
                </a:lnTo>
                <a:lnTo>
                  <a:pt x="3872577" y="270578"/>
                </a:lnTo>
                <a:lnTo>
                  <a:pt x="3872504" y="270434"/>
                </a:lnTo>
                <a:close/>
              </a:path>
              <a:path w="6441440" h="830579">
                <a:moveTo>
                  <a:pt x="3877691" y="309508"/>
                </a:moveTo>
                <a:lnTo>
                  <a:pt x="3828370" y="309508"/>
                </a:lnTo>
                <a:lnTo>
                  <a:pt x="3864919" y="311961"/>
                </a:lnTo>
                <a:lnTo>
                  <a:pt x="3860445" y="325004"/>
                </a:lnTo>
                <a:lnTo>
                  <a:pt x="3841358" y="332599"/>
                </a:lnTo>
                <a:lnTo>
                  <a:pt x="3863403" y="332599"/>
                </a:lnTo>
                <a:lnTo>
                  <a:pt x="3864919" y="342052"/>
                </a:lnTo>
                <a:lnTo>
                  <a:pt x="3877691" y="342052"/>
                </a:lnTo>
                <a:lnTo>
                  <a:pt x="3877691" y="309508"/>
                </a:lnTo>
                <a:close/>
              </a:path>
              <a:path w="6441440" h="830579">
                <a:moveTo>
                  <a:pt x="3829885" y="260692"/>
                </a:moveTo>
                <a:lnTo>
                  <a:pt x="3813614" y="277325"/>
                </a:lnTo>
                <a:lnTo>
                  <a:pt x="3825736" y="281654"/>
                </a:lnTo>
                <a:lnTo>
                  <a:pt x="3836506" y="270434"/>
                </a:lnTo>
                <a:lnTo>
                  <a:pt x="3872504" y="270434"/>
                </a:lnTo>
                <a:lnTo>
                  <a:pt x="3869555" y="264607"/>
                </a:lnTo>
                <a:lnTo>
                  <a:pt x="3829885" y="260692"/>
                </a:lnTo>
                <a:close/>
              </a:path>
              <a:path w="6441440" h="830579">
                <a:moveTo>
                  <a:pt x="3913348" y="258997"/>
                </a:moveTo>
                <a:lnTo>
                  <a:pt x="3901002" y="258997"/>
                </a:lnTo>
                <a:lnTo>
                  <a:pt x="3901002" y="342052"/>
                </a:lnTo>
                <a:lnTo>
                  <a:pt x="3913775" y="342052"/>
                </a:lnTo>
                <a:lnTo>
                  <a:pt x="3913775" y="292045"/>
                </a:lnTo>
                <a:lnTo>
                  <a:pt x="3918375" y="276315"/>
                </a:lnTo>
                <a:lnTo>
                  <a:pt x="3932544" y="271913"/>
                </a:lnTo>
                <a:lnTo>
                  <a:pt x="3914424" y="271913"/>
                </a:lnTo>
                <a:lnTo>
                  <a:pt x="3913360" y="259141"/>
                </a:lnTo>
                <a:lnTo>
                  <a:pt x="3913348" y="258997"/>
                </a:lnTo>
                <a:close/>
              </a:path>
              <a:path w="6441440" h="830579">
                <a:moveTo>
                  <a:pt x="3959004" y="269315"/>
                </a:moveTo>
                <a:lnTo>
                  <a:pt x="3940907" y="269315"/>
                </a:lnTo>
                <a:lnTo>
                  <a:pt x="3952344" y="278479"/>
                </a:lnTo>
                <a:lnTo>
                  <a:pt x="3954039" y="342052"/>
                </a:lnTo>
                <a:lnTo>
                  <a:pt x="3966812" y="342052"/>
                </a:lnTo>
                <a:lnTo>
                  <a:pt x="3965678" y="278479"/>
                </a:lnTo>
                <a:lnTo>
                  <a:pt x="3965639" y="276315"/>
                </a:lnTo>
                <a:lnTo>
                  <a:pt x="3959004" y="269315"/>
                </a:lnTo>
                <a:close/>
              </a:path>
              <a:path w="6441440" h="830579">
                <a:moveTo>
                  <a:pt x="3949223" y="258997"/>
                </a:moveTo>
                <a:lnTo>
                  <a:pt x="3927269" y="259141"/>
                </a:lnTo>
                <a:lnTo>
                  <a:pt x="3914424" y="271913"/>
                </a:lnTo>
                <a:lnTo>
                  <a:pt x="3932544" y="271913"/>
                </a:lnTo>
                <a:lnTo>
                  <a:pt x="3940907" y="269315"/>
                </a:lnTo>
                <a:lnTo>
                  <a:pt x="3959004" y="269315"/>
                </a:lnTo>
                <a:lnTo>
                  <a:pt x="3949223" y="258997"/>
                </a:lnTo>
                <a:close/>
              </a:path>
              <a:path w="6441440" h="830579">
                <a:moveTo>
                  <a:pt x="4014757" y="257842"/>
                </a:moveTo>
                <a:lnTo>
                  <a:pt x="3997908" y="266591"/>
                </a:lnTo>
                <a:lnTo>
                  <a:pt x="3987751" y="284397"/>
                </a:lnTo>
                <a:lnTo>
                  <a:pt x="3986254" y="309508"/>
                </a:lnTo>
                <a:lnTo>
                  <a:pt x="3993741" y="330019"/>
                </a:lnTo>
                <a:lnTo>
                  <a:pt x="4008631" y="342052"/>
                </a:lnTo>
                <a:lnTo>
                  <a:pt x="4021540" y="343783"/>
                </a:lnTo>
                <a:lnTo>
                  <a:pt x="4026880" y="343783"/>
                </a:lnTo>
                <a:lnTo>
                  <a:pt x="4042751" y="332310"/>
                </a:lnTo>
                <a:lnTo>
                  <a:pt x="4017932" y="332310"/>
                </a:lnTo>
                <a:lnTo>
                  <a:pt x="4003572" y="321414"/>
                </a:lnTo>
                <a:lnTo>
                  <a:pt x="3999910" y="289375"/>
                </a:lnTo>
                <a:lnTo>
                  <a:pt x="4013350" y="270704"/>
                </a:lnTo>
                <a:lnTo>
                  <a:pt x="4043665" y="270704"/>
                </a:lnTo>
                <a:lnTo>
                  <a:pt x="4014757" y="257842"/>
                </a:lnTo>
                <a:close/>
              </a:path>
              <a:path w="6441440" h="830579">
                <a:moveTo>
                  <a:pt x="4059640" y="330795"/>
                </a:moveTo>
                <a:lnTo>
                  <a:pt x="4044847" y="330795"/>
                </a:lnTo>
                <a:lnTo>
                  <a:pt x="4047300" y="342052"/>
                </a:lnTo>
                <a:lnTo>
                  <a:pt x="4059640" y="342052"/>
                </a:lnTo>
                <a:lnTo>
                  <a:pt x="4059640" y="330795"/>
                </a:lnTo>
                <a:close/>
              </a:path>
              <a:path w="6441440" h="830579">
                <a:moveTo>
                  <a:pt x="4043665" y="270704"/>
                </a:moveTo>
                <a:lnTo>
                  <a:pt x="4032886" y="270704"/>
                </a:lnTo>
                <a:lnTo>
                  <a:pt x="4046182" y="288852"/>
                </a:lnTo>
                <a:lnTo>
                  <a:pt x="4039796" y="325599"/>
                </a:lnTo>
                <a:lnTo>
                  <a:pt x="4023272" y="332310"/>
                </a:lnTo>
                <a:lnTo>
                  <a:pt x="4042751" y="332310"/>
                </a:lnTo>
                <a:lnTo>
                  <a:pt x="4044847" y="330795"/>
                </a:lnTo>
                <a:lnTo>
                  <a:pt x="4059640" y="330795"/>
                </a:lnTo>
                <a:lnTo>
                  <a:pt x="4059640" y="272129"/>
                </a:lnTo>
                <a:lnTo>
                  <a:pt x="4046868" y="272129"/>
                </a:lnTo>
                <a:lnTo>
                  <a:pt x="4043665" y="270704"/>
                </a:lnTo>
                <a:close/>
              </a:path>
              <a:path w="6441440" h="830579">
                <a:moveTo>
                  <a:pt x="4059640" y="231215"/>
                </a:moveTo>
                <a:lnTo>
                  <a:pt x="4046868" y="231215"/>
                </a:lnTo>
                <a:lnTo>
                  <a:pt x="4046868" y="272129"/>
                </a:lnTo>
                <a:lnTo>
                  <a:pt x="4059640" y="272129"/>
                </a:lnTo>
                <a:lnTo>
                  <a:pt x="4059640" y="231215"/>
                </a:lnTo>
                <a:close/>
              </a:path>
              <a:path w="6441440" h="830579">
                <a:moveTo>
                  <a:pt x="4129418" y="231215"/>
                </a:moveTo>
                <a:lnTo>
                  <a:pt x="4129418" y="342052"/>
                </a:lnTo>
                <a:lnTo>
                  <a:pt x="4142839" y="342052"/>
                </a:lnTo>
                <a:lnTo>
                  <a:pt x="4142839" y="301570"/>
                </a:lnTo>
                <a:lnTo>
                  <a:pt x="4140241" y="301570"/>
                </a:lnTo>
                <a:lnTo>
                  <a:pt x="4140241" y="289664"/>
                </a:lnTo>
                <a:lnTo>
                  <a:pt x="4142839" y="289363"/>
                </a:lnTo>
                <a:lnTo>
                  <a:pt x="4142839" y="243230"/>
                </a:lnTo>
                <a:lnTo>
                  <a:pt x="4197860" y="243230"/>
                </a:lnTo>
                <a:lnTo>
                  <a:pt x="4182671" y="232785"/>
                </a:lnTo>
                <a:lnTo>
                  <a:pt x="4129418" y="231215"/>
                </a:lnTo>
                <a:close/>
              </a:path>
              <a:path w="6441440" h="830579">
                <a:moveTo>
                  <a:pt x="4142839" y="289363"/>
                </a:moveTo>
                <a:lnTo>
                  <a:pt x="4140241" y="289664"/>
                </a:lnTo>
                <a:lnTo>
                  <a:pt x="4140241" y="301570"/>
                </a:lnTo>
                <a:lnTo>
                  <a:pt x="4142839" y="301570"/>
                </a:lnTo>
                <a:lnTo>
                  <a:pt x="4142839" y="289363"/>
                </a:lnTo>
                <a:close/>
              </a:path>
              <a:path w="6441440" h="830579">
                <a:moveTo>
                  <a:pt x="4197860" y="243230"/>
                </a:moveTo>
                <a:lnTo>
                  <a:pt x="4146531" y="243230"/>
                </a:lnTo>
                <a:lnTo>
                  <a:pt x="4177295" y="244132"/>
                </a:lnTo>
                <a:lnTo>
                  <a:pt x="4190500" y="257878"/>
                </a:lnTo>
                <a:lnTo>
                  <a:pt x="4184601" y="284523"/>
                </a:lnTo>
                <a:lnTo>
                  <a:pt x="4142839" y="289363"/>
                </a:lnTo>
                <a:lnTo>
                  <a:pt x="4142839" y="301570"/>
                </a:lnTo>
                <a:lnTo>
                  <a:pt x="4175708" y="301570"/>
                </a:lnTo>
                <a:lnTo>
                  <a:pt x="4193819" y="293687"/>
                </a:lnTo>
                <a:lnTo>
                  <a:pt x="4204535" y="272815"/>
                </a:lnTo>
                <a:lnTo>
                  <a:pt x="4197860" y="243230"/>
                </a:lnTo>
                <a:close/>
              </a:path>
              <a:path w="6441440" h="830579">
                <a:moveTo>
                  <a:pt x="4236763" y="258924"/>
                </a:moveTo>
                <a:lnTo>
                  <a:pt x="4224424" y="258924"/>
                </a:lnTo>
                <a:lnTo>
                  <a:pt x="4224424" y="342052"/>
                </a:lnTo>
                <a:lnTo>
                  <a:pt x="4237196" y="342052"/>
                </a:lnTo>
                <a:lnTo>
                  <a:pt x="4238098" y="282358"/>
                </a:lnTo>
                <a:lnTo>
                  <a:pt x="4255737" y="271480"/>
                </a:lnTo>
                <a:lnTo>
                  <a:pt x="4237629" y="271480"/>
                </a:lnTo>
                <a:lnTo>
                  <a:pt x="4236763" y="258924"/>
                </a:lnTo>
                <a:close/>
              </a:path>
              <a:path w="6441440" h="830579">
                <a:moveTo>
                  <a:pt x="4254298" y="257625"/>
                </a:moveTo>
                <a:lnTo>
                  <a:pt x="4237629" y="271480"/>
                </a:lnTo>
                <a:lnTo>
                  <a:pt x="4255737" y="271480"/>
                </a:lnTo>
                <a:lnTo>
                  <a:pt x="4258195" y="269965"/>
                </a:lnTo>
                <a:lnTo>
                  <a:pt x="4265987" y="257842"/>
                </a:lnTo>
                <a:lnTo>
                  <a:pt x="4254298" y="257625"/>
                </a:lnTo>
                <a:close/>
              </a:path>
              <a:path w="6441440" h="830579">
                <a:moveTo>
                  <a:pt x="4304863" y="257842"/>
                </a:moveTo>
                <a:lnTo>
                  <a:pt x="4286986" y="266772"/>
                </a:lnTo>
                <a:lnTo>
                  <a:pt x="4276270" y="284703"/>
                </a:lnTo>
                <a:lnTo>
                  <a:pt x="4274701" y="309508"/>
                </a:lnTo>
                <a:lnTo>
                  <a:pt x="4282584" y="329857"/>
                </a:lnTo>
                <a:lnTo>
                  <a:pt x="4298279" y="341998"/>
                </a:lnTo>
                <a:lnTo>
                  <a:pt x="4312368" y="343783"/>
                </a:lnTo>
                <a:lnTo>
                  <a:pt x="4319873" y="343783"/>
                </a:lnTo>
                <a:lnTo>
                  <a:pt x="4337732" y="334854"/>
                </a:lnTo>
                <a:lnTo>
                  <a:pt x="4339259" y="332310"/>
                </a:lnTo>
                <a:lnTo>
                  <a:pt x="4306667" y="332310"/>
                </a:lnTo>
                <a:lnTo>
                  <a:pt x="4294617" y="325004"/>
                </a:lnTo>
                <a:lnTo>
                  <a:pt x="4287473" y="295365"/>
                </a:lnTo>
                <a:lnTo>
                  <a:pt x="4301977" y="270795"/>
                </a:lnTo>
                <a:lnTo>
                  <a:pt x="4340853" y="270795"/>
                </a:lnTo>
                <a:lnTo>
                  <a:pt x="4326439" y="259628"/>
                </a:lnTo>
                <a:lnTo>
                  <a:pt x="4304863" y="257842"/>
                </a:lnTo>
                <a:close/>
              </a:path>
              <a:path w="6441440" h="830579">
                <a:moveTo>
                  <a:pt x="4340853" y="270795"/>
                </a:moveTo>
                <a:lnTo>
                  <a:pt x="4322759" y="270795"/>
                </a:lnTo>
                <a:lnTo>
                  <a:pt x="4336379" y="290187"/>
                </a:lnTo>
                <a:lnTo>
                  <a:pt x="4330119" y="325004"/>
                </a:lnTo>
                <a:lnTo>
                  <a:pt x="4312368" y="332310"/>
                </a:lnTo>
                <a:lnTo>
                  <a:pt x="4339259" y="332310"/>
                </a:lnTo>
                <a:lnTo>
                  <a:pt x="4348447" y="317012"/>
                </a:lnTo>
                <a:lnTo>
                  <a:pt x="4350035" y="292262"/>
                </a:lnTo>
                <a:lnTo>
                  <a:pt x="4342133" y="271787"/>
                </a:lnTo>
                <a:lnTo>
                  <a:pt x="4340853" y="270795"/>
                </a:lnTo>
                <a:close/>
              </a:path>
              <a:path w="6441440" h="830579">
                <a:moveTo>
                  <a:pt x="4373915" y="258924"/>
                </a:moveTo>
                <a:lnTo>
                  <a:pt x="4360060" y="258924"/>
                </a:lnTo>
                <a:lnTo>
                  <a:pt x="4390800" y="342052"/>
                </a:lnTo>
                <a:lnTo>
                  <a:pt x="4403789" y="342052"/>
                </a:lnTo>
                <a:lnTo>
                  <a:pt x="4410033" y="325166"/>
                </a:lnTo>
                <a:lnTo>
                  <a:pt x="4397728" y="325166"/>
                </a:lnTo>
                <a:lnTo>
                  <a:pt x="4373915" y="258924"/>
                </a:lnTo>
                <a:close/>
              </a:path>
              <a:path w="6441440" h="830579">
                <a:moveTo>
                  <a:pt x="4434529" y="258924"/>
                </a:moveTo>
                <a:lnTo>
                  <a:pt x="4420674" y="258924"/>
                </a:lnTo>
                <a:lnTo>
                  <a:pt x="4397728" y="325166"/>
                </a:lnTo>
                <a:lnTo>
                  <a:pt x="4410033" y="325166"/>
                </a:lnTo>
                <a:lnTo>
                  <a:pt x="4434529" y="258924"/>
                </a:lnTo>
                <a:close/>
              </a:path>
              <a:path w="6441440" h="830579">
                <a:moveTo>
                  <a:pt x="4464159" y="258924"/>
                </a:moveTo>
                <a:lnTo>
                  <a:pt x="4451387" y="258924"/>
                </a:lnTo>
                <a:lnTo>
                  <a:pt x="4451387" y="342052"/>
                </a:lnTo>
                <a:lnTo>
                  <a:pt x="4464159" y="342052"/>
                </a:lnTo>
                <a:lnTo>
                  <a:pt x="4464159" y="258924"/>
                </a:lnTo>
                <a:close/>
              </a:path>
              <a:path w="6441440" h="830579">
                <a:moveTo>
                  <a:pt x="4453245" y="228600"/>
                </a:moveTo>
                <a:lnTo>
                  <a:pt x="4457881" y="245070"/>
                </a:lnTo>
                <a:lnTo>
                  <a:pt x="4460371" y="245070"/>
                </a:lnTo>
                <a:lnTo>
                  <a:pt x="4466973" y="234029"/>
                </a:lnTo>
                <a:lnTo>
                  <a:pt x="4453245" y="228600"/>
                </a:lnTo>
                <a:close/>
              </a:path>
              <a:path w="6441440" h="830579">
                <a:moveTo>
                  <a:pt x="4495995" y="319105"/>
                </a:moveTo>
                <a:lnTo>
                  <a:pt x="4483872" y="322136"/>
                </a:lnTo>
                <a:lnTo>
                  <a:pt x="4485351" y="329207"/>
                </a:lnTo>
                <a:lnTo>
                  <a:pt x="4499981" y="341943"/>
                </a:lnTo>
                <a:lnTo>
                  <a:pt x="4521936" y="343783"/>
                </a:lnTo>
                <a:lnTo>
                  <a:pt x="4541130" y="335413"/>
                </a:lnTo>
                <a:lnTo>
                  <a:pt x="4542353" y="331408"/>
                </a:lnTo>
                <a:lnTo>
                  <a:pt x="4505790" y="331408"/>
                </a:lnTo>
                <a:lnTo>
                  <a:pt x="4495995" y="319105"/>
                </a:lnTo>
                <a:close/>
              </a:path>
              <a:path w="6441440" h="830579">
                <a:moveTo>
                  <a:pt x="4516993" y="257842"/>
                </a:moveTo>
                <a:lnTo>
                  <a:pt x="4493090" y="265816"/>
                </a:lnTo>
                <a:lnTo>
                  <a:pt x="4486470" y="287608"/>
                </a:lnTo>
                <a:lnTo>
                  <a:pt x="4495345" y="300001"/>
                </a:lnTo>
                <a:lnTo>
                  <a:pt x="4529693" y="310302"/>
                </a:lnTo>
                <a:lnTo>
                  <a:pt x="4534744" y="323110"/>
                </a:lnTo>
                <a:lnTo>
                  <a:pt x="4525941" y="331264"/>
                </a:lnTo>
                <a:lnTo>
                  <a:pt x="4505790" y="331408"/>
                </a:lnTo>
                <a:lnTo>
                  <a:pt x="4542353" y="331408"/>
                </a:lnTo>
                <a:lnTo>
                  <a:pt x="4547949" y="313080"/>
                </a:lnTo>
                <a:lnTo>
                  <a:pt x="4538839" y="300939"/>
                </a:lnTo>
                <a:lnTo>
                  <a:pt x="4500396" y="286904"/>
                </a:lnTo>
                <a:lnTo>
                  <a:pt x="4500798" y="277541"/>
                </a:lnTo>
                <a:lnTo>
                  <a:pt x="4500920" y="274709"/>
                </a:lnTo>
                <a:lnTo>
                  <a:pt x="4520709" y="268882"/>
                </a:lnTo>
                <a:lnTo>
                  <a:pt x="4541526" y="268882"/>
                </a:lnTo>
                <a:lnTo>
                  <a:pt x="4531677" y="259646"/>
                </a:lnTo>
                <a:lnTo>
                  <a:pt x="4516993" y="257842"/>
                </a:lnTo>
                <a:close/>
              </a:path>
              <a:path w="6441440" h="830579">
                <a:moveTo>
                  <a:pt x="4541526" y="268882"/>
                </a:moveTo>
                <a:lnTo>
                  <a:pt x="4520709" y="268882"/>
                </a:lnTo>
                <a:lnTo>
                  <a:pt x="4534961" y="280789"/>
                </a:lnTo>
                <a:lnTo>
                  <a:pt x="4546434" y="277541"/>
                </a:lnTo>
                <a:lnTo>
                  <a:pt x="4544450" y="271624"/>
                </a:lnTo>
                <a:lnTo>
                  <a:pt x="4541526" y="268882"/>
                </a:lnTo>
                <a:close/>
              </a:path>
              <a:path w="6441440" h="830579">
                <a:moveTo>
                  <a:pt x="4579947" y="258924"/>
                </a:moveTo>
                <a:lnTo>
                  <a:pt x="4567175" y="258924"/>
                </a:lnTo>
                <a:lnTo>
                  <a:pt x="4567175" y="342052"/>
                </a:lnTo>
                <a:lnTo>
                  <a:pt x="4579947" y="342052"/>
                </a:lnTo>
                <a:lnTo>
                  <a:pt x="4579947" y="258924"/>
                </a:lnTo>
                <a:close/>
              </a:path>
              <a:path w="6441440" h="830579">
                <a:moveTo>
                  <a:pt x="4569033" y="228600"/>
                </a:moveTo>
                <a:lnTo>
                  <a:pt x="4573669" y="245070"/>
                </a:lnTo>
                <a:lnTo>
                  <a:pt x="4576159" y="245070"/>
                </a:lnTo>
                <a:lnTo>
                  <a:pt x="4582762" y="234029"/>
                </a:lnTo>
                <a:lnTo>
                  <a:pt x="4569033" y="228600"/>
                </a:lnTo>
                <a:close/>
              </a:path>
              <a:path w="6441440" h="830579">
                <a:moveTo>
                  <a:pt x="4629606" y="257842"/>
                </a:moveTo>
                <a:lnTo>
                  <a:pt x="4611729" y="266772"/>
                </a:lnTo>
                <a:lnTo>
                  <a:pt x="4601013" y="284703"/>
                </a:lnTo>
                <a:lnTo>
                  <a:pt x="4599444" y="309508"/>
                </a:lnTo>
                <a:lnTo>
                  <a:pt x="4607327" y="329857"/>
                </a:lnTo>
                <a:lnTo>
                  <a:pt x="4623022" y="341998"/>
                </a:lnTo>
                <a:lnTo>
                  <a:pt x="4637111" y="343783"/>
                </a:lnTo>
                <a:lnTo>
                  <a:pt x="4644616" y="343783"/>
                </a:lnTo>
                <a:lnTo>
                  <a:pt x="4662475" y="334854"/>
                </a:lnTo>
                <a:lnTo>
                  <a:pt x="4664002" y="332310"/>
                </a:lnTo>
                <a:lnTo>
                  <a:pt x="4631410" y="332310"/>
                </a:lnTo>
                <a:lnTo>
                  <a:pt x="4619360" y="325004"/>
                </a:lnTo>
                <a:lnTo>
                  <a:pt x="4612216" y="295365"/>
                </a:lnTo>
                <a:lnTo>
                  <a:pt x="4626720" y="270795"/>
                </a:lnTo>
                <a:lnTo>
                  <a:pt x="4665595" y="270795"/>
                </a:lnTo>
                <a:lnTo>
                  <a:pt x="4651182" y="259628"/>
                </a:lnTo>
                <a:lnTo>
                  <a:pt x="4629606" y="257842"/>
                </a:lnTo>
                <a:close/>
              </a:path>
              <a:path w="6441440" h="830579">
                <a:moveTo>
                  <a:pt x="4665595" y="270795"/>
                </a:moveTo>
                <a:lnTo>
                  <a:pt x="4647502" y="270795"/>
                </a:lnTo>
                <a:lnTo>
                  <a:pt x="4661122" y="290187"/>
                </a:lnTo>
                <a:lnTo>
                  <a:pt x="4654862" y="325004"/>
                </a:lnTo>
                <a:lnTo>
                  <a:pt x="4637111" y="332310"/>
                </a:lnTo>
                <a:lnTo>
                  <a:pt x="4664002" y="332310"/>
                </a:lnTo>
                <a:lnTo>
                  <a:pt x="4673190" y="317012"/>
                </a:lnTo>
                <a:lnTo>
                  <a:pt x="4674778" y="292262"/>
                </a:lnTo>
                <a:lnTo>
                  <a:pt x="4666876" y="271787"/>
                </a:lnTo>
                <a:lnTo>
                  <a:pt x="4665595" y="270795"/>
                </a:lnTo>
                <a:close/>
              </a:path>
              <a:path w="6441440" h="830579">
                <a:moveTo>
                  <a:pt x="4706620" y="258997"/>
                </a:moveTo>
                <a:lnTo>
                  <a:pt x="4694274" y="258997"/>
                </a:lnTo>
                <a:lnTo>
                  <a:pt x="4694274" y="342052"/>
                </a:lnTo>
                <a:lnTo>
                  <a:pt x="4707047" y="342052"/>
                </a:lnTo>
                <a:lnTo>
                  <a:pt x="4707047" y="292045"/>
                </a:lnTo>
                <a:lnTo>
                  <a:pt x="4711647" y="276315"/>
                </a:lnTo>
                <a:lnTo>
                  <a:pt x="4725816" y="271913"/>
                </a:lnTo>
                <a:lnTo>
                  <a:pt x="4707696" y="271913"/>
                </a:lnTo>
                <a:lnTo>
                  <a:pt x="4706632" y="259141"/>
                </a:lnTo>
                <a:lnTo>
                  <a:pt x="4706620" y="258997"/>
                </a:lnTo>
                <a:close/>
              </a:path>
              <a:path w="6441440" h="830579">
                <a:moveTo>
                  <a:pt x="4752276" y="269315"/>
                </a:moveTo>
                <a:lnTo>
                  <a:pt x="4734178" y="269315"/>
                </a:lnTo>
                <a:lnTo>
                  <a:pt x="4745616" y="278479"/>
                </a:lnTo>
                <a:lnTo>
                  <a:pt x="4747311" y="342052"/>
                </a:lnTo>
                <a:lnTo>
                  <a:pt x="4760083" y="342052"/>
                </a:lnTo>
                <a:lnTo>
                  <a:pt x="4758949" y="278479"/>
                </a:lnTo>
                <a:lnTo>
                  <a:pt x="4758911" y="276315"/>
                </a:lnTo>
                <a:lnTo>
                  <a:pt x="4752276" y="269315"/>
                </a:lnTo>
                <a:close/>
              </a:path>
              <a:path w="6441440" h="830579">
                <a:moveTo>
                  <a:pt x="4742495" y="258997"/>
                </a:moveTo>
                <a:lnTo>
                  <a:pt x="4720540" y="259141"/>
                </a:lnTo>
                <a:lnTo>
                  <a:pt x="4707696" y="271913"/>
                </a:lnTo>
                <a:lnTo>
                  <a:pt x="4725816" y="271913"/>
                </a:lnTo>
                <a:lnTo>
                  <a:pt x="4734178" y="269315"/>
                </a:lnTo>
                <a:lnTo>
                  <a:pt x="4752276" y="269315"/>
                </a:lnTo>
                <a:lnTo>
                  <a:pt x="4742495" y="258997"/>
                </a:lnTo>
                <a:close/>
              </a:path>
              <a:path w="6441440" h="830579">
                <a:moveTo>
                  <a:pt x="4840798" y="270434"/>
                </a:moveTo>
                <a:lnTo>
                  <a:pt x="4804800" y="270434"/>
                </a:lnTo>
                <a:lnTo>
                  <a:pt x="4825942" y="270578"/>
                </a:lnTo>
                <a:lnTo>
                  <a:pt x="4833212" y="285984"/>
                </a:lnTo>
                <a:lnTo>
                  <a:pt x="4780464" y="309833"/>
                </a:lnTo>
                <a:lnTo>
                  <a:pt x="4785840" y="336099"/>
                </a:lnTo>
                <a:lnTo>
                  <a:pt x="4807884" y="344000"/>
                </a:lnTo>
                <a:lnTo>
                  <a:pt x="4812719" y="344000"/>
                </a:lnTo>
                <a:lnTo>
                  <a:pt x="4831697" y="332599"/>
                </a:lnTo>
                <a:lnTo>
                  <a:pt x="4804845" y="332599"/>
                </a:lnTo>
                <a:lnTo>
                  <a:pt x="4792298" y="323543"/>
                </a:lnTo>
                <a:lnTo>
                  <a:pt x="4796563" y="309833"/>
                </a:lnTo>
                <a:lnTo>
                  <a:pt x="4796664" y="309508"/>
                </a:lnTo>
                <a:lnTo>
                  <a:pt x="4845984" y="309508"/>
                </a:lnTo>
                <a:lnTo>
                  <a:pt x="4845984" y="280680"/>
                </a:lnTo>
                <a:lnTo>
                  <a:pt x="4840871" y="270578"/>
                </a:lnTo>
                <a:lnTo>
                  <a:pt x="4840798" y="270434"/>
                </a:lnTo>
                <a:close/>
              </a:path>
              <a:path w="6441440" h="830579">
                <a:moveTo>
                  <a:pt x="4845984" y="309508"/>
                </a:moveTo>
                <a:lnTo>
                  <a:pt x="4796664" y="309508"/>
                </a:lnTo>
                <a:lnTo>
                  <a:pt x="4833212" y="311961"/>
                </a:lnTo>
                <a:lnTo>
                  <a:pt x="4828738" y="325004"/>
                </a:lnTo>
                <a:lnTo>
                  <a:pt x="4809651" y="332599"/>
                </a:lnTo>
                <a:lnTo>
                  <a:pt x="4831697" y="332599"/>
                </a:lnTo>
                <a:lnTo>
                  <a:pt x="4833212" y="342052"/>
                </a:lnTo>
                <a:lnTo>
                  <a:pt x="4845984" y="342052"/>
                </a:lnTo>
                <a:lnTo>
                  <a:pt x="4845984" y="309508"/>
                </a:lnTo>
                <a:close/>
              </a:path>
              <a:path w="6441440" h="830579">
                <a:moveTo>
                  <a:pt x="4798179" y="260692"/>
                </a:moveTo>
                <a:lnTo>
                  <a:pt x="4781907" y="277325"/>
                </a:lnTo>
                <a:lnTo>
                  <a:pt x="4794030" y="281654"/>
                </a:lnTo>
                <a:lnTo>
                  <a:pt x="4804800" y="270434"/>
                </a:lnTo>
                <a:lnTo>
                  <a:pt x="4840798" y="270434"/>
                </a:lnTo>
                <a:lnTo>
                  <a:pt x="4837848" y="264607"/>
                </a:lnTo>
                <a:lnTo>
                  <a:pt x="4798179" y="260692"/>
                </a:lnTo>
                <a:close/>
              </a:path>
              <a:path w="6441440" h="830579">
                <a:moveTo>
                  <a:pt x="4882068" y="231215"/>
                </a:moveTo>
                <a:lnTo>
                  <a:pt x="4869296" y="231215"/>
                </a:lnTo>
                <a:lnTo>
                  <a:pt x="4869296" y="342052"/>
                </a:lnTo>
                <a:lnTo>
                  <a:pt x="4882068" y="342052"/>
                </a:lnTo>
                <a:lnTo>
                  <a:pt x="4882068" y="231215"/>
                </a:lnTo>
                <a:close/>
              </a:path>
              <a:path w="6441440" h="830579">
                <a:moveTo>
                  <a:pt x="4950074" y="231215"/>
                </a:moveTo>
                <a:lnTo>
                  <a:pt x="4950074" y="342052"/>
                </a:lnTo>
                <a:lnTo>
                  <a:pt x="4984277" y="342052"/>
                </a:lnTo>
                <a:lnTo>
                  <a:pt x="5006743" y="338307"/>
                </a:lnTo>
                <a:lnTo>
                  <a:pt x="5017193" y="330145"/>
                </a:lnTo>
                <a:lnTo>
                  <a:pt x="4963495" y="330145"/>
                </a:lnTo>
                <a:lnTo>
                  <a:pt x="4963495" y="243122"/>
                </a:lnTo>
                <a:lnTo>
                  <a:pt x="5017635" y="243122"/>
                </a:lnTo>
                <a:lnTo>
                  <a:pt x="5007366" y="234960"/>
                </a:lnTo>
                <a:lnTo>
                  <a:pt x="4950074" y="231215"/>
                </a:lnTo>
                <a:close/>
              </a:path>
              <a:path w="6441440" h="830579">
                <a:moveTo>
                  <a:pt x="5017635" y="243122"/>
                </a:moveTo>
                <a:lnTo>
                  <a:pt x="4993585" y="243122"/>
                </a:lnTo>
                <a:lnTo>
                  <a:pt x="5012437" y="251835"/>
                </a:lnTo>
                <a:lnTo>
                  <a:pt x="5022648" y="269766"/>
                </a:lnTo>
                <a:lnTo>
                  <a:pt x="5024109" y="295437"/>
                </a:lnTo>
                <a:lnTo>
                  <a:pt x="5016713" y="316273"/>
                </a:lnTo>
                <a:lnTo>
                  <a:pt x="5000170" y="328377"/>
                </a:lnTo>
                <a:lnTo>
                  <a:pt x="4963495" y="330145"/>
                </a:lnTo>
                <a:lnTo>
                  <a:pt x="5017193" y="330145"/>
                </a:lnTo>
                <a:lnTo>
                  <a:pt x="5027491" y="322102"/>
                </a:lnTo>
                <a:lnTo>
                  <a:pt x="5037097" y="286417"/>
                </a:lnTo>
                <a:lnTo>
                  <a:pt x="5027589" y="251033"/>
                </a:lnTo>
                <a:lnTo>
                  <a:pt x="5017635" y="243122"/>
                </a:lnTo>
                <a:close/>
              </a:path>
              <a:path w="6441440" h="830579">
                <a:moveTo>
                  <a:pt x="5083929" y="257842"/>
                </a:moveTo>
                <a:lnTo>
                  <a:pt x="5066141" y="267006"/>
                </a:lnTo>
                <a:lnTo>
                  <a:pt x="5055534" y="285118"/>
                </a:lnTo>
                <a:lnTo>
                  <a:pt x="5053983" y="309652"/>
                </a:lnTo>
                <a:lnTo>
                  <a:pt x="5061776" y="329929"/>
                </a:lnTo>
                <a:lnTo>
                  <a:pt x="5077813" y="342016"/>
                </a:lnTo>
                <a:lnTo>
                  <a:pt x="5092732" y="343783"/>
                </a:lnTo>
                <a:lnTo>
                  <a:pt x="5112450" y="339418"/>
                </a:lnTo>
                <a:lnTo>
                  <a:pt x="5118177" y="332310"/>
                </a:lnTo>
                <a:lnTo>
                  <a:pt x="5087573" y="332310"/>
                </a:lnTo>
                <a:lnTo>
                  <a:pt x="5072203" y="323380"/>
                </a:lnTo>
                <a:lnTo>
                  <a:pt x="5069939" y="304818"/>
                </a:lnTo>
                <a:lnTo>
                  <a:pt x="5063075" y="304818"/>
                </a:lnTo>
                <a:lnTo>
                  <a:pt x="5063075" y="293777"/>
                </a:lnTo>
                <a:lnTo>
                  <a:pt x="5068592" y="293777"/>
                </a:lnTo>
                <a:lnTo>
                  <a:pt x="5067747" y="286850"/>
                </a:lnTo>
                <a:lnTo>
                  <a:pt x="5086346" y="269315"/>
                </a:lnTo>
                <a:lnTo>
                  <a:pt x="5115896" y="269315"/>
                </a:lnTo>
                <a:lnTo>
                  <a:pt x="5112323" y="263795"/>
                </a:lnTo>
                <a:lnTo>
                  <a:pt x="5083929" y="257842"/>
                </a:lnTo>
                <a:close/>
              </a:path>
              <a:path w="6441440" h="830579">
                <a:moveTo>
                  <a:pt x="5113514" y="319322"/>
                </a:moveTo>
                <a:lnTo>
                  <a:pt x="5112432" y="322208"/>
                </a:lnTo>
                <a:lnTo>
                  <a:pt x="5087573" y="332310"/>
                </a:lnTo>
                <a:lnTo>
                  <a:pt x="5118177" y="332310"/>
                </a:lnTo>
                <a:lnTo>
                  <a:pt x="5125853" y="322785"/>
                </a:lnTo>
                <a:lnTo>
                  <a:pt x="5113514" y="319322"/>
                </a:lnTo>
                <a:close/>
              </a:path>
              <a:path w="6441440" h="830579">
                <a:moveTo>
                  <a:pt x="5068592" y="293777"/>
                </a:moveTo>
                <a:lnTo>
                  <a:pt x="5063075" y="293777"/>
                </a:lnTo>
                <a:lnTo>
                  <a:pt x="5063075" y="304818"/>
                </a:lnTo>
                <a:lnTo>
                  <a:pt x="5069939" y="304818"/>
                </a:lnTo>
                <a:lnTo>
                  <a:pt x="5068592" y="293777"/>
                </a:lnTo>
                <a:close/>
              </a:path>
              <a:path w="6441440" h="830579">
                <a:moveTo>
                  <a:pt x="5115896" y="269315"/>
                </a:moveTo>
                <a:lnTo>
                  <a:pt x="5086346" y="269315"/>
                </a:lnTo>
                <a:lnTo>
                  <a:pt x="5106875" y="274637"/>
                </a:lnTo>
                <a:lnTo>
                  <a:pt x="5114163" y="293777"/>
                </a:lnTo>
                <a:lnTo>
                  <a:pt x="5068592" y="293777"/>
                </a:lnTo>
                <a:lnTo>
                  <a:pt x="5069939" y="304818"/>
                </a:lnTo>
                <a:lnTo>
                  <a:pt x="5127152" y="304818"/>
                </a:lnTo>
                <a:lnTo>
                  <a:pt x="5126214" y="286850"/>
                </a:lnTo>
                <a:lnTo>
                  <a:pt x="5126124" y="285118"/>
                </a:lnTo>
                <a:lnTo>
                  <a:pt x="5115896" y="269315"/>
                </a:lnTo>
                <a:close/>
              </a:path>
              <a:path w="6441440" h="830579">
                <a:moveTo>
                  <a:pt x="5164981" y="239008"/>
                </a:moveTo>
                <a:lnTo>
                  <a:pt x="5152209" y="239008"/>
                </a:lnTo>
                <a:lnTo>
                  <a:pt x="5152209" y="321703"/>
                </a:lnTo>
                <a:lnTo>
                  <a:pt x="5157838" y="336892"/>
                </a:lnTo>
                <a:lnTo>
                  <a:pt x="5179071" y="342954"/>
                </a:lnTo>
                <a:lnTo>
                  <a:pt x="5164981" y="239008"/>
                </a:lnTo>
                <a:close/>
              </a:path>
              <a:path w="6441440" h="830579">
                <a:moveTo>
                  <a:pt x="5152209" y="258924"/>
                </a:moveTo>
                <a:lnTo>
                  <a:pt x="5139654" y="258924"/>
                </a:lnTo>
                <a:lnTo>
                  <a:pt x="5139654" y="269748"/>
                </a:lnTo>
                <a:lnTo>
                  <a:pt x="5152209" y="269748"/>
                </a:lnTo>
                <a:lnTo>
                  <a:pt x="5152209" y="258924"/>
                </a:lnTo>
                <a:close/>
              </a:path>
              <a:path w="6441440" h="830579">
                <a:moveTo>
                  <a:pt x="5182733" y="258924"/>
                </a:moveTo>
                <a:lnTo>
                  <a:pt x="5167681" y="258924"/>
                </a:lnTo>
                <a:lnTo>
                  <a:pt x="5169148" y="269748"/>
                </a:lnTo>
                <a:lnTo>
                  <a:pt x="5182733" y="269748"/>
                </a:lnTo>
                <a:lnTo>
                  <a:pt x="5182733" y="258924"/>
                </a:lnTo>
                <a:close/>
              </a:path>
              <a:path w="6441440" h="830579">
                <a:moveTo>
                  <a:pt x="5259320" y="270434"/>
                </a:moveTo>
                <a:lnTo>
                  <a:pt x="5223322" y="270434"/>
                </a:lnTo>
                <a:lnTo>
                  <a:pt x="5244465" y="270578"/>
                </a:lnTo>
                <a:lnTo>
                  <a:pt x="5251735" y="285984"/>
                </a:lnTo>
                <a:lnTo>
                  <a:pt x="5198986" y="309833"/>
                </a:lnTo>
                <a:lnTo>
                  <a:pt x="5204362" y="336099"/>
                </a:lnTo>
                <a:lnTo>
                  <a:pt x="5226407" y="344000"/>
                </a:lnTo>
                <a:lnTo>
                  <a:pt x="5231241" y="344000"/>
                </a:lnTo>
                <a:lnTo>
                  <a:pt x="5250219" y="332599"/>
                </a:lnTo>
                <a:lnTo>
                  <a:pt x="5223368" y="332599"/>
                </a:lnTo>
                <a:lnTo>
                  <a:pt x="5210821" y="323543"/>
                </a:lnTo>
                <a:lnTo>
                  <a:pt x="5215085" y="309833"/>
                </a:lnTo>
                <a:lnTo>
                  <a:pt x="5215186" y="309508"/>
                </a:lnTo>
                <a:lnTo>
                  <a:pt x="5264507" y="309508"/>
                </a:lnTo>
                <a:lnTo>
                  <a:pt x="5264507" y="280680"/>
                </a:lnTo>
                <a:lnTo>
                  <a:pt x="5259393" y="270578"/>
                </a:lnTo>
                <a:lnTo>
                  <a:pt x="5259320" y="270434"/>
                </a:lnTo>
                <a:close/>
              </a:path>
              <a:path w="6441440" h="830579">
                <a:moveTo>
                  <a:pt x="5264507" y="309508"/>
                </a:moveTo>
                <a:lnTo>
                  <a:pt x="5215186" y="309508"/>
                </a:lnTo>
                <a:lnTo>
                  <a:pt x="5251735" y="311961"/>
                </a:lnTo>
                <a:lnTo>
                  <a:pt x="5247261" y="325004"/>
                </a:lnTo>
                <a:lnTo>
                  <a:pt x="5228174" y="332599"/>
                </a:lnTo>
                <a:lnTo>
                  <a:pt x="5250219" y="332599"/>
                </a:lnTo>
                <a:lnTo>
                  <a:pt x="5251735" y="342052"/>
                </a:lnTo>
                <a:lnTo>
                  <a:pt x="5264507" y="342052"/>
                </a:lnTo>
                <a:lnTo>
                  <a:pt x="5264507" y="309508"/>
                </a:lnTo>
                <a:close/>
              </a:path>
              <a:path w="6441440" h="830579">
                <a:moveTo>
                  <a:pt x="5216702" y="260692"/>
                </a:moveTo>
                <a:lnTo>
                  <a:pt x="5200430" y="277325"/>
                </a:lnTo>
                <a:lnTo>
                  <a:pt x="5212552" y="281654"/>
                </a:lnTo>
                <a:lnTo>
                  <a:pt x="5223322" y="270434"/>
                </a:lnTo>
                <a:lnTo>
                  <a:pt x="5259320" y="270434"/>
                </a:lnTo>
                <a:lnTo>
                  <a:pt x="5256371" y="264607"/>
                </a:lnTo>
                <a:lnTo>
                  <a:pt x="5216702" y="260692"/>
                </a:lnTo>
                <a:close/>
              </a:path>
              <a:path w="6441440" h="830579">
                <a:moveTo>
                  <a:pt x="5300591" y="258924"/>
                </a:moveTo>
                <a:lnTo>
                  <a:pt x="5287819" y="258924"/>
                </a:lnTo>
                <a:lnTo>
                  <a:pt x="5287819" y="342052"/>
                </a:lnTo>
                <a:lnTo>
                  <a:pt x="5300591" y="342052"/>
                </a:lnTo>
                <a:lnTo>
                  <a:pt x="5300591" y="258924"/>
                </a:lnTo>
                <a:close/>
              </a:path>
              <a:path w="6441440" h="830579">
                <a:moveTo>
                  <a:pt x="5289677" y="228600"/>
                </a:moveTo>
                <a:lnTo>
                  <a:pt x="5294313" y="245070"/>
                </a:lnTo>
                <a:lnTo>
                  <a:pt x="5296802" y="245070"/>
                </a:lnTo>
                <a:lnTo>
                  <a:pt x="5303405" y="234029"/>
                </a:lnTo>
                <a:lnTo>
                  <a:pt x="5289677" y="228600"/>
                </a:lnTo>
                <a:close/>
              </a:path>
              <a:path w="6441440" h="830579">
                <a:moveTo>
                  <a:pt x="5336756" y="231215"/>
                </a:moveTo>
                <a:lnTo>
                  <a:pt x="5323984" y="231215"/>
                </a:lnTo>
                <a:lnTo>
                  <a:pt x="5323984" y="342052"/>
                </a:lnTo>
                <a:lnTo>
                  <a:pt x="5336756" y="342052"/>
                </a:lnTo>
                <a:lnTo>
                  <a:pt x="5336756" y="231215"/>
                </a:lnTo>
                <a:close/>
              </a:path>
              <a:path w="6441440" h="830579">
                <a:moveTo>
                  <a:pt x="5368592" y="319105"/>
                </a:moveTo>
                <a:lnTo>
                  <a:pt x="5356469" y="322136"/>
                </a:lnTo>
                <a:lnTo>
                  <a:pt x="5357948" y="329207"/>
                </a:lnTo>
                <a:lnTo>
                  <a:pt x="5372578" y="341943"/>
                </a:lnTo>
                <a:lnTo>
                  <a:pt x="5394533" y="343783"/>
                </a:lnTo>
                <a:lnTo>
                  <a:pt x="5413728" y="335413"/>
                </a:lnTo>
                <a:lnTo>
                  <a:pt x="5414950" y="331408"/>
                </a:lnTo>
                <a:lnTo>
                  <a:pt x="5378387" y="331408"/>
                </a:lnTo>
                <a:lnTo>
                  <a:pt x="5368592" y="319105"/>
                </a:lnTo>
                <a:close/>
              </a:path>
              <a:path w="6441440" h="830579">
                <a:moveTo>
                  <a:pt x="5389590" y="257842"/>
                </a:moveTo>
                <a:lnTo>
                  <a:pt x="5365687" y="265816"/>
                </a:lnTo>
                <a:lnTo>
                  <a:pt x="5359067" y="287608"/>
                </a:lnTo>
                <a:lnTo>
                  <a:pt x="5367942" y="300001"/>
                </a:lnTo>
                <a:lnTo>
                  <a:pt x="5402290" y="310302"/>
                </a:lnTo>
                <a:lnTo>
                  <a:pt x="5407341" y="323110"/>
                </a:lnTo>
                <a:lnTo>
                  <a:pt x="5398538" y="331264"/>
                </a:lnTo>
                <a:lnTo>
                  <a:pt x="5378387" y="331408"/>
                </a:lnTo>
                <a:lnTo>
                  <a:pt x="5414950" y="331408"/>
                </a:lnTo>
                <a:lnTo>
                  <a:pt x="5420546" y="313080"/>
                </a:lnTo>
                <a:lnTo>
                  <a:pt x="5411436" y="300939"/>
                </a:lnTo>
                <a:lnTo>
                  <a:pt x="5372994" y="286904"/>
                </a:lnTo>
                <a:lnTo>
                  <a:pt x="5373395" y="277541"/>
                </a:lnTo>
                <a:lnTo>
                  <a:pt x="5373517" y="274709"/>
                </a:lnTo>
                <a:lnTo>
                  <a:pt x="5393306" y="268882"/>
                </a:lnTo>
                <a:lnTo>
                  <a:pt x="5414123" y="268882"/>
                </a:lnTo>
                <a:lnTo>
                  <a:pt x="5404275" y="259646"/>
                </a:lnTo>
                <a:lnTo>
                  <a:pt x="5389590" y="257842"/>
                </a:lnTo>
                <a:close/>
              </a:path>
              <a:path w="6441440" h="830579">
                <a:moveTo>
                  <a:pt x="5414123" y="268882"/>
                </a:moveTo>
                <a:lnTo>
                  <a:pt x="5393306" y="268882"/>
                </a:lnTo>
                <a:lnTo>
                  <a:pt x="5407558" y="280789"/>
                </a:lnTo>
                <a:lnTo>
                  <a:pt x="5419031" y="277541"/>
                </a:lnTo>
                <a:lnTo>
                  <a:pt x="5417047" y="271624"/>
                </a:lnTo>
                <a:lnTo>
                  <a:pt x="5414123" y="268882"/>
                </a:lnTo>
                <a:close/>
              </a:path>
              <a:path w="6441440" h="830579">
                <a:moveTo>
                  <a:pt x="5454042" y="324391"/>
                </a:moveTo>
                <a:lnTo>
                  <a:pt x="5439339" y="330506"/>
                </a:lnTo>
                <a:lnTo>
                  <a:pt x="5449081" y="342918"/>
                </a:lnTo>
                <a:lnTo>
                  <a:pt x="5454042" y="324391"/>
                </a:lnTo>
                <a:close/>
              </a:path>
              <a:path w="6441440" h="830579">
                <a:moveTo>
                  <a:pt x="5568567" y="243122"/>
                </a:moveTo>
                <a:lnTo>
                  <a:pt x="5555145" y="243122"/>
                </a:lnTo>
                <a:lnTo>
                  <a:pt x="5555145" y="342052"/>
                </a:lnTo>
                <a:lnTo>
                  <a:pt x="5568567" y="342052"/>
                </a:lnTo>
                <a:lnTo>
                  <a:pt x="5568567" y="243122"/>
                </a:lnTo>
                <a:close/>
              </a:path>
              <a:path w="6441440" h="830579">
                <a:moveTo>
                  <a:pt x="5603420" y="231215"/>
                </a:moveTo>
                <a:lnTo>
                  <a:pt x="5520293" y="231215"/>
                </a:lnTo>
                <a:lnTo>
                  <a:pt x="5520293" y="243122"/>
                </a:lnTo>
                <a:lnTo>
                  <a:pt x="5603420" y="243122"/>
                </a:lnTo>
                <a:lnTo>
                  <a:pt x="5603420" y="231215"/>
                </a:lnTo>
                <a:close/>
              </a:path>
              <a:path w="6441440" h="830579">
                <a:moveTo>
                  <a:pt x="5635174" y="231215"/>
                </a:moveTo>
                <a:lnTo>
                  <a:pt x="5622402" y="231215"/>
                </a:lnTo>
                <a:lnTo>
                  <a:pt x="5622402" y="342052"/>
                </a:lnTo>
                <a:lnTo>
                  <a:pt x="5635174" y="342052"/>
                </a:lnTo>
                <a:lnTo>
                  <a:pt x="5635174" y="292045"/>
                </a:lnTo>
                <a:lnTo>
                  <a:pt x="5639901" y="276315"/>
                </a:lnTo>
                <a:lnTo>
                  <a:pt x="5654467" y="271913"/>
                </a:lnTo>
                <a:lnTo>
                  <a:pt x="5636257" y="271913"/>
                </a:lnTo>
                <a:lnTo>
                  <a:pt x="5635174" y="231215"/>
                </a:lnTo>
                <a:close/>
              </a:path>
              <a:path w="6441440" h="830579">
                <a:moveTo>
                  <a:pt x="5683792" y="269315"/>
                </a:moveTo>
                <a:lnTo>
                  <a:pt x="5663064" y="269315"/>
                </a:lnTo>
                <a:lnTo>
                  <a:pt x="5674591" y="278389"/>
                </a:lnTo>
                <a:lnTo>
                  <a:pt x="5676305" y="342052"/>
                </a:lnTo>
                <a:lnTo>
                  <a:pt x="5689077" y="342052"/>
                </a:lnTo>
                <a:lnTo>
                  <a:pt x="5689077" y="289231"/>
                </a:lnTo>
                <a:lnTo>
                  <a:pt x="5683792" y="269315"/>
                </a:lnTo>
                <a:close/>
              </a:path>
              <a:path w="6441440" h="830579">
                <a:moveTo>
                  <a:pt x="5671344" y="258979"/>
                </a:moveTo>
                <a:lnTo>
                  <a:pt x="5648957" y="259123"/>
                </a:lnTo>
                <a:lnTo>
                  <a:pt x="5636257" y="271913"/>
                </a:lnTo>
                <a:lnTo>
                  <a:pt x="5654467" y="271913"/>
                </a:lnTo>
                <a:lnTo>
                  <a:pt x="5663064" y="269315"/>
                </a:lnTo>
                <a:lnTo>
                  <a:pt x="5683792" y="269315"/>
                </a:lnTo>
                <a:lnTo>
                  <a:pt x="5683160" y="266934"/>
                </a:lnTo>
                <a:lnTo>
                  <a:pt x="5671344" y="258979"/>
                </a:lnTo>
                <a:close/>
              </a:path>
              <a:path w="6441440" h="830579">
                <a:moveTo>
                  <a:pt x="5738493" y="257842"/>
                </a:moveTo>
                <a:lnTo>
                  <a:pt x="5720705" y="267006"/>
                </a:lnTo>
                <a:lnTo>
                  <a:pt x="5710098" y="285118"/>
                </a:lnTo>
                <a:lnTo>
                  <a:pt x="5708547" y="309652"/>
                </a:lnTo>
                <a:lnTo>
                  <a:pt x="5716340" y="329929"/>
                </a:lnTo>
                <a:lnTo>
                  <a:pt x="5732377" y="342016"/>
                </a:lnTo>
                <a:lnTo>
                  <a:pt x="5747296" y="343783"/>
                </a:lnTo>
                <a:lnTo>
                  <a:pt x="5767014" y="339418"/>
                </a:lnTo>
                <a:lnTo>
                  <a:pt x="5772741" y="332310"/>
                </a:lnTo>
                <a:lnTo>
                  <a:pt x="5742137" y="332310"/>
                </a:lnTo>
                <a:lnTo>
                  <a:pt x="5726767" y="323380"/>
                </a:lnTo>
                <a:lnTo>
                  <a:pt x="5724503" y="304818"/>
                </a:lnTo>
                <a:lnTo>
                  <a:pt x="5717639" y="304818"/>
                </a:lnTo>
                <a:lnTo>
                  <a:pt x="5717639" y="293777"/>
                </a:lnTo>
                <a:lnTo>
                  <a:pt x="5723156" y="293777"/>
                </a:lnTo>
                <a:lnTo>
                  <a:pt x="5722311" y="286850"/>
                </a:lnTo>
                <a:lnTo>
                  <a:pt x="5740910" y="269315"/>
                </a:lnTo>
                <a:lnTo>
                  <a:pt x="5770460" y="269315"/>
                </a:lnTo>
                <a:lnTo>
                  <a:pt x="5766887" y="263795"/>
                </a:lnTo>
                <a:lnTo>
                  <a:pt x="5738493" y="257842"/>
                </a:lnTo>
                <a:close/>
              </a:path>
              <a:path w="6441440" h="830579">
                <a:moveTo>
                  <a:pt x="5768078" y="319322"/>
                </a:moveTo>
                <a:lnTo>
                  <a:pt x="5766995" y="322208"/>
                </a:lnTo>
                <a:lnTo>
                  <a:pt x="5742137" y="332310"/>
                </a:lnTo>
                <a:lnTo>
                  <a:pt x="5772741" y="332310"/>
                </a:lnTo>
                <a:lnTo>
                  <a:pt x="5780417" y="322785"/>
                </a:lnTo>
                <a:lnTo>
                  <a:pt x="5768078" y="319322"/>
                </a:lnTo>
                <a:close/>
              </a:path>
              <a:path w="6441440" h="830579">
                <a:moveTo>
                  <a:pt x="5723156" y="293777"/>
                </a:moveTo>
                <a:lnTo>
                  <a:pt x="5717639" y="293777"/>
                </a:lnTo>
                <a:lnTo>
                  <a:pt x="5717639" y="304818"/>
                </a:lnTo>
                <a:lnTo>
                  <a:pt x="5724503" y="304818"/>
                </a:lnTo>
                <a:lnTo>
                  <a:pt x="5723156" y="293777"/>
                </a:lnTo>
                <a:close/>
              </a:path>
              <a:path w="6441440" h="830579">
                <a:moveTo>
                  <a:pt x="5770460" y="269315"/>
                </a:moveTo>
                <a:lnTo>
                  <a:pt x="5740910" y="269315"/>
                </a:lnTo>
                <a:lnTo>
                  <a:pt x="5761439" y="274637"/>
                </a:lnTo>
                <a:lnTo>
                  <a:pt x="5768727" y="293777"/>
                </a:lnTo>
                <a:lnTo>
                  <a:pt x="5723156" y="293777"/>
                </a:lnTo>
                <a:lnTo>
                  <a:pt x="5724503" y="304818"/>
                </a:lnTo>
                <a:lnTo>
                  <a:pt x="5781716" y="304818"/>
                </a:lnTo>
                <a:lnTo>
                  <a:pt x="5780778" y="286850"/>
                </a:lnTo>
                <a:lnTo>
                  <a:pt x="5780688" y="285118"/>
                </a:lnTo>
                <a:lnTo>
                  <a:pt x="5770460" y="269315"/>
                </a:lnTo>
                <a:close/>
              </a:path>
              <a:path w="6441440" h="830579">
                <a:moveTo>
                  <a:pt x="5856797" y="258924"/>
                </a:moveTo>
                <a:lnTo>
                  <a:pt x="5844025" y="258924"/>
                </a:lnTo>
                <a:lnTo>
                  <a:pt x="5845128" y="321775"/>
                </a:lnTo>
                <a:lnTo>
                  <a:pt x="5845179" y="324679"/>
                </a:lnTo>
                <a:lnTo>
                  <a:pt x="5861104" y="342052"/>
                </a:lnTo>
                <a:lnTo>
                  <a:pt x="5857507" y="342052"/>
                </a:lnTo>
                <a:lnTo>
                  <a:pt x="5882341" y="341673"/>
                </a:lnTo>
                <a:lnTo>
                  <a:pt x="5892832" y="330795"/>
                </a:lnTo>
                <a:lnTo>
                  <a:pt x="5869677" y="330795"/>
                </a:lnTo>
                <a:lnTo>
                  <a:pt x="5858493" y="321775"/>
                </a:lnTo>
                <a:lnTo>
                  <a:pt x="5856797" y="258924"/>
                </a:lnTo>
                <a:close/>
              </a:path>
              <a:path w="6441440" h="830579">
                <a:moveTo>
                  <a:pt x="5909184" y="327981"/>
                </a:moveTo>
                <a:lnTo>
                  <a:pt x="5895546" y="327981"/>
                </a:lnTo>
                <a:lnTo>
                  <a:pt x="5896389" y="341673"/>
                </a:lnTo>
                <a:lnTo>
                  <a:pt x="5896412" y="342052"/>
                </a:lnTo>
                <a:lnTo>
                  <a:pt x="5909184" y="342052"/>
                </a:lnTo>
                <a:lnTo>
                  <a:pt x="5909184" y="327981"/>
                </a:lnTo>
                <a:close/>
              </a:path>
              <a:path w="6441440" h="830579">
                <a:moveTo>
                  <a:pt x="5909184" y="258924"/>
                </a:moveTo>
                <a:lnTo>
                  <a:pt x="5896412" y="258924"/>
                </a:lnTo>
                <a:lnTo>
                  <a:pt x="5896412" y="308065"/>
                </a:lnTo>
                <a:lnTo>
                  <a:pt x="5890766" y="324246"/>
                </a:lnTo>
                <a:lnTo>
                  <a:pt x="5869677" y="330795"/>
                </a:lnTo>
                <a:lnTo>
                  <a:pt x="5892832" y="330795"/>
                </a:lnTo>
                <a:lnTo>
                  <a:pt x="5895546" y="327981"/>
                </a:lnTo>
                <a:lnTo>
                  <a:pt x="5909184" y="327981"/>
                </a:lnTo>
                <a:lnTo>
                  <a:pt x="5909184" y="258924"/>
                </a:lnTo>
                <a:close/>
              </a:path>
              <a:path w="6441440" h="830579">
                <a:moveTo>
                  <a:pt x="5941020" y="319105"/>
                </a:moveTo>
                <a:lnTo>
                  <a:pt x="5928897" y="322136"/>
                </a:lnTo>
                <a:lnTo>
                  <a:pt x="5930377" y="329207"/>
                </a:lnTo>
                <a:lnTo>
                  <a:pt x="5945007" y="341943"/>
                </a:lnTo>
                <a:lnTo>
                  <a:pt x="5966961" y="343783"/>
                </a:lnTo>
                <a:lnTo>
                  <a:pt x="5986156" y="335413"/>
                </a:lnTo>
                <a:lnTo>
                  <a:pt x="5987379" y="331408"/>
                </a:lnTo>
                <a:lnTo>
                  <a:pt x="5950816" y="331408"/>
                </a:lnTo>
                <a:lnTo>
                  <a:pt x="5941020" y="319105"/>
                </a:lnTo>
                <a:close/>
              </a:path>
              <a:path w="6441440" h="830579">
                <a:moveTo>
                  <a:pt x="5962018" y="257842"/>
                </a:moveTo>
                <a:lnTo>
                  <a:pt x="5938116" y="265816"/>
                </a:lnTo>
                <a:lnTo>
                  <a:pt x="5931495" y="287608"/>
                </a:lnTo>
                <a:lnTo>
                  <a:pt x="5940371" y="300001"/>
                </a:lnTo>
                <a:lnTo>
                  <a:pt x="5974718" y="310302"/>
                </a:lnTo>
                <a:lnTo>
                  <a:pt x="5979769" y="323110"/>
                </a:lnTo>
                <a:lnTo>
                  <a:pt x="5970966" y="331264"/>
                </a:lnTo>
                <a:lnTo>
                  <a:pt x="5950816" y="331408"/>
                </a:lnTo>
                <a:lnTo>
                  <a:pt x="5987379" y="331408"/>
                </a:lnTo>
                <a:lnTo>
                  <a:pt x="5992975" y="313080"/>
                </a:lnTo>
                <a:lnTo>
                  <a:pt x="5983864" y="300939"/>
                </a:lnTo>
                <a:lnTo>
                  <a:pt x="5945422" y="286904"/>
                </a:lnTo>
                <a:lnTo>
                  <a:pt x="5945824" y="277541"/>
                </a:lnTo>
                <a:lnTo>
                  <a:pt x="5945945" y="274709"/>
                </a:lnTo>
                <a:lnTo>
                  <a:pt x="5965735" y="268882"/>
                </a:lnTo>
                <a:lnTo>
                  <a:pt x="5986551" y="268882"/>
                </a:lnTo>
                <a:lnTo>
                  <a:pt x="5976703" y="259646"/>
                </a:lnTo>
                <a:lnTo>
                  <a:pt x="5962018" y="257842"/>
                </a:lnTo>
                <a:close/>
              </a:path>
              <a:path w="6441440" h="830579">
                <a:moveTo>
                  <a:pt x="5986551" y="268882"/>
                </a:moveTo>
                <a:lnTo>
                  <a:pt x="5965735" y="268882"/>
                </a:lnTo>
                <a:lnTo>
                  <a:pt x="5979986" y="280789"/>
                </a:lnTo>
                <a:lnTo>
                  <a:pt x="5991459" y="277541"/>
                </a:lnTo>
                <a:lnTo>
                  <a:pt x="5989475" y="271624"/>
                </a:lnTo>
                <a:lnTo>
                  <a:pt x="5986551" y="268882"/>
                </a:lnTo>
                <a:close/>
              </a:path>
              <a:path w="6441440" h="830579">
                <a:moveTo>
                  <a:pt x="6038250" y="257842"/>
                </a:moveTo>
                <a:lnTo>
                  <a:pt x="6020463" y="267006"/>
                </a:lnTo>
                <a:lnTo>
                  <a:pt x="6009855" y="285118"/>
                </a:lnTo>
                <a:lnTo>
                  <a:pt x="6008304" y="309652"/>
                </a:lnTo>
                <a:lnTo>
                  <a:pt x="6016097" y="329929"/>
                </a:lnTo>
                <a:lnTo>
                  <a:pt x="6032134" y="342016"/>
                </a:lnTo>
                <a:lnTo>
                  <a:pt x="6047053" y="343783"/>
                </a:lnTo>
                <a:lnTo>
                  <a:pt x="6066771" y="339418"/>
                </a:lnTo>
                <a:lnTo>
                  <a:pt x="6072499" y="332310"/>
                </a:lnTo>
                <a:lnTo>
                  <a:pt x="6041894" y="332310"/>
                </a:lnTo>
                <a:lnTo>
                  <a:pt x="6026524" y="323380"/>
                </a:lnTo>
                <a:lnTo>
                  <a:pt x="6024260" y="304818"/>
                </a:lnTo>
                <a:lnTo>
                  <a:pt x="6017396" y="304818"/>
                </a:lnTo>
                <a:lnTo>
                  <a:pt x="6017396" y="293777"/>
                </a:lnTo>
                <a:lnTo>
                  <a:pt x="6022913" y="293777"/>
                </a:lnTo>
                <a:lnTo>
                  <a:pt x="6022068" y="286850"/>
                </a:lnTo>
                <a:lnTo>
                  <a:pt x="6040667" y="269315"/>
                </a:lnTo>
                <a:lnTo>
                  <a:pt x="6070217" y="269315"/>
                </a:lnTo>
                <a:lnTo>
                  <a:pt x="6066644" y="263795"/>
                </a:lnTo>
                <a:lnTo>
                  <a:pt x="6038250" y="257842"/>
                </a:lnTo>
                <a:close/>
              </a:path>
              <a:path w="6441440" h="830579">
                <a:moveTo>
                  <a:pt x="6067835" y="319322"/>
                </a:moveTo>
                <a:lnTo>
                  <a:pt x="6066753" y="322208"/>
                </a:lnTo>
                <a:lnTo>
                  <a:pt x="6041894" y="332310"/>
                </a:lnTo>
                <a:lnTo>
                  <a:pt x="6072499" y="332310"/>
                </a:lnTo>
                <a:lnTo>
                  <a:pt x="6080174" y="322785"/>
                </a:lnTo>
                <a:lnTo>
                  <a:pt x="6067835" y="319322"/>
                </a:lnTo>
                <a:close/>
              </a:path>
              <a:path w="6441440" h="830579">
                <a:moveTo>
                  <a:pt x="6022913" y="293777"/>
                </a:moveTo>
                <a:lnTo>
                  <a:pt x="6017396" y="293777"/>
                </a:lnTo>
                <a:lnTo>
                  <a:pt x="6017396" y="304818"/>
                </a:lnTo>
                <a:lnTo>
                  <a:pt x="6024260" y="304818"/>
                </a:lnTo>
                <a:lnTo>
                  <a:pt x="6022913" y="293777"/>
                </a:lnTo>
                <a:close/>
              </a:path>
              <a:path w="6441440" h="830579">
                <a:moveTo>
                  <a:pt x="6070217" y="269315"/>
                </a:moveTo>
                <a:lnTo>
                  <a:pt x="6040667" y="269315"/>
                </a:lnTo>
                <a:lnTo>
                  <a:pt x="6061197" y="274637"/>
                </a:lnTo>
                <a:lnTo>
                  <a:pt x="6068484" y="293777"/>
                </a:lnTo>
                <a:lnTo>
                  <a:pt x="6022913" y="293777"/>
                </a:lnTo>
                <a:lnTo>
                  <a:pt x="6024260" y="304818"/>
                </a:lnTo>
                <a:lnTo>
                  <a:pt x="6081473" y="304818"/>
                </a:lnTo>
                <a:lnTo>
                  <a:pt x="6080535" y="286850"/>
                </a:lnTo>
                <a:lnTo>
                  <a:pt x="6080445" y="285118"/>
                </a:lnTo>
                <a:lnTo>
                  <a:pt x="6070217" y="269315"/>
                </a:lnTo>
                <a:close/>
              </a:path>
              <a:path w="6441440" h="830579">
                <a:moveTo>
                  <a:pt x="6113241" y="258924"/>
                </a:moveTo>
                <a:lnTo>
                  <a:pt x="6100902" y="258924"/>
                </a:lnTo>
                <a:lnTo>
                  <a:pt x="6100902" y="342052"/>
                </a:lnTo>
                <a:lnTo>
                  <a:pt x="6113674" y="342052"/>
                </a:lnTo>
                <a:lnTo>
                  <a:pt x="6114576" y="282358"/>
                </a:lnTo>
                <a:lnTo>
                  <a:pt x="6132215" y="271480"/>
                </a:lnTo>
                <a:lnTo>
                  <a:pt x="6114107" y="271480"/>
                </a:lnTo>
                <a:lnTo>
                  <a:pt x="6113241" y="258924"/>
                </a:lnTo>
                <a:close/>
              </a:path>
              <a:path w="6441440" h="830579">
                <a:moveTo>
                  <a:pt x="6130776" y="257625"/>
                </a:moveTo>
                <a:lnTo>
                  <a:pt x="6114107" y="271480"/>
                </a:lnTo>
                <a:lnTo>
                  <a:pt x="6132215" y="271480"/>
                </a:lnTo>
                <a:lnTo>
                  <a:pt x="6134673" y="269965"/>
                </a:lnTo>
                <a:lnTo>
                  <a:pt x="6142466" y="257842"/>
                </a:lnTo>
                <a:lnTo>
                  <a:pt x="6130776" y="257625"/>
                </a:lnTo>
                <a:close/>
              </a:path>
              <a:path w="6441440" h="830579">
                <a:moveTo>
                  <a:pt x="6226535" y="257842"/>
                </a:moveTo>
                <a:lnTo>
                  <a:pt x="6208748" y="267006"/>
                </a:lnTo>
                <a:lnTo>
                  <a:pt x="6198141" y="285028"/>
                </a:lnTo>
                <a:lnTo>
                  <a:pt x="6196589" y="309219"/>
                </a:lnTo>
                <a:lnTo>
                  <a:pt x="6204166" y="329514"/>
                </a:lnTo>
                <a:lnTo>
                  <a:pt x="6219752" y="341943"/>
                </a:lnTo>
                <a:lnTo>
                  <a:pt x="6234256" y="343783"/>
                </a:lnTo>
                <a:lnTo>
                  <a:pt x="6255038" y="338065"/>
                </a:lnTo>
                <a:lnTo>
                  <a:pt x="6258420" y="332310"/>
                </a:lnTo>
                <a:lnTo>
                  <a:pt x="6229205" y="332310"/>
                </a:lnTo>
                <a:lnTo>
                  <a:pt x="6214449" y="322027"/>
                </a:lnTo>
                <a:lnTo>
                  <a:pt x="6210390" y="288744"/>
                </a:lnTo>
                <a:lnTo>
                  <a:pt x="6224912" y="270614"/>
                </a:lnTo>
                <a:lnTo>
                  <a:pt x="6260131" y="270614"/>
                </a:lnTo>
                <a:lnTo>
                  <a:pt x="6254533" y="263254"/>
                </a:lnTo>
                <a:lnTo>
                  <a:pt x="6226535" y="257842"/>
                </a:lnTo>
                <a:close/>
              </a:path>
              <a:path w="6441440" h="830579">
                <a:moveTo>
                  <a:pt x="6266944" y="317806"/>
                </a:moveTo>
                <a:lnTo>
                  <a:pt x="6254172" y="317806"/>
                </a:lnTo>
                <a:lnTo>
                  <a:pt x="6253379" y="320837"/>
                </a:lnTo>
                <a:lnTo>
                  <a:pt x="6229205" y="332310"/>
                </a:lnTo>
                <a:lnTo>
                  <a:pt x="6258420" y="332310"/>
                </a:lnTo>
                <a:lnTo>
                  <a:pt x="6266944" y="317806"/>
                </a:lnTo>
                <a:close/>
              </a:path>
              <a:path w="6441440" h="830579">
                <a:moveTo>
                  <a:pt x="6260131" y="270614"/>
                </a:moveTo>
                <a:lnTo>
                  <a:pt x="6224912" y="270614"/>
                </a:lnTo>
                <a:lnTo>
                  <a:pt x="6244359" y="270795"/>
                </a:lnTo>
                <a:lnTo>
                  <a:pt x="6254172" y="283819"/>
                </a:lnTo>
                <a:lnTo>
                  <a:pt x="6266944" y="283819"/>
                </a:lnTo>
                <a:lnTo>
                  <a:pt x="6266223" y="278624"/>
                </a:lnTo>
                <a:lnTo>
                  <a:pt x="6260131" y="270614"/>
                </a:lnTo>
                <a:close/>
              </a:path>
              <a:path w="6441440" h="830579">
                <a:moveTo>
                  <a:pt x="6342991" y="270434"/>
                </a:moveTo>
                <a:lnTo>
                  <a:pt x="6306993" y="270434"/>
                </a:lnTo>
                <a:lnTo>
                  <a:pt x="6328135" y="270578"/>
                </a:lnTo>
                <a:lnTo>
                  <a:pt x="6335405" y="285984"/>
                </a:lnTo>
                <a:lnTo>
                  <a:pt x="6282657" y="309833"/>
                </a:lnTo>
                <a:lnTo>
                  <a:pt x="6288033" y="336099"/>
                </a:lnTo>
                <a:lnTo>
                  <a:pt x="6310077" y="344000"/>
                </a:lnTo>
                <a:lnTo>
                  <a:pt x="6314912" y="344000"/>
                </a:lnTo>
                <a:lnTo>
                  <a:pt x="6333890" y="332599"/>
                </a:lnTo>
                <a:lnTo>
                  <a:pt x="6307039" y="332599"/>
                </a:lnTo>
                <a:lnTo>
                  <a:pt x="6294491" y="323543"/>
                </a:lnTo>
                <a:lnTo>
                  <a:pt x="6298756" y="309833"/>
                </a:lnTo>
                <a:lnTo>
                  <a:pt x="6298857" y="309508"/>
                </a:lnTo>
                <a:lnTo>
                  <a:pt x="6348177" y="309508"/>
                </a:lnTo>
                <a:lnTo>
                  <a:pt x="6348177" y="280680"/>
                </a:lnTo>
                <a:lnTo>
                  <a:pt x="6343064" y="270578"/>
                </a:lnTo>
                <a:lnTo>
                  <a:pt x="6342991" y="270434"/>
                </a:lnTo>
                <a:close/>
              </a:path>
              <a:path w="6441440" h="830579">
                <a:moveTo>
                  <a:pt x="6348177" y="309508"/>
                </a:moveTo>
                <a:lnTo>
                  <a:pt x="6298857" y="309508"/>
                </a:lnTo>
                <a:lnTo>
                  <a:pt x="6335405" y="311961"/>
                </a:lnTo>
                <a:lnTo>
                  <a:pt x="6330932" y="325004"/>
                </a:lnTo>
                <a:lnTo>
                  <a:pt x="6311844" y="332599"/>
                </a:lnTo>
                <a:lnTo>
                  <a:pt x="6333890" y="332599"/>
                </a:lnTo>
                <a:lnTo>
                  <a:pt x="6335405" y="342052"/>
                </a:lnTo>
                <a:lnTo>
                  <a:pt x="6348177" y="342052"/>
                </a:lnTo>
                <a:lnTo>
                  <a:pt x="6348177" y="309508"/>
                </a:lnTo>
                <a:close/>
              </a:path>
              <a:path w="6441440" h="830579">
                <a:moveTo>
                  <a:pt x="6300372" y="260692"/>
                </a:moveTo>
                <a:lnTo>
                  <a:pt x="6284100" y="277325"/>
                </a:lnTo>
                <a:lnTo>
                  <a:pt x="6296223" y="281654"/>
                </a:lnTo>
                <a:lnTo>
                  <a:pt x="6306993" y="270434"/>
                </a:lnTo>
                <a:lnTo>
                  <a:pt x="6342991" y="270434"/>
                </a:lnTo>
                <a:lnTo>
                  <a:pt x="6340042" y="264607"/>
                </a:lnTo>
                <a:lnTo>
                  <a:pt x="6300372" y="260692"/>
                </a:lnTo>
                <a:close/>
              </a:path>
              <a:path w="6441440" h="830579">
                <a:moveTo>
                  <a:pt x="6383835" y="258997"/>
                </a:moveTo>
                <a:lnTo>
                  <a:pt x="6371489" y="258997"/>
                </a:lnTo>
                <a:lnTo>
                  <a:pt x="6371489" y="342052"/>
                </a:lnTo>
                <a:lnTo>
                  <a:pt x="6384262" y="342052"/>
                </a:lnTo>
                <a:lnTo>
                  <a:pt x="6384262" y="292045"/>
                </a:lnTo>
                <a:lnTo>
                  <a:pt x="6388862" y="276315"/>
                </a:lnTo>
                <a:lnTo>
                  <a:pt x="6403031" y="271913"/>
                </a:lnTo>
                <a:lnTo>
                  <a:pt x="6384911" y="271913"/>
                </a:lnTo>
                <a:lnTo>
                  <a:pt x="6383847" y="259141"/>
                </a:lnTo>
                <a:lnTo>
                  <a:pt x="6383835" y="258997"/>
                </a:lnTo>
                <a:close/>
              </a:path>
              <a:path w="6441440" h="830579">
                <a:moveTo>
                  <a:pt x="6429491" y="269315"/>
                </a:moveTo>
                <a:lnTo>
                  <a:pt x="6411393" y="269315"/>
                </a:lnTo>
                <a:lnTo>
                  <a:pt x="6422831" y="278479"/>
                </a:lnTo>
                <a:lnTo>
                  <a:pt x="6424527" y="342052"/>
                </a:lnTo>
                <a:lnTo>
                  <a:pt x="6437299" y="342052"/>
                </a:lnTo>
                <a:lnTo>
                  <a:pt x="6436165" y="278479"/>
                </a:lnTo>
                <a:lnTo>
                  <a:pt x="6436126" y="276315"/>
                </a:lnTo>
                <a:lnTo>
                  <a:pt x="6429491" y="269315"/>
                </a:lnTo>
                <a:close/>
              </a:path>
              <a:path w="6441440" h="830579">
                <a:moveTo>
                  <a:pt x="6419710" y="258997"/>
                </a:moveTo>
                <a:lnTo>
                  <a:pt x="6397755" y="259141"/>
                </a:lnTo>
                <a:lnTo>
                  <a:pt x="6384911" y="271913"/>
                </a:lnTo>
                <a:lnTo>
                  <a:pt x="6403031" y="271913"/>
                </a:lnTo>
                <a:lnTo>
                  <a:pt x="6411393" y="269315"/>
                </a:lnTo>
                <a:lnTo>
                  <a:pt x="6429491" y="269315"/>
                </a:lnTo>
                <a:lnTo>
                  <a:pt x="6419710" y="258997"/>
                </a:lnTo>
                <a:close/>
              </a:path>
              <a:path w="6441440" h="830579">
                <a:moveTo>
                  <a:pt x="206113" y="499034"/>
                </a:moveTo>
                <a:lnTo>
                  <a:pt x="170115" y="499034"/>
                </a:lnTo>
                <a:lnTo>
                  <a:pt x="191257" y="499178"/>
                </a:lnTo>
                <a:lnTo>
                  <a:pt x="198527" y="514584"/>
                </a:lnTo>
                <a:lnTo>
                  <a:pt x="145779" y="538433"/>
                </a:lnTo>
                <a:lnTo>
                  <a:pt x="151155" y="564699"/>
                </a:lnTo>
                <a:lnTo>
                  <a:pt x="173199" y="572600"/>
                </a:lnTo>
                <a:lnTo>
                  <a:pt x="178034" y="572600"/>
                </a:lnTo>
                <a:lnTo>
                  <a:pt x="197012" y="561199"/>
                </a:lnTo>
                <a:lnTo>
                  <a:pt x="170160" y="561199"/>
                </a:lnTo>
                <a:lnTo>
                  <a:pt x="157613" y="552143"/>
                </a:lnTo>
                <a:lnTo>
                  <a:pt x="161878" y="538433"/>
                </a:lnTo>
                <a:lnTo>
                  <a:pt x="161979" y="538108"/>
                </a:lnTo>
                <a:lnTo>
                  <a:pt x="211299" y="538108"/>
                </a:lnTo>
                <a:lnTo>
                  <a:pt x="211299" y="509280"/>
                </a:lnTo>
                <a:lnTo>
                  <a:pt x="206186" y="499178"/>
                </a:lnTo>
                <a:lnTo>
                  <a:pt x="206113" y="499034"/>
                </a:lnTo>
                <a:close/>
              </a:path>
              <a:path w="6441440" h="830579">
                <a:moveTo>
                  <a:pt x="211299" y="538108"/>
                </a:moveTo>
                <a:lnTo>
                  <a:pt x="161979" y="538108"/>
                </a:lnTo>
                <a:lnTo>
                  <a:pt x="198527" y="540561"/>
                </a:lnTo>
                <a:lnTo>
                  <a:pt x="194053" y="553604"/>
                </a:lnTo>
                <a:lnTo>
                  <a:pt x="174966" y="561199"/>
                </a:lnTo>
                <a:lnTo>
                  <a:pt x="197012" y="561199"/>
                </a:lnTo>
                <a:lnTo>
                  <a:pt x="198527" y="570652"/>
                </a:lnTo>
                <a:lnTo>
                  <a:pt x="211299" y="570652"/>
                </a:lnTo>
                <a:lnTo>
                  <a:pt x="211299" y="538108"/>
                </a:lnTo>
                <a:close/>
              </a:path>
              <a:path w="6441440" h="830579">
                <a:moveTo>
                  <a:pt x="163494" y="489292"/>
                </a:moveTo>
                <a:lnTo>
                  <a:pt x="147222" y="505925"/>
                </a:lnTo>
                <a:lnTo>
                  <a:pt x="159345" y="510254"/>
                </a:lnTo>
                <a:lnTo>
                  <a:pt x="170115" y="499034"/>
                </a:lnTo>
                <a:lnTo>
                  <a:pt x="206113" y="499034"/>
                </a:lnTo>
                <a:lnTo>
                  <a:pt x="203163" y="493207"/>
                </a:lnTo>
                <a:lnTo>
                  <a:pt x="163494" y="489292"/>
                </a:lnTo>
                <a:close/>
              </a:path>
              <a:path w="6441440" h="830579">
                <a:moveTo>
                  <a:pt x="247383" y="459815"/>
                </a:moveTo>
                <a:lnTo>
                  <a:pt x="234611" y="459815"/>
                </a:lnTo>
                <a:lnTo>
                  <a:pt x="234611" y="570652"/>
                </a:lnTo>
                <a:lnTo>
                  <a:pt x="247383" y="570652"/>
                </a:lnTo>
                <a:lnTo>
                  <a:pt x="247383" y="459815"/>
                </a:lnTo>
                <a:close/>
              </a:path>
              <a:path w="6441440" h="830579">
                <a:moveTo>
                  <a:pt x="279219" y="547705"/>
                </a:moveTo>
                <a:lnTo>
                  <a:pt x="267096" y="550736"/>
                </a:lnTo>
                <a:lnTo>
                  <a:pt x="268576" y="557807"/>
                </a:lnTo>
                <a:lnTo>
                  <a:pt x="283206" y="570543"/>
                </a:lnTo>
                <a:lnTo>
                  <a:pt x="305160" y="572383"/>
                </a:lnTo>
                <a:lnTo>
                  <a:pt x="324355" y="564013"/>
                </a:lnTo>
                <a:lnTo>
                  <a:pt x="325577" y="560008"/>
                </a:lnTo>
                <a:lnTo>
                  <a:pt x="289015" y="560008"/>
                </a:lnTo>
                <a:lnTo>
                  <a:pt x="279219" y="547705"/>
                </a:lnTo>
                <a:close/>
              </a:path>
              <a:path w="6441440" h="830579">
                <a:moveTo>
                  <a:pt x="300217" y="486442"/>
                </a:moveTo>
                <a:lnTo>
                  <a:pt x="276315" y="494416"/>
                </a:lnTo>
                <a:lnTo>
                  <a:pt x="269694" y="516208"/>
                </a:lnTo>
                <a:lnTo>
                  <a:pt x="278570" y="528601"/>
                </a:lnTo>
                <a:lnTo>
                  <a:pt x="312917" y="538902"/>
                </a:lnTo>
                <a:lnTo>
                  <a:pt x="317969" y="551710"/>
                </a:lnTo>
                <a:lnTo>
                  <a:pt x="309165" y="559864"/>
                </a:lnTo>
                <a:lnTo>
                  <a:pt x="289015" y="560008"/>
                </a:lnTo>
                <a:lnTo>
                  <a:pt x="325577" y="560008"/>
                </a:lnTo>
                <a:lnTo>
                  <a:pt x="331174" y="541680"/>
                </a:lnTo>
                <a:lnTo>
                  <a:pt x="322064" y="529539"/>
                </a:lnTo>
                <a:lnTo>
                  <a:pt x="283621" y="515504"/>
                </a:lnTo>
                <a:lnTo>
                  <a:pt x="284022" y="506141"/>
                </a:lnTo>
                <a:lnTo>
                  <a:pt x="284144" y="503309"/>
                </a:lnTo>
                <a:lnTo>
                  <a:pt x="303934" y="497482"/>
                </a:lnTo>
                <a:lnTo>
                  <a:pt x="324750" y="497482"/>
                </a:lnTo>
                <a:lnTo>
                  <a:pt x="314902" y="488246"/>
                </a:lnTo>
                <a:lnTo>
                  <a:pt x="300217" y="486442"/>
                </a:lnTo>
                <a:close/>
              </a:path>
              <a:path w="6441440" h="830579">
                <a:moveTo>
                  <a:pt x="324750" y="497482"/>
                </a:moveTo>
                <a:lnTo>
                  <a:pt x="303934" y="497482"/>
                </a:lnTo>
                <a:lnTo>
                  <a:pt x="318185" y="509389"/>
                </a:lnTo>
                <a:lnTo>
                  <a:pt x="329658" y="506141"/>
                </a:lnTo>
                <a:lnTo>
                  <a:pt x="327674" y="500224"/>
                </a:lnTo>
                <a:lnTo>
                  <a:pt x="324750" y="497482"/>
                </a:lnTo>
                <a:close/>
              </a:path>
              <a:path w="6441440" h="830579">
                <a:moveTo>
                  <a:pt x="376665" y="486442"/>
                </a:moveTo>
                <a:lnTo>
                  <a:pt x="358788" y="495372"/>
                </a:lnTo>
                <a:lnTo>
                  <a:pt x="348072" y="513303"/>
                </a:lnTo>
                <a:lnTo>
                  <a:pt x="346503" y="538108"/>
                </a:lnTo>
                <a:lnTo>
                  <a:pt x="354386" y="558457"/>
                </a:lnTo>
                <a:lnTo>
                  <a:pt x="370081" y="570598"/>
                </a:lnTo>
                <a:lnTo>
                  <a:pt x="384170" y="572383"/>
                </a:lnTo>
                <a:lnTo>
                  <a:pt x="391674" y="572383"/>
                </a:lnTo>
                <a:lnTo>
                  <a:pt x="409534" y="563454"/>
                </a:lnTo>
                <a:lnTo>
                  <a:pt x="411062" y="560910"/>
                </a:lnTo>
                <a:lnTo>
                  <a:pt x="378469" y="560910"/>
                </a:lnTo>
                <a:lnTo>
                  <a:pt x="366419" y="553604"/>
                </a:lnTo>
                <a:lnTo>
                  <a:pt x="359275" y="523965"/>
                </a:lnTo>
                <a:lnTo>
                  <a:pt x="373779" y="499395"/>
                </a:lnTo>
                <a:lnTo>
                  <a:pt x="412655" y="499395"/>
                </a:lnTo>
                <a:lnTo>
                  <a:pt x="398241" y="488228"/>
                </a:lnTo>
                <a:lnTo>
                  <a:pt x="376665" y="486442"/>
                </a:lnTo>
                <a:close/>
              </a:path>
              <a:path w="6441440" h="830579">
                <a:moveTo>
                  <a:pt x="412655" y="499395"/>
                </a:moveTo>
                <a:lnTo>
                  <a:pt x="394561" y="499395"/>
                </a:lnTo>
                <a:lnTo>
                  <a:pt x="408181" y="518787"/>
                </a:lnTo>
                <a:lnTo>
                  <a:pt x="401921" y="553604"/>
                </a:lnTo>
                <a:lnTo>
                  <a:pt x="384170" y="560910"/>
                </a:lnTo>
                <a:lnTo>
                  <a:pt x="411062" y="560910"/>
                </a:lnTo>
                <a:lnTo>
                  <a:pt x="420250" y="545612"/>
                </a:lnTo>
                <a:lnTo>
                  <a:pt x="421837" y="520862"/>
                </a:lnTo>
                <a:lnTo>
                  <a:pt x="413936" y="500387"/>
                </a:lnTo>
                <a:lnTo>
                  <a:pt x="412655" y="499395"/>
                </a:lnTo>
                <a:close/>
              </a:path>
              <a:path w="6441440" h="830579">
                <a:moveTo>
                  <a:pt x="571354" y="499034"/>
                </a:moveTo>
                <a:lnTo>
                  <a:pt x="535355" y="499034"/>
                </a:lnTo>
                <a:lnTo>
                  <a:pt x="556498" y="499178"/>
                </a:lnTo>
                <a:lnTo>
                  <a:pt x="563768" y="514584"/>
                </a:lnTo>
                <a:lnTo>
                  <a:pt x="511020" y="538433"/>
                </a:lnTo>
                <a:lnTo>
                  <a:pt x="516395" y="564699"/>
                </a:lnTo>
                <a:lnTo>
                  <a:pt x="538440" y="572600"/>
                </a:lnTo>
                <a:lnTo>
                  <a:pt x="543275" y="572600"/>
                </a:lnTo>
                <a:lnTo>
                  <a:pt x="562253" y="561199"/>
                </a:lnTo>
                <a:lnTo>
                  <a:pt x="535401" y="561199"/>
                </a:lnTo>
                <a:lnTo>
                  <a:pt x="522854" y="552143"/>
                </a:lnTo>
                <a:lnTo>
                  <a:pt x="527118" y="538433"/>
                </a:lnTo>
                <a:lnTo>
                  <a:pt x="527219" y="538108"/>
                </a:lnTo>
                <a:lnTo>
                  <a:pt x="576540" y="538108"/>
                </a:lnTo>
                <a:lnTo>
                  <a:pt x="576540" y="509280"/>
                </a:lnTo>
                <a:lnTo>
                  <a:pt x="571427" y="499178"/>
                </a:lnTo>
                <a:lnTo>
                  <a:pt x="571354" y="499034"/>
                </a:lnTo>
                <a:close/>
              </a:path>
              <a:path w="6441440" h="830579">
                <a:moveTo>
                  <a:pt x="576540" y="538108"/>
                </a:moveTo>
                <a:lnTo>
                  <a:pt x="527219" y="538108"/>
                </a:lnTo>
                <a:lnTo>
                  <a:pt x="563768" y="540561"/>
                </a:lnTo>
                <a:lnTo>
                  <a:pt x="559294" y="553604"/>
                </a:lnTo>
                <a:lnTo>
                  <a:pt x="540207" y="561199"/>
                </a:lnTo>
                <a:lnTo>
                  <a:pt x="562253" y="561199"/>
                </a:lnTo>
                <a:lnTo>
                  <a:pt x="563768" y="570652"/>
                </a:lnTo>
                <a:lnTo>
                  <a:pt x="576540" y="570652"/>
                </a:lnTo>
                <a:lnTo>
                  <a:pt x="576540" y="538108"/>
                </a:lnTo>
                <a:close/>
              </a:path>
              <a:path w="6441440" h="830579">
                <a:moveTo>
                  <a:pt x="528735" y="489292"/>
                </a:moveTo>
                <a:lnTo>
                  <a:pt x="512463" y="505925"/>
                </a:lnTo>
                <a:lnTo>
                  <a:pt x="524586" y="510254"/>
                </a:lnTo>
                <a:lnTo>
                  <a:pt x="535355" y="499034"/>
                </a:lnTo>
                <a:lnTo>
                  <a:pt x="571354" y="499034"/>
                </a:lnTo>
                <a:lnTo>
                  <a:pt x="568404" y="493207"/>
                </a:lnTo>
                <a:lnTo>
                  <a:pt x="528735" y="489292"/>
                </a:lnTo>
                <a:close/>
              </a:path>
              <a:path w="6441440" h="830579">
                <a:moveTo>
                  <a:pt x="624458" y="486442"/>
                </a:moveTo>
                <a:lnTo>
                  <a:pt x="607609" y="495191"/>
                </a:lnTo>
                <a:lnTo>
                  <a:pt x="597453" y="512996"/>
                </a:lnTo>
                <a:lnTo>
                  <a:pt x="595955" y="538108"/>
                </a:lnTo>
                <a:lnTo>
                  <a:pt x="603442" y="558619"/>
                </a:lnTo>
                <a:lnTo>
                  <a:pt x="618333" y="570652"/>
                </a:lnTo>
                <a:lnTo>
                  <a:pt x="631241" y="572383"/>
                </a:lnTo>
                <a:lnTo>
                  <a:pt x="636581" y="572383"/>
                </a:lnTo>
                <a:lnTo>
                  <a:pt x="652452" y="560910"/>
                </a:lnTo>
                <a:lnTo>
                  <a:pt x="627633" y="560910"/>
                </a:lnTo>
                <a:lnTo>
                  <a:pt x="613274" y="550014"/>
                </a:lnTo>
                <a:lnTo>
                  <a:pt x="609612" y="517975"/>
                </a:lnTo>
                <a:lnTo>
                  <a:pt x="623051" y="499304"/>
                </a:lnTo>
                <a:lnTo>
                  <a:pt x="653366" y="499304"/>
                </a:lnTo>
                <a:lnTo>
                  <a:pt x="624458" y="486442"/>
                </a:lnTo>
                <a:close/>
              </a:path>
              <a:path w="6441440" h="830579">
                <a:moveTo>
                  <a:pt x="669341" y="559395"/>
                </a:moveTo>
                <a:lnTo>
                  <a:pt x="654549" y="559395"/>
                </a:lnTo>
                <a:lnTo>
                  <a:pt x="657002" y="570652"/>
                </a:lnTo>
                <a:lnTo>
                  <a:pt x="669341" y="570652"/>
                </a:lnTo>
                <a:lnTo>
                  <a:pt x="669341" y="559395"/>
                </a:lnTo>
                <a:close/>
              </a:path>
              <a:path w="6441440" h="830579">
                <a:moveTo>
                  <a:pt x="653366" y="499304"/>
                </a:moveTo>
                <a:lnTo>
                  <a:pt x="642587" y="499304"/>
                </a:lnTo>
                <a:lnTo>
                  <a:pt x="655884" y="517452"/>
                </a:lnTo>
                <a:lnTo>
                  <a:pt x="649497" y="554199"/>
                </a:lnTo>
                <a:lnTo>
                  <a:pt x="632973" y="560910"/>
                </a:lnTo>
                <a:lnTo>
                  <a:pt x="652452" y="560910"/>
                </a:lnTo>
                <a:lnTo>
                  <a:pt x="654549" y="559395"/>
                </a:lnTo>
                <a:lnTo>
                  <a:pt x="669341" y="559395"/>
                </a:lnTo>
                <a:lnTo>
                  <a:pt x="669341" y="500729"/>
                </a:lnTo>
                <a:lnTo>
                  <a:pt x="656569" y="500729"/>
                </a:lnTo>
                <a:lnTo>
                  <a:pt x="653366" y="499304"/>
                </a:lnTo>
                <a:close/>
              </a:path>
              <a:path w="6441440" h="830579">
                <a:moveTo>
                  <a:pt x="669341" y="459815"/>
                </a:moveTo>
                <a:lnTo>
                  <a:pt x="656569" y="459815"/>
                </a:lnTo>
                <a:lnTo>
                  <a:pt x="656569" y="500729"/>
                </a:lnTo>
                <a:lnTo>
                  <a:pt x="669341" y="500729"/>
                </a:lnTo>
                <a:lnTo>
                  <a:pt x="669341" y="459815"/>
                </a:lnTo>
                <a:close/>
              </a:path>
              <a:path w="6441440" h="830579">
                <a:moveTo>
                  <a:pt x="719113" y="486442"/>
                </a:moveTo>
                <a:lnTo>
                  <a:pt x="702264" y="495191"/>
                </a:lnTo>
                <a:lnTo>
                  <a:pt x="692107" y="512996"/>
                </a:lnTo>
                <a:lnTo>
                  <a:pt x="690610" y="538108"/>
                </a:lnTo>
                <a:lnTo>
                  <a:pt x="698097" y="558619"/>
                </a:lnTo>
                <a:lnTo>
                  <a:pt x="712987" y="570652"/>
                </a:lnTo>
                <a:lnTo>
                  <a:pt x="725896" y="572383"/>
                </a:lnTo>
                <a:lnTo>
                  <a:pt x="731236" y="572383"/>
                </a:lnTo>
                <a:lnTo>
                  <a:pt x="747107" y="560910"/>
                </a:lnTo>
                <a:lnTo>
                  <a:pt x="722288" y="560910"/>
                </a:lnTo>
                <a:lnTo>
                  <a:pt x="707928" y="550014"/>
                </a:lnTo>
                <a:lnTo>
                  <a:pt x="704266" y="517975"/>
                </a:lnTo>
                <a:lnTo>
                  <a:pt x="717706" y="499304"/>
                </a:lnTo>
                <a:lnTo>
                  <a:pt x="748021" y="499304"/>
                </a:lnTo>
                <a:lnTo>
                  <a:pt x="719113" y="486442"/>
                </a:lnTo>
                <a:close/>
              </a:path>
              <a:path w="6441440" h="830579">
                <a:moveTo>
                  <a:pt x="763996" y="559395"/>
                </a:moveTo>
                <a:lnTo>
                  <a:pt x="749203" y="559395"/>
                </a:lnTo>
                <a:lnTo>
                  <a:pt x="751657" y="570652"/>
                </a:lnTo>
                <a:lnTo>
                  <a:pt x="763996" y="570652"/>
                </a:lnTo>
                <a:lnTo>
                  <a:pt x="763996" y="559395"/>
                </a:lnTo>
                <a:close/>
              </a:path>
              <a:path w="6441440" h="830579">
                <a:moveTo>
                  <a:pt x="748021" y="499304"/>
                </a:moveTo>
                <a:lnTo>
                  <a:pt x="737242" y="499304"/>
                </a:lnTo>
                <a:lnTo>
                  <a:pt x="750538" y="517452"/>
                </a:lnTo>
                <a:lnTo>
                  <a:pt x="744152" y="554199"/>
                </a:lnTo>
                <a:lnTo>
                  <a:pt x="727628" y="560910"/>
                </a:lnTo>
                <a:lnTo>
                  <a:pt x="747107" y="560910"/>
                </a:lnTo>
                <a:lnTo>
                  <a:pt x="749203" y="559395"/>
                </a:lnTo>
                <a:lnTo>
                  <a:pt x="763996" y="559395"/>
                </a:lnTo>
                <a:lnTo>
                  <a:pt x="763996" y="500729"/>
                </a:lnTo>
                <a:lnTo>
                  <a:pt x="751224" y="500729"/>
                </a:lnTo>
                <a:lnTo>
                  <a:pt x="748021" y="499304"/>
                </a:lnTo>
                <a:close/>
              </a:path>
              <a:path w="6441440" h="830579">
                <a:moveTo>
                  <a:pt x="763996" y="459815"/>
                </a:moveTo>
                <a:lnTo>
                  <a:pt x="751224" y="459815"/>
                </a:lnTo>
                <a:lnTo>
                  <a:pt x="751224" y="500729"/>
                </a:lnTo>
                <a:lnTo>
                  <a:pt x="763996" y="500729"/>
                </a:lnTo>
                <a:lnTo>
                  <a:pt x="763996" y="459815"/>
                </a:lnTo>
                <a:close/>
              </a:path>
              <a:path w="6441440" h="830579">
                <a:moveTo>
                  <a:pt x="874145" y="487524"/>
                </a:moveTo>
                <a:lnTo>
                  <a:pt x="861806" y="487524"/>
                </a:lnTo>
                <a:lnTo>
                  <a:pt x="861806" y="601824"/>
                </a:lnTo>
                <a:lnTo>
                  <a:pt x="874578" y="601824"/>
                </a:lnTo>
                <a:lnTo>
                  <a:pt x="874578" y="557879"/>
                </a:lnTo>
                <a:lnTo>
                  <a:pt x="887902" y="557879"/>
                </a:lnTo>
                <a:lnTo>
                  <a:pt x="881650" y="554199"/>
                </a:lnTo>
                <a:lnTo>
                  <a:pt x="874362" y="529088"/>
                </a:lnTo>
                <a:lnTo>
                  <a:pt x="881542" y="504464"/>
                </a:lnTo>
                <a:lnTo>
                  <a:pt x="903586" y="497915"/>
                </a:lnTo>
                <a:lnTo>
                  <a:pt x="924929" y="497915"/>
                </a:lnTo>
                <a:lnTo>
                  <a:pt x="924346" y="497446"/>
                </a:lnTo>
                <a:lnTo>
                  <a:pt x="877897" y="497446"/>
                </a:lnTo>
                <a:lnTo>
                  <a:pt x="874145" y="487524"/>
                </a:lnTo>
                <a:close/>
              </a:path>
              <a:path w="6441440" h="830579">
                <a:moveTo>
                  <a:pt x="887902" y="557879"/>
                </a:moveTo>
                <a:lnTo>
                  <a:pt x="874578" y="557879"/>
                </a:lnTo>
                <a:lnTo>
                  <a:pt x="906833" y="572383"/>
                </a:lnTo>
                <a:lnTo>
                  <a:pt x="923556" y="563598"/>
                </a:lnTo>
                <a:lnTo>
                  <a:pt x="925082" y="560910"/>
                </a:lnTo>
                <a:lnTo>
                  <a:pt x="893051" y="560910"/>
                </a:lnTo>
                <a:lnTo>
                  <a:pt x="887902" y="557879"/>
                </a:lnTo>
                <a:close/>
              </a:path>
              <a:path w="6441440" h="830579">
                <a:moveTo>
                  <a:pt x="924929" y="497915"/>
                </a:moveTo>
                <a:lnTo>
                  <a:pt x="903586" y="497915"/>
                </a:lnTo>
                <a:lnTo>
                  <a:pt x="917946" y="508559"/>
                </a:lnTo>
                <a:lnTo>
                  <a:pt x="921500" y="540381"/>
                </a:lnTo>
                <a:lnTo>
                  <a:pt x="907970" y="559503"/>
                </a:lnTo>
                <a:lnTo>
                  <a:pt x="893051" y="560910"/>
                </a:lnTo>
                <a:lnTo>
                  <a:pt x="925082" y="560910"/>
                </a:lnTo>
                <a:lnTo>
                  <a:pt x="933694" y="545739"/>
                </a:lnTo>
                <a:lnTo>
                  <a:pt x="935192" y="520573"/>
                </a:lnTo>
                <a:lnTo>
                  <a:pt x="927705" y="500152"/>
                </a:lnTo>
                <a:lnTo>
                  <a:pt x="924929" y="497915"/>
                </a:lnTo>
                <a:close/>
              </a:path>
              <a:path w="6441440" h="830579">
                <a:moveTo>
                  <a:pt x="894278" y="486442"/>
                </a:moveTo>
                <a:lnTo>
                  <a:pt x="877897" y="497446"/>
                </a:lnTo>
                <a:lnTo>
                  <a:pt x="924346" y="497446"/>
                </a:lnTo>
                <a:lnTo>
                  <a:pt x="912859" y="488192"/>
                </a:lnTo>
                <a:lnTo>
                  <a:pt x="894278" y="486442"/>
                </a:lnTo>
                <a:close/>
              </a:path>
              <a:path w="6441440" h="830579">
                <a:moveTo>
                  <a:pt x="1012050" y="499034"/>
                </a:moveTo>
                <a:lnTo>
                  <a:pt x="976052" y="499034"/>
                </a:lnTo>
                <a:lnTo>
                  <a:pt x="997194" y="499178"/>
                </a:lnTo>
                <a:lnTo>
                  <a:pt x="1004465" y="514584"/>
                </a:lnTo>
                <a:lnTo>
                  <a:pt x="951716" y="538433"/>
                </a:lnTo>
                <a:lnTo>
                  <a:pt x="957092" y="564699"/>
                </a:lnTo>
                <a:lnTo>
                  <a:pt x="979137" y="572600"/>
                </a:lnTo>
                <a:lnTo>
                  <a:pt x="983971" y="572600"/>
                </a:lnTo>
                <a:lnTo>
                  <a:pt x="1002949" y="561199"/>
                </a:lnTo>
                <a:lnTo>
                  <a:pt x="976098" y="561199"/>
                </a:lnTo>
                <a:lnTo>
                  <a:pt x="963550" y="552143"/>
                </a:lnTo>
                <a:lnTo>
                  <a:pt x="967815" y="538433"/>
                </a:lnTo>
                <a:lnTo>
                  <a:pt x="967916" y="538108"/>
                </a:lnTo>
                <a:lnTo>
                  <a:pt x="1017237" y="538108"/>
                </a:lnTo>
                <a:lnTo>
                  <a:pt x="1017237" y="509280"/>
                </a:lnTo>
                <a:lnTo>
                  <a:pt x="1012123" y="499178"/>
                </a:lnTo>
                <a:lnTo>
                  <a:pt x="1012050" y="499034"/>
                </a:lnTo>
                <a:close/>
              </a:path>
              <a:path w="6441440" h="830579">
                <a:moveTo>
                  <a:pt x="1017237" y="538108"/>
                </a:moveTo>
                <a:lnTo>
                  <a:pt x="967916" y="538108"/>
                </a:lnTo>
                <a:lnTo>
                  <a:pt x="1004465" y="540561"/>
                </a:lnTo>
                <a:lnTo>
                  <a:pt x="999991" y="553604"/>
                </a:lnTo>
                <a:lnTo>
                  <a:pt x="980904" y="561199"/>
                </a:lnTo>
                <a:lnTo>
                  <a:pt x="1002949" y="561199"/>
                </a:lnTo>
                <a:lnTo>
                  <a:pt x="1004465" y="570652"/>
                </a:lnTo>
                <a:lnTo>
                  <a:pt x="1017237" y="570652"/>
                </a:lnTo>
                <a:lnTo>
                  <a:pt x="1017237" y="538108"/>
                </a:lnTo>
                <a:close/>
              </a:path>
              <a:path w="6441440" h="830579">
                <a:moveTo>
                  <a:pt x="969431" y="489292"/>
                </a:moveTo>
                <a:lnTo>
                  <a:pt x="953159" y="505925"/>
                </a:lnTo>
                <a:lnTo>
                  <a:pt x="965282" y="510254"/>
                </a:lnTo>
                <a:lnTo>
                  <a:pt x="976052" y="499034"/>
                </a:lnTo>
                <a:lnTo>
                  <a:pt x="1012050" y="499034"/>
                </a:lnTo>
                <a:lnTo>
                  <a:pt x="1009101" y="493207"/>
                </a:lnTo>
                <a:lnTo>
                  <a:pt x="969431" y="489292"/>
                </a:lnTo>
                <a:close/>
              </a:path>
              <a:path w="6441440" h="830579">
                <a:moveTo>
                  <a:pt x="1048991" y="547705"/>
                </a:moveTo>
                <a:lnTo>
                  <a:pt x="1036869" y="550736"/>
                </a:lnTo>
                <a:lnTo>
                  <a:pt x="1038348" y="557807"/>
                </a:lnTo>
                <a:lnTo>
                  <a:pt x="1052978" y="570543"/>
                </a:lnTo>
                <a:lnTo>
                  <a:pt x="1074932" y="572383"/>
                </a:lnTo>
                <a:lnTo>
                  <a:pt x="1094127" y="564013"/>
                </a:lnTo>
                <a:lnTo>
                  <a:pt x="1095350" y="560008"/>
                </a:lnTo>
                <a:lnTo>
                  <a:pt x="1058787" y="560008"/>
                </a:lnTo>
                <a:lnTo>
                  <a:pt x="1048991" y="547705"/>
                </a:lnTo>
                <a:close/>
              </a:path>
              <a:path w="6441440" h="830579">
                <a:moveTo>
                  <a:pt x="1069990" y="486442"/>
                </a:moveTo>
                <a:lnTo>
                  <a:pt x="1046087" y="494416"/>
                </a:lnTo>
                <a:lnTo>
                  <a:pt x="1039466" y="516208"/>
                </a:lnTo>
                <a:lnTo>
                  <a:pt x="1048342" y="528601"/>
                </a:lnTo>
                <a:lnTo>
                  <a:pt x="1082689" y="538902"/>
                </a:lnTo>
                <a:lnTo>
                  <a:pt x="1087741" y="551710"/>
                </a:lnTo>
                <a:lnTo>
                  <a:pt x="1078937" y="559864"/>
                </a:lnTo>
                <a:lnTo>
                  <a:pt x="1058787" y="560008"/>
                </a:lnTo>
                <a:lnTo>
                  <a:pt x="1095350" y="560008"/>
                </a:lnTo>
                <a:lnTo>
                  <a:pt x="1100946" y="541680"/>
                </a:lnTo>
                <a:lnTo>
                  <a:pt x="1091836" y="529539"/>
                </a:lnTo>
                <a:lnTo>
                  <a:pt x="1053393" y="515504"/>
                </a:lnTo>
                <a:lnTo>
                  <a:pt x="1053795" y="506141"/>
                </a:lnTo>
                <a:lnTo>
                  <a:pt x="1053916" y="503309"/>
                </a:lnTo>
                <a:lnTo>
                  <a:pt x="1073706" y="497482"/>
                </a:lnTo>
                <a:lnTo>
                  <a:pt x="1094522" y="497482"/>
                </a:lnTo>
                <a:lnTo>
                  <a:pt x="1084674" y="488246"/>
                </a:lnTo>
                <a:lnTo>
                  <a:pt x="1069990" y="486442"/>
                </a:lnTo>
                <a:close/>
              </a:path>
              <a:path w="6441440" h="830579">
                <a:moveTo>
                  <a:pt x="1094522" y="497482"/>
                </a:moveTo>
                <a:lnTo>
                  <a:pt x="1073706" y="497482"/>
                </a:lnTo>
                <a:lnTo>
                  <a:pt x="1087957" y="509389"/>
                </a:lnTo>
                <a:lnTo>
                  <a:pt x="1099430" y="506141"/>
                </a:lnTo>
                <a:lnTo>
                  <a:pt x="1097446" y="500224"/>
                </a:lnTo>
                <a:lnTo>
                  <a:pt x="1094522" y="497482"/>
                </a:lnTo>
                <a:close/>
              </a:path>
              <a:path w="6441440" h="830579">
                <a:moveTo>
                  <a:pt x="1138572" y="467608"/>
                </a:moveTo>
                <a:lnTo>
                  <a:pt x="1125800" y="467608"/>
                </a:lnTo>
                <a:lnTo>
                  <a:pt x="1125800" y="550303"/>
                </a:lnTo>
                <a:lnTo>
                  <a:pt x="1131428" y="565492"/>
                </a:lnTo>
                <a:lnTo>
                  <a:pt x="1152661" y="571554"/>
                </a:lnTo>
                <a:lnTo>
                  <a:pt x="1138572" y="467608"/>
                </a:lnTo>
                <a:close/>
              </a:path>
              <a:path w="6441440" h="830579">
                <a:moveTo>
                  <a:pt x="1125800" y="487524"/>
                </a:moveTo>
                <a:lnTo>
                  <a:pt x="1113244" y="487524"/>
                </a:lnTo>
                <a:lnTo>
                  <a:pt x="1113244" y="498348"/>
                </a:lnTo>
                <a:lnTo>
                  <a:pt x="1125800" y="498348"/>
                </a:lnTo>
                <a:lnTo>
                  <a:pt x="1125800" y="487524"/>
                </a:lnTo>
                <a:close/>
              </a:path>
              <a:path w="6441440" h="830579">
                <a:moveTo>
                  <a:pt x="1156323" y="487524"/>
                </a:moveTo>
                <a:lnTo>
                  <a:pt x="1141272" y="487524"/>
                </a:lnTo>
                <a:lnTo>
                  <a:pt x="1142739" y="498348"/>
                </a:lnTo>
                <a:lnTo>
                  <a:pt x="1156323" y="498348"/>
                </a:lnTo>
                <a:lnTo>
                  <a:pt x="1156323" y="487524"/>
                </a:lnTo>
                <a:close/>
              </a:path>
              <a:path w="6441440" h="830579">
                <a:moveTo>
                  <a:pt x="1274446" y="486442"/>
                </a:moveTo>
                <a:lnTo>
                  <a:pt x="1256569" y="495372"/>
                </a:lnTo>
                <a:lnTo>
                  <a:pt x="1245853" y="513303"/>
                </a:lnTo>
                <a:lnTo>
                  <a:pt x="1244284" y="538108"/>
                </a:lnTo>
                <a:lnTo>
                  <a:pt x="1252167" y="558457"/>
                </a:lnTo>
                <a:lnTo>
                  <a:pt x="1267862" y="570598"/>
                </a:lnTo>
                <a:lnTo>
                  <a:pt x="1281951" y="572383"/>
                </a:lnTo>
                <a:lnTo>
                  <a:pt x="1289455" y="572383"/>
                </a:lnTo>
                <a:lnTo>
                  <a:pt x="1307315" y="563454"/>
                </a:lnTo>
                <a:lnTo>
                  <a:pt x="1308842" y="560910"/>
                </a:lnTo>
                <a:lnTo>
                  <a:pt x="1276250" y="560910"/>
                </a:lnTo>
                <a:lnTo>
                  <a:pt x="1264200" y="553604"/>
                </a:lnTo>
                <a:lnTo>
                  <a:pt x="1257056" y="523965"/>
                </a:lnTo>
                <a:lnTo>
                  <a:pt x="1271560" y="499395"/>
                </a:lnTo>
                <a:lnTo>
                  <a:pt x="1310436" y="499395"/>
                </a:lnTo>
                <a:lnTo>
                  <a:pt x="1296022" y="488228"/>
                </a:lnTo>
                <a:lnTo>
                  <a:pt x="1274446" y="486442"/>
                </a:lnTo>
                <a:close/>
              </a:path>
              <a:path w="6441440" h="830579">
                <a:moveTo>
                  <a:pt x="1310436" y="499395"/>
                </a:moveTo>
                <a:lnTo>
                  <a:pt x="1292342" y="499395"/>
                </a:lnTo>
                <a:lnTo>
                  <a:pt x="1305962" y="518787"/>
                </a:lnTo>
                <a:lnTo>
                  <a:pt x="1299702" y="553604"/>
                </a:lnTo>
                <a:lnTo>
                  <a:pt x="1281951" y="560910"/>
                </a:lnTo>
                <a:lnTo>
                  <a:pt x="1308842" y="560910"/>
                </a:lnTo>
                <a:lnTo>
                  <a:pt x="1318030" y="545612"/>
                </a:lnTo>
                <a:lnTo>
                  <a:pt x="1319618" y="520862"/>
                </a:lnTo>
                <a:lnTo>
                  <a:pt x="1311716" y="500387"/>
                </a:lnTo>
                <a:lnTo>
                  <a:pt x="1310436" y="499395"/>
                </a:lnTo>
                <a:close/>
              </a:path>
              <a:path w="6441440" h="830579">
                <a:moveTo>
                  <a:pt x="1351454" y="487524"/>
                </a:moveTo>
                <a:lnTo>
                  <a:pt x="1339114" y="487524"/>
                </a:lnTo>
                <a:lnTo>
                  <a:pt x="1339114" y="570652"/>
                </a:lnTo>
                <a:lnTo>
                  <a:pt x="1351887" y="570652"/>
                </a:lnTo>
                <a:lnTo>
                  <a:pt x="1352789" y="510958"/>
                </a:lnTo>
                <a:lnTo>
                  <a:pt x="1370428" y="500080"/>
                </a:lnTo>
                <a:lnTo>
                  <a:pt x="1352320" y="500080"/>
                </a:lnTo>
                <a:lnTo>
                  <a:pt x="1351454" y="487524"/>
                </a:lnTo>
                <a:close/>
              </a:path>
              <a:path w="6441440" h="830579">
                <a:moveTo>
                  <a:pt x="1368988" y="486225"/>
                </a:moveTo>
                <a:lnTo>
                  <a:pt x="1352320" y="500080"/>
                </a:lnTo>
                <a:lnTo>
                  <a:pt x="1370428" y="500080"/>
                </a:lnTo>
                <a:lnTo>
                  <a:pt x="1372885" y="498565"/>
                </a:lnTo>
                <a:lnTo>
                  <a:pt x="1380678" y="486442"/>
                </a:lnTo>
                <a:lnTo>
                  <a:pt x="1368988" y="486225"/>
                </a:lnTo>
                <a:close/>
              </a:path>
              <a:path w="6441440" h="830579">
                <a:moveTo>
                  <a:pt x="1480802" y="487524"/>
                </a:moveTo>
                <a:lnTo>
                  <a:pt x="1468463" y="487524"/>
                </a:lnTo>
                <a:lnTo>
                  <a:pt x="1468463" y="601824"/>
                </a:lnTo>
                <a:lnTo>
                  <a:pt x="1481235" y="601824"/>
                </a:lnTo>
                <a:lnTo>
                  <a:pt x="1481235" y="557879"/>
                </a:lnTo>
                <a:lnTo>
                  <a:pt x="1494559" y="557879"/>
                </a:lnTo>
                <a:lnTo>
                  <a:pt x="1488306" y="554199"/>
                </a:lnTo>
                <a:lnTo>
                  <a:pt x="1481018" y="529088"/>
                </a:lnTo>
                <a:lnTo>
                  <a:pt x="1488198" y="504464"/>
                </a:lnTo>
                <a:lnTo>
                  <a:pt x="1510243" y="497915"/>
                </a:lnTo>
                <a:lnTo>
                  <a:pt x="1531585" y="497915"/>
                </a:lnTo>
                <a:lnTo>
                  <a:pt x="1531003" y="497446"/>
                </a:lnTo>
                <a:lnTo>
                  <a:pt x="1484554" y="497446"/>
                </a:lnTo>
                <a:lnTo>
                  <a:pt x="1480802" y="487524"/>
                </a:lnTo>
                <a:close/>
              </a:path>
              <a:path w="6441440" h="830579">
                <a:moveTo>
                  <a:pt x="1494559" y="557879"/>
                </a:moveTo>
                <a:lnTo>
                  <a:pt x="1481235" y="557879"/>
                </a:lnTo>
                <a:lnTo>
                  <a:pt x="1513490" y="572383"/>
                </a:lnTo>
                <a:lnTo>
                  <a:pt x="1530213" y="563598"/>
                </a:lnTo>
                <a:lnTo>
                  <a:pt x="1531739" y="560910"/>
                </a:lnTo>
                <a:lnTo>
                  <a:pt x="1499707" y="560910"/>
                </a:lnTo>
                <a:lnTo>
                  <a:pt x="1494559" y="557879"/>
                </a:lnTo>
                <a:close/>
              </a:path>
              <a:path w="6441440" h="830579">
                <a:moveTo>
                  <a:pt x="1531585" y="497915"/>
                </a:moveTo>
                <a:lnTo>
                  <a:pt x="1510243" y="497915"/>
                </a:lnTo>
                <a:lnTo>
                  <a:pt x="1524602" y="508559"/>
                </a:lnTo>
                <a:lnTo>
                  <a:pt x="1528156" y="540381"/>
                </a:lnTo>
                <a:lnTo>
                  <a:pt x="1514626" y="559503"/>
                </a:lnTo>
                <a:lnTo>
                  <a:pt x="1499707" y="560910"/>
                </a:lnTo>
                <a:lnTo>
                  <a:pt x="1531739" y="560910"/>
                </a:lnTo>
                <a:lnTo>
                  <a:pt x="1540351" y="545739"/>
                </a:lnTo>
                <a:lnTo>
                  <a:pt x="1541848" y="520573"/>
                </a:lnTo>
                <a:lnTo>
                  <a:pt x="1534362" y="500152"/>
                </a:lnTo>
                <a:lnTo>
                  <a:pt x="1531585" y="497915"/>
                </a:lnTo>
                <a:close/>
              </a:path>
              <a:path w="6441440" h="830579">
                <a:moveTo>
                  <a:pt x="1500934" y="486442"/>
                </a:moveTo>
                <a:lnTo>
                  <a:pt x="1484554" y="497446"/>
                </a:lnTo>
                <a:lnTo>
                  <a:pt x="1531003" y="497446"/>
                </a:lnTo>
                <a:lnTo>
                  <a:pt x="1519515" y="488192"/>
                </a:lnTo>
                <a:lnTo>
                  <a:pt x="1500934" y="486442"/>
                </a:lnTo>
                <a:close/>
              </a:path>
              <a:path w="6441440" h="830579">
                <a:moveTo>
                  <a:pt x="1573670" y="487524"/>
                </a:moveTo>
                <a:lnTo>
                  <a:pt x="1561331" y="487524"/>
                </a:lnTo>
                <a:lnTo>
                  <a:pt x="1561331" y="570652"/>
                </a:lnTo>
                <a:lnTo>
                  <a:pt x="1574103" y="570652"/>
                </a:lnTo>
                <a:lnTo>
                  <a:pt x="1575005" y="510958"/>
                </a:lnTo>
                <a:lnTo>
                  <a:pt x="1592645" y="500080"/>
                </a:lnTo>
                <a:lnTo>
                  <a:pt x="1574536" y="500080"/>
                </a:lnTo>
                <a:lnTo>
                  <a:pt x="1573670" y="487524"/>
                </a:lnTo>
                <a:close/>
              </a:path>
              <a:path w="6441440" h="830579">
                <a:moveTo>
                  <a:pt x="1591205" y="486225"/>
                </a:moveTo>
                <a:lnTo>
                  <a:pt x="1574536" y="500080"/>
                </a:lnTo>
                <a:lnTo>
                  <a:pt x="1592645" y="500080"/>
                </a:lnTo>
                <a:lnTo>
                  <a:pt x="1595102" y="498565"/>
                </a:lnTo>
                <a:lnTo>
                  <a:pt x="1602895" y="486442"/>
                </a:lnTo>
                <a:lnTo>
                  <a:pt x="1591205" y="486225"/>
                </a:lnTo>
                <a:close/>
              </a:path>
              <a:path w="6441440" h="830579">
                <a:moveTo>
                  <a:pt x="1641554" y="486442"/>
                </a:moveTo>
                <a:lnTo>
                  <a:pt x="1623767" y="495606"/>
                </a:lnTo>
                <a:lnTo>
                  <a:pt x="1613159" y="513718"/>
                </a:lnTo>
                <a:lnTo>
                  <a:pt x="1611608" y="538252"/>
                </a:lnTo>
                <a:lnTo>
                  <a:pt x="1619401" y="558529"/>
                </a:lnTo>
                <a:lnTo>
                  <a:pt x="1635439" y="570616"/>
                </a:lnTo>
                <a:lnTo>
                  <a:pt x="1650358" y="572383"/>
                </a:lnTo>
                <a:lnTo>
                  <a:pt x="1670075" y="568018"/>
                </a:lnTo>
                <a:lnTo>
                  <a:pt x="1675803" y="560910"/>
                </a:lnTo>
                <a:lnTo>
                  <a:pt x="1645198" y="560910"/>
                </a:lnTo>
                <a:lnTo>
                  <a:pt x="1629828" y="551980"/>
                </a:lnTo>
                <a:lnTo>
                  <a:pt x="1627564" y="533418"/>
                </a:lnTo>
                <a:lnTo>
                  <a:pt x="1620700" y="533418"/>
                </a:lnTo>
                <a:lnTo>
                  <a:pt x="1620700" y="522377"/>
                </a:lnTo>
                <a:lnTo>
                  <a:pt x="1626217" y="522377"/>
                </a:lnTo>
                <a:lnTo>
                  <a:pt x="1625373" y="515450"/>
                </a:lnTo>
                <a:lnTo>
                  <a:pt x="1643972" y="497915"/>
                </a:lnTo>
                <a:lnTo>
                  <a:pt x="1673522" y="497915"/>
                </a:lnTo>
                <a:lnTo>
                  <a:pt x="1669949" y="492395"/>
                </a:lnTo>
                <a:lnTo>
                  <a:pt x="1641554" y="486442"/>
                </a:lnTo>
                <a:close/>
              </a:path>
              <a:path w="6441440" h="830579">
                <a:moveTo>
                  <a:pt x="1671139" y="547922"/>
                </a:moveTo>
                <a:lnTo>
                  <a:pt x="1670057" y="550808"/>
                </a:lnTo>
                <a:lnTo>
                  <a:pt x="1645198" y="560910"/>
                </a:lnTo>
                <a:lnTo>
                  <a:pt x="1675803" y="560910"/>
                </a:lnTo>
                <a:lnTo>
                  <a:pt x="1683478" y="551385"/>
                </a:lnTo>
                <a:lnTo>
                  <a:pt x="1671139" y="547922"/>
                </a:lnTo>
                <a:close/>
              </a:path>
              <a:path w="6441440" h="830579">
                <a:moveTo>
                  <a:pt x="1626217" y="522377"/>
                </a:moveTo>
                <a:lnTo>
                  <a:pt x="1620700" y="522377"/>
                </a:lnTo>
                <a:lnTo>
                  <a:pt x="1620700" y="533418"/>
                </a:lnTo>
                <a:lnTo>
                  <a:pt x="1627564" y="533418"/>
                </a:lnTo>
                <a:lnTo>
                  <a:pt x="1626217" y="522377"/>
                </a:lnTo>
                <a:close/>
              </a:path>
              <a:path w="6441440" h="830579">
                <a:moveTo>
                  <a:pt x="1673522" y="497915"/>
                </a:moveTo>
                <a:lnTo>
                  <a:pt x="1643972" y="497915"/>
                </a:lnTo>
                <a:lnTo>
                  <a:pt x="1664501" y="503237"/>
                </a:lnTo>
                <a:lnTo>
                  <a:pt x="1671789" y="522377"/>
                </a:lnTo>
                <a:lnTo>
                  <a:pt x="1626217" y="522377"/>
                </a:lnTo>
                <a:lnTo>
                  <a:pt x="1627564" y="533418"/>
                </a:lnTo>
                <a:lnTo>
                  <a:pt x="1684777" y="533418"/>
                </a:lnTo>
                <a:lnTo>
                  <a:pt x="1683840" y="515450"/>
                </a:lnTo>
                <a:lnTo>
                  <a:pt x="1683749" y="513718"/>
                </a:lnTo>
                <a:lnTo>
                  <a:pt x="1673522" y="497915"/>
                </a:lnTo>
                <a:close/>
              </a:path>
              <a:path w="6441440" h="830579">
                <a:moveTo>
                  <a:pt x="1712649" y="547705"/>
                </a:moveTo>
                <a:lnTo>
                  <a:pt x="1700526" y="550736"/>
                </a:lnTo>
                <a:lnTo>
                  <a:pt x="1702005" y="557807"/>
                </a:lnTo>
                <a:lnTo>
                  <a:pt x="1716636" y="570543"/>
                </a:lnTo>
                <a:lnTo>
                  <a:pt x="1738590" y="572383"/>
                </a:lnTo>
                <a:lnTo>
                  <a:pt x="1757784" y="564013"/>
                </a:lnTo>
                <a:lnTo>
                  <a:pt x="1759007" y="560008"/>
                </a:lnTo>
                <a:lnTo>
                  <a:pt x="1722444" y="560008"/>
                </a:lnTo>
                <a:lnTo>
                  <a:pt x="1712649" y="547705"/>
                </a:lnTo>
                <a:close/>
              </a:path>
              <a:path w="6441440" h="830579">
                <a:moveTo>
                  <a:pt x="1733647" y="486442"/>
                </a:moveTo>
                <a:lnTo>
                  <a:pt x="1709744" y="494416"/>
                </a:lnTo>
                <a:lnTo>
                  <a:pt x="1703124" y="516208"/>
                </a:lnTo>
                <a:lnTo>
                  <a:pt x="1711999" y="528601"/>
                </a:lnTo>
                <a:lnTo>
                  <a:pt x="1746347" y="538902"/>
                </a:lnTo>
                <a:lnTo>
                  <a:pt x="1751398" y="551710"/>
                </a:lnTo>
                <a:lnTo>
                  <a:pt x="1742595" y="559864"/>
                </a:lnTo>
                <a:lnTo>
                  <a:pt x="1722444" y="560008"/>
                </a:lnTo>
                <a:lnTo>
                  <a:pt x="1759007" y="560008"/>
                </a:lnTo>
                <a:lnTo>
                  <a:pt x="1764603" y="541680"/>
                </a:lnTo>
                <a:lnTo>
                  <a:pt x="1755493" y="529539"/>
                </a:lnTo>
                <a:lnTo>
                  <a:pt x="1717051" y="515504"/>
                </a:lnTo>
                <a:lnTo>
                  <a:pt x="1717452" y="506141"/>
                </a:lnTo>
                <a:lnTo>
                  <a:pt x="1717574" y="503309"/>
                </a:lnTo>
                <a:lnTo>
                  <a:pt x="1737363" y="497482"/>
                </a:lnTo>
                <a:lnTo>
                  <a:pt x="1758180" y="497482"/>
                </a:lnTo>
                <a:lnTo>
                  <a:pt x="1748331" y="488246"/>
                </a:lnTo>
                <a:lnTo>
                  <a:pt x="1733647" y="486442"/>
                </a:lnTo>
                <a:close/>
              </a:path>
              <a:path w="6441440" h="830579">
                <a:moveTo>
                  <a:pt x="1758180" y="497482"/>
                </a:moveTo>
                <a:lnTo>
                  <a:pt x="1737363" y="497482"/>
                </a:lnTo>
                <a:lnTo>
                  <a:pt x="1751615" y="509389"/>
                </a:lnTo>
                <a:lnTo>
                  <a:pt x="1763088" y="506141"/>
                </a:lnTo>
                <a:lnTo>
                  <a:pt x="1761104" y="500224"/>
                </a:lnTo>
                <a:lnTo>
                  <a:pt x="1758180" y="497482"/>
                </a:lnTo>
                <a:close/>
              </a:path>
              <a:path w="6441440" h="830579">
                <a:moveTo>
                  <a:pt x="1809879" y="486442"/>
                </a:moveTo>
                <a:lnTo>
                  <a:pt x="1792091" y="495606"/>
                </a:lnTo>
                <a:lnTo>
                  <a:pt x="1781484" y="513718"/>
                </a:lnTo>
                <a:lnTo>
                  <a:pt x="1779933" y="538252"/>
                </a:lnTo>
                <a:lnTo>
                  <a:pt x="1787726" y="558529"/>
                </a:lnTo>
                <a:lnTo>
                  <a:pt x="1803763" y="570616"/>
                </a:lnTo>
                <a:lnTo>
                  <a:pt x="1818682" y="572383"/>
                </a:lnTo>
                <a:lnTo>
                  <a:pt x="1838400" y="568018"/>
                </a:lnTo>
                <a:lnTo>
                  <a:pt x="1844127" y="560910"/>
                </a:lnTo>
                <a:lnTo>
                  <a:pt x="1813523" y="560910"/>
                </a:lnTo>
                <a:lnTo>
                  <a:pt x="1798153" y="551980"/>
                </a:lnTo>
                <a:lnTo>
                  <a:pt x="1795889" y="533418"/>
                </a:lnTo>
                <a:lnTo>
                  <a:pt x="1789025" y="533418"/>
                </a:lnTo>
                <a:lnTo>
                  <a:pt x="1789025" y="522377"/>
                </a:lnTo>
                <a:lnTo>
                  <a:pt x="1794542" y="522377"/>
                </a:lnTo>
                <a:lnTo>
                  <a:pt x="1793697" y="515450"/>
                </a:lnTo>
                <a:lnTo>
                  <a:pt x="1812296" y="497915"/>
                </a:lnTo>
                <a:lnTo>
                  <a:pt x="1841846" y="497915"/>
                </a:lnTo>
                <a:lnTo>
                  <a:pt x="1838273" y="492395"/>
                </a:lnTo>
                <a:lnTo>
                  <a:pt x="1809879" y="486442"/>
                </a:lnTo>
                <a:close/>
              </a:path>
              <a:path w="6441440" h="830579">
                <a:moveTo>
                  <a:pt x="1839464" y="547922"/>
                </a:moveTo>
                <a:lnTo>
                  <a:pt x="1838382" y="550808"/>
                </a:lnTo>
                <a:lnTo>
                  <a:pt x="1813523" y="560910"/>
                </a:lnTo>
                <a:lnTo>
                  <a:pt x="1844127" y="560910"/>
                </a:lnTo>
                <a:lnTo>
                  <a:pt x="1851803" y="551385"/>
                </a:lnTo>
                <a:lnTo>
                  <a:pt x="1839464" y="547922"/>
                </a:lnTo>
                <a:close/>
              </a:path>
              <a:path w="6441440" h="830579">
                <a:moveTo>
                  <a:pt x="1794542" y="522377"/>
                </a:moveTo>
                <a:lnTo>
                  <a:pt x="1789025" y="522377"/>
                </a:lnTo>
                <a:lnTo>
                  <a:pt x="1789025" y="533418"/>
                </a:lnTo>
                <a:lnTo>
                  <a:pt x="1795889" y="533418"/>
                </a:lnTo>
                <a:lnTo>
                  <a:pt x="1794542" y="522377"/>
                </a:lnTo>
                <a:close/>
              </a:path>
              <a:path w="6441440" h="830579">
                <a:moveTo>
                  <a:pt x="1841846" y="497915"/>
                </a:moveTo>
                <a:lnTo>
                  <a:pt x="1812296" y="497915"/>
                </a:lnTo>
                <a:lnTo>
                  <a:pt x="1832825" y="503237"/>
                </a:lnTo>
                <a:lnTo>
                  <a:pt x="1840113" y="522377"/>
                </a:lnTo>
                <a:lnTo>
                  <a:pt x="1794542" y="522377"/>
                </a:lnTo>
                <a:lnTo>
                  <a:pt x="1795889" y="533418"/>
                </a:lnTo>
                <a:lnTo>
                  <a:pt x="1853102" y="533418"/>
                </a:lnTo>
                <a:lnTo>
                  <a:pt x="1852164" y="515450"/>
                </a:lnTo>
                <a:lnTo>
                  <a:pt x="1852074" y="513718"/>
                </a:lnTo>
                <a:lnTo>
                  <a:pt x="1841846" y="497915"/>
                </a:lnTo>
                <a:close/>
              </a:path>
              <a:path w="6441440" h="830579">
                <a:moveTo>
                  <a:pt x="1884876" y="487597"/>
                </a:moveTo>
                <a:lnTo>
                  <a:pt x="1872531" y="487597"/>
                </a:lnTo>
                <a:lnTo>
                  <a:pt x="1872531" y="570652"/>
                </a:lnTo>
                <a:lnTo>
                  <a:pt x="1885303" y="570652"/>
                </a:lnTo>
                <a:lnTo>
                  <a:pt x="1885303" y="520645"/>
                </a:lnTo>
                <a:lnTo>
                  <a:pt x="1889903" y="504915"/>
                </a:lnTo>
                <a:lnTo>
                  <a:pt x="1904073" y="500513"/>
                </a:lnTo>
                <a:lnTo>
                  <a:pt x="1885953" y="500513"/>
                </a:lnTo>
                <a:lnTo>
                  <a:pt x="1884888" y="487741"/>
                </a:lnTo>
                <a:lnTo>
                  <a:pt x="1884876" y="487597"/>
                </a:lnTo>
                <a:close/>
              </a:path>
              <a:path w="6441440" h="830579">
                <a:moveTo>
                  <a:pt x="1930533" y="497915"/>
                </a:moveTo>
                <a:lnTo>
                  <a:pt x="1912435" y="497915"/>
                </a:lnTo>
                <a:lnTo>
                  <a:pt x="1923872" y="507079"/>
                </a:lnTo>
                <a:lnTo>
                  <a:pt x="1925568" y="570652"/>
                </a:lnTo>
                <a:lnTo>
                  <a:pt x="1938340" y="570652"/>
                </a:lnTo>
                <a:lnTo>
                  <a:pt x="1937206" y="507079"/>
                </a:lnTo>
                <a:lnTo>
                  <a:pt x="1937167" y="504915"/>
                </a:lnTo>
                <a:lnTo>
                  <a:pt x="1930533" y="497915"/>
                </a:lnTo>
                <a:close/>
              </a:path>
              <a:path w="6441440" h="830579">
                <a:moveTo>
                  <a:pt x="1920751" y="487597"/>
                </a:moveTo>
                <a:lnTo>
                  <a:pt x="1898797" y="487741"/>
                </a:lnTo>
                <a:lnTo>
                  <a:pt x="1885953" y="500513"/>
                </a:lnTo>
                <a:lnTo>
                  <a:pt x="1904073" y="500513"/>
                </a:lnTo>
                <a:lnTo>
                  <a:pt x="1912435" y="497915"/>
                </a:lnTo>
                <a:lnTo>
                  <a:pt x="1930533" y="497915"/>
                </a:lnTo>
                <a:lnTo>
                  <a:pt x="1920751" y="487597"/>
                </a:lnTo>
                <a:close/>
              </a:path>
              <a:path w="6441440" h="830579">
                <a:moveTo>
                  <a:pt x="1980080" y="467608"/>
                </a:moveTo>
                <a:lnTo>
                  <a:pt x="1967307" y="467608"/>
                </a:lnTo>
                <a:lnTo>
                  <a:pt x="1967307" y="550303"/>
                </a:lnTo>
                <a:lnTo>
                  <a:pt x="1972936" y="565492"/>
                </a:lnTo>
                <a:lnTo>
                  <a:pt x="1994169" y="571554"/>
                </a:lnTo>
                <a:lnTo>
                  <a:pt x="1980080" y="467608"/>
                </a:lnTo>
                <a:close/>
              </a:path>
              <a:path w="6441440" h="830579">
                <a:moveTo>
                  <a:pt x="1967307" y="487524"/>
                </a:moveTo>
                <a:lnTo>
                  <a:pt x="1954752" y="487524"/>
                </a:lnTo>
                <a:lnTo>
                  <a:pt x="1954752" y="498348"/>
                </a:lnTo>
                <a:lnTo>
                  <a:pt x="1967307" y="498348"/>
                </a:lnTo>
                <a:lnTo>
                  <a:pt x="1967307" y="487524"/>
                </a:lnTo>
                <a:close/>
              </a:path>
              <a:path w="6441440" h="830579">
                <a:moveTo>
                  <a:pt x="1997831" y="487524"/>
                </a:moveTo>
                <a:lnTo>
                  <a:pt x="1982779" y="487524"/>
                </a:lnTo>
                <a:lnTo>
                  <a:pt x="1984246" y="498348"/>
                </a:lnTo>
                <a:lnTo>
                  <a:pt x="1997831" y="498348"/>
                </a:lnTo>
                <a:lnTo>
                  <a:pt x="1997831" y="487524"/>
                </a:lnTo>
                <a:close/>
              </a:path>
              <a:path w="6441440" h="830579">
                <a:moveTo>
                  <a:pt x="2114727" y="454620"/>
                </a:moveTo>
                <a:lnTo>
                  <a:pt x="2096435" y="467320"/>
                </a:lnTo>
                <a:lnTo>
                  <a:pt x="2095316" y="570652"/>
                </a:lnTo>
                <a:lnTo>
                  <a:pt x="2108088" y="570652"/>
                </a:lnTo>
                <a:lnTo>
                  <a:pt x="2109008" y="471848"/>
                </a:lnTo>
                <a:lnTo>
                  <a:pt x="2119995" y="466526"/>
                </a:lnTo>
                <a:lnTo>
                  <a:pt x="2130818" y="456785"/>
                </a:lnTo>
                <a:lnTo>
                  <a:pt x="2114727" y="454620"/>
                </a:lnTo>
                <a:close/>
              </a:path>
              <a:path w="6441440" h="830579">
                <a:moveTo>
                  <a:pt x="2096216" y="487524"/>
                </a:moveTo>
                <a:lnTo>
                  <a:pt x="2081895" y="487524"/>
                </a:lnTo>
                <a:lnTo>
                  <a:pt x="2081895" y="498348"/>
                </a:lnTo>
                <a:lnTo>
                  <a:pt x="2096099" y="498348"/>
                </a:lnTo>
                <a:lnTo>
                  <a:pt x="2096216" y="487524"/>
                </a:lnTo>
                <a:close/>
              </a:path>
              <a:path w="6441440" h="830579">
                <a:moveTo>
                  <a:pt x="2126705" y="487524"/>
                </a:moveTo>
                <a:lnTo>
                  <a:pt x="2108863" y="487524"/>
                </a:lnTo>
                <a:lnTo>
                  <a:pt x="2108762" y="498348"/>
                </a:lnTo>
                <a:lnTo>
                  <a:pt x="2126705" y="498348"/>
                </a:lnTo>
                <a:lnTo>
                  <a:pt x="2126705" y="487524"/>
                </a:lnTo>
                <a:close/>
              </a:path>
              <a:path w="6441440" h="830579">
                <a:moveTo>
                  <a:pt x="2157377" y="487524"/>
                </a:moveTo>
                <a:lnTo>
                  <a:pt x="2144605" y="487524"/>
                </a:lnTo>
                <a:lnTo>
                  <a:pt x="2144605" y="570652"/>
                </a:lnTo>
                <a:lnTo>
                  <a:pt x="2157377" y="570652"/>
                </a:lnTo>
                <a:lnTo>
                  <a:pt x="2157377" y="487524"/>
                </a:lnTo>
                <a:close/>
              </a:path>
              <a:path w="6441440" h="830579">
                <a:moveTo>
                  <a:pt x="2146463" y="457200"/>
                </a:moveTo>
                <a:lnTo>
                  <a:pt x="2151100" y="473670"/>
                </a:lnTo>
                <a:lnTo>
                  <a:pt x="2153589" y="473670"/>
                </a:lnTo>
                <a:lnTo>
                  <a:pt x="2160192" y="462629"/>
                </a:lnTo>
                <a:lnTo>
                  <a:pt x="2146463" y="457200"/>
                </a:lnTo>
                <a:close/>
              </a:path>
              <a:path w="6441440" h="830579">
                <a:moveTo>
                  <a:pt x="2193116" y="487597"/>
                </a:moveTo>
                <a:lnTo>
                  <a:pt x="2180771" y="487597"/>
                </a:lnTo>
                <a:lnTo>
                  <a:pt x="2180771" y="570652"/>
                </a:lnTo>
                <a:lnTo>
                  <a:pt x="2193543" y="570652"/>
                </a:lnTo>
                <a:lnTo>
                  <a:pt x="2193543" y="520645"/>
                </a:lnTo>
                <a:lnTo>
                  <a:pt x="2198143" y="504915"/>
                </a:lnTo>
                <a:lnTo>
                  <a:pt x="2212312" y="500513"/>
                </a:lnTo>
                <a:lnTo>
                  <a:pt x="2194192" y="500513"/>
                </a:lnTo>
                <a:lnTo>
                  <a:pt x="2193128" y="487741"/>
                </a:lnTo>
                <a:lnTo>
                  <a:pt x="2193116" y="487597"/>
                </a:lnTo>
                <a:close/>
              </a:path>
              <a:path w="6441440" h="830579">
                <a:moveTo>
                  <a:pt x="2238772" y="497915"/>
                </a:moveTo>
                <a:lnTo>
                  <a:pt x="2220675" y="497915"/>
                </a:lnTo>
                <a:lnTo>
                  <a:pt x="2232112" y="507079"/>
                </a:lnTo>
                <a:lnTo>
                  <a:pt x="2233807" y="570652"/>
                </a:lnTo>
                <a:lnTo>
                  <a:pt x="2246580" y="570652"/>
                </a:lnTo>
                <a:lnTo>
                  <a:pt x="2245446" y="507079"/>
                </a:lnTo>
                <a:lnTo>
                  <a:pt x="2245407" y="504915"/>
                </a:lnTo>
                <a:lnTo>
                  <a:pt x="2238772" y="497915"/>
                </a:lnTo>
                <a:close/>
              </a:path>
              <a:path w="6441440" h="830579">
                <a:moveTo>
                  <a:pt x="2228991" y="487597"/>
                </a:moveTo>
                <a:lnTo>
                  <a:pt x="2207036" y="487741"/>
                </a:lnTo>
                <a:lnTo>
                  <a:pt x="2194192" y="500513"/>
                </a:lnTo>
                <a:lnTo>
                  <a:pt x="2212312" y="500513"/>
                </a:lnTo>
                <a:lnTo>
                  <a:pt x="2220675" y="497915"/>
                </a:lnTo>
                <a:lnTo>
                  <a:pt x="2238772" y="497915"/>
                </a:lnTo>
                <a:lnTo>
                  <a:pt x="2228991" y="487597"/>
                </a:lnTo>
                <a:close/>
              </a:path>
              <a:path w="6441440" h="830579">
                <a:moveTo>
                  <a:pt x="2294525" y="486442"/>
                </a:moveTo>
                <a:lnTo>
                  <a:pt x="2277676" y="495191"/>
                </a:lnTo>
                <a:lnTo>
                  <a:pt x="2267519" y="512996"/>
                </a:lnTo>
                <a:lnTo>
                  <a:pt x="2266022" y="538108"/>
                </a:lnTo>
                <a:lnTo>
                  <a:pt x="2273509" y="558619"/>
                </a:lnTo>
                <a:lnTo>
                  <a:pt x="2288400" y="570652"/>
                </a:lnTo>
                <a:lnTo>
                  <a:pt x="2301308" y="572383"/>
                </a:lnTo>
                <a:lnTo>
                  <a:pt x="2306648" y="572383"/>
                </a:lnTo>
                <a:lnTo>
                  <a:pt x="2322519" y="560910"/>
                </a:lnTo>
                <a:lnTo>
                  <a:pt x="2297700" y="560910"/>
                </a:lnTo>
                <a:lnTo>
                  <a:pt x="2283340" y="550014"/>
                </a:lnTo>
                <a:lnTo>
                  <a:pt x="2279678" y="517975"/>
                </a:lnTo>
                <a:lnTo>
                  <a:pt x="2293118" y="499304"/>
                </a:lnTo>
                <a:lnTo>
                  <a:pt x="2323433" y="499304"/>
                </a:lnTo>
                <a:lnTo>
                  <a:pt x="2294525" y="486442"/>
                </a:lnTo>
                <a:close/>
              </a:path>
              <a:path w="6441440" h="830579">
                <a:moveTo>
                  <a:pt x="2339408" y="559395"/>
                </a:moveTo>
                <a:lnTo>
                  <a:pt x="2324615" y="559395"/>
                </a:lnTo>
                <a:lnTo>
                  <a:pt x="2327069" y="570652"/>
                </a:lnTo>
                <a:lnTo>
                  <a:pt x="2339408" y="570652"/>
                </a:lnTo>
                <a:lnTo>
                  <a:pt x="2339408" y="559395"/>
                </a:lnTo>
                <a:close/>
              </a:path>
              <a:path w="6441440" h="830579">
                <a:moveTo>
                  <a:pt x="2323433" y="499304"/>
                </a:moveTo>
                <a:lnTo>
                  <a:pt x="2312654" y="499304"/>
                </a:lnTo>
                <a:lnTo>
                  <a:pt x="2325950" y="517452"/>
                </a:lnTo>
                <a:lnTo>
                  <a:pt x="2319564" y="554199"/>
                </a:lnTo>
                <a:lnTo>
                  <a:pt x="2303040" y="560910"/>
                </a:lnTo>
                <a:lnTo>
                  <a:pt x="2322519" y="560910"/>
                </a:lnTo>
                <a:lnTo>
                  <a:pt x="2324615" y="559395"/>
                </a:lnTo>
                <a:lnTo>
                  <a:pt x="2339408" y="559395"/>
                </a:lnTo>
                <a:lnTo>
                  <a:pt x="2339408" y="500729"/>
                </a:lnTo>
                <a:lnTo>
                  <a:pt x="2326636" y="500729"/>
                </a:lnTo>
                <a:lnTo>
                  <a:pt x="2323433" y="499304"/>
                </a:lnTo>
                <a:close/>
              </a:path>
              <a:path w="6441440" h="830579">
                <a:moveTo>
                  <a:pt x="2339408" y="459815"/>
                </a:moveTo>
                <a:lnTo>
                  <a:pt x="2326636" y="459815"/>
                </a:lnTo>
                <a:lnTo>
                  <a:pt x="2326636" y="500729"/>
                </a:lnTo>
                <a:lnTo>
                  <a:pt x="2339408" y="500729"/>
                </a:lnTo>
                <a:lnTo>
                  <a:pt x="2339408" y="459815"/>
                </a:lnTo>
                <a:close/>
              </a:path>
              <a:path w="6441440" h="830579">
                <a:moveTo>
                  <a:pt x="2377345" y="487524"/>
                </a:moveTo>
                <a:lnTo>
                  <a:pt x="2364573" y="487524"/>
                </a:lnTo>
                <a:lnTo>
                  <a:pt x="2364573" y="570652"/>
                </a:lnTo>
                <a:lnTo>
                  <a:pt x="2377345" y="570652"/>
                </a:lnTo>
                <a:lnTo>
                  <a:pt x="2377345" y="487524"/>
                </a:lnTo>
                <a:close/>
              </a:path>
              <a:path w="6441440" h="830579">
                <a:moveTo>
                  <a:pt x="2366431" y="457200"/>
                </a:moveTo>
                <a:lnTo>
                  <a:pt x="2371068" y="473670"/>
                </a:lnTo>
                <a:lnTo>
                  <a:pt x="2373557" y="473670"/>
                </a:lnTo>
                <a:lnTo>
                  <a:pt x="2380160" y="462629"/>
                </a:lnTo>
                <a:lnTo>
                  <a:pt x="2366431" y="457200"/>
                </a:lnTo>
                <a:close/>
              </a:path>
              <a:path w="6441440" h="830579">
                <a:moveTo>
                  <a:pt x="2413084" y="487597"/>
                </a:moveTo>
                <a:lnTo>
                  <a:pt x="2400739" y="487597"/>
                </a:lnTo>
                <a:lnTo>
                  <a:pt x="2400739" y="570652"/>
                </a:lnTo>
                <a:lnTo>
                  <a:pt x="2413511" y="570652"/>
                </a:lnTo>
                <a:lnTo>
                  <a:pt x="2413511" y="520645"/>
                </a:lnTo>
                <a:lnTo>
                  <a:pt x="2418111" y="504915"/>
                </a:lnTo>
                <a:lnTo>
                  <a:pt x="2432280" y="500513"/>
                </a:lnTo>
                <a:lnTo>
                  <a:pt x="2414160" y="500513"/>
                </a:lnTo>
                <a:lnTo>
                  <a:pt x="2413096" y="487741"/>
                </a:lnTo>
                <a:lnTo>
                  <a:pt x="2413084" y="487597"/>
                </a:lnTo>
                <a:close/>
              </a:path>
              <a:path w="6441440" h="830579">
                <a:moveTo>
                  <a:pt x="2458740" y="497915"/>
                </a:moveTo>
                <a:lnTo>
                  <a:pt x="2440643" y="497915"/>
                </a:lnTo>
                <a:lnTo>
                  <a:pt x="2452080" y="507079"/>
                </a:lnTo>
                <a:lnTo>
                  <a:pt x="2453775" y="570652"/>
                </a:lnTo>
                <a:lnTo>
                  <a:pt x="2466548" y="570652"/>
                </a:lnTo>
                <a:lnTo>
                  <a:pt x="2465414" y="507079"/>
                </a:lnTo>
                <a:lnTo>
                  <a:pt x="2465375" y="504915"/>
                </a:lnTo>
                <a:lnTo>
                  <a:pt x="2458740" y="497915"/>
                </a:lnTo>
                <a:close/>
              </a:path>
              <a:path w="6441440" h="830579">
                <a:moveTo>
                  <a:pt x="2448959" y="487597"/>
                </a:moveTo>
                <a:lnTo>
                  <a:pt x="2427004" y="487741"/>
                </a:lnTo>
                <a:lnTo>
                  <a:pt x="2414160" y="500513"/>
                </a:lnTo>
                <a:lnTo>
                  <a:pt x="2432280" y="500513"/>
                </a:lnTo>
                <a:lnTo>
                  <a:pt x="2440643" y="497915"/>
                </a:lnTo>
                <a:lnTo>
                  <a:pt x="2458740" y="497915"/>
                </a:lnTo>
                <a:lnTo>
                  <a:pt x="2448959" y="487597"/>
                </a:lnTo>
                <a:close/>
              </a:path>
              <a:path w="6441440" h="830579">
                <a:moveTo>
                  <a:pt x="2502244" y="582991"/>
                </a:moveTo>
                <a:lnTo>
                  <a:pt x="2489454" y="586887"/>
                </a:lnTo>
                <a:lnTo>
                  <a:pt x="2523441" y="603556"/>
                </a:lnTo>
                <a:lnTo>
                  <a:pt x="2546964" y="598271"/>
                </a:lnTo>
                <a:lnTo>
                  <a:pt x="2552208" y="592299"/>
                </a:lnTo>
                <a:lnTo>
                  <a:pt x="2518426" y="592299"/>
                </a:lnTo>
                <a:lnTo>
                  <a:pt x="2502244" y="582991"/>
                </a:lnTo>
                <a:close/>
              </a:path>
              <a:path w="6441440" h="830579">
                <a:moveTo>
                  <a:pt x="2558203" y="558673"/>
                </a:moveTo>
                <a:lnTo>
                  <a:pt x="2543248" y="558673"/>
                </a:lnTo>
                <a:lnTo>
                  <a:pt x="2546604" y="579094"/>
                </a:lnTo>
                <a:lnTo>
                  <a:pt x="2535690" y="590676"/>
                </a:lnTo>
                <a:lnTo>
                  <a:pt x="2518426" y="592299"/>
                </a:lnTo>
                <a:lnTo>
                  <a:pt x="2552208" y="592299"/>
                </a:lnTo>
                <a:lnTo>
                  <a:pt x="2557752" y="585985"/>
                </a:lnTo>
                <a:lnTo>
                  <a:pt x="2558203" y="558673"/>
                </a:lnTo>
                <a:close/>
              </a:path>
              <a:path w="6441440" h="830579">
                <a:moveTo>
                  <a:pt x="2514493" y="486442"/>
                </a:moveTo>
                <a:lnTo>
                  <a:pt x="2497644" y="495155"/>
                </a:lnTo>
                <a:lnTo>
                  <a:pt x="2487487" y="512726"/>
                </a:lnTo>
                <a:lnTo>
                  <a:pt x="2485990" y="537314"/>
                </a:lnTo>
                <a:lnTo>
                  <a:pt x="2493693" y="556797"/>
                </a:lnTo>
                <a:lnTo>
                  <a:pt x="2508540" y="567765"/>
                </a:lnTo>
                <a:lnTo>
                  <a:pt x="2526688" y="569353"/>
                </a:lnTo>
                <a:lnTo>
                  <a:pt x="2543248" y="558673"/>
                </a:lnTo>
                <a:lnTo>
                  <a:pt x="2558203" y="558673"/>
                </a:lnTo>
                <a:lnTo>
                  <a:pt x="2558216" y="557879"/>
                </a:lnTo>
                <a:lnTo>
                  <a:pt x="2517668" y="557879"/>
                </a:lnTo>
                <a:lnTo>
                  <a:pt x="2503308" y="548156"/>
                </a:lnTo>
                <a:lnTo>
                  <a:pt x="2499646" y="517687"/>
                </a:lnTo>
                <a:lnTo>
                  <a:pt x="2513086" y="499286"/>
                </a:lnTo>
                <a:lnTo>
                  <a:pt x="2543749" y="499286"/>
                </a:lnTo>
                <a:lnTo>
                  <a:pt x="2514493" y="486442"/>
                </a:lnTo>
                <a:close/>
              </a:path>
              <a:path w="6441440" h="830579">
                <a:moveTo>
                  <a:pt x="2543749" y="499286"/>
                </a:moveTo>
                <a:lnTo>
                  <a:pt x="2532622" y="499286"/>
                </a:lnTo>
                <a:lnTo>
                  <a:pt x="2545918" y="517164"/>
                </a:lnTo>
                <a:lnTo>
                  <a:pt x="2542277" y="548156"/>
                </a:lnTo>
                <a:lnTo>
                  <a:pt x="2542220" y="548643"/>
                </a:lnTo>
                <a:lnTo>
                  <a:pt x="2523008" y="557879"/>
                </a:lnTo>
                <a:lnTo>
                  <a:pt x="2558216" y="557879"/>
                </a:lnTo>
                <a:lnTo>
                  <a:pt x="2559158" y="500729"/>
                </a:lnTo>
                <a:lnTo>
                  <a:pt x="2547037" y="500729"/>
                </a:lnTo>
                <a:lnTo>
                  <a:pt x="2543749" y="499286"/>
                </a:lnTo>
                <a:close/>
              </a:path>
              <a:path w="6441440" h="830579">
                <a:moveTo>
                  <a:pt x="2559376" y="487524"/>
                </a:moveTo>
                <a:lnTo>
                  <a:pt x="2547037" y="487524"/>
                </a:lnTo>
                <a:lnTo>
                  <a:pt x="2547037" y="500729"/>
                </a:lnTo>
                <a:lnTo>
                  <a:pt x="2559158" y="500729"/>
                </a:lnTo>
                <a:lnTo>
                  <a:pt x="2559250" y="495155"/>
                </a:lnTo>
                <a:lnTo>
                  <a:pt x="2559376" y="487524"/>
                </a:lnTo>
                <a:close/>
              </a:path>
              <a:path w="6441440" h="830579">
                <a:moveTo>
                  <a:pt x="2591198" y="547705"/>
                </a:moveTo>
                <a:lnTo>
                  <a:pt x="2579075" y="550736"/>
                </a:lnTo>
                <a:lnTo>
                  <a:pt x="2580555" y="557807"/>
                </a:lnTo>
                <a:lnTo>
                  <a:pt x="2595185" y="570543"/>
                </a:lnTo>
                <a:lnTo>
                  <a:pt x="2617139" y="572383"/>
                </a:lnTo>
                <a:lnTo>
                  <a:pt x="2636333" y="564013"/>
                </a:lnTo>
                <a:lnTo>
                  <a:pt x="2637556" y="560008"/>
                </a:lnTo>
                <a:lnTo>
                  <a:pt x="2600994" y="560008"/>
                </a:lnTo>
                <a:lnTo>
                  <a:pt x="2591198" y="547705"/>
                </a:lnTo>
                <a:close/>
              </a:path>
              <a:path w="6441440" h="830579">
                <a:moveTo>
                  <a:pt x="2612196" y="486442"/>
                </a:moveTo>
                <a:lnTo>
                  <a:pt x="2588294" y="494416"/>
                </a:lnTo>
                <a:lnTo>
                  <a:pt x="2581673" y="516208"/>
                </a:lnTo>
                <a:lnTo>
                  <a:pt x="2590548" y="528601"/>
                </a:lnTo>
                <a:lnTo>
                  <a:pt x="2624896" y="538902"/>
                </a:lnTo>
                <a:lnTo>
                  <a:pt x="2629947" y="551710"/>
                </a:lnTo>
                <a:lnTo>
                  <a:pt x="2621144" y="559864"/>
                </a:lnTo>
                <a:lnTo>
                  <a:pt x="2600994" y="560008"/>
                </a:lnTo>
                <a:lnTo>
                  <a:pt x="2637556" y="560008"/>
                </a:lnTo>
                <a:lnTo>
                  <a:pt x="2643152" y="541680"/>
                </a:lnTo>
                <a:lnTo>
                  <a:pt x="2634042" y="529539"/>
                </a:lnTo>
                <a:lnTo>
                  <a:pt x="2595600" y="515504"/>
                </a:lnTo>
                <a:lnTo>
                  <a:pt x="2596001" y="506141"/>
                </a:lnTo>
                <a:lnTo>
                  <a:pt x="2596123" y="503309"/>
                </a:lnTo>
                <a:lnTo>
                  <a:pt x="2615912" y="497482"/>
                </a:lnTo>
                <a:lnTo>
                  <a:pt x="2636729" y="497482"/>
                </a:lnTo>
                <a:lnTo>
                  <a:pt x="2626881" y="488246"/>
                </a:lnTo>
                <a:lnTo>
                  <a:pt x="2612196" y="486442"/>
                </a:lnTo>
                <a:close/>
              </a:path>
              <a:path w="6441440" h="830579">
                <a:moveTo>
                  <a:pt x="2636729" y="497482"/>
                </a:moveTo>
                <a:lnTo>
                  <a:pt x="2615912" y="497482"/>
                </a:lnTo>
                <a:lnTo>
                  <a:pt x="2630164" y="509389"/>
                </a:lnTo>
                <a:lnTo>
                  <a:pt x="2641637" y="506141"/>
                </a:lnTo>
                <a:lnTo>
                  <a:pt x="2639653" y="500224"/>
                </a:lnTo>
                <a:lnTo>
                  <a:pt x="2636729" y="497482"/>
                </a:lnTo>
                <a:close/>
              </a:path>
              <a:path w="6441440" h="830579">
                <a:moveTo>
                  <a:pt x="2792398" y="499034"/>
                </a:moveTo>
                <a:lnTo>
                  <a:pt x="2756400" y="499034"/>
                </a:lnTo>
                <a:lnTo>
                  <a:pt x="2777543" y="499178"/>
                </a:lnTo>
                <a:lnTo>
                  <a:pt x="2784813" y="514584"/>
                </a:lnTo>
                <a:lnTo>
                  <a:pt x="2732064" y="538433"/>
                </a:lnTo>
                <a:lnTo>
                  <a:pt x="2737440" y="564699"/>
                </a:lnTo>
                <a:lnTo>
                  <a:pt x="2759485" y="572600"/>
                </a:lnTo>
                <a:lnTo>
                  <a:pt x="2764320" y="572600"/>
                </a:lnTo>
                <a:lnTo>
                  <a:pt x="2783297" y="561199"/>
                </a:lnTo>
                <a:lnTo>
                  <a:pt x="2756446" y="561199"/>
                </a:lnTo>
                <a:lnTo>
                  <a:pt x="2743899" y="552143"/>
                </a:lnTo>
                <a:lnTo>
                  <a:pt x="2748163" y="538433"/>
                </a:lnTo>
                <a:lnTo>
                  <a:pt x="2748264" y="538108"/>
                </a:lnTo>
                <a:lnTo>
                  <a:pt x="2797585" y="538108"/>
                </a:lnTo>
                <a:lnTo>
                  <a:pt x="2797585" y="509280"/>
                </a:lnTo>
                <a:lnTo>
                  <a:pt x="2792471" y="499178"/>
                </a:lnTo>
                <a:lnTo>
                  <a:pt x="2792398" y="499034"/>
                </a:lnTo>
                <a:close/>
              </a:path>
              <a:path w="6441440" h="830579">
                <a:moveTo>
                  <a:pt x="2797585" y="538108"/>
                </a:moveTo>
                <a:lnTo>
                  <a:pt x="2748264" y="538108"/>
                </a:lnTo>
                <a:lnTo>
                  <a:pt x="2784813" y="540561"/>
                </a:lnTo>
                <a:lnTo>
                  <a:pt x="2780339" y="553604"/>
                </a:lnTo>
                <a:lnTo>
                  <a:pt x="2761252" y="561199"/>
                </a:lnTo>
                <a:lnTo>
                  <a:pt x="2783297" y="561199"/>
                </a:lnTo>
                <a:lnTo>
                  <a:pt x="2784813" y="570652"/>
                </a:lnTo>
                <a:lnTo>
                  <a:pt x="2797585" y="570652"/>
                </a:lnTo>
                <a:lnTo>
                  <a:pt x="2797585" y="538108"/>
                </a:lnTo>
                <a:close/>
              </a:path>
              <a:path w="6441440" h="830579">
                <a:moveTo>
                  <a:pt x="2749779" y="489292"/>
                </a:moveTo>
                <a:lnTo>
                  <a:pt x="2733508" y="505925"/>
                </a:lnTo>
                <a:lnTo>
                  <a:pt x="2745630" y="510254"/>
                </a:lnTo>
                <a:lnTo>
                  <a:pt x="2756400" y="499034"/>
                </a:lnTo>
                <a:lnTo>
                  <a:pt x="2792398" y="499034"/>
                </a:lnTo>
                <a:lnTo>
                  <a:pt x="2789449" y="493207"/>
                </a:lnTo>
                <a:lnTo>
                  <a:pt x="2749779" y="489292"/>
                </a:lnTo>
                <a:close/>
              </a:path>
              <a:path w="6441440" h="830579">
                <a:moveTo>
                  <a:pt x="2833242" y="487597"/>
                </a:moveTo>
                <a:lnTo>
                  <a:pt x="2820897" y="487597"/>
                </a:lnTo>
                <a:lnTo>
                  <a:pt x="2820897" y="570652"/>
                </a:lnTo>
                <a:lnTo>
                  <a:pt x="2833669" y="570652"/>
                </a:lnTo>
                <a:lnTo>
                  <a:pt x="2833669" y="520645"/>
                </a:lnTo>
                <a:lnTo>
                  <a:pt x="2838269" y="504915"/>
                </a:lnTo>
                <a:lnTo>
                  <a:pt x="2852439" y="500513"/>
                </a:lnTo>
                <a:lnTo>
                  <a:pt x="2834318" y="500513"/>
                </a:lnTo>
                <a:lnTo>
                  <a:pt x="2833254" y="487741"/>
                </a:lnTo>
                <a:lnTo>
                  <a:pt x="2833242" y="487597"/>
                </a:lnTo>
                <a:close/>
              </a:path>
              <a:path w="6441440" h="830579">
                <a:moveTo>
                  <a:pt x="2878898" y="497915"/>
                </a:moveTo>
                <a:lnTo>
                  <a:pt x="2860801" y="497915"/>
                </a:lnTo>
                <a:lnTo>
                  <a:pt x="2872238" y="507079"/>
                </a:lnTo>
                <a:lnTo>
                  <a:pt x="2873934" y="570652"/>
                </a:lnTo>
                <a:lnTo>
                  <a:pt x="2886706" y="570652"/>
                </a:lnTo>
                <a:lnTo>
                  <a:pt x="2885572" y="507079"/>
                </a:lnTo>
                <a:lnTo>
                  <a:pt x="2885533" y="504915"/>
                </a:lnTo>
                <a:lnTo>
                  <a:pt x="2878898" y="497915"/>
                </a:lnTo>
                <a:close/>
              </a:path>
              <a:path w="6441440" h="830579">
                <a:moveTo>
                  <a:pt x="2869117" y="487597"/>
                </a:moveTo>
                <a:lnTo>
                  <a:pt x="2847163" y="487741"/>
                </a:lnTo>
                <a:lnTo>
                  <a:pt x="2834318" y="500513"/>
                </a:lnTo>
                <a:lnTo>
                  <a:pt x="2852439" y="500513"/>
                </a:lnTo>
                <a:lnTo>
                  <a:pt x="2860801" y="497915"/>
                </a:lnTo>
                <a:lnTo>
                  <a:pt x="2878898" y="497915"/>
                </a:lnTo>
                <a:lnTo>
                  <a:pt x="2869117" y="487597"/>
                </a:lnTo>
                <a:close/>
              </a:path>
              <a:path w="6441440" h="830579">
                <a:moveTo>
                  <a:pt x="2934651" y="486442"/>
                </a:moveTo>
                <a:lnTo>
                  <a:pt x="2917802" y="495191"/>
                </a:lnTo>
                <a:lnTo>
                  <a:pt x="2907646" y="512996"/>
                </a:lnTo>
                <a:lnTo>
                  <a:pt x="2906148" y="538108"/>
                </a:lnTo>
                <a:lnTo>
                  <a:pt x="2913635" y="558619"/>
                </a:lnTo>
                <a:lnTo>
                  <a:pt x="2928526" y="570652"/>
                </a:lnTo>
                <a:lnTo>
                  <a:pt x="2941434" y="572383"/>
                </a:lnTo>
                <a:lnTo>
                  <a:pt x="2946774" y="572383"/>
                </a:lnTo>
                <a:lnTo>
                  <a:pt x="2962645" y="560910"/>
                </a:lnTo>
                <a:lnTo>
                  <a:pt x="2937826" y="560910"/>
                </a:lnTo>
                <a:lnTo>
                  <a:pt x="2923466" y="550014"/>
                </a:lnTo>
                <a:lnTo>
                  <a:pt x="2919804" y="517975"/>
                </a:lnTo>
                <a:lnTo>
                  <a:pt x="2933244" y="499304"/>
                </a:lnTo>
                <a:lnTo>
                  <a:pt x="2963559" y="499304"/>
                </a:lnTo>
                <a:lnTo>
                  <a:pt x="2934651" y="486442"/>
                </a:lnTo>
                <a:close/>
              </a:path>
              <a:path w="6441440" h="830579">
                <a:moveTo>
                  <a:pt x="2979534" y="559395"/>
                </a:moveTo>
                <a:lnTo>
                  <a:pt x="2964741" y="559395"/>
                </a:lnTo>
                <a:lnTo>
                  <a:pt x="2967195" y="570652"/>
                </a:lnTo>
                <a:lnTo>
                  <a:pt x="2979534" y="570652"/>
                </a:lnTo>
                <a:lnTo>
                  <a:pt x="2979534" y="559395"/>
                </a:lnTo>
                <a:close/>
              </a:path>
              <a:path w="6441440" h="830579">
                <a:moveTo>
                  <a:pt x="2963559" y="499304"/>
                </a:moveTo>
                <a:lnTo>
                  <a:pt x="2952780" y="499304"/>
                </a:lnTo>
                <a:lnTo>
                  <a:pt x="2966076" y="517452"/>
                </a:lnTo>
                <a:lnTo>
                  <a:pt x="2959690" y="554199"/>
                </a:lnTo>
                <a:lnTo>
                  <a:pt x="2943166" y="560910"/>
                </a:lnTo>
                <a:lnTo>
                  <a:pt x="2962645" y="560910"/>
                </a:lnTo>
                <a:lnTo>
                  <a:pt x="2964741" y="559395"/>
                </a:lnTo>
                <a:lnTo>
                  <a:pt x="2979534" y="559395"/>
                </a:lnTo>
                <a:lnTo>
                  <a:pt x="2979534" y="500729"/>
                </a:lnTo>
                <a:lnTo>
                  <a:pt x="2966762" y="500729"/>
                </a:lnTo>
                <a:lnTo>
                  <a:pt x="2963559" y="499304"/>
                </a:lnTo>
                <a:close/>
              </a:path>
              <a:path w="6441440" h="830579">
                <a:moveTo>
                  <a:pt x="2979534" y="459815"/>
                </a:moveTo>
                <a:lnTo>
                  <a:pt x="2966762" y="459815"/>
                </a:lnTo>
                <a:lnTo>
                  <a:pt x="2966762" y="500729"/>
                </a:lnTo>
                <a:lnTo>
                  <a:pt x="2979534" y="500729"/>
                </a:lnTo>
                <a:lnTo>
                  <a:pt x="2979534" y="459815"/>
                </a:lnTo>
                <a:close/>
              </a:path>
              <a:path w="6441440" h="830579">
                <a:moveTo>
                  <a:pt x="3095745" y="467608"/>
                </a:moveTo>
                <a:lnTo>
                  <a:pt x="3082972" y="467608"/>
                </a:lnTo>
                <a:lnTo>
                  <a:pt x="3082972" y="550303"/>
                </a:lnTo>
                <a:lnTo>
                  <a:pt x="3088601" y="565492"/>
                </a:lnTo>
                <a:lnTo>
                  <a:pt x="3109834" y="571554"/>
                </a:lnTo>
                <a:lnTo>
                  <a:pt x="3095745" y="467608"/>
                </a:lnTo>
                <a:close/>
              </a:path>
              <a:path w="6441440" h="830579">
                <a:moveTo>
                  <a:pt x="3082972" y="487524"/>
                </a:moveTo>
                <a:lnTo>
                  <a:pt x="3070417" y="487524"/>
                </a:lnTo>
                <a:lnTo>
                  <a:pt x="3070417" y="498348"/>
                </a:lnTo>
                <a:lnTo>
                  <a:pt x="3082972" y="498348"/>
                </a:lnTo>
                <a:lnTo>
                  <a:pt x="3082972" y="487524"/>
                </a:lnTo>
                <a:close/>
              </a:path>
              <a:path w="6441440" h="830579">
                <a:moveTo>
                  <a:pt x="3113496" y="487524"/>
                </a:moveTo>
                <a:lnTo>
                  <a:pt x="3098444" y="487524"/>
                </a:lnTo>
                <a:lnTo>
                  <a:pt x="3099911" y="498348"/>
                </a:lnTo>
                <a:lnTo>
                  <a:pt x="3113496" y="498348"/>
                </a:lnTo>
                <a:lnTo>
                  <a:pt x="3113496" y="487524"/>
                </a:lnTo>
                <a:close/>
              </a:path>
              <a:path w="6441440" h="830579">
                <a:moveTo>
                  <a:pt x="3147266" y="459815"/>
                </a:moveTo>
                <a:lnTo>
                  <a:pt x="3134494" y="459815"/>
                </a:lnTo>
                <a:lnTo>
                  <a:pt x="3134494" y="570652"/>
                </a:lnTo>
                <a:lnTo>
                  <a:pt x="3147266" y="570652"/>
                </a:lnTo>
                <a:lnTo>
                  <a:pt x="3147266" y="520645"/>
                </a:lnTo>
                <a:lnTo>
                  <a:pt x="3151993" y="504915"/>
                </a:lnTo>
                <a:lnTo>
                  <a:pt x="3166559" y="500513"/>
                </a:lnTo>
                <a:lnTo>
                  <a:pt x="3148349" y="500513"/>
                </a:lnTo>
                <a:lnTo>
                  <a:pt x="3147266" y="459815"/>
                </a:lnTo>
                <a:close/>
              </a:path>
              <a:path w="6441440" h="830579">
                <a:moveTo>
                  <a:pt x="3195884" y="497915"/>
                </a:moveTo>
                <a:lnTo>
                  <a:pt x="3175156" y="497915"/>
                </a:lnTo>
                <a:lnTo>
                  <a:pt x="3186683" y="506989"/>
                </a:lnTo>
                <a:lnTo>
                  <a:pt x="3188397" y="570652"/>
                </a:lnTo>
                <a:lnTo>
                  <a:pt x="3201169" y="570652"/>
                </a:lnTo>
                <a:lnTo>
                  <a:pt x="3201169" y="517831"/>
                </a:lnTo>
                <a:lnTo>
                  <a:pt x="3195884" y="497915"/>
                </a:lnTo>
                <a:close/>
              </a:path>
              <a:path w="6441440" h="830579">
                <a:moveTo>
                  <a:pt x="3183436" y="487579"/>
                </a:moveTo>
                <a:lnTo>
                  <a:pt x="3161049" y="487723"/>
                </a:lnTo>
                <a:lnTo>
                  <a:pt x="3148349" y="500513"/>
                </a:lnTo>
                <a:lnTo>
                  <a:pt x="3166559" y="500513"/>
                </a:lnTo>
                <a:lnTo>
                  <a:pt x="3175156" y="497915"/>
                </a:lnTo>
                <a:lnTo>
                  <a:pt x="3195884" y="497915"/>
                </a:lnTo>
                <a:lnTo>
                  <a:pt x="3195252" y="495534"/>
                </a:lnTo>
                <a:lnTo>
                  <a:pt x="3183436" y="487579"/>
                </a:lnTo>
                <a:close/>
              </a:path>
              <a:path w="6441440" h="830579">
                <a:moveTo>
                  <a:pt x="3250585" y="486442"/>
                </a:moveTo>
                <a:lnTo>
                  <a:pt x="3232797" y="495606"/>
                </a:lnTo>
                <a:lnTo>
                  <a:pt x="3222190" y="513718"/>
                </a:lnTo>
                <a:lnTo>
                  <a:pt x="3220639" y="538252"/>
                </a:lnTo>
                <a:lnTo>
                  <a:pt x="3228432" y="558529"/>
                </a:lnTo>
                <a:lnTo>
                  <a:pt x="3244469" y="570616"/>
                </a:lnTo>
                <a:lnTo>
                  <a:pt x="3259388" y="572383"/>
                </a:lnTo>
                <a:lnTo>
                  <a:pt x="3279106" y="568018"/>
                </a:lnTo>
                <a:lnTo>
                  <a:pt x="3284834" y="560910"/>
                </a:lnTo>
                <a:lnTo>
                  <a:pt x="3254229" y="560910"/>
                </a:lnTo>
                <a:lnTo>
                  <a:pt x="3238859" y="551980"/>
                </a:lnTo>
                <a:lnTo>
                  <a:pt x="3236595" y="533418"/>
                </a:lnTo>
                <a:lnTo>
                  <a:pt x="3229731" y="533418"/>
                </a:lnTo>
                <a:lnTo>
                  <a:pt x="3229731" y="522377"/>
                </a:lnTo>
                <a:lnTo>
                  <a:pt x="3235248" y="522377"/>
                </a:lnTo>
                <a:lnTo>
                  <a:pt x="3234403" y="515450"/>
                </a:lnTo>
                <a:lnTo>
                  <a:pt x="3253002" y="497915"/>
                </a:lnTo>
                <a:lnTo>
                  <a:pt x="3282552" y="497915"/>
                </a:lnTo>
                <a:lnTo>
                  <a:pt x="3278979" y="492395"/>
                </a:lnTo>
                <a:lnTo>
                  <a:pt x="3250585" y="486442"/>
                </a:lnTo>
                <a:close/>
              </a:path>
              <a:path w="6441440" h="830579">
                <a:moveTo>
                  <a:pt x="3280170" y="547922"/>
                </a:moveTo>
                <a:lnTo>
                  <a:pt x="3279088" y="550808"/>
                </a:lnTo>
                <a:lnTo>
                  <a:pt x="3254229" y="560910"/>
                </a:lnTo>
                <a:lnTo>
                  <a:pt x="3284834" y="560910"/>
                </a:lnTo>
                <a:lnTo>
                  <a:pt x="3292509" y="551385"/>
                </a:lnTo>
                <a:lnTo>
                  <a:pt x="3280170" y="547922"/>
                </a:lnTo>
                <a:close/>
              </a:path>
              <a:path w="6441440" h="830579">
                <a:moveTo>
                  <a:pt x="3235248" y="522377"/>
                </a:moveTo>
                <a:lnTo>
                  <a:pt x="3229731" y="522377"/>
                </a:lnTo>
                <a:lnTo>
                  <a:pt x="3229731" y="533418"/>
                </a:lnTo>
                <a:lnTo>
                  <a:pt x="3236595" y="533418"/>
                </a:lnTo>
                <a:lnTo>
                  <a:pt x="3235248" y="522377"/>
                </a:lnTo>
                <a:close/>
              </a:path>
              <a:path w="6441440" h="830579">
                <a:moveTo>
                  <a:pt x="3282552" y="497915"/>
                </a:moveTo>
                <a:lnTo>
                  <a:pt x="3253002" y="497915"/>
                </a:lnTo>
                <a:lnTo>
                  <a:pt x="3273531" y="503237"/>
                </a:lnTo>
                <a:lnTo>
                  <a:pt x="3280819" y="522377"/>
                </a:lnTo>
                <a:lnTo>
                  <a:pt x="3235248" y="522377"/>
                </a:lnTo>
                <a:lnTo>
                  <a:pt x="3236595" y="533418"/>
                </a:lnTo>
                <a:lnTo>
                  <a:pt x="3293808" y="533418"/>
                </a:lnTo>
                <a:lnTo>
                  <a:pt x="3292870" y="515450"/>
                </a:lnTo>
                <a:lnTo>
                  <a:pt x="3292780" y="513718"/>
                </a:lnTo>
                <a:lnTo>
                  <a:pt x="3282552" y="497915"/>
                </a:lnTo>
                <a:close/>
              </a:path>
              <a:path w="6441440" h="830579">
                <a:moveTo>
                  <a:pt x="3325582" y="487597"/>
                </a:moveTo>
                <a:lnTo>
                  <a:pt x="3313237" y="487597"/>
                </a:lnTo>
                <a:lnTo>
                  <a:pt x="3313237" y="570652"/>
                </a:lnTo>
                <a:lnTo>
                  <a:pt x="3326009" y="570652"/>
                </a:lnTo>
                <a:lnTo>
                  <a:pt x="3326009" y="520645"/>
                </a:lnTo>
                <a:lnTo>
                  <a:pt x="3330609" y="504915"/>
                </a:lnTo>
                <a:lnTo>
                  <a:pt x="3344779" y="500513"/>
                </a:lnTo>
                <a:lnTo>
                  <a:pt x="3326658" y="500513"/>
                </a:lnTo>
                <a:lnTo>
                  <a:pt x="3325594" y="487741"/>
                </a:lnTo>
                <a:lnTo>
                  <a:pt x="3325582" y="487597"/>
                </a:lnTo>
                <a:close/>
              </a:path>
              <a:path w="6441440" h="830579">
                <a:moveTo>
                  <a:pt x="3371239" y="497915"/>
                </a:moveTo>
                <a:lnTo>
                  <a:pt x="3353141" y="497915"/>
                </a:lnTo>
                <a:lnTo>
                  <a:pt x="3364578" y="507079"/>
                </a:lnTo>
                <a:lnTo>
                  <a:pt x="3366274" y="570652"/>
                </a:lnTo>
                <a:lnTo>
                  <a:pt x="3379046" y="570652"/>
                </a:lnTo>
                <a:lnTo>
                  <a:pt x="3377912" y="507079"/>
                </a:lnTo>
                <a:lnTo>
                  <a:pt x="3377873" y="504915"/>
                </a:lnTo>
                <a:lnTo>
                  <a:pt x="3371239" y="497915"/>
                </a:lnTo>
                <a:close/>
              </a:path>
              <a:path w="6441440" h="830579">
                <a:moveTo>
                  <a:pt x="3361457" y="487597"/>
                </a:moveTo>
                <a:lnTo>
                  <a:pt x="3339503" y="487741"/>
                </a:lnTo>
                <a:lnTo>
                  <a:pt x="3326658" y="500513"/>
                </a:lnTo>
                <a:lnTo>
                  <a:pt x="3344779" y="500513"/>
                </a:lnTo>
                <a:lnTo>
                  <a:pt x="3353141" y="497915"/>
                </a:lnTo>
                <a:lnTo>
                  <a:pt x="3371239" y="497915"/>
                </a:lnTo>
                <a:lnTo>
                  <a:pt x="3361457" y="487597"/>
                </a:lnTo>
                <a:close/>
              </a:path>
              <a:path w="6441440" h="830579">
                <a:moveTo>
                  <a:pt x="3501079" y="486442"/>
                </a:moveTo>
                <a:lnTo>
                  <a:pt x="3483291" y="495606"/>
                </a:lnTo>
                <a:lnTo>
                  <a:pt x="3472684" y="513628"/>
                </a:lnTo>
                <a:lnTo>
                  <a:pt x="3471133" y="537819"/>
                </a:lnTo>
                <a:lnTo>
                  <a:pt x="3478710" y="558114"/>
                </a:lnTo>
                <a:lnTo>
                  <a:pt x="3494296" y="570543"/>
                </a:lnTo>
                <a:lnTo>
                  <a:pt x="3508800" y="572383"/>
                </a:lnTo>
                <a:lnTo>
                  <a:pt x="3529582" y="566665"/>
                </a:lnTo>
                <a:lnTo>
                  <a:pt x="3532964" y="560910"/>
                </a:lnTo>
                <a:lnTo>
                  <a:pt x="3503749" y="560910"/>
                </a:lnTo>
                <a:lnTo>
                  <a:pt x="3488992" y="550627"/>
                </a:lnTo>
                <a:lnTo>
                  <a:pt x="3484933" y="517344"/>
                </a:lnTo>
                <a:lnTo>
                  <a:pt x="3499455" y="499214"/>
                </a:lnTo>
                <a:lnTo>
                  <a:pt x="3534674" y="499214"/>
                </a:lnTo>
                <a:lnTo>
                  <a:pt x="3529077" y="491854"/>
                </a:lnTo>
                <a:lnTo>
                  <a:pt x="3501079" y="486442"/>
                </a:lnTo>
                <a:close/>
              </a:path>
              <a:path w="6441440" h="830579">
                <a:moveTo>
                  <a:pt x="3541488" y="546406"/>
                </a:moveTo>
                <a:lnTo>
                  <a:pt x="3528716" y="546406"/>
                </a:lnTo>
                <a:lnTo>
                  <a:pt x="3527922" y="549437"/>
                </a:lnTo>
                <a:lnTo>
                  <a:pt x="3503749" y="560910"/>
                </a:lnTo>
                <a:lnTo>
                  <a:pt x="3532964" y="560910"/>
                </a:lnTo>
                <a:lnTo>
                  <a:pt x="3541488" y="546406"/>
                </a:lnTo>
                <a:close/>
              </a:path>
              <a:path w="6441440" h="830579">
                <a:moveTo>
                  <a:pt x="3534674" y="499214"/>
                </a:moveTo>
                <a:lnTo>
                  <a:pt x="3499455" y="499214"/>
                </a:lnTo>
                <a:lnTo>
                  <a:pt x="3518902" y="499395"/>
                </a:lnTo>
                <a:lnTo>
                  <a:pt x="3528716" y="512419"/>
                </a:lnTo>
                <a:lnTo>
                  <a:pt x="3541488" y="512419"/>
                </a:lnTo>
                <a:lnTo>
                  <a:pt x="3540766" y="507224"/>
                </a:lnTo>
                <a:lnTo>
                  <a:pt x="3534674" y="499214"/>
                </a:lnTo>
                <a:close/>
              </a:path>
              <a:path w="6441440" h="830579">
                <a:moveTo>
                  <a:pt x="3572931" y="459815"/>
                </a:moveTo>
                <a:lnTo>
                  <a:pt x="3560159" y="459815"/>
                </a:lnTo>
                <a:lnTo>
                  <a:pt x="3560159" y="570652"/>
                </a:lnTo>
                <a:lnTo>
                  <a:pt x="3572931" y="570652"/>
                </a:lnTo>
                <a:lnTo>
                  <a:pt x="3572931" y="459815"/>
                </a:lnTo>
                <a:close/>
              </a:path>
              <a:path w="6441440" h="830579">
                <a:moveTo>
                  <a:pt x="3609097" y="487524"/>
                </a:moveTo>
                <a:lnTo>
                  <a:pt x="3596324" y="487524"/>
                </a:lnTo>
                <a:lnTo>
                  <a:pt x="3596324" y="570652"/>
                </a:lnTo>
                <a:lnTo>
                  <a:pt x="3609097" y="570652"/>
                </a:lnTo>
                <a:lnTo>
                  <a:pt x="3609097" y="487524"/>
                </a:lnTo>
                <a:close/>
              </a:path>
              <a:path w="6441440" h="830579">
                <a:moveTo>
                  <a:pt x="3598183" y="457200"/>
                </a:moveTo>
                <a:lnTo>
                  <a:pt x="3602819" y="473670"/>
                </a:lnTo>
                <a:lnTo>
                  <a:pt x="3605308" y="473670"/>
                </a:lnTo>
                <a:lnTo>
                  <a:pt x="3611911" y="462629"/>
                </a:lnTo>
                <a:lnTo>
                  <a:pt x="3598183" y="457200"/>
                </a:lnTo>
                <a:close/>
              </a:path>
              <a:path w="6441440" h="830579">
                <a:moveTo>
                  <a:pt x="3658539" y="486442"/>
                </a:moveTo>
                <a:lnTo>
                  <a:pt x="3640752" y="495606"/>
                </a:lnTo>
                <a:lnTo>
                  <a:pt x="3630145" y="513628"/>
                </a:lnTo>
                <a:lnTo>
                  <a:pt x="3628593" y="537819"/>
                </a:lnTo>
                <a:lnTo>
                  <a:pt x="3636170" y="558114"/>
                </a:lnTo>
                <a:lnTo>
                  <a:pt x="3651756" y="570543"/>
                </a:lnTo>
                <a:lnTo>
                  <a:pt x="3666260" y="572383"/>
                </a:lnTo>
                <a:lnTo>
                  <a:pt x="3687042" y="566665"/>
                </a:lnTo>
                <a:lnTo>
                  <a:pt x="3690424" y="560910"/>
                </a:lnTo>
                <a:lnTo>
                  <a:pt x="3661209" y="560910"/>
                </a:lnTo>
                <a:lnTo>
                  <a:pt x="3646452" y="550627"/>
                </a:lnTo>
                <a:lnTo>
                  <a:pt x="3642393" y="517344"/>
                </a:lnTo>
                <a:lnTo>
                  <a:pt x="3656915" y="499214"/>
                </a:lnTo>
                <a:lnTo>
                  <a:pt x="3692135" y="499214"/>
                </a:lnTo>
                <a:lnTo>
                  <a:pt x="3686537" y="491854"/>
                </a:lnTo>
                <a:lnTo>
                  <a:pt x="3658539" y="486442"/>
                </a:lnTo>
                <a:close/>
              </a:path>
              <a:path w="6441440" h="830579">
                <a:moveTo>
                  <a:pt x="3698948" y="546406"/>
                </a:moveTo>
                <a:lnTo>
                  <a:pt x="3686176" y="546406"/>
                </a:lnTo>
                <a:lnTo>
                  <a:pt x="3685382" y="549437"/>
                </a:lnTo>
                <a:lnTo>
                  <a:pt x="3661209" y="560910"/>
                </a:lnTo>
                <a:lnTo>
                  <a:pt x="3690424" y="560910"/>
                </a:lnTo>
                <a:lnTo>
                  <a:pt x="3698948" y="546406"/>
                </a:lnTo>
                <a:close/>
              </a:path>
              <a:path w="6441440" h="830579">
                <a:moveTo>
                  <a:pt x="3692135" y="499214"/>
                </a:moveTo>
                <a:lnTo>
                  <a:pt x="3656915" y="499214"/>
                </a:lnTo>
                <a:lnTo>
                  <a:pt x="3676362" y="499395"/>
                </a:lnTo>
                <a:lnTo>
                  <a:pt x="3686176" y="512419"/>
                </a:lnTo>
                <a:lnTo>
                  <a:pt x="3698948" y="512419"/>
                </a:lnTo>
                <a:lnTo>
                  <a:pt x="3698226" y="507224"/>
                </a:lnTo>
                <a:lnTo>
                  <a:pt x="3692135" y="499214"/>
                </a:lnTo>
                <a:close/>
              </a:path>
              <a:path w="6441440" h="830579">
                <a:moveTo>
                  <a:pt x="3730391" y="459815"/>
                </a:moveTo>
                <a:lnTo>
                  <a:pt x="3717619" y="459815"/>
                </a:lnTo>
                <a:lnTo>
                  <a:pt x="3717619" y="570652"/>
                </a:lnTo>
                <a:lnTo>
                  <a:pt x="3730391" y="570652"/>
                </a:lnTo>
                <a:lnTo>
                  <a:pt x="3730391" y="540345"/>
                </a:lnTo>
                <a:lnTo>
                  <a:pt x="3729525" y="540345"/>
                </a:lnTo>
                <a:lnTo>
                  <a:pt x="3729514" y="539506"/>
                </a:lnTo>
                <a:lnTo>
                  <a:pt x="3729398" y="531022"/>
                </a:lnTo>
                <a:lnTo>
                  <a:pt x="3729309" y="524542"/>
                </a:lnTo>
                <a:lnTo>
                  <a:pt x="3730391" y="523514"/>
                </a:lnTo>
                <a:lnTo>
                  <a:pt x="3730391" y="459815"/>
                </a:lnTo>
                <a:close/>
              </a:path>
              <a:path w="6441440" h="830579">
                <a:moveTo>
                  <a:pt x="3748280" y="522185"/>
                </a:moveTo>
                <a:lnTo>
                  <a:pt x="3739153" y="531022"/>
                </a:lnTo>
                <a:lnTo>
                  <a:pt x="3770440" y="570652"/>
                </a:lnTo>
                <a:lnTo>
                  <a:pt x="3786675" y="570652"/>
                </a:lnTo>
                <a:lnTo>
                  <a:pt x="3748280" y="522185"/>
                </a:lnTo>
                <a:close/>
              </a:path>
              <a:path w="6441440" h="830579">
                <a:moveTo>
                  <a:pt x="3730391" y="523514"/>
                </a:moveTo>
                <a:lnTo>
                  <a:pt x="3729309" y="524542"/>
                </a:lnTo>
                <a:lnTo>
                  <a:pt x="3729398" y="531022"/>
                </a:lnTo>
                <a:lnTo>
                  <a:pt x="3729514" y="539506"/>
                </a:lnTo>
                <a:lnTo>
                  <a:pt x="3729525" y="540345"/>
                </a:lnTo>
                <a:lnTo>
                  <a:pt x="3730391" y="539506"/>
                </a:lnTo>
                <a:lnTo>
                  <a:pt x="3730391" y="523514"/>
                </a:lnTo>
                <a:close/>
              </a:path>
              <a:path w="6441440" h="830579">
                <a:moveTo>
                  <a:pt x="3730391" y="539506"/>
                </a:moveTo>
                <a:lnTo>
                  <a:pt x="3729525" y="540345"/>
                </a:lnTo>
                <a:lnTo>
                  <a:pt x="3730391" y="540345"/>
                </a:lnTo>
                <a:lnTo>
                  <a:pt x="3730391" y="539506"/>
                </a:lnTo>
                <a:close/>
              </a:path>
              <a:path w="6441440" h="830579">
                <a:moveTo>
                  <a:pt x="3784078" y="487524"/>
                </a:moveTo>
                <a:lnTo>
                  <a:pt x="3768275" y="487524"/>
                </a:lnTo>
                <a:lnTo>
                  <a:pt x="3730391" y="523514"/>
                </a:lnTo>
                <a:lnTo>
                  <a:pt x="3730391" y="539506"/>
                </a:lnTo>
                <a:lnTo>
                  <a:pt x="3739153" y="531022"/>
                </a:lnTo>
                <a:lnTo>
                  <a:pt x="3737968" y="529521"/>
                </a:lnTo>
                <a:lnTo>
                  <a:pt x="3747060" y="520645"/>
                </a:lnTo>
                <a:lnTo>
                  <a:pt x="3749871" y="520645"/>
                </a:lnTo>
                <a:lnTo>
                  <a:pt x="3784078" y="487524"/>
                </a:lnTo>
                <a:close/>
              </a:path>
              <a:path w="6441440" h="830579">
                <a:moveTo>
                  <a:pt x="3747060" y="520645"/>
                </a:moveTo>
                <a:lnTo>
                  <a:pt x="3737968" y="529521"/>
                </a:lnTo>
                <a:lnTo>
                  <a:pt x="3739153" y="531022"/>
                </a:lnTo>
                <a:lnTo>
                  <a:pt x="3748280" y="522185"/>
                </a:lnTo>
                <a:lnTo>
                  <a:pt x="3747060" y="520645"/>
                </a:lnTo>
                <a:close/>
              </a:path>
              <a:path w="6441440" h="830579">
                <a:moveTo>
                  <a:pt x="3749871" y="520645"/>
                </a:moveTo>
                <a:lnTo>
                  <a:pt x="3747060" y="520645"/>
                </a:lnTo>
                <a:lnTo>
                  <a:pt x="3748280" y="522185"/>
                </a:lnTo>
                <a:lnTo>
                  <a:pt x="3749871" y="520645"/>
                </a:lnTo>
                <a:close/>
              </a:path>
              <a:path w="6441440" h="830579">
                <a:moveTo>
                  <a:pt x="3899427" y="486442"/>
                </a:moveTo>
                <a:lnTo>
                  <a:pt x="3881550" y="495372"/>
                </a:lnTo>
                <a:lnTo>
                  <a:pt x="3870834" y="513303"/>
                </a:lnTo>
                <a:lnTo>
                  <a:pt x="3869265" y="538108"/>
                </a:lnTo>
                <a:lnTo>
                  <a:pt x="3877148" y="558457"/>
                </a:lnTo>
                <a:lnTo>
                  <a:pt x="3892842" y="570598"/>
                </a:lnTo>
                <a:lnTo>
                  <a:pt x="3906932" y="572383"/>
                </a:lnTo>
                <a:lnTo>
                  <a:pt x="3914436" y="572383"/>
                </a:lnTo>
                <a:lnTo>
                  <a:pt x="3932295" y="563454"/>
                </a:lnTo>
                <a:lnTo>
                  <a:pt x="3933823" y="560910"/>
                </a:lnTo>
                <a:lnTo>
                  <a:pt x="3901231" y="560910"/>
                </a:lnTo>
                <a:lnTo>
                  <a:pt x="3889181" y="553604"/>
                </a:lnTo>
                <a:lnTo>
                  <a:pt x="3882037" y="523965"/>
                </a:lnTo>
                <a:lnTo>
                  <a:pt x="3896541" y="499395"/>
                </a:lnTo>
                <a:lnTo>
                  <a:pt x="3935416" y="499395"/>
                </a:lnTo>
                <a:lnTo>
                  <a:pt x="3921003" y="488228"/>
                </a:lnTo>
                <a:lnTo>
                  <a:pt x="3899427" y="486442"/>
                </a:lnTo>
                <a:close/>
              </a:path>
              <a:path w="6441440" h="830579">
                <a:moveTo>
                  <a:pt x="3935416" y="499395"/>
                </a:moveTo>
                <a:lnTo>
                  <a:pt x="3917323" y="499395"/>
                </a:lnTo>
                <a:lnTo>
                  <a:pt x="3930942" y="518787"/>
                </a:lnTo>
                <a:lnTo>
                  <a:pt x="3924683" y="553604"/>
                </a:lnTo>
                <a:lnTo>
                  <a:pt x="3906932" y="560910"/>
                </a:lnTo>
                <a:lnTo>
                  <a:pt x="3933823" y="560910"/>
                </a:lnTo>
                <a:lnTo>
                  <a:pt x="3943011" y="545612"/>
                </a:lnTo>
                <a:lnTo>
                  <a:pt x="3944599" y="520862"/>
                </a:lnTo>
                <a:lnTo>
                  <a:pt x="3936697" y="500387"/>
                </a:lnTo>
                <a:lnTo>
                  <a:pt x="3935416" y="499395"/>
                </a:lnTo>
                <a:close/>
              </a:path>
              <a:path w="6441440" h="830579">
                <a:moveTo>
                  <a:pt x="3976441" y="487597"/>
                </a:moveTo>
                <a:lnTo>
                  <a:pt x="3964095" y="487597"/>
                </a:lnTo>
                <a:lnTo>
                  <a:pt x="3964095" y="570652"/>
                </a:lnTo>
                <a:lnTo>
                  <a:pt x="3976868" y="570652"/>
                </a:lnTo>
                <a:lnTo>
                  <a:pt x="3976868" y="520645"/>
                </a:lnTo>
                <a:lnTo>
                  <a:pt x="3981468" y="504915"/>
                </a:lnTo>
                <a:lnTo>
                  <a:pt x="3995637" y="500513"/>
                </a:lnTo>
                <a:lnTo>
                  <a:pt x="3977517" y="500513"/>
                </a:lnTo>
                <a:lnTo>
                  <a:pt x="3976453" y="487741"/>
                </a:lnTo>
                <a:lnTo>
                  <a:pt x="3976441" y="487597"/>
                </a:lnTo>
                <a:close/>
              </a:path>
              <a:path w="6441440" h="830579">
                <a:moveTo>
                  <a:pt x="4022097" y="497915"/>
                </a:moveTo>
                <a:lnTo>
                  <a:pt x="4003999" y="497915"/>
                </a:lnTo>
                <a:lnTo>
                  <a:pt x="4015437" y="507079"/>
                </a:lnTo>
                <a:lnTo>
                  <a:pt x="4017132" y="570652"/>
                </a:lnTo>
                <a:lnTo>
                  <a:pt x="4029904" y="570652"/>
                </a:lnTo>
                <a:lnTo>
                  <a:pt x="4028770" y="507079"/>
                </a:lnTo>
                <a:lnTo>
                  <a:pt x="4028732" y="504915"/>
                </a:lnTo>
                <a:lnTo>
                  <a:pt x="4022097" y="497915"/>
                </a:lnTo>
                <a:close/>
              </a:path>
              <a:path w="6441440" h="830579">
                <a:moveTo>
                  <a:pt x="4012316" y="487597"/>
                </a:moveTo>
                <a:lnTo>
                  <a:pt x="3990361" y="487741"/>
                </a:lnTo>
                <a:lnTo>
                  <a:pt x="3977517" y="500513"/>
                </a:lnTo>
                <a:lnTo>
                  <a:pt x="3995637" y="500513"/>
                </a:lnTo>
                <a:lnTo>
                  <a:pt x="4003999" y="497915"/>
                </a:lnTo>
                <a:lnTo>
                  <a:pt x="4022097" y="497915"/>
                </a:lnTo>
                <a:lnTo>
                  <a:pt x="4012316" y="487597"/>
                </a:lnTo>
                <a:close/>
              </a:path>
              <a:path w="6441440" h="830579">
                <a:moveTo>
                  <a:pt x="4144289" y="467608"/>
                </a:moveTo>
                <a:lnTo>
                  <a:pt x="4131517" y="467608"/>
                </a:lnTo>
                <a:lnTo>
                  <a:pt x="4131517" y="550303"/>
                </a:lnTo>
                <a:lnTo>
                  <a:pt x="4137145" y="565492"/>
                </a:lnTo>
                <a:lnTo>
                  <a:pt x="4158378" y="571554"/>
                </a:lnTo>
                <a:lnTo>
                  <a:pt x="4144289" y="467608"/>
                </a:lnTo>
                <a:close/>
              </a:path>
              <a:path w="6441440" h="830579">
                <a:moveTo>
                  <a:pt x="4131517" y="487524"/>
                </a:moveTo>
                <a:lnTo>
                  <a:pt x="4118961" y="487524"/>
                </a:lnTo>
                <a:lnTo>
                  <a:pt x="4118961" y="498348"/>
                </a:lnTo>
                <a:lnTo>
                  <a:pt x="4131517" y="498348"/>
                </a:lnTo>
                <a:lnTo>
                  <a:pt x="4131517" y="487524"/>
                </a:lnTo>
                <a:close/>
              </a:path>
              <a:path w="6441440" h="830579">
                <a:moveTo>
                  <a:pt x="4162040" y="487524"/>
                </a:moveTo>
                <a:lnTo>
                  <a:pt x="4146988" y="487524"/>
                </a:lnTo>
                <a:lnTo>
                  <a:pt x="4148455" y="498348"/>
                </a:lnTo>
                <a:lnTo>
                  <a:pt x="4162040" y="498348"/>
                </a:lnTo>
                <a:lnTo>
                  <a:pt x="4162040" y="487524"/>
                </a:lnTo>
                <a:close/>
              </a:path>
              <a:path w="6441440" h="830579">
                <a:moveTo>
                  <a:pt x="4195810" y="459815"/>
                </a:moveTo>
                <a:lnTo>
                  <a:pt x="4183038" y="459815"/>
                </a:lnTo>
                <a:lnTo>
                  <a:pt x="4183038" y="570652"/>
                </a:lnTo>
                <a:lnTo>
                  <a:pt x="4195810" y="570652"/>
                </a:lnTo>
                <a:lnTo>
                  <a:pt x="4195810" y="520645"/>
                </a:lnTo>
                <a:lnTo>
                  <a:pt x="4200536" y="504915"/>
                </a:lnTo>
                <a:lnTo>
                  <a:pt x="4215103" y="500513"/>
                </a:lnTo>
                <a:lnTo>
                  <a:pt x="4196892" y="500513"/>
                </a:lnTo>
                <a:lnTo>
                  <a:pt x="4195810" y="459815"/>
                </a:lnTo>
                <a:close/>
              </a:path>
              <a:path w="6441440" h="830579">
                <a:moveTo>
                  <a:pt x="4244428" y="497915"/>
                </a:moveTo>
                <a:lnTo>
                  <a:pt x="4223700" y="497915"/>
                </a:lnTo>
                <a:lnTo>
                  <a:pt x="4235227" y="506989"/>
                </a:lnTo>
                <a:lnTo>
                  <a:pt x="4236941" y="570652"/>
                </a:lnTo>
                <a:lnTo>
                  <a:pt x="4249713" y="570652"/>
                </a:lnTo>
                <a:lnTo>
                  <a:pt x="4249713" y="517831"/>
                </a:lnTo>
                <a:lnTo>
                  <a:pt x="4244428" y="497915"/>
                </a:lnTo>
                <a:close/>
              </a:path>
              <a:path w="6441440" h="830579">
                <a:moveTo>
                  <a:pt x="4231980" y="487579"/>
                </a:moveTo>
                <a:lnTo>
                  <a:pt x="4209592" y="487723"/>
                </a:lnTo>
                <a:lnTo>
                  <a:pt x="4196892" y="500513"/>
                </a:lnTo>
                <a:lnTo>
                  <a:pt x="4215103" y="500513"/>
                </a:lnTo>
                <a:lnTo>
                  <a:pt x="4223700" y="497915"/>
                </a:lnTo>
                <a:lnTo>
                  <a:pt x="4244428" y="497915"/>
                </a:lnTo>
                <a:lnTo>
                  <a:pt x="4243796" y="495534"/>
                </a:lnTo>
                <a:lnTo>
                  <a:pt x="4231980" y="487579"/>
                </a:lnTo>
                <a:close/>
              </a:path>
              <a:path w="6441440" h="830579">
                <a:moveTo>
                  <a:pt x="4299128" y="486442"/>
                </a:moveTo>
                <a:lnTo>
                  <a:pt x="4281341" y="495606"/>
                </a:lnTo>
                <a:lnTo>
                  <a:pt x="4270734" y="513718"/>
                </a:lnTo>
                <a:lnTo>
                  <a:pt x="4269183" y="538252"/>
                </a:lnTo>
                <a:lnTo>
                  <a:pt x="4276976" y="558529"/>
                </a:lnTo>
                <a:lnTo>
                  <a:pt x="4293013" y="570616"/>
                </a:lnTo>
                <a:lnTo>
                  <a:pt x="4307932" y="572383"/>
                </a:lnTo>
                <a:lnTo>
                  <a:pt x="4327650" y="568018"/>
                </a:lnTo>
                <a:lnTo>
                  <a:pt x="4333377" y="560910"/>
                </a:lnTo>
                <a:lnTo>
                  <a:pt x="4302772" y="560910"/>
                </a:lnTo>
                <a:lnTo>
                  <a:pt x="4287403" y="551980"/>
                </a:lnTo>
                <a:lnTo>
                  <a:pt x="4285139" y="533418"/>
                </a:lnTo>
                <a:lnTo>
                  <a:pt x="4278275" y="533418"/>
                </a:lnTo>
                <a:lnTo>
                  <a:pt x="4278275" y="522377"/>
                </a:lnTo>
                <a:lnTo>
                  <a:pt x="4283792" y="522377"/>
                </a:lnTo>
                <a:lnTo>
                  <a:pt x="4282947" y="515450"/>
                </a:lnTo>
                <a:lnTo>
                  <a:pt x="4301546" y="497915"/>
                </a:lnTo>
                <a:lnTo>
                  <a:pt x="4331096" y="497915"/>
                </a:lnTo>
                <a:lnTo>
                  <a:pt x="4327523" y="492395"/>
                </a:lnTo>
                <a:lnTo>
                  <a:pt x="4299128" y="486442"/>
                </a:lnTo>
                <a:close/>
              </a:path>
              <a:path w="6441440" h="830579">
                <a:moveTo>
                  <a:pt x="4328714" y="547922"/>
                </a:moveTo>
                <a:lnTo>
                  <a:pt x="4327631" y="550808"/>
                </a:lnTo>
                <a:lnTo>
                  <a:pt x="4302772" y="560910"/>
                </a:lnTo>
                <a:lnTo>
                  <a:pt x="4333377" y="560910"/>
                </a:lnTo>
                <a:lnTo>
                  <a:pt x="4341053" y="551385"/>
                </a:lnTo>
                <a:lnTo>
                  <a:pt x="4328714" y="547922"/>
                </a:lnTo>
                <a:close/>
              </a:path>
              <a:path w="6441440" h="830579">
                <a:moveTo>
                  <a:pt x="4283792" y="522377"/>
                </a:moveTo>
                <a:lnTo>
                  <a:pt x="4278275" y="522377"/>
                </a:lnTo>
                <a:lnTo>
                  <a:pt x="4278275" y="533418"/>
                </a:lnTo>
                <a:lnTo>
                  <a:pt x="4285139" y="533418"/>
                </a:lnTo>
                <a:lnTo>
                  <a:pt x="4283792" y="522377"/>
                </a:lnTo>
                <a:close/>
              </a:path>
              <a:path w="6441440" h="830579">
                <a:moveTo>
                  <a:pt x="4331096" y="497915"/>
                </a:moveTo>
                <a:lnTo>
                  <a:pt x="4301546" y="497915"/>
                </a:lnTo>
                <a:lnTo>
                  <a:pt x="4322075" y="503237"/>
                </a:lnTo>
                <a:lnTo>
                  <a:pt x="4329363" y="522377"/>
                </a:lnTo>
                <a:lnTo>
                  <a:pt x="4283792" y="522377"/>
                </a:lnTo>
                <a:lnTo>
                  <a:pt x="4285139" y="533418"/>
                </a:lnTo>
                <a:lnTo>
                  <a:pt x="4342352" y="533418"/>
                </a:lnTo>
                <a:lnTo>
                  <a:pt x="4341414" y="515450"/>
                </a:lnTo>
                <a:lnTo>
                  <a:pt x="4341324" y="513718"/>
                </a:lnTo>
                <a:lnTo>
                  <a:pt x="4331096" y="497915"/>
                </a:lnTo>
                <a:close/>
              </a:path>
              <a:path w="6441440" h="830579">
                <a:moveTo>
                  <a:pt x="4449416" y="537909"/>
                </a:moveTo>
                <a:lnTo>
                  <a:pt x="4429662" y="537909"/>
                </a:lnTo>
                <a:lnTo>
                  <a:pt x="4431863" y="551511"/>
                </a:lnTo>
                <a:lnTo>
                  <a:pt x="4443914" y="565655"/>
                </a:lnTo>
                <a:lnTo>
                  <a:pt x="4481563" y="572329"/>
                </a:lnTo>
                <a:lnTo>
                  <a:pt x="4501641" y="565438"/>
                </a:lnTo>
                <a:lnTo>
                  <a:pt x="4508993" y="554542"/>
                </a:lnTo>
                <a:lnTo>
                  <a:pt x="4464552" y="554542"/>
                </a:lnTo>
                <a:lnTo>
                  <a:pt x="4449416" y="537909"/>
                </a:lnTo>
                <a:close/>
              </a:path>
              <a:path w="6441440" h="830579">
                <a:moveTo>
                  <a:pt x="4481148" y="458300"/>
                </a:moveTo>
                <a:lnTo>
                  <a:pt x="4446313" y="465119"/>
                </a:lnTo>
                <a:lnTo>
                  <a:pt x="4432880" y="484043"/>
                </a:lnTo>
                <a:lnTo>
                  <a:pt x="4432590" y="484494"/>
                </a:lnTo>
                <a:lnTo>
                  <a:pt x="4435183" y="505005"/>
                </a:lnTo>
                <a:lnTo>
                  <a:pt x="4435219" y="505294"/>
                </a:lnTo>
                <a:lnTo>
                  <a:pt x="4445790" y="514855"/>
                </a:lnTo>
                <a:lnTo>
                  <a:pt x="4488130" y="528727"/>
                </a:lnTo>
                <a:lnTo>
                  <a:pt x="4493668" y="545324"/>
                </a:lnTo>
                <a:lnTo>
                  <a:pt x="4464552" y="554542"/>
                </a:lnTo>
                <a:lnTo>
                  <a:pt x="4508993" y="554542"/>
                </a:lnTo>
                <a:lnTo>
                  <a:pt x="4514738" y="546027"/>
                </a:lnTo>
                <a:lnTo>
                  <a:pt x="4510228" y="523405"/>
                </a:lnTo>
                <a:lnTo>
                  <a:pt x="4471768" y="505005"/>
                </a:lnTo>
                <a:lnTo>
                  <a:pt x="4453782" y="484494"/>
                </a:lnTo>
                <a:lnTo>
                  <a:pt x="4478965" y="475293"/>
                </a:lnTo>
                <a:lnTo>
                  <a:pt x="4508188" y="475293"/>
                </a:lnTo>
                <a:lnTo>
                  <a:pt x="4504581" y="468889"/>
                </a:lnTo>
                <a:lnTo>
                  <a:pt x="4481148" y="458300"/>
                </a:lnTo>
                <a:close/>
              </a:path>
              <a:path w="6441440" h="830579">
                <a:moveTo>
                  <a:pt x="4508188" y="475293"/>
                </a:moveTo>
                <a:lnTo>
                  <a:pt x="4478965" y="475293"/>
                </a:lnTo>
                <a:lnTo>
                  <a:pt x="4491268" y="481878"/>
                </a:lnTo>
                <a:lnTo>
                  <a:pt x="4493902" y="490284"/>
                </a:lnTo>
                <a:lnTo>
                  <a:pt x="4513223" y="490284"/>
                </a:lnTo>
                <a:lnTo>
                  <a:pt x="4513115" y="484043"/>
                </a:lnTo>
                <a:lnTo>
                  <a:pt x="4508188" y="475293"/>
                </a:lnTo>
                <a:close/>
              </a:path>
              <a:path w="6441440" h="830579">
                <a:moveTo>
                  <a:pt x="4596446" y="502551"/>
                </a:moveTo>
                <a:lnTo>
                  <a:pt x="4573949" y="502551"/>
                </a:lnTo>
                <a:lnTo>
                  <a:pt x="4579992" y="514259"/>
                </a:lnTo>
                <a:lnTo>
                  <a:pt x="4528742" y="538757"/>
                </a:lnTo>
                <a:lnTo>
                  <a:pt x="4533955" y="564789"/>
                </a:lnTo>
                <a:lnTo>
                  <a:pt x="4555693" y="572329"/>
                </a:lnTo>
                <a:lnTo>
                  <a:pt x="4560023" y="572329"/>
                </a:lnTo>
                <a:lnTo>
                  <a:pt x="4580101" y="559232"/>
                </a:lnTo>
                <a:lnTo>
                  <a:pt x="4599408" y="559232"/>
                </a:lnTo>
                <a:lnTo>
                  <a:pt x="4599388" y="557934"/>
                </a:lnTo>
                <a:lnTo>
                  <a:pt x="4560780" y="557934"/>
                </a:lnTo>
                <a:lnTo>
                  <a:pt x="4548080" y="553333"/>
                </a:lnTo>
                <a:lnTo>
                  <a:pt x="4547519" y="543899"/>
                </a:lnTo>
                <a:lnTo>
                  <a:pt x="4547431" y="542419"/>
                </a:lnTo>
                <a:lnTo>
                  <a:pt x="4599150" y="542419"/>
                </a:lnTo>
                <a:lnTo>
                  <a:pt x="4598717" y="514259"/>
                </a:lnTo>
                <a:lnTo>
                  <a:pt x="4598639" y="509136"/>
                </a:lnTo>
                <a:lnTo>
                  <a:pt x="4598573" y="504897"/>
                </a:lnTo>
                <a:lnTo>
                  <a:pt x="4596446" y="502551"/>
                </a:lnTo>
                <a:close/>
              </a:path>
              <a:path w="6441440" h="830579">
                <a:moveTo>
                  <a:pt x="4599408" y="559232"/>
                </a:moveTo>
                <a:lnTo>
                  <a:pt x="4580101" y="559232"/>
                </a:lnTo>
                <a:lnTo>
                  <a:pt x="4580750" y="570652"/>
                </a:lnTo>
                <a:lnTo>
                  <a:pt x="4599584" y="570652"/>
                </a:lnTo>
                <a:lnTo>
                  <a:pt x="4599494" y="564789"/>
                </a:lnTo>
                <a:lnTo>
                  <a:pt x="4599408" y="559232"/>
                </a:lnTo>
                <a:close/>
              </a:path>
              <a:path w="6441440" h="830579">
                <a:moveTo>
                  <a:pt x="4599150" y="542419"/>
                </a:moveTo>
                <a:lnTo>
                  <a:pt x="4547431" y="542419"/>
                </a:lnTo>
                <a:lnTo>
                  <a:pt x="4580047" y="543899"/>
                </a:lnTo>
                <a:lnTo>
                  <a:pt x="4560780" y="557934"/>
                </a:lnTo>
                <a:lnTo>
                  <a:pt x="4599388" y="557934"/>
                </a:lnTo>
                <a:lnTo>
                  <a:pt x="4599173" y="543899"/>
                </a:lnTo>
                <a:lnTo>
                  <a:pt x="4599150" y="542419"/>
                </a:lnTo>
                <a:close/>
              </a:path>
              <a:path w="6441440" h="830579">
                <a:moveTo>
                  <a:pt x="4585368" y="490339"/>
                </a:moveTo>
                <a:lnTo>
                  <a:pt x="4545104" y="490735"/>
                </a:lnTo>
                <a:lnTo>
                  <a:pt x="4530581" y="509389"/>
                </a:lnTo>
                <a:lnTo>
                  <a:pt x="4548874" y="511986"/>
                </a:lnTo>
                <a:lnTo>
                  <a:pt x="4549762" y="509389"/>
                </a:lnTo>
                <a:lnTo>
                  <a:pt x="4549848" y="509136"/>
                </a:lnTo>
                <a:lnTo>
                  <a:pt x="4573949" y="502551"/>
                </a:lnTo>
                <a:lnTo>
                  <a:pt x="4596446" y="502551"/>
                </a:lnTo>
                <a:lnTo>
                  <a:pt x="4585368" y="490339"/>
                </a:lnTo>
                <a:close/>
              </a:path>
              <a:path w="6441440" h="830579">
                <a:moveTo>
                  <a:pt x="4630594" y="487524"/>
                </a:moveTo>
                <a:lnTo>
                  <a:pt x="4609704" y="487524"/>
                </a:lnTo>
                <a:lnTo>
                  <a:pt x="4639307" y="570652"/>
                </a:lnTo>
                <a:lnTo>
                  <a:pt x="4660955" y="570652"/>
                </a:lnTo>
                <a:lnTo>
                  <a:pt x="4668568" y="549275"/>
                </a:lnTo>
                <a:lnTo>
                  <a:pt x="4650564" y="549275"/>
                </a:lnTo>
                <a:lnTo>
                  <a:pt x="4630594" y="487524"/>
                </a:lnTo>
                <a:close/>
              </a:path>
              <a:path w="6441440" h="830579">
                <a:moveTo>
                  <a:pt x="4690558" y="487524"/>
                </a:moveTo>
                <a:lnTo>
                  <a:pt x="4669722" y="487524"/>
                </a:lnTo>
                <a:lnTo>
                  <a:pt x="4650564" y="549275"/>
                </a:lnTo>
                <a:lnTo>
                  <a:pt x="4668568" y="549275"/>
                </a:lnTo>
                <a:lnTo>
                  <a:pt x="4690558" y="487524"/>
                </a:lnTo>
                <a:close/>
              </a:path>
              <a:path w="6441440" h="830579">
                <a:moveTo>
                  <a:pt x="4729123" y="486442"/>
                </a:moveTo>
                <a:lnTo>
                  <a:pt x="4710452" y="495516"/>
                </a:lnTo>
                <a:lnTo>
                  <a:pt x="4699339" y="513520"/>
                </a:lnTo>
                <a:lnTo>
                  <a:pt x="4697715" y="538270"/>
                </a:lnTo>
                <a:lnTo>
                  <a:pt x="4705834" y="558637"/>
                </a:lnTo>
                <a:lnTo>
                  <a:pt x="4722556" y="570543"/>
                </a:lnTo>
                <a:lnTo>
                  <a:pt x="4738089" y="572275"/>
                </a:lnTo>
                <a:lnTo>
                  <a:pt x="4760314" y="567368"/>
                </a:lnTo>
                <a:lnTo>
                  <a:pt x="4771228" y="552468"/>
                </a:lnTo>
                <a:lnTo>
                  <a:pt x="4724035" y="552468"/>
                </a:lnTo>
                <a:lnTo>
                  <a:pt x="4719901" y="534446"/>
                </a:lnTo>
                <a:lnTo>
                  <a:pt x="4706916" y="534446"/>
                </a:lnTo>
                <a:lnTo>
                  <a:pt x="4706916" y="521241"/>
                </a:lnTo>
                <a:lnTo>
                  <a:pt x="4717522" y="521241"/>
                </a:lnTo>
                <a:lnTo>
                  <a:pt x="4721384" y="509064"/>
                </a:lnTo>
                <a:lnTo>
                  <a:pt x="4744366" y="502551"/>
                </a:lnTo>
                <a:lnTo>
                  <a:pt x="4766208" y="502551"/>
                </a:lnTo>
                <a:lnTo>
                  <a:pt x="4760187" y="493081"/>
                </a:lnTo>
                <a:lnTo>
                  <a:pt x="4729123" y="486442"/>
                </a:lnTo>
                <a:close/>
              </a:path>
              <a:path w="6441440" h="830579">
                <a:moveTo>
                  <a:pt x="4755948" y="546298"/>
                </a:moveTo>
                <a:lnTo>
                  <a:pt x="4755189" y="548354"/>
                </a:lnTo>
                <a:lnTo>
                  <a:pt x="4755082" y="548643"/>
                </a:lnTo>
                <a:lnTo>
                  <a:pt x="4724035" y="552468"/>
                </a:lnTo>
                <a:lnTo>
                  <a:pt x="4771228" y="552468"/>
                </a:lnTo>
                <a:lnTo>
                  <a:pt x="4774240" y="548354"/>
                </a:lnTo>
                <a:lnTo>
                  <a:pt x="4755948" y="546298"/>
                </a:lnTo>
                <a:close/>
              </a:path>
              <a:path w="6441440" h="830579">
                <a:moveTo>
                  <a:pt x="4717522" y="521241"/>
                </a:moveTo>
                <a:lnTo>
                  <a:pt x="4706916" y="521241"/>
                </a:lnTo>
                <a:lnTo>
                  <a:pt x="4706916" y="534446"/>
                </a:lnTo>
                <a:lnTo>
                  <a:pt x="4719901" y="534446"/>
                </a:lnTo>
                <a:lnTo>
                  <a:pt x="4717144" y="522431"/>
                </a:lnTo>
                <a:lnTo>
                  <a:pt x="4717522" y="521241"/>
                </a:lnTo>
                <a:close/>
              </a:path>
              <a:path w="6441440" h="830579">
                <a:moveTo>
                  <a:pt x="4766208" y="502551"/>
                </a:moveTo>
                <a:lnTo>
                  <a:pt x="4744366" y="502551"/>
                </a:lnTo>
                <a:lnTo>
                  <a:pt x="4756273" y="521241"/>
                </a:lnTo>
                <a:lnTo>
                  <a:pt x="4717522" y="521241"/>
                </a:lnTo>
                <a:lnTo>
                  <a:pt x="4717144" y="522431"/>
                </a:lnTo>
                <a:lnTo>
                  <a:pt x="4719901" y="534446"/>
                </a:lnTo>
                <a:lnTo>
                  <a:pt x="4775052" y="534446"/>
                </a:lnTo>
                <a:lnTo>
                  <a:pt x="4774042" y="514873"/>
                </a:lnTo>
                <a:lnTo>
                  <a:pt x="4766208" y="502551"/>
                </a:lnTo>
                <a:close/>
              </a:path>
              <a:path w="6441440" h="830579">
                <a:moveTo>
                  <a:pt x="4879645" y="508941"/>
                </a:moveTo>
                <a:lnTo>
                  <a:pt x="4862873" y="522810"/>
                </a:lnTo>
                <a:lnTo>
                  <a:pt x="4855801" y="547092"/>
                </a:lnTo>
                <a:lnTo>
                  <a:pt x="4867415" y="565528"/>
                </a:lnTo>
                <a:lnTo>
                  <a:pt x="4867741" y="565528"/>
                </a:lnTo>
                <a:lnTo>
                  <a:pt x="4892332" y="572275"/>
                </a:lnTo>
                <a:lnTo>
                  <a:pt x="4917443" y="565528"/>
                </a:lnTo>
                <a:lnTo>
                  <a:pt x="4920029" y="560657"/>
                </a:lnTo>
                <a:lnTo>
                  <a:pt x="4916508" y="556148"/>
                </a:lnTo>
                <a:lnTo>
                  <a:pt x="4889319" y="556148"/>
                </a:lnTo>
                <a:lnTo>
                  <a:pt x="4875013" y="540345"/>
                </a:lnTo>
                <a:lnTo>
                  <a:pt x="4891662" y="524330"/>
                </a:lnTo>
                <a:lnTo>
                  <a:pt x="4879645" y="508941"/>
                </a:lnTo>
                <a:close/>
              </a:path>
              <a:path w="6441440" h="830579">
                <a:moveTo>
                  <a:pt x="4927886" y="545855"/>
                </a:moveTo>
                <a:lnTo>
                  <a:pt x="4920029" y="560657"/>
                </a:lnTo>
                <a:lnTo>
                  <a:pt x="4927834" y="570652"/>
                </a:lnTo>
                <a:lnTo>
                  <a:pt x="4949049" y="570652"/>
                </a:lnTo>
                <a:lnTo>
                  <a:pt x="4927886" y="545855"/>
                </a:lnTo>
                <a:close/>
              </a:path>
              <a:path w="6441440" h="830579">
                <a:moveTo>
                  <a:pt x="4919284" y="535776"/>
                </a:moveTo>
                <a:lnTo>
                  <a:pt x="4912049" y="549130"/>
                </a:lnTo>
                <a:lnTo>
                  <a:pt x="4911227" y="549384"/>
                </a:lnTo>
                <a:lnTo>
                  <a:pt x="4920029" y="560657"/>
                </a:lnTo>
                <a:lnTo>
                  <a:pt x="4927886" y="545855"/>
                </a:lnTo>
                <a:lnTo>
                  <a:pt x="4919284" y="535776"/>
                </a:lnTo>
                <a:close/>
              </a:path>
              <a:path w="6441440" h="830579">
                <a:moveTo>
                  <a:pt x="4911227" y="549384"/>
                </a:moveTo>
                <a:lnTo>
                  <a:pt x="4889319" y="556148"/>
                </a:lnTo>
                <a:lnTo>
                  <a:pt x="4916508" y="556148"/>
                </a:lnTo>
                <a:lnTo>
                  <a:pt x="4911227" y="549384"/>
                </a:lnTo>
                <a:close/>
              </a:path>
              <a:path w="6441440" h="830579">
                <a:moveTo>
                  <a:pt x="4901466" y="514899"/>
                </a:moveTo>
                <a:lnTo>
                  <a:pt x="4891662" y="524330"/>
                </a:lnTo>
                <a:lnTo>
                  <a:pt x="4911227" y="549384"/>
                </a:lnTo>
                <a:lnTo>
                  <a:pt x="4912049" y="549130"/>
                </a:lnTo>
                <a:lnTo>
                  <a:pt x="4919284" y="535776"/>
                </a:lnTo>
                <a:lnTo>
                  <a:pt x="4901466" y="514899"/>
                </a:lnTo>
                <a:close/>
              </a:path>
              <a:path w="6441440" h="830579">
                <a:moveTo>
                  <a:pt x="4942446" y="518426"/>
                </a:moveTo>
                <a:lnTo>
                  <a:pt x="4925615" y="518426"/>
                </a:lnTo>
                <a:lnTo>
                  <a:pt x="4925615" y="524091"/>
                </a:lnTo>
                <a:lnTo>
                  <a:pt x="4919284" y="535776"/>
                </a:lnTo>
                <a:lnTo>
                  <a:pt x="4927886" y="545855"/>
                </a:lnTo>
                <a:lnTo>
                  <a:pt x="4942446" y="518426"/>
                </a:lnTo>
                <a:close/>
              </a:path>
              <a:path w="6441440" h="830579">
                <a:moveTo>
                  <a:pt x="4890461" y="499998"/>
                </a:moveTo>
                <a:lnTo>
                  <a:pt x="4879645" y="508941"/>
                </a:lnTo>
                <a:lnTo>
                  <a:pt x="4891662" y="524330"/>
                </a:lnTo>
                <a:lnTo>
                  <a:pt x="4901466" y="514899"/>
                </a:lnTo>
                <a:lnTo>
                  <a:pt x="4897040" y="509713"/>
                </a:lnTo>
                <a:lnTo>
                  <a:pt x="4890461" y="499998"/>
                </a:lnTo>
                <a:close/>
              </a:path>
              <a:path w="6441440" h="830579">
                <a:moveTo>
                  <a:pt x="4917238" y="474536"/>
                </a:moveTo>
                <a:lnTo>
                  <a:pt x="4898050" y="474536"/>
                </a:lnTo>
                <a:lnTo>
                  <a:pt x="4905807" y="487308"/>
                </a:lnTo>
                <a:lnTo>
                  <a:pt x="4890461" y="499998"/>
                </a:lnTo>
                <a:lnTo>
                  <a:pt x="4897040" y="509713"/>
                </a:lnTo>
                <a:lnTo>
                  <a:pt x="4901466" y="514899"/>
                </a:lnTo>
                <a:lnTo>
                  <a:pt x="4907661" y="508941"/>
                </a:lnTo>
                <a:lnTo>
                  <a:pt x="4922422" y="488859"/>
                </a:lnTo>
                <a:lnTo>
                  <a:pt x="4917238" y="474536"/>
                </a:lnTo>
                <a:close/>
              </a:path>
              <a:path w="6441440" h="830579">
                <a:moveTo>
                  <a:pt x="4888435" y="458462"/>
                </a:moveTo>
                <a:lnTo>
                  <a:pt x="4871261" y="467681"/>
                </a:lnTo>
                <a:lnTo>
                  <a:pt x="4865218" y="490465"/>
                </a:lnTo>
                <a:lnTo>
                  <a:pt x="4879645" y="508941"/>
                </a:lnTo>
                <a:lnTo>
                  <a:pt x="4890461" y="499998"/>
                </a:lnTo>
                <a:lnTo>
                  <a:pt x="4882699" y="488535"/>
                </a:lnTo>
                <a:lnTo>
                  <a:pt x="4898050" y="474536"/>
                </a:lnTo>
                <a:lnTo>
                  <a:pt x="4917238" y="474536"/>
                </a:lnTo>
                <a:lnTo>
                  <a:pt x="4913510" y="464235"/>
                </a:lnTo>
                <a:lnTo>
                  <a:pt x="4888435" y="458462"/>
                </a:lnTo>
                <a:close/>
              </a:path>
              <a:path w="6441440" h="830579">
                <a:moveTo>
                  <a:pt x="5088571" y="459166"/>
                </a:moveTo>
                <a:lnTo>
                  <a:pt x="5050688" y="465065"/>
                </a:lnTo>
                <a:lnTo>
                  <a:pt x="5029646" y="491286"/>
                </a:lnTo>
                <a:lnTo>
                  <a:pt x="5027552" y="531821"/>
                </a:lnTo>
                <a:lnTo>
                  <a:pt x="5040324" y="557135"/>
                </a:lnTo>
                <a:lnTo>
                  <a:pt x="5069555" y="571744"/>
                </a:lnTo>
                <a:lnTo>
                  <a:pt x="5104825" y="564518"/>
                </a:lnTo>
                <a:lnTo>
                  <a:pt x="5111194" y="554145"/>
                </a:lnTo>
                <a:lnTo>
                  <a:pt x="5070947" y="554145"/>
                </a:lnTo>
                <a:lnTo>
                  <a:pt x="5052708" y="542437"/>
                </a:lnTo>
                <a:lnTo>
                  <a:pt x="5046088" y="506899"/>
                </a:lnTo>
                <a:lnTo>
                  <a:pt x="5056316" y="483862"/>
                </a:lnTo>
                <a:lnTo>
                  <a:pt x="5080382" y="476322"/>
                </a:lnTo>
                <a:lnTo>
                  <a:pt x="5115762" y="476322"/>
                </a:lnTo>
                <a:lnTo>
                  <a:pt x="5115613" y="475925"/>
                </a:lnTo>
                <a:lnTo>
                  <a:pt x="5088571" y="459166"/>
                </a:lnTo>
                <a:close/>
              </a:path>
              <a:path w="6441440" h="830579">
                <a:moveTo>
                  <a:pt x="5123587" y="533959"/>
                </a:moveTo>
                <a:lnTo>
                  <a:pt x="5103316" y="533959"/>
                </a:lnTo>
                <a:lnTo>
                  <a:pt x="5101614" y="539984"/>
                </a:lnTo>
                <a:lnTo>
                  <a:pt x="5070947" y="554145"/>
                </a:lnTo>
                <a:lnTo>
                  <a:pt x="5111194" y="554145"/>
                </a:lnTo>
                <a:lnTo>
                  <a:pt x="5123587" y="533959"/>
                </a:lnTo>
                <a:close/>
              </a:path>
              <a:path w="6441440" h="830579">
                <a:moveTo>
                  <a:pt x="5115762" y="476322"/>
                </a:moveTo>
                <a:lnTo>
                  <a:pt x="5080382" y="476322"/>
                </a:lnTo>
                <a:lnTo>
                  <a:pt x="5103346" y="497212"/>
                </a:lnTo>
                <a:lnTo>
                  <a:pt x="5123587" y="497212"/>
                </a:lnTo>
                <a:lnTo>
                  <a:pt x="5115762" y="476322"/>
                </a:lnTo>
                <a:close/>
              </a:path>
              <a:path w="6441440" h="830579">
                <a:moveTo>
                  <a:pt x="5169250" y="486442"/>
                </a:moveTo>
                <a:lnTo>
                  <a:pt x="5150308" y="495372"/>
                </a:lnTo>
                <a:lnTo>
                  <a:pt x="5139159" y="513303"/>
                </a:lnTo>
                <a:lnTo>
                  <a:pt x="5137536" y="538000"/>
                </a:lnTo>
                <a:lnTo>
                  <a:pt x="5145690" y="558349"/>
                </a:lnTo>
                <a:lnTo>
                  <a:pt x="5162215" y="570489"/>
                </a:lnTo>
                <a:lnTo>
                  <a:pt x="5177368" y="572275"/>
                </a:lnTo>
                <a:lnTo>
                  <a:pt x="5185486" y="572275"/>
                </a:lnTo>
                <a:lnTo>
                  <a:pt x="5204427" y="563346"/>
                </a:lnTo>
                <a:lnTo>
                  <a:pt x="5208648" y="556581"/>
                </a:lnTo>
                <a:lnTo>
                  <a:pt x="5172966" y="556581"/>
                </a:lnTo>
                <a:lnTo>
                  <a:pt x="5161042" y="547218"/>
                </a:lnTo>
                <a:lnTo>
                  <a:pt x="5163261" y="508108"/>
                </a:lnTo>
                <a:lnTo>
                  <a:pt x="5181878" y="501974"/>
                </a:lnTo>
                <a:lnTo>
                  <a:pt x="5209662" y="501974"/>
                </a:lnTo>
                <a:lnTo>
                  <a:pt x="5209028" y="500387"/>
                </a:lnTo>
                <a:lnTo>
                  <a:pt x="5192521" y="488228"/>
                </a:lnTo>
                <a:lnTo>
                  <a:pt x="5169250" y="486442"/>
                </a:lnTo>
                <a:close/>
              </a:path>
              <a:path w="6441440" h="830579">
                <a:moveTo>
                  <a:pt x="5209662" y="501974"/>
                </a:moveTo>
                <a:lnTo>
                  <a:pt x="5181878" y="501974"/>
                </a:lnTo>
                <a:lnTo>
                  <a:pt x="5193676" y="511409"/>
                </a:lnTo>
                <a:lnTo>
                  <a:pt x="5193676" y="547218"/>
                </a:lnTo>
                <a:lnTo>
                  <a:pt x="5177476" y="556581"/>
                </a:lnTo>
                <a:lnTo>
                  <a:pt x="5208648" y="556581"/>
                </a:lnTo>
                <a:lnTo>
                  <a:pt x="5215558" y="545504"/>
                </a:lnTo>
                <a:lnTo>
                  <a:pt x="5217200" y="520826"/>
                </a:lnTo>
                <a:lnTo>
                  <a:pt x="5209662" y="501974"/>
                </a:lnTo>
                <a:close/>
              </a:path>
              <a:path w="6441440" h="830579">
                <a:moveTo>
                  <a:pt x="5252553" y="487524"/>
                </a:moveTo>
                <a:lnTo>
                  <a:pt x="5233828" y="487524"/>
                </a:lnTo>
                <a:lnTo>
                  <a:pt x="5233828" y="570652"/>
                </a:lnTo>
                <a:lnTo>
                  <a:pt x="5253419" y="570652"/>
                </a:lnTo>
                <a:lnTo>
                  <a:pt x="5253419" y="521944"/>
                </a:lnTo>
                <a:lnTo>
                  <a:pt x="5257153" y="508901"/>
                </a:lnTo>
                <a:lnTo>
                  <a:pt x="5276059" y="503002"/>
                </a:lnTo>
                <a:lnTo>
                  <a:pt x="5303370" y="503002"/>
                </a:lnTo>
                <a:lnTo>
                  <a:pt x="5302106" y="501650"/>
                </a:lnTo>
                <a:lnTo>
                  <a:pt x="5253527" y="501650"/>
                </a:lnTo>
                <a:lnTo>
                  <a:pt x="5252573" y="487813"/>
                </a:lnTo>
                <a:lnTo>
                  <a:pt x="5252553" y="487524"/>
                </a:lnTo>
                <a:close/>
              </a:path>
              <a:path w="6441440" h="830579">
                <a:moveTo>
                  <a:pt x="5303370" y="503002"/>
                </a:moveTo>
                <a:lnTo>
                  <a:pt x="5276059" y="503002"/>
                </a:lnTo>
                <a:lnTo>
                  <a:pt x="5285746" y="510850"/>
                </a:lnTo>
                <a:lnTo>
                  <a:pt x="5287189" y="570652"/>
                </a:lnTo>
                <a:lnTo>
                  <a:pt x="5306781" y="570652"/>
                </a:lnTo>
                <a:lnTo>
                  <a:pt x="5305738" y="510850"/>
                </a:lnTo>
                <a:lnTo>
                  <a:pt x="5305644" y="505438"/>
                </a:lnTo>
                <a:lnTo>
                  <a:pt x="5303370" y="503002"/>
                </a:lnTo>
                <a:close/>
              </a:path>
              <a:path w="6441440" h="830579">
                <a:moveTo>
                  <a:pt x="5289048" y="487669"/>
                </a:moveTo>
                <a:lnTo>
                  <a:pt x="5266895" y="487813"/>
                </a:lnTo>
                <a:lnTo>
                  <a:pt x="5253527" y="501650"/>
                </a:lnTo>
                <a:lnTo>
                  <a:pt x="5302106" y="501650"/>
                </a:lnTo>
                <a:lnTo>
                  <a:pt x="5289048" y="487669"/>
                </a:lnTo>
                <a:close/>
              </a:path>
              <a:path w="6441440" h="830579">
                <a:moveTo>
                  <a:pt x="5351808" y="467608"/>
                </a:moveTo>
                <a:lnTo>
                  <a:pt x="5332217" y="467608"/>
                </a:lnTo>
                <a:lnTo>
                  <a:pt x="5332181" y="554091"/>
                </a:lnTo>
                <a:lnTo>
                  <a:pt x="5341002" y="567910"/>
                </a:lnTo>
                <a:lnTo>
                  <a:pt x="5367178" y="570598"/>
                </a:lnTo>
                <a:lnTo>
                  <a:pt x="5351808" y="467608"/>
                </a:lnTo>
                <a:close/>
              </a:path>
              <a:path w="6441440" h="830579">
                <a:moveTo>
                  <a:pt x="5332208" y="487524"/>
                </a:moveTo>
                <a:lnTo>
                  <a:pt x="5320419" y="487524"/>
                </a:lnTo>
                <a:lnTo>
                  <a:pt x="5320419" y="502678"/>
                </a:lnTo>
                <a:lnTo>
                  <a:pt x="5332202" y="502678"/>
                </a:lnTo>
                <a:lnTo>
                  <a:pt x="5332208" y="487524"/>
                </a:lnTo>
                <a:close/>
              </a:path>
              <a:path w="6441440" h="830579">
                <a:moveTo>
                  <a:pt x="5368206" y="487524"/>
                </a:moveTo>
                <a:lnTo>
                  <a:pt x="5354780" y="487524"/>
                </a:lnTo>
                <a:lnTo>
                  <a:pt x="5357042" y="502678"/>
                </a:lnTo>
                <a:lnTo>
                  <a:pt x="5368206" y="502678"/>
                </a:lnTo>
                <a:lnTo>
                  <a:pt x="5368206" y="487524"/>
                </a:lnTo>
                <a:close/>
              </a:path>
              <a:path w="6441440" h="830579">
                <a:moveTo>
                  <a:pt x="5404182" y="487524"/>
                </a:moveTo>
                <a:lnTo>
                  <a:pt x="5384591" y="487524"/>
                </a:lnTo>
                <a:lnTo>
                  <a:pt x="5384591" y="570652"/>
                </a:lnTo>
                <a:lnTo>
                  <a:pt x="5404182" y="570652"/>
                </a:lnTo>
                <a:lnTo>
                  <a:pt x="5404182" y="487524"/>
                </a:lnTo>
                <a:close/>
              </a:path>
              <a:path w="6441440" h="830579">
                <a:moveTo>
                  <a:pt x="5391337" y="454457"/>
                </a:moveTo>
                <a:lnTo>
                  <a:pt x="5383076" y="468041"/>
                </a:lnTo>
                <a:lnTo>
                  <a:pt x="5394440" y="475726"/>
                </a:lnTo>
                <a:lnTo>
                  <a:pt x="5397579" y="475726"/>
                </a:lnTo>
                <a:lnTo>
                  <a:pt x="5405806" y="462160"/>
                </a:lnTo>
                <a:lnTo>
                  <a:pt x="5391337" y="454457"/>
                </a:lnTo>
                <a:close/>
              </a:path>
              <a:path w="6441440" h="830579">
                <a:moveTo>
                  <a:pt x="5443053" y="487524"/>
                </a:moveTo>
                <a:lnTo>
                  <a:pt x="5424328" y="487524"/>
                </a:lnTo>
                <a:lnTo>
                  <a:pt x="5424328" y="570652"/>
                </a:lnTo>
                <a:lnTo>
                  <a:pt x="5443919" y="570652"/>
                </a:lnTo>
                <a:lnTo>
                  <a:pt x="5443919" y="521944"/>
                </a:lnTo>
                <a:lnTo>
                  <a:pt x="5447653" y="508901"/>
                </a:lnTo>
                <a:lnTo>
                  <a:pt x="5466559" y="503002"/>
                </a:lnTo>
                <a:lnTo>
                  <a:pt x="5493870" y="503002"/>
                </a:lnTo>
                <a:lnTo>
                  <a:pt x="5492606" y="501650"/>
                </a:lnTo>
                <a:lnTo>
                  <a:pt x="5444027" y="501650"/>
                </a:lnTo>
                <a:lnTo>
                  <a:pt x="5443073" y="487813"/>
                </a:lnTo>
                <a:lnTo>
                  <a:pt x="5443053" y="487524"/>
                </a:lnTo>
                <a:close/>
              </a:path>
              <a:path w="6441440" h="830579">
                <a:moveTo>
                  <a:pt x="5493870" y="503002"/>
                </a:moveTo>
                <a:lnTo>
                  <a:pt x="5466559" y="503002"/>
                </a:lnTo>
                <a:lnTo>
                  <a:pt x="5476246" y="510850"/>
                </a:lnTo>
                <a:lnTo>
                  <a:pt x="5477689" y="570652"/>
                </a:lnTo>
                <a:lnTo>
                  <a:pt x="5497281" y="570652"/>
                </a:lnTo>
                <a:lnTo>
                  <a:pt x="5496238" y="510850"/>
                </a:lnTo>
                <a:lnTo>
                  <a:pt x="5496144" y="505438"/>
                </a:lnTo>
                <a:lnTo>
                  <a:pt x="5493870" y="503002"/>
                </a:lnTo>
                <a:close/>
              </a:path>
              <a:path w="6441440" h="830579">
                <a:moveTo>
                  <a:pt x="5479548" y="487669"/>
                </a:moveTo>
                <a:lnTo>
                  <a:pt x="5457395" y="487813"/>
                </a:lnTo>
                <a:lnTo>
                  <a:pt x="5444027" y="501650"/>
                </a:lnTo>
                <a:lnTo>
                  <a:pt x="5492606" y="501650"/>
                </a:lnTo>
                <a:lnTo>
                  <a:pt x="5479548" y="487669"/>
                </a:lnTo>
                <a:close/>
              </a:path>
              <a:path w="6441440" h="830579">
                <a:moveTo>
                  <a:pt x="5536788" y="487524"/>
                </a:moveTo>
                <a:lnTo>
                  <a:pt x="5517196" y="487524"/>
                </a:lnTo>
                <a:lnTo>
                  <a:pt x="5518202" y="543430"/>
                </a:lnTo>
                <a:lnTo>
                  <a:pt x="5518263" y="546875"/>
                </a:lnTo>
                <a:lnTo>
                  <a:pt x="5518369" y="552756"/>
                </a:lnTo>
                <a:lnTo>
                  <a:pt x="5534757" y="570652"/>
                </a:lnTo>
                <a:lnTo>
                  <a:pt x="5524492" y="570652"/>
                </a:lnTo>
                <a:lnTo>
                  <a:pt x="5556397" y="570255"/>
                </a:lnTo>
                <a:lnTo>
                  <a:pt x="5569909" y="555877"/>
                </a:lnTo>
                <a:lnTo>
                  <a:pt x="5589771" y="555877"/>
                </a:lnTo>
                <a:lnTo>
                  <a:pt x="5589771" y="554632"/>
                </a:lnTo>
                <a:lnTo>
                  <a:pt x="5547792" y="554632"/>
                </a:lnTo>
                <a:lnTo>
                  <a:pt x="5538231" y="546875"/>
                </a:lnTo>
                <a:lnTo>
                  <a:pt x="5536788" y="487524"/>
                </a:lnTo>
                <a:close/>
              </a:path>
              <a:path w="6441440" h="830579">
                <a:moveTo>
                  <a:pt x="5589771" y="555877"/>
                </a:moveTo>
                <a:lnTo>
                  <a:pt x="5569909" y="555877"/>
                </a:lnTo>
                <a:lnTo>
                  <a:pt x="5570751" y="570255"/>
                </a:lnTo>
                <a:lnTo>
                  <a:pt x="5570775" y="570652"/>
                </a:lnTo>
                <a:lnTo>
                  <a:pt x="5589771" y="570652"/>
                </a:lnTo>
                <a:lnTo>
                  <a:pt x="5589771" y="555877"/>
                </a:lnTo>
                <a:close/>
              </a:path>
              <a:path w="6441440" h="830579">
                <a:moveTo>
                  <a:pt x="5589771" y="487524"/>
                </a:moveTo>
                <a:lnTo>
                  <a:pt x="5570179" y="487524"/>
                </a:lnTo>
                <a:lnTo>
                  <a:pt x="5570179" y="535691"/>
                </a:lnTo>
                <a:lnTo>
                  <a:pt x="5569295" y="543430"/>
                </a:lnTo>
                <a:lnTo>
                  <a:pt x="5547792" y="554632"/>
                </a:lnTo>
                <a:lnTo>
                  <a:pt x="5589771" y="554632"/>
                </a:lnTo>
                <a:lnTo>
                  <a:pt x="5589771" y="487524"/>
                </a:lnTo>
                <a:close/>
              </a:path>
              <a:path w="6441440" h="830579">
                <a:moveTo>
                  <a:pt x="5637752" y="486442"/>
                </a:moveTo>
                <a:lnTo>
                  <a:pt x="5619081" y="495516"/>
                </a:lnTo>
                <a:lnTo>
                  <a:pt x="5607968" y="513520"/>
                </a:lnTo>
                <a:lnTo>
                  <a:pt x="5606344" y="538270"/>
                </a:lnTo>
                <a:lnTo>
                  <a:pt x="5614463" y="558637"/>
                </a:lnTo>
                <a:lnTo>
                  <a:pt x="5631185" y="570543"/>
                </a:lnTo>
                <a:lnTo>
                  <a:pt x="5646718" y="572275"/>
                </a:lnTo>
                <a:lnTo>
                  <a:pt x="5668943" y="567368"/>
                </a:lnTo>
                <a:lnTo>
                  <a:pt x="5679857" y="552468"/>
                </a:lnTo>
                <a:lnTo>
                  <a:pt x="5632665" y="552468"/>
                </a:lnTo>
                <a:lnTo>
                  <a:pt x="5628530" y="534446"/>
                </a:lnTo>
                <a:lnTo>
                  <a:pt x="5615545" y="534446"/>
                </a:lnTo>
                <a:lnTo>
                  <a:pt x="5615545" y="521241"/>
                </a:lnTo>
                <a:lnTo>
                  <a:pt x="5626151" y="521241"/>
                </a:lnTo>
                <a:lnTo>
                  <a:pt x="5630013" y="509064"/>
                </a:lnTo>
                <a:lnTo>
                  <a:pt x="5652995" y="502551"/>
                </a:lnTo>
                <a:lnTo>
                  <a:pt x="5674837" y="502551"/>
                </a:lnTo>
                <a:lnTo>
                  <a:pt x="5668816" y="493081"/>
                </a:lnTo>
                <a:lnTo>
                  <a:pt x="5637752" y="486442"/>
                </a:lnTo>
                <a:close/>
              </a:path>
              <a:path w="6441440" h="830579">
                <a:moveTo>
                  <a:pt x="5664577" y="546298"/>
                </a:moveTo>
                <a:lnTo>
                  <a:pt x="5663818" y="548354"/>
                </a:lnTo>
                <a:lnTo>
                  <a:pt x="5663711" y="548643"/>
                </a:lnTo>
                <a:lnTo>
                  <a:pt x="5632665" y="552468"/>
                </a:lnTo>
                <a:lnTo>
                  <a:pt x="5679857" y="552468"/>
                </a:lnTo>
                <a:lnTo>
                  <a:pt x="5682869" y="548354"/>
                </a:lnTo>
                <a:lnTo>
                  <a:pt x="5664577" y="546298"/>
                </a:lnTo>
                <a:close/>
              </a:path>
              <a:path w="6441440" h="830579">
                <a:moveTo>
                  <a:pt x="5626151" y="521241"/>
                </a:moveTo>
                <a:lnTo>
                  <a:pt x="5615545" y="521241"/>
                </a:lnTo>
                <a:lnTo>
                  <a:pt x="5615545" y="534446"/>
                </a:lnTo>
                <a:lnTo>
                  <a:pt x="5628530" y="534446"/>
                </a:lnTo>
                <a:lnTo>
                  <a:pt x="5625773" y="522431"/>
                </a:lnTo>
                <a:lnTo>
                  <a:pt x="5626151" y="521241"/>
                </a:lnTo>
                <a:close/>
              </a:path>
              <a:path w="6441440" h="830579">
                <a:moveTo>
                  <a:pt x="5674837" y="502551"/>
                </a:moveTo>
                <a:lnTo>
                  <a:pt x="5652995" y="502551"/>
                </a:lnTo>
                <a:lnTo>
                  <a:pt x="5664902" y="521241"/>
                </a:lnTo>
                <a:lnTo>
                  <a:pt x="5626151" y="521241"/>
                </a:lnTo>
                <a:lnTo>
                  <a:pt x="5625773" y="522431"/>
                </a:lnTo>
                <a:lnTo>
                  <a:pt x="5628530" y="534446"/>
                </a:lnTo>
                <a:lnTo>
                  <a:pt x="5683681" y="534446"/>
                </a:lnTo>
                <a:lnTo>
                  <a:pt x="5682671" y="514873"/>
                </a:lnTo>
                <a:lnTo>
                  <a:pt x="5674837" y="502551"/>
                </a:lnTo>
                <a:close/>
              </a:path>
              <a:path w="6441440" h="830579">
                <a:moveTo>
                  <a:pt x="5797291" y="557879"/>
                </a:moveTo>
                <a:lnTo>
                  <a:pt x="5783534" y="557879"/>
                </a:lnTo>
                <a:lnTo>
                  <a:pt x="5816222" y="572383"/>
                </a:lnTo>
                <a:lnTo>
                  <a:pt x="5832945" y="563598"/>
                </a:lnTo>
                <a:lnTo>
                  <a:pt x="5834471" y="560910"/>
                </a:lnTo>
                <a:lnTo>
                  <a:pt x="5802439" y="560910"/>
                </a:lnTo>
                <a:lnTo>
                  <a:pt x="5797291" y="557879"/>
                </a:lnTo>
                <a:close/>
              </a:path>
              <a:path w="6441440" h="830579">
                <a:moveTo>
                  <a:pt x="5783967" y="459815"/>
                </a:moveTo>
                <a:lnTo>
                  <a:pt x="5771195" y="459815"/>
                </a:lnTo>
                <a:lnTo>
                  <a:pt x="5771195" y="570652"/>
                </a:lnTo>
                <a:lnTo>
                  <a:pt x="5783534" y="570652"/>
                </a:lnTo>
                <a:lnTo>
                  <a:pt x="5783534" y="557879"/>
                </a:lnTo>
                <a:lnTo>
                  <a:pt x="5797291" y="557879"/>
                </a:lnTo>
                <a:lnTo>
                  <a:pt x="5791039" y="554199"/>
                </a:lnTo>
                <a:lnTo>
                  <a:pt x="5783750" y="529088"/>
                </a:lnTo>
                <a:lnTo>
                  <a:pt x="5790930" y="504464"/>
                </a:lnTo>
                <a:lnTo>
                  <a:pt x="5812975" y="497915"/>
                </a:lnTo>
                <a:lnTo>
                  <a:pt x="5834317" y="497915"/>
                </a:lnTo>
                <a:lnTo>
                  <a:pt x="5833735" y="497446"/>
                </a:lnTo>
                <a:lnTo>
                  <a:pt x="5787286" y="497446"/>
                </a:lnTo>
                <a:lnTo>
                  <a:pt x="5783967" y="459815"/>
                </a:lnTo>
                <a:close/>
              </a:path>
              <a:path w="6441440" h="830579">
                <a:moveTo>
                  <a:pt x="5834317" y="497915"/>
                </a:moveTo>
                <a:lnTo>
                  <a:pt x="5812975" y="497915"/>
                </a:lnTo>
                <a:lnTo>
                  <a:pt x="5827335" y="508559"/>
                </a:lnTo>
                <a:lnTo>
                  <a:pt x="5830888" y="540381"/>
                </a:lnTo>
                <a:lnTo>
                  <a:pt x="5817359" y="559503"/>
                </a:lnTo>
                <a:lnTo>
                  <a:pt x="5802439" y="560910"/>
                </a:lnTo>
                <a:lnTo>
                  <a:pt x="5834471" y="560910"/>
                </a:lnTo>
                <a:lnTo>
                  <a:pt x="5843083" y="545739"/>
                </a:lnTo>
                <a:lnTo>
                  <a:pt x="5844581" y="520573"/>
                </a:lnTo>
                <a:lnTo>
                  <a:pt x="5837094" y="500152"/>
                </a:lnTo>
                <a:lnTo>
                  <a:pt x="5834317" y="497915"/>
                </a:lnTo>
                <a:close/>
              </a:path>
              <a:path w="6441440" h="830579">
                <a:moveTo>
                  <a:pt x="5803666" y="486442"/>
                </a:moveTo>
                <a:lnTo>
                  <a:pt x="5787286" y="497446"/>
                </a:lnTo>
                <a:lnTo>
                  <a:pt x="5833735" y="497446"/>
                </a:lnTo>
                <a:lnTo>
                  <a:pt x="5822248" y="488192"/>
                </a:lnTo>
                <a:lnTo>
                  <a:pt x="5803666" y="486442"/>
                </a:lnTo>
                <a:close/>
              </a:path>
              <a:path w="6441440" h="830579">
                <a:moveTo>
                  <a:pt x="5876890" y="487524"/>
                </a:moveTo>
                <a:lnTo>
                  <a:pt x="5864117" y="487524"/>
                </a:lnTo>
                <a:lnTo>
                  <a:pt x="5865221" y="550375"/>
                </a:lnTo>
                <a:lnTo>
                  <a:pt x="5865272" y="553279"/>
                </a:lnTo>
                <a:lnTo>
                  <a:pt x="5881197" y="570652"/>
                </a:lnTo>
                <a:lnTo>
                  <a:pt x="5877600" y="570652"/>
                </a:lnTo>
                <a:lnTo>
                  <a:pt x="5902434" y="570273"/>
                </a:lnTo>
                <a:lnTo>
                  <a:pt x="5912925" y="559395"/>
                </a:lnTo>
                <a:lnTo>
                  <a:pt x="5889770" y="559395"/>
                </a:lnTo>
                <a:lnTo>
                  <a:pt x="5878586" y="550375"/>
                </a:lnTo>
                <a:lnTo>
                  <a:pt x="5876890" y="487524"/>
                </a:lnTo>
                <a:close/>
              </a:path>
              <a:path w="6441440" h="830579">
                <a:moveTo>
                  <a:pt x="5929277" y="556581"/>
                </a:moveTo>
                <a:lnTo>
                  <a:pt x="5915639" y="556581"/>
                </a:lnTo>
                <a:lnTo>
                  <a:pt x="5916482" y="570273"/>
                </a:lnTo>
                <a:lnTo>
                  <a:pt x="5916505" y="570652"/>
                </a:lnTo>
                <a:lnTo>
                  <a:pt x="5929277" y="570652"/>
                </a:lnTo>
                <a:lnTo>
                  <a:pt x="5929277" y="556581"/>
                </a:lnTo>
                <a:close/>
              </a:path>
              <a:path w="6441440" h="830579">
                <a:moveTo>
                  <a:pt x="5929277" y="487524"/>
                </a:moveTo>
                <a:lnTo>
                  <a:pt x="5916505" y="487524"/>
                </a:lnTo>
                <a:lnTo>
                  <a:pt x="5916505" y="536665"/>
                </a:lnTo>
                <a:lnTo>
                  <a:pt x="5910859" y="552846"/>
                </a:lnTo>
                <a:lnTo>
                  <a:pt x="5889770" y="559395"/>
                </a:lnTo>
                <a:lnTo>
                  <a:pt x="5912925" y="559395"/>
                </a:lnTo>
                <a:lnTo>
                  <a:pt x="5915639" y="556581"/>
                </a:lnTo>
                <a:lnTo>
                  <a:pt x="5929277" y="556581"/>
                </a:lnTo>
                <a:lnTo>
                  <a:pt x="5929277" y="487524"/>
                </a:lnTo>
                <a:close/>
              </a:path>
              <a:path w="6441440" h="830579">
                <a:moveTo>
                  <a:pt x="5971071" y="467608"/>
                </a:moveTo>
                <a:lnTo>
                  <a:pt x="5958299" y="467608"/>
                </a:lnTo>
                <a:lnTo>
                  <a:pt x="5958299" y="550303"/>
                </a:lnTo>
                <a:lnTo>
                  <a:pt x="5963927" y="565492"/>
                </a:lnTo>
                <a:lnTo>
                  <a:pt x="5985160" y="571554"/>
                </a:lnTo>
                <a:lnTo>
                  <a:pt x="5971071" y="467608"/>
                </a:lnTo>
                <a:close/>
              </a:path>
              <a:path w="6441440" h="830579">
                <a:moveTo>
                  <a:pt x="5958299" y="487524"/>
                </a:moveTo>
                <a:lnTo>
                  <a:pt x="5945743" y="487524"/>
                </a:lnTo>
                <a:lnTo>
                  <a:pt x="5945743" y="498348"/>
                </a:lnTo>
                <a:lnTo>
                  <a:pt x="5958299" y="498348"/>
                </a:lnTo>
                <a:lnTo>
                  <a:pt x="5958299" y="487524"/>
                </a:lnTo>
                <a:close/>
              </a:path>
              <a:path w="6441440" h="830579">
                <a:moveTo>
                  <a:pt x="5988822" y="487524"/>
                </a:moveTo>
                <a:lnTo>
                  <a:pt x="5973770" y="487524"/>
                </a:lnTo>
                <a:lnTo>
                  <a:pt x="5975238" y="498348"/>
                </a:lnTo>
                <a:lnTo>
                  <a:pt x="5988822" y="498348"/>
                </a:lnTo>
                <a:lnTo>
                  <a:pt x="5988822" y="487524"/>
                </a:lnTo>
                <a:close/>
              </a:path>
              <a:path w="6441440" h="830579">
                <a:moveTo>
                  <a:pt x="6026435" y="467608"/>
                </a:moveTo>
                <a:lnTo>
                  <a:pt x="6013663" y="467608"/>
                </a:lnTo>
                <a:lnTo>
                  <a:pt x="6013663" y="550303"/>
                </a:lnTo>
                <a:lnTo>
                  <a:pt x="6019291" y="565492"/>
                </a:lnTo>
                <a:lnTo>
                  <a:pt x="6040524" y="571554"/>
                </a:lnTo>
                <a:lnTo>
                  <a:pt x="6026435" y="467608"/>
                </a:lnTo>
                <a:close/>
              </a:path>
              <a:path w="6441440" h="830579">
                <a:moveTo>
                  <a:pt x="6013663" y="487524"/>
                </a:moveTo>
                <a:lnTo>
                  <a:pt x="6001107" y="487524"/>
                </a:lnTo>
                <a:lnTo>
                  <a:pt x="6001107" y="498348"/>
                </a:lnTo>
                <a:lnTo>
                  <a:pt x="6013663" y="498348"/>
                </a:lnTo>
                <a:lnTo>
                  <a:pt x="6013663" y="487524"/>
                </a:lnTo>
                <a:close/>
              </a:path>
              <a:path w="6441440" h="830579">
                <a:moveTo>
                  <a:pt x="6044186" y="487524"/>
                </a:moveTo>
                <a:lnTo>
                  <a:pt x="6029135" y="487524"/>
                </a:lnTo>
                <a:lnTo>
                  <a:pt x="6030602" y="498348"/>
                </a:lnTo>
                <a:lnTo>
                  <a:pt x="6044186" y="498348"/>
                </a:lnTo>
                <a:lnTo>
                  <a:pt x="6044186" y="487524"/>
                </a:lnTo>
                <a:close/>
              </a:path>
              <a:path w="6441440" h="830579">
                <a:moveTo>
                  <a:pt x="6088772" y="486442"/>
                </a:moveTo>
                <a:lnTo>
                  <a:pt x="6070894" y="495372"/>
                </a:lnTo>
                <a:lnTo>
                  <a:pt x="6060178" y="513303"/>
                </a:lnTo>
                <a:lnTo>
                  <a:pt x="6058609" y="538108"/>
                </a:lnTo>
                <a:lnTo>
                  <a:pt x="6066492" y="558457"/>
                </a:lnTo>
                <a:lnTo>
                  <a:pt x="6082187" y="570598"/>
                </a:lnTo>
                <a:lnTo>
                  <a:pt x="6096276" y="572383"/>
                </a:lnTo>
                <a:lnTo>
                  <a:pt x="6103781" y="572383"/>
                </a:lnTo>
                <a:lnTo>
                  <a:pt x="6121640" y="563454"/>
                </a:lnTo>
                <a:lnTo>
                  <a:pt x="6123167" y="560910"/>
                </a:lnTo>
                <a:lnTo>
                  <a:pt x="6090575" y="560910"/>
                </a:lnTo>
                <a:lnTo>
                  <a:pt x="6078525" y="553604"/>
                </a:lnTo>
                <a:lnTo>
                  <a:pt x="6071381" y="523965"/>
                </a:lnTo>
                <a:lnTo>
                  <a:pt x="6085885" y="499395"/>
                </a:lnTo>
                <a:lnTo>
                  <a:pt x="6124761" y="499395"/>
                </a:lnTo>
                <a:lnTo>
                  <a:pt x="6110347" y="488228"/>
                </a:lnTo>
                <a:lnTo>
                  <a:pt x="6088772" y="486442"/>
                </a:lnTo>
                <a:close/>
              </a:path>
              <a:path w="6441440" h="830579">
                <a:moveTo>
                  <a:pt x="6124761" y="499395"/>
                </a:moveTo>
                <a:lnTo>
                  <a:pt x="6106667" y="499395"/>
                </a:lnTo>
                <a:lnTo>
                  <a:pt x="6120287" y="518787"/>
                </a:lnTo>
                <a:lnTo>
                  <a:pt x="6114027" y="553604"/>
                </a:lnTo>
                <a:lnTo>
                  <a:pt x="6096276" y="560910"/>
                </a:lnTo>
                <a:lnTo>
                  <a:pt x="6123167" y="560910"/>
                </a:lnTo>
                <a:lnTo>
                  <a:pt x="6132355" y="545612"/>
                </a:lnTo>
                <a:lnTo>
                  <a:pt x="6133943" y="520862"/>
                </a:lnTo>
                <a:lnTo>
                  <a:pt x="6126041" y="500387"/>
                </a:lnTo>
                <a:lnTo>
                  <a:pt x="6124761" y="499395"/>
                </a:lnTo>
                <a:close/>
              </a:path>
              <a:path w="6441440" h="830579">
                <a:moveTo>
                  <a:pt x="6165785" y="487597"/>
                </a:moveTo>
                <a:lnTo>
                  <a:pt x="6153439" y="487597"/>
                </a:lnTo>
                <a:lnTo>
                  <a:pt x="6153439" y="570652"/>
                </a:lnTo>
                <a:lnTo>
                  <a:pt x="6166212" y="570652"/>
                </a:lnTo>
                <a:lnTo>
                  <a:pt x="6166212" y="520645"/>
                </a:lnTo>
                <a:lnTo>
                  <a:pt x="6170812" y="504915"/>
                </a:lnTo>
                <a:lnTo>
                  <a:pt x="6184981" y="500513"/>
                </a:lnTo>
                <a:lnTo>
                  <a:pt x="6166861" y="500513"/>
                </a:lnTo>
                <a:lnTo>
                  <a:pt x="6165797" y="487741"/>
                </a:lnTo>
                <a:lnTo>
                  <a:pt x="6165785" y="487597"/>
                </a:lnTo>
                <a:close/>
              </a:path>
              <a:path w="6441440" h="830579">
                <a:moveTo>
                  <a:pt x="6211441" y="497915"/>
                </a:moveTo>
                <a:lnTo>
                  <a:pt x="6193343" y="497915"/>
                </a:lnTo>
                <a:lnTo>
                  <a:pt x="6204781" y="507079"/>
                </a:lnTo>
                <a:lnTo>
                  <a:pt x="6206476" y="570652"/>
                </a:lnTo>
                <a:lnTo>
                  <a:pt x="6219248" y="570652"/>
                </a:lnTo>
                <a:lnTo>
                  <a:pt x="6218115" y="507079"/>
                </a:lnTo>
                <a:lnTo>
                  <a:pt x="6218076" y="504915"/>
                </a:lnTo>
                <a:lnTo>
                  <a:pt x="6211441" y="497915"/>
                </a:lnTo>
                <a:close/>
              </a:path>
              <a:path w="6441440" h="830579">
                <a:moveTo>
                  <a:pt x="6201660" y="487597"/>
                </a:moveTo>
                <a:lnTo>
                  <a:pt x="6179706" y="487741"/>
                </a:lnTo>
                <a:lnTo>
                  <a:pt x="6166861" y="500513"/>
                </a:lnTo>
                <a:lnTo>
                  <a:pt x="6184981" y="500513"/>
                </a:lnTo>
                <a:lnTo>
                  <a:pt x="6193343" y="497915"/>
                </a:lnTo>
                <a:lnTo>
                  <a:pt x="6211441" y="497915"/>
                </a:lnTo>
                <a:lnTo>
                  <a:pt x="6201660" y="487597"/>
                </a:lnTo>
                <a:close/>
              </a:path>
              <a:path w="6441440" h="830579">
                <a:moveTo>
                  <a:pt x="6333633" y="467608"/>
                </a:moveTo>
                <a:lnTo>
                  <a:pt x="6320861" y="467608"/>
                </a:lnTo>
                <a:lnTo>
                  <a:pt x="6320861" y="550303"/>
                </a:lnTo>
                <a:lnTo>
                  <a:pt x="6326489" y="565492"/>
                </a:lnTo>
                <a:lnTo>
                  <a:pt x="6347722" y="571554"/>
                </a:lnTo>
                <a:lnTo>
                  <a:pt x="6333633" y="467608"/>
                </a:lnTo>
                <a:close/>
              </a:path>
              <a:path w="6441440" h="830579">
                <a:moveTo>
                  <a:pt x="6320861" y="487524"/>
                </a:moveTo>
                <a:lnTo>
                  <a:pt x="6308305" y="487524"/>
                </a:lnTo>
                <a:lnTo>
                  <a:pt x="6308305" y="498348"/>
                </a:lnTo>
                <a:lnTo>
                  <a:pt x="6320861" y="498348"/>
                </a:lnTo>
                <a:lnTo>
                  <a:pt x="6320861" y="487524"/>
                </a:lnTo>
                <a:close/>
              </a:path>
              <a:path w="6441440" h="830579">
                <a:moveTo>
                  <a:pt x="6351384" y="487524"/>
                </a:moveTo>
                <a:lnTo>
                  <a:pt x="6336332" y="487524"/>
                </a:lnTo>
                <a:lnTo>
                  <a:pt x="6337800" y="498348"/>
                </a:lnTo>
                <a:lnTo>
                  <a:pt x="6351384" y="498348"/>
                </a:lnTo>
                <a:lnTo>
                  <a:pt x="6351384" y="487524"/>
                </a:lnTo>
                <a:close/>
              </a:path>
              <a:path w="6441440" h="830579">
                <a:moveTo>
                  <a:pt x="6395969" y="486442"/>
                </a:moveTo>
                <a:lnTo>
                  <a:pt x="6378092" y="495372"/>
                </a:lnTo>
                <a:lnTo>
                  <a:pt x="6367376" y="513303"/>
                </a:lnTo>
                <a:lnTo>
                  <a:pt x="6365807" y="538108"/>
                </a:lnTo>
                <a:lnTo>
                  <a:pt x="6373690" y="558457"/>
                </a:lnTo>
                <a:lnTo>
                  <a:pt x="6389385" y="570598"/>
                </a:lnTo>
                <a:lnTo>
                  <a:pt x="6403474" y="572383"/>
                </a:lnTo>
                <a:lnTo>
                  <a:pt x="6410978" y="572383"/>
                </a:lnTo>
                <a:lnTo>
                  <a:pt x="6428838" y="563454"/>
                </a:lnTo>
                <a:lnTo>
                  <a:pt x="6430366" y="560910"/>
                </a:lnTo>
                <a:lnTo>
                  <a:pt x="6397773" y="560910"/>
                </a:lnTo>
                <a:lnTo>
                  <a:pt x="6385723" y="553604"/>
                </a:lnTo>
                <a:lnTo>
                  <a:pt x="6378579" y="523965"/>
                </a:lnTo>
                <a:lnTo>
                  <a:pt x="6393083" y="499395"/>
                </a:lnTo>
                <a:lnTo>
                  <a:pt x="6431959" y="499395"/>
                </a:lnTo>
                <a:lnTo>
                  <a:pt x="6417545" y="488228"/>
                </a:lnTo>
                <a:lnTo>
                  <a:pt x="6395969" y="486442"/>
                </a:lnTo>
                <a:close/>
              </a:path>
              <a:path w="6441440" h="830579">
                <a:moveTo>
                  <a:pt x="6431959" y="499395"/>
                </a:moveTo>
                <a:lnTo>
                  <a:pt x="6413865" y="499395"/>
                </a:lnTo>
                <a:lnTo>
                  <a:pt x="6427485" y="518787"/>
                </a:lnTo>
                <a:lnTo>
                  <a:pt x="6421225" y="553604"/>
                </a:lnTo>
                <a:lnTo>
                  <a:pt x="6403474" y="560910"/>
                </a:lnTo>
                <a:lnTo>
                  <a:pt x="6430366" y="560910"/>
                </a:lnTo>
                <a:lnTo>
                  <a:pt x="6439554" y="545612"/>
                </a:lnTo>
                <a:lnTo>
                  <a:pt x="6441141" y="520862"/>
                </a:lnTo>
                <a:lnTo>
                  <a:pt x="6433240" y="500387"/>
                </a:lnTo>
                <a:lnTo>
                  <a:pt x="6431959" y="499395"/>
                </a:lnTo>
                <a:close/>
              </a:path>
              <a:path w="6441440" h="830579">
                <a:moveTo>
                  <a:pt x="161077" y="716124"/>
                </a:moveTo>
                <a:lnTo>
                  <a:pt x="148737" y="716124"/>
                </a:lnTo>
                <a:lnTo>
                  <a:pt x="148737" y="830424"/>
                </a:lnTo>
                <a:lnTo>
                  <a:pt x="161510" y="830424"/>
                </a:lnTo>
                <a:lnTo>
                  <a:pt x="161510" y="786479"/>
                </a:lnTo>
                <a:lnTo>
                  <a:pt x="174833" y="786479"/>
                </a:lnTo>
                <a:lnTo>
                  <a:pt x="168581" y="782799"/>
                </a:lnTo>
                <a:lnTo>
                  <a:pt x="161293" y="757688"/>
                </a:lnTo>
                <a:lnTo>
                  <a:pt x="168473" y="733064"/>
                </a:lnTo>
                <a:lnTo>
                  <a:pt x="190518" y="726515"/>
                </a:lnTo>
                <a:lnTo>
                  <a:pt x="211860" y="726515"/>
                </a:lnTo>
                <a:lnTo>
                  <a:pt x="211278" y="726046"/>
                </a:lnTo>
                <a:lnTo>
                  <a:pt x="164829" y="726046"/>
                </a:lnTo>
                <a:lnTo>
                  <a:pt x="161077" y="716124"/>
                </a:lnTo>
                <a:close/>
              </a:path>
              <a:path w="6441440" h="830579">
                <a:moveTo>
                  <a:pt x="174833" y="786479"/>
                </a:moveTo>
                <a:lnTo>
                  <a:pt x="161510" y="786479"/>
                </a:lnTo>
                <a:lnTo>
                  <a:pt x="193765" y="800983"/>
                </a:lnTo>
                <a:lnTo>
                  <a:pt x="210488" y="792198"/>
                </a:lnTo>
                <a:lnTo>
                  <a:pt x="212013" y="789510"/>
                </a:lnTo>
                <a:lnTo>
                  <a:pt x="179982" y="789510"/>
                </a:lnTo>
                <a:lnTo>
                  <a:pt x="174833" y="786479"/>
                </a:lnTo>
                <a:close/>
              </a:path>
              <a:path w="6441440" h="830579">
                <a:moveTo>
                  <a:pt x="211860" y="726515"/>
                </a:moveTo>
                <a:lnTo>
                  <a:pt x="190518" y="726515"/>
                </a:lnTo>
                <a:lnTo>
                  <a:pt x="204877" y="737159"/>
                </a:lnTo>
                <a:lnTo>
                  <a:pt x="208431" y="768981"/>
                </a:lnTo>
                <a:lnTo>
                  <a:pt x="194901" y="788103"/>
                </a:lnTo>
                <a:lnTo>
                  <a:pt x="179982" y="789510"/>
                </a:lnTo>
                <a:lnTo>
                  <a:pt x="212013" y="789510"/>
                </a:lnTo>
                <a:lnTo>
                  <a:pt x="220626" y="774339"/>
                </a:lnTo>
                <a:lnTo>
                  <a:pt x="222123" y="749173"/>
                </a:lnTo>
                <a:lnTo>
                  <a:pt x="214637" y="728752"/>
                </a:lnTo>
                <a:lnTo>
                  <a:pt x="211860" y="726515"/>
                </a:lnTo>
                <a:close/>
              </a:path>
              <a:path w="6441440" h="830579">
                <a:moveTo>
                  <a:pt x="181209" y="715042"/>
                </a:moveTo>
                <a:lnTo>
                  <a:pt x="164829" y="726046"/>
                </a:lnTo>
                <a:lnTo>
                  <a:pt x="211278" y="726046"/>
                </a:lnTo>
                <a:lnTo>
                  <a:pt x="199790" y="716792"/>
                </a:lnTo>
                <a:lnTo>
                  <a:pt x="181209" y="715042"/>
                </a:lnTo>
                <a:close/>
              </a:path>
              <a:path w="6441440" h="830579">
                <a:moveTo>
                  <a:pt x="253945" y="716124"/>
                </a:moveTo>
                <a:lnTo>
                  <a:pt x="241606" y="716124"/>
                </a:lnTo>
                <a:lnTo>
                  <a:pt x="241606" y="799252"/>
                </a:lnTo>
                <a:lnTo>
                  <a:pt x="254378" y="799252"/>
                </a:lnTo>
                <a:lnTo>
                  <a:pt x="255280" y="739558"/>
                </a:lnTo>
                <a:lnTo>
                  <a:pt x="272919" y="728680"/>
                </a:lnTo>
                <a:lnTo>
                  <a:pt x="254811" y="728680"/>
                </a:lnTo>
                <a:lnTo>
                  <a:pt x="253945" y="716124"/>
                </a:lnTo>
                <a:close/>
              </a:path>
              <a:path w="6441440" h="830579">
                <a:moveTo>
                  <a:pt x="271480" y="714825"/>
                </a:moveTo>
                <a:lnTo>
                  <a:pt x="254811" y="728680"/>
                </a:lnTo>
                <a:lnTo>
                  <a:pt x="272919" y="728680"/>
                </a:lnTo>
                <a:lnTo>
                  <a:pt x="275377" y="727165"/>
                </a:lnTo>
                <a:lnTo>
                  <a:pt x="283170" y="715042"/>
                </a:lnTo>
                <a:lnTo>
                  <a:pt x="271480" y="714825"/>
                </a:lnTo>
                <a:close/>
              </a:path>
              <a:path w="6441440" h="830579">
                <a:moveTo>
                  <a:pt x="322046" y="715042"/>
                </a:moveTo>
                <a:lnTo>
                  <a:pt x="304168" y="723972"/>
                </a:lnTo>
                <a:lnTo>
                  <a:pt x="293452" y="741903"/>
                </a:lnTo>
                <a:lnTo>
                  <a:pt x="291883" y="766708"/>
                </a:lnTo>
                <a:lnTo>
                  <a:pt x="299766" y="787057"/>
                </a:lnTo>
                <a:lnTo>
                  <a:pt x="315461" y="799197"/>
                </a:lnTo>
                <a:lnTo>
                  <a:pt x="329550" y="800983"/>
                </a:lnTo>
                <a:lnTo>
                  <a:pt x="337055" y="800983"/>
                </a:lnTo>
                <a:lnTo>
                  <a:pt x="354914" y="792054"/>
                </a:lnTo>
                <a:lnTo>
                  <a:pt x="356442" y="789510"/>
                </a:lnTo>
                <a:lnTo>
                  <a:pt x="323849" y="789510"/>
                </a:lnTo>
                <a:lnTo>
                  <a:pt x="311799" y="782204"/>
                </a:lnTo>
                <a:lnTo>
                  <a:pt x="304655" y="752565"/>
                </a:lnTo>
                <a:lnTo>
                  <a:pt x="319159" y="727995"/>
                </a:lnTo>
                <a:lnTo>
                  <a:pt x="358035" y="727995"/>
                </a:lnTo>
                <a:lnTo>
                  <a:pt x="343621" y="716828"/>
                </a:lnTo>
                <a:lnTo>
                  <a:pt x="322046" y="715042"/>
                </a:lnTo>
                <a:close/>
              </a:path>
              <a:path w="6441440" h="830579">
                <a:moveTo>
                  <a:pt x="358035" y="727995"/>
                </a:moveTo>
                <a:lnTo>
                  <a:pt x="339941" y="727995"/>
                </a:lnTo>
                <a:lnTo>
                  <a:pt x="353561" y="747387"/>
                </a:lnTo>
                <a:lnTo>
                  <a:pt x="347301" y="782204"/>
                </a:lnTo>
                <a:lnTo>
                  <a:pt x="329550" y="789510"/>
                </a:lnTo>
                <a:lnTo>
                  <a:pt x="356442" y="789510"/>
                </a:lnTo>
                <a:lnTo>
                  <a:pt x="365630" y="774212"/>
                </a:lnTo>
                <a:lnTo>
                  <a:pt x="367217" y="749462"/>
                </a:lnTo>
                <a:lnTo>
                  <a:pt x="359316" y="728987"/>
                </a:lnTo>
                <a:lnTo>
                  <a:pt x="358035" y="727995"/>
                </a:lnTo>
                <a:close/>
              </a:path>
              <a:path w="6441440" h="830579">
                <a:moveTo>
                  <a:pt x="412763" y="715042"/>
                </a:moveTo>
                <a:lnTo>
                  <a:pt x="394976" y="724206"/>
                </a:lnTo>
                <a:lnTo>
                  <a:pt x="384368" y="742228"/>
                </a:lnTo>
                <a:lnTo>
                  <a:pt x="382817" y="766419"/>
                </a:lnTo>
                <a:lnTo>
                  <a:pt x="390394" y="786714"/>
                </a:lnTo>
                <a:lnTo>
                  <a:pt x="405980" y="799143"/>
                </a:lnTo>
                <a:lnTo>
                  <a:pt x="420484" y="800983"/>
                </a:lnTo>
                <a:lnTo>
                  <a:pt x="441266" y="795265"/>
                </a:lnTo>
                <a:lnTo>
                  <a:pt x="444648" y="789510"/>
                </a:lnTo>
                <a:lnTo>
                  <a:pt x="415433" y="789510"/>
                </a:lnTo>
                <a:lnTo>
                  <a:pt x="400676" y="779227"/>
                </a:lnTo>
                <a:lnTo>
                  <a:pt x="396617" y="745944"/>
                </a:lnTo>
                <a:lnTo>
                  <a:pt x="411139" y="727814"/>
                </a:lnTo>
                <a:lnTo>
                  <a:pt x="446359" y="727814"/>
                </a:lnTo>
                <a:lnTo>
                  <a:pt x="440761" y="720454"/>
                </a:lnTo>
                <a:lnTo>
                  <a:pt x="412763" y="715042"/>
                </a:lnTo>
                <a:close/>
              </a:path>
              <a:path w="6441440" h="830579">
                <a:moveTo>
                  <a:pt x="453172" y="775006"/>
                </a:moveTo>
                <a:lnTo>
                  <a:pt x="440400" y="775006"/>
                </a:lnTo>
                <a:lnTo>
                  <a:pt x="439606" y="778037"/>
                </a:lnTo>
                <a:lnTo>
                  <a:pt x="415433" y="789510"/>
                </a:lnTo>
                <a:lnTo>
                  <a:pt x="444648" y="789510"/>
                </a:lnTo>
                <a:lnTo>
                  <a:pt x="453172" y="775006"/>
                </a:lnTo>
                <a:close/>
              </a:path>
              <a:path w="6441440" h="830579">
                <a:moveTo>
                  <a:pt x="446359" y="727814"/>
                </a:moveTo>
                <a:lnTo>
                  <a:pt x="411139" y="727814"/>
                </a:lnTo>
                <a:lnTo>
                  <a:pt x="430586" y="727995"/>
                </a:lnTo>
                <a:lnTo>
                  <a:pt x="440400" y="741019"/>
                </a:lnTo>
                <a:lnTo>
                  <a:pt x="453172" y="741019"/>
                </a:lnTo>
                <a:lnTo>
                  <a:pt x="452450" y="735824"/>
                </a:lnTo>
                <a:lnTo>
                  <a:pt x="446359" y="727814"/>
                </a:lnTo>
                <a:close/>
              </a:path>
              <a:path w="6441440" h="830579">
                <a:moveTo>
                  <a:pt x="497893" y="715042"/>
                </a:moveTo>
                <a:lnTo>
                  <a:pt x="480105" y="724206"/>
                </a:lnTo>
                <a:lnTo>
                  <a:pt x="469498" y="742318"/>
                </a:lnTo>
                <a:lnTo>
                  <a:pt x="467947" y="766852"/>
                </a:lnTo>
                <a:lnTo>
                  <a:pt x="475740" y="787129"/>
                </a:lnTo>
                <a:lnTo>
                  <a:pt x="491777" y="799216"/>
                </a:lnTo>
                <a:lnTo>
                  <a:pt x="506696" y="800983"/>
                </a:lnTo>
                <a:lnTo>
                  <a:pt x="526414" y="796618"/>
                </a:lnTo>
                <a:lnTo>
                  <a:pt x="532141" y="789510"/>
                </a:lnTo>
                <a:lnTo>
                  <a:pt x="501537" y="789510"/>
                </a:lnTo>
                <a:lnTo>
                  <a:pt x="486167" y="780580"/>
                </a:lnTo>
                <a:lnTo>
                  <a:pt x="483903" y="762018"/>
                </a:lnTo>
                <a:lnTo>
                  <a:pt x="477039" y="762018"/>
                </a:lnTo>
                <a:lnTo>
                  <a:pt x="477039" y="750977"/>
                </a:lnTo>
                <a:lnTo>
                  <a:pt x="482556" y="750977"/>
                </a:lnTo>
                <a:lnTo>
                  <a:pt x="481711" y="744050"/>
                </a:lnTo>
                <a:lnTo>
                  <a:pt x="500310" y="726515"/>
                </a:lnTo>
                <a:lnTo>
                  <a:pt x="529860" y="726515"/>
                </a:lnTo>
                <a:lnTo>
                  <a:pt x="526287" y="720995"/>
                </a:lnTo>
                <a:lnTo>
                  <a:pt x="497893" y="715042"/>
                </a:lnTo>
                <a:close/>
              </a:path>
              <a:path w="6441440" h="830579">
                <a:moveTo>
                  <a:pt x="527478" y="776522"/>
                </a:moveTo>
                <a:lnTo>
                  <a:pt x="526396" y="779408"/>
                </a:lnTo>
                <a:lnTo>
                  <a:pt x="501537" y="789510"/>
                </a:lnTo>
                <a:lnTo>
                  <a:pt x="532141" y="789510"/>
                </a:lnTo>
                <a:lnTo>
                  <a:pt x="539817" y="779985"/>
                </a:lnTo>
                <a:lnTo>
                  <a:pt x="527478" y="776522"/>
                </a:lnTo>
                <a:close/>
              </a:path>
              <a:path w="6441440" h="830579">
                <a:moveTo>
                  <a:pt x="482556" y="750977"/>
                </a:moveTo>
                <a:lnTo>
                  <a:pt x="477039" y="750977"/>
                </a:lnTo>
                <a:lnTo>
                  <a:pt x="477039" y="762018"/>
                </a:lnTo>
                <a:lnTo>
                  <a:pt x="483903" y="762018"/>
                </a:lnTo>
                <a:lnTo>
                  <a:pt x="482556" y="750977"/>
                </a:lnTo>
                <a:close/>
              </a:path>
              <a:path w="6441440" h="830579">
                <a:moveTo>
                  <a:pt x="529860" y="726515"/>
                </a:moveTo>
                <a:lnTo>
                  <a:pt x="500310" y="726515"/>
                </a:lnTo>
                <a:lnTo>
                  <a:pt x="520839" y="731837"/>
                </a:lnTo>
                <a:lnTo>
                  <a:pt x="528127" y="750977"/>
                </a:lnTo>
                <a:lnTo>
                  <a:pt x="482556" y="750977"/>
                </a:lnTo>
                <a:lnTo>
                  <a:pt x="483903" y="762018"/>
                </a:lnTo>
                <a:lnTo>
                  <a:pt x="541116" y="762018"/>
                </a:lnTo>
                <a:lnTo>
                  <a:pt x="540178" y="744050"/>
                </a:lnTo>
                <a:lnTo>
                  <a:pt x="540088" y="742318"/>
                </a:lnTo>
                <a:lnTo>
                  <a:pt x="529860" y="726515"/>
                </a:lnTo>
                <a:close/>
              </a:path>
              <a:path w="6441440" h="830579">
                <a:moveTo>
                  <a:pt x="586594" y="715042"/>
                </a:moveTo>
                <a:lnTo>
                  <a:pt x="568807" y="724206"/>
                </a:lnTo>
                <a:lnTo>
                  <a:pt x="558200" y="742318"/>
                </a:lnTo>
                <a:lnTo>
                  <a:pt x="556648" y="766852"/>
                </a:lnTo>
                <a:lnTo>
                  <a:pt x="564441" y="787129"/>
                </a:lnTo>
                <a:lnTo>
                  <a:pt x="580479" y="799216"/>
                </a:lnTo>
                <a:lnTo>
                  <a:pt x="595398" y="800983"/>
                </a:lnTo>
                <a:lnTo>
                  <a:pt x="615115" y="796618"/>
                </a:lnTo>
                <a:lnTo>
                  <a:pt x="620843" y="789510"/>
                </a:lnTo>
                <a:lnTo>
                  <a:pt x="590238" y="789510"/>
                </a:lnTo>
                <a:lnTo>
                  <a:pt x="574868" y="780580"/>
                </a:lnTo>
                <a:lnTo>
                  <a:pt x="572604" y="762018"/>
                </a:lnTo>
                <a:lnTo>
                  <a:pt x="565740" y="762018"/>
                </a:lnTo>
                <a:lnTo>
                  <a:pt x="565740" y="750977"/>
                </a:lnTo>
                <a:lnTo>
                  <a:pt x="571258" y="750977"/>
                </a:lnTo>
                <a:lnTo>
                  <a:pt x="570413" y="744050"/>
                </a:lnTo>
                <a:lnTo>
                  <a:pt x="589012" y="726515"/>
                </a:lnTo>
                <a:lnTo>
                  <a:pt x="618562" y="726515"/>
                </a:lnTo>
                <a:lnTo>
                  <a:pt x="614989" y="720995"/>
                </a:lnTo>
                <a:lnTo>
                  <a:pt x="586594" y="715042"/>
                </a:lnTo>
                <a:close/>
              </a:path>
              <a:path w="6441440" h="830579">
                <a:moveTo>
                  <a:pt x="616179" y="776522"/>
                </a:moveTo>
                <a:lnTo>
                  <a:pt x="615097" y="779408"/>
                </a:lnTo>
                <a:lnTo>
                  <a:pt x="590238" y="789510"/>
                </a:lnTo>
                <a:lnTo>
                  <a:pt x="620843" y="789510"/>
                </a:lnTo>
                <a:lnTo>
                  <a:pt x="628519" y="779985"/>
                </a:lnTo>
                <a:lnTo>
                  <a:pt x="616179" y="776522"/>
                </a:lnTo>
                <a:close/>
              </a:path>
              <a:path w="6441440" h="830579">
                <a:moveTo>
                  <a:pt x="571258" y="750977"/>
                </a:moveTo>
                <a:lnTo>
                  <a:pt x="565740" y="750977"/>
                </a:lnTo>
                <a:lnTo>
                  <a:pt x="565740" y="762018"/>
                </a:lnTo>
                <a:lnTo>
                  <a:pt x="572604" y="762018"/>
                </a:lnTo>
                <a:lnTo>
                  <a:pt x="571258" y="750977"/>
                </a:lnTo>
                <a:close/>
              </a:path>
              <a:path w="6441440" h="830579">
                <a:moveTo>
                  <a:pt x="618562" y="726515"/>
                </a:moveTo>
                <a:lnTo>
                  <a:pt x="589012" y="726515"/>
                </a:lnTo>
                <a:lnTo>
                  <a:pt x="609541" y="731837"/>
                </a:lnTo>
                <a:lnTo>
                  <a:pt x="616829" y="750977"/>
                </a:lnTo>
                <a:lnTo>
                  <a:pt x="571258" y="750977"/>
                </a:lnTo>
                <a:lnTo>
                  <a:pt x="572604" y="762018"/>
                </a:lnTo>
                <a:lnTo>
                  <a:pt x="629818" y="762018"/>
                </a:lnTo>
                <a:lnTo>
                  <a:pt x="628880" y="744050"/>
                </a:lnTo>
                <a:lnTo>
                  <a:pt x="628789" y="742318"/>
                </a:lnTo>
                <a:lnTo>
                  <a:pt x="618562" y="726515"/>
                </a:lnTo>
                <a:close/>
              </a:path>
              <a:path w="6441440" h="830579">
                <a:moveTo>
                  <a:pt x="673853" y="715042"/>
                </a:moveTo>
                <a:lnTo>
                  <a:pt x="657004" y="723791"/>
                </a:lnTo>
                <a:lnTo>
                  <a:pt x="646847" y="741596"/>
                </a:lnTo>
                <a:lnTo>
                  <a:pt x="645350" y="766708"/>
                </a:lnTo>
                <a:lnTo>
                  <a:pt x="652836" y="787219"/>
                </a:lnTo>
                <a:lnTo>
                  <a:pt x="667727" y="799252"/>
                </a:lnTo>
                <a:lnTo>
                  <a:pt x="680636" y="800983"/>
                </a:lnTo>
                <a:lnTo>
                  <a:pt x="685975" y="800983"/>
                </a:lnTo>
                <a:lnTo>
                  <a:pt x="701847" y="789510"/>
                </a:lnTo>
                <a:lnTo>
                  <a:pt x="677028" y="789510"/>
                </a:lnTo>
                <a:lnTo>
                  <a:pt x="662668" y="778614"/>
                </a:lnTo>
                <a:lnTo>
                  <a:pt x="659006" y="746575"/>
                </a:lnTo>
                <a:lnTo>
                  <a:pt x="672446" y="727904"/>
                </a:lnTo>
                <a:lnTo>
                  <a:pt x="702761" y="727904"/>
                </a:lnTo>
                <a:lnTo>
                  <a:pt x="673853" y="715042"/>
                </a:lnTo>
                <a:close/>
              </a:path>
              <a:path w="6441440" h="830579">
                <a:moveTo>
                  <a:pt x="718736" y="787995"/>
                </a:moveTo>
                <a:lnTo>
                  <a:pt x="703943" y="787995"/>
                </a:lnTo>
                <a:lnTo>
                  <a:pt x="706396" y="799252"/>
                </a:lnTo>
                <a:lnTo>
                  <a:pt x="718736" y="799252"/>
                </a:lnTo>
                <a:lnTo>
                  <a:pt x="718736" y="787995"/>
                </a:lnTo>
                <a:close/>
              </a:path>
              <a:path w="6441440" h="830579">
                <a:moveTo>
                  <a:pt x="702761" y="727904"/>
                </a:moveTo>
                <a:lnTo>
                  <a:pt x="691981" y="727904"/>
                </a:lnTo>
                <a:lnTo>
                  <a:pt x="705278" y="746052"/>
                </a:lnTo>
                <a:lnTo>
                  <a:pt x="698892" y="782799"/>
                </a:lnTo>
                <a:lnTo>
                  <a:pt x="682367" y="789510"/>
                </a:lnTo>
                <a:lnTo>
                  <a:pt x="701847" y="789510"/>
                </a:lnTo>
                <a:lnTo>
                  <a:pt x="703943" y="787995"/>
                </a:lnTo>
                <a:lnTo>
                  <a:pt x="718736" y="787995"/>
                </a:lnTo>
                <a:lnTo>
                  <a:pt x="718736" y="729329"/>
                </a:lnTo>
                <a:lnTo>
                  <a:pt x="705963" y="729329"/>
                </a:lnTo>
                <a:lnTo>
                  <a:pt x="702761" y="727904"/>
                </a:lnTo>
                <a:close/>
              </a:path>
              <a:path w="6441440" h="830579">
                <a:moveTo>
                  <a:pt x="718736" y="688415"/>
                </a:moveTo>
                <a:lnTo>
                  <a:pt x="705963" y="688415"/>
                </a:lnTo>
                <a:lnTo>
                  <a:pt x="705963" y="729329"/>
                </a:lnTo>
                <a:lnTo>
                  <a:pt x="718736" y="729329"/>
                </a:lnTo>
                <a:lnTo>
                  <a:pt x="718736" y="688415"/>
                </a:lnTo>
                <a:close/>
              </a:path>
              <a:path w="6441440" h="830579">
                <a:moveTo>
                  <a:pt x="758171" y="781591"/>
                </a:moveTo>
                <a:lnTo>
                  <a:pt x="743468" y="787706"/>
                </a:lnTo>
                <a:lnTo>
                  <a:pt x="753210" y="800118"/>
                </a:lnTo>
                <a:lnTo>
                  <a:pt x="758171" y="7815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143000" y="3860800"/>
            <a:ext cx="1625600" cy="3467100"/>
            <a:chOff x="1143000" y="38608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1143000" y="38608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67371" y="38850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5830" y="3913336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7030" y="39537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787900" y="3860800"/>
            <a:ext cx="1638300" cy="3467100"/>
            <a:chOff x="4787900" y="3860800"/>
            <a:chExt cx="16383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4787900" y="38608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12474" y="38850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1143" y="3913336"/>
              <a:ext cx="151952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57899" y="3953743"/>
              <a:ext cx="86010" cy="8485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2971800" y="3886200"/>
            <a:ext cx="1625600" cy="3467100"/>
            <a:chOff x="2971800" y="3886200"/>
            <a:chExt cx="1625600" cy="3467100"/>
          </a:xfrm>
        </p:grpSpPr>
        <p:sp>
          <p:nvSpPr>
            <p:cNvPr id="19" name="object 19" descr=""/>
            <p:cNvSpPr/>
            <p:nvPr/>
          </p:nvSpPr>
          <p:spPr>
            <a:xfrm>
              <a:off x="2971800" y="38862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96171" y="39104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4630" y="3938736"/>
              <a:ext cx="1507743" cy="332970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5830" y="3979143"/>
              <a:ext cx="85344" cy="84859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206500" y="42672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4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49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49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4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91165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8596"/>
            <a:ext cx="110266" cy="10100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551" y="1865005"/>
            <a:ext cx="6445497" cy="60456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930400" y="2857500"/>
            <a:ext cx="1638300" cy="3467100"/>
            <a:chOff x="1930400" y="2857500"/>
            <a:chExt cx="1638300" cy="3467100"/>
          </a:xfrm>
        </p:grpSpPr>
        <p:sp>
          <p:nvSpPr>
            <p:cNvPr id="8" name="object 8" descr=""/>
            <p:cNvSpPr/>
            <p:nvPr/>
          </p:nvSpPr>
          <p:spPr>
            <a:xfrm>
              <a:off x="1930400" y="28575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54974" y="28817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12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12" y="1444104"/>
                  </a:lnTo>
                  <a:lnTo>
                    <a:pt x="1613712" y="1239634"/>
                  </a:lnTo>
                  <a:close/>
                </a:path>
                <a:path w="1614170" h="3418840">
                  <a:moveTo>
                    <a:pt x="1613712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12" y="1040244"/>
                  </a:lnTo>
                  <a:lnTo>
                    <a:pt x="1613712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3643" y="2910036"/>
              <a:ext cx="1519523" cy="332970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0399" y="2950443"/>
              <a:ext cx="86010" cy="84859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3771900" y="2857500"/>
            <a:ext cx="1625600" cy="3467100"/>
            <a:chOff x="3771900" y="2857500"/>
            <a:chExt cx="1625600" cy="3467100"/>
          </a:xfrm>
        </p:grpSpPr>
        <p:sp>
          <p:nvSpPr>
            <p:cNvPr id="13" name="object 13" descr=""/>
            <p:cNvSpPr/>
            <p:nvPr/>
          </p:nvSpPr>
          <p:spPr>
            <a:xfrm>
              <a:off x="3771900" y="28575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96271" y="28817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4730" y="2910036"/>
              <a:ext cx="1507743" cy="332970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5930" y="2950443"/>
              <a:ext cx="85344" cy="8485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892550" y="5575300"/>
              <a:ext cx="1409700" cy="444500"/>
            </a:xfrm>
            <a:custGeom>
              <a:avLst/>
              <a:gdLst/>
              <a:ahLst/>
              <a:cxnLst/>
              <a:rect l="l" t="t" r="r" b="b"/>
              <a:pathLst>
                <a:path w="1409700" h="444500">
                  <a:moveTo>
                    <a:pt x="704850" y="0"/>
                  </a:moveTo>
                  <a:lnTo>
                    <a:pt x="636968" y="1017"/>
                  </a:lnTo>
                  <a:lnTo>
                    <a:pt x="570912" y="4007"/>
                  </a:lnTo>
                  <a:lnTo>
                    <a:pt x="506976" y="8877"/>
                  </a:lnTo>
                  <a:lnTo>
                    <a:pt x="444892" y="15594"/>
                  </a:lnTo>
                  <a:lnTo>
                    <a:pt x="445027" y="15594"/>
                  </a:lnTo>
                  <a:lnTo>
                    <a:pt x="386196" y="23963"/>
                  </a:lnTo>
                  <a:lnTo>
                    <a:pt x="330851" y="33832"/>
                  </a:lnTo>
                  <a:lnTo>
                    <a:pt x="278353" y="45288"/>
                  </a:lnTo>
                  <a:lnTo>
                    <a:pt x="229454" y="58159"/>
                  </a:lnTo>
                  <a:lnTo>
                    <a:pt x="184447" y="72350"/>
                  </a:lnTo>
                  <a:lnTo>
                    <a:pt x="143630" y="87769"/>
                  </a:lnTo>
                  <a:lnTo>
                    <a:pt x="107296" y="104322"/>
                  </a:lnTo>
                  <a:lnTo>
                    <a:pt x="49262" y="140459"/>
                  </a:lnTo>
                  <a:lnTo>
                    <a:pt x="12709" y="180017"/>
                  </a:lnTo>
                  <a:lnTo>
                    <a:pt x="0" y="222250"/>
                  </a:lnTo>
                  <a:lnTo>
                    <a:pt x="3226" y="243654"/>
                  </a:lnTo>
                  <a:lnTo>
                    <a:pt x="28153" y="284642"/>
                  </a:lnTo>
                  <a:lnTo>
                    <a:pt x="75742" y="322582"/>
                  </a:lnTo>
                  <a:lnTo>
                    <a:pt x="143630" y="356730"/>
                  </a:lnTo>
                  <a:lnTo>
                    <a:pt x="184447" y="372149"/>
                  </a:lnTo>
                  <a:lnTo>
                    <a:pt x="229454" y="386340"/>
                  </a:lnTo>
                  <a:lnTo>
                    <a:pt x="278353" y="399211"/>
                  </a:lnTo>
                  <a:lnTo>
                    <a:pt x="330851" y="410667"/>
                  </a:lnTo>
                  <a:lnTo>
                    <a:pt x="386651" y="420617"/>
                  </a:lnTo>
                  <a:lnTo>
                    <a:pt x="445458" y="428966"/>
                  </a:lnTo>
                  <a:lnTo>
                    <a:pt x="506976" y="435622"/>
                  </a:lnTo>
                  <a:lnTo>
                    <a:pt x="570912" y="440492"/>
                  </a:lnTo>
                  <a:lnTo>
                    <a:pt x="636968" y="443482"/>
                  </a:lnTo>
                  <a:lnTo>
                    <a:pt x="704850" y="444500"/>
                  </a:lnTo>
                  <a:lnTo>
                    <a:pt x="704850" y="431800"/>
                  </a:lnTo>
                  <a:lnTo>
                    <a:pt x="647332" y="431066"/>
                  </a:lnTo>
                  <a:lnTo>
                    <a:pt x="592716" y="428966"/>
                  </a:lnTo>
                  <a:lnTo>
                    <a:pt x="592073" y="428966"/>
                  </a:lnTo>
                  <a:lnTo>
                    <a:pt x="536408" y="425375"/>
                  </a:lnTo>
                  <a:lnTo>
                    <a:pt x="484251" y="420617"/>
                  </a:lnTo>
                  <a:lnTo>
                    <a:pt x="484044" y="420617"/>
                  </a:lnTo>
                  <a:lnTo>
                    <a:pt x="432169" y="414445"/>
                  </a:lnTo>
                  <a:lnTo>
                    <a:pt x="383006" y="407163"/>
                  </a:lnTo>
                  <a:lnTo>
                    <a:pt x="336054" y="398748"/>
                  </a:lnTo>
                  <a:lnTo>
                    <a:pt x="291493" y="389258"/>
                  </a:lnTo>
                  <a:lnTo>
                    <a:pt x="249503" y="378753"/>
                  </a:lnTo>
                  <a:lnTo>
                    <a:pt x="210264" y="367292"/>
                  </a:lnTo>
                  <a:lnTo>
                    <a:pt x="165432" y="351737"/>
                  </a:lnTo>
                  <a:lnTo>
                    <a:pt x="125748" y="335003"/>
                  </a:lnTo>
                  <a:lnTo>
                    <a:pt x="91501" y="317235"/>
                  </a:lnTo>
                  <a:lnTo>
                    <a:pt x="40649" y="279349"/>
                  </a:lnTo>
                  <a:lnTo>
                    <a:pt x="15731" y="241048"/>
                  </a:lnTo>
                  <a:lnTo>
                    <a:pt x="12700" y="222250"/>
                  </a:lnTo>
                  <a:lnTo>
                    <a:pt x="15731" y="203451"/>
                  </a:lnTo>
                  <a:lnTo>
                    <a:pt x="40649" y="165150"/>
                  </a:lnTo>
                  <a:lnTo>
                    <a:pt x="91501" y="127264"/>
                  </a:lnTo>
                  <a:lnTo>
                    <a:pt x="125748" y="109496"/>
                  </a:lnTo>
                  <a:lnTo>
                    <a:pt x="165432" y="92762"/>
                  </a:lnTo>
                  <a:lnTo>
                    <a:pt x="210264" y="77207"/>
                  </a:lnTo>
                  <a:lnTo>
                    <a:pt x="249503" y="65746"/>
                  </a:lnTo>
                  <a:lnTo>
                    <a:pt x="291493" y="55241"/>
                  </a:lnTo>
                  <a:lnTo>
                    <a:pt x="336054" y="45751"/>
                  </a:lnTo>
                  <a:lnTo>
                    <a:pt x="383006" y="37336"/>
                  </a:lnTo>
                  <a:lnTo>
                    <a:pt x="432169" y="30054"/>
                  </a:lnTo>
                  <a:lnTo>
                    <a:pt x="483363" y="23963"/>
                  </a:lnTo>
                  <a:lnTo>
                    <a:pt x="536408" y="19124"/>
                  </a:lnTo>
                  <a:lnTo>
                    <a:pt x="591125" y="15594"/>
                  </a:lnTo>
                  <a:lnTo>
                    <a:pt x="647332" y="13433"/>
                  </a:lnTo>
                  <a:lnTo>
                    <a:pt x="704850" y="12700"/>
                  </a:lnTo>
                  <a:lnTo>
                    <a:pt x="704850" y="0"/>
                  </a:lnTo>
                  <a:close/>
                </a:path>
                <a:path w="1409700" h="444500">
                  <a:moveTo>
                    <a:pt x="704850" y="0"/>
                  </a:moveTo>
                  <a:lnTo>
                    <a:pt x="704850" y="12700"/>
                  </a:lnTo>
                  <a:lnTo>
                    <a:pt x="762367" y="13433"/>
                  </a:lnTo>
                  <a:lnTo>
                    <a:pt x="818574" y="15594"/>
                  </a:lnTo>
                  <a:lnTo>
                    <a:pt x="873291" y="19124"/>
                  </a:lnTo>
                  <a:lnTo>
                    <a:pt x="926336" y="23963"/>
                  </a:lnTo>
                  <a:lnTo>
                    <a:pt x="977530" y="30054"/>
                  </a:lnTo>
                  <a:lnTo>
                    <a:pt x="1026693" y="37336"/>
                  </a:lnTo>
                  <a:lnTo>
                    <a:pt x="1073645" y="45751"/>
                  </a:lnTo>
                  <a:lnTo>
                    <a:pt x="1118206" y="55241"/>
                  </a:lnTo>
                  <a:lnTo>
                    <a:pt x="1160196" y="65746"/>
                  </a:lnTo>
                  <a:lnTo>
                    <a:pt x="1199435" y="77207"/>
                  </a:lnTo>
                  <a:lnTo>
                    <a:pt x="1244267" y="92762"/>
                  </a:lnTo>
                  <a:lnTo>
                    <a:pt x="1283951" y="109496"/>
                  </a:lnTo>
                  <a:lnTo>
                    <a:pt x="1318198" y="127264"/>
                  </a:lnTo>
                  <a:lnTo>
                    <a:pt x="1369050" y="165150"/>
                  </a:lnTo>
                  <a:lnTo>
                    <a:pt x="1393968" y="203451"/>
                  </a:lnTo>
                  <a:lnTo>
                    <a:pt x="1397000" y="222250"/>
                  </a:lnTo>
                  <a:lnTo>
                    <a:pt x="1393968" y="241048"/>
                  </a:lnTo>
                  <a:lnTo>
                    <a:pt x="1369050" y="279349"/>
                  </a:lnTo>
                  <a:lnTo>
                    <a:pt x="1318198" y="317235"/>
                  </a:lnTo>
                  <a:lnTo>
                    <a:pt x="1283951" y="335003"/>
                  </a:lnTo>
                  <a:lnTo>
                    <a:pt x="1244267" y="351737"/>
                  </a:lnTo>
                  <a:lnTo>
                    <a:pt x="1199435" y="367292"/>
                  </a:lnTo>
                  <a:lnTo>
                    <a:pt x="1160196" y="378753"/>
                  </a:lnTo>
                  <a:lnTo>
                    <a:pt x="1118206" y="389258"/>
                  </a:lnTo>
                  <a:lnTo>
                    <a:pt x="1073645" y="398748"/>
                  </a:lnTo>
                  <a:lnTo>
                    <a:pt x="1026693" y="407163"/>
                  </a:lnTo>
                  <a:lnTo>
                    <a:pt x="977530" y="414445"/>
                  </a:lnTo>
                  <a:lnTo>
                    <a:pt x="925655" y="420617"/>
                  </a:lnTo>
                  <a:lnTo>
                    <a:pt x="925448" y="420617"/>
                  </a:lnTo>
                  <a:lnTo>
                    <a:pt x="873291" y="425375"/>
                  </a:lnTo>
                  <a:lnTo>
                    <a:pt x="817626" y="428966"/>
                  </a:lnTo>
                  <a:lnTo>
                    <a:pt x="816983" y="428966"/>
                  </a:lnTo>
                  <a:lnTo>
                    <a:pt x="762367" y="431066"/>
                  </a:lnTo>
                  <a:lnTo>
                    <a:pt x="704850" y="431800"/>
                  </a:lnTo>
                  <a:lnTo>
                    <a:pt x="704850" y="444500"/>
                  </a:lnTo>
                  <a:lnTo>
                    <a:pt x="772731" y="443482"/>
                  </a:lnTo>
                  <a:lnTo>
                    <a:pt x="838787" y="440492"/>
                  </a:lnTo>
                  <a:lnTo>
                    <a:pt x="902723" y="435622"/>
                  </a:lnTo>
                  <a:lnTo>
                    <a:pt x="964241" y="428966"/>
                  </a:lnTo>
                  <a:lnTo>
                    <a:pt x="1023048" y="420617"/>
                  </a:lnTo>
                  <a:lnTo>
                    <a:pt x="1078848" y="410667"/>
                  </a:lnTo>
                  <a:lnTo>
                    <a:pt x="1131346" y="399211"/>
                  </a:lnTo>
                  <a:lnTo>
                    <a:pt x="1180245" y="386340"/>
                  </a:lnTo>
                  <a:lnTo>
                    <a:pt x="1225252" y="372149"/>
                  </a:lnTo>
                  <a:lnTo>
                    <a:pt x="1266069" y="356730"/>
                  </a:lnTo>
                  <a:lnTo>
                    <a:pt x="1302403" y="340177"/>
                  </a:lnTo>
                  <a:lnTo>
                    <a:pt x="1360437" y="304040"/>
                  </a:lnTo>
                  <a:lnTo>
                    <a:pt x="1396990" y="264482"/>
                  </a:lnTo>
                  <a:lnTo>
                    <a:pt x="1409699" y="222250"/>
                  </a:lnTo>
                  <a:lnTo>
                    <a:pt x="1406473" y="200845"/>
                  </a:lnTo>
                  <a:lnTo>
                    <a:pt x="1381546" y="159857"/>
                  </a:lnTo>
                  <a:lnTo>
                    <a:pt x="1333957" y="121917"/>
                  </a:lnTo>
                  <a:lnTo>
                    <a:pt x="1266069" y="87769"/>
                  </a:lnTo>
                  <a:lnTo>
                    <a:pt x="1225252" y="72350"/>
                  </a:lnTo>
                  <a:lnTo>
                    <a:pt x="1180245" y="58159"/>
                  </a:lnTo>
                  <a:lnTo>
                    <a:pt x="1131346" y="45288"/>
                  </a:lnTo>
                  <a:lnTo>
                    <a:pt x="1078848" y="33832"/>
                  </a:lnTo>
                  <a:lnTo>
                    <a:pt x="1023503" y="23963"/>
                  </a:lnTo>
                  <a:lnTo>
                    <a:pt x="964672" y="15594"/>
                  </a:lnTo>
                  <a:lnTo>
                    <a:pt x="964807" y="15594"/>
                  </a:lnTo>
                  <a:lnTo>
                    <a:pt x="902723" y="8877"/>
                  </a:lnTo>
                  <a:lnTo>
                    <a:pt x="838787" y="4007"/>
                  </a:lnTo>
                  <a:lnTo>
                    <a:pt x="772731" y="1017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61041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7060"/>
            <a:ext cx="119347" cy="10533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99551" y="1865005"/>
            <a:ext cx="6441440" cy="605155"/>
          </a:xfrm>
          <a:custGeom>
            <a:avLst/>
            <a:gdLst/>
            <a:ahLst/>
            <a:cxnLst/>
            <a:rect l="l" t="t" r="r" b="b"/>
            <a:pathLst>
              <a:path w="6441440" h="605155">
                <a:moveTo>
                  <a:pt x="18382" y="48220"/>
                </a:moveTo>
                <a:lnTo>
                  <a:pt x="0" y="63644"/>
                </a:lnTo>
                <a:lnTo>
                  <a:pt x="4293" y="87601"/>
                </a:lnTo>
                <a:lnTo>
                  <a:pt x="22748" y="95845"/>
                </a:lnTo>
                <a:lnTo>
                  <a:pt x="27149" y="95845"/>
                </a:lnTo>
                <a:lnTo>
                  <a:pt x="45478" y="80385"/>
                </a:lnTo>
                <a:lnTo>
                  <a:pt x="41184" y="56464"/>
                </a:lnTo>
                <a:lnTo>
                  <a:pt x="18382" y="48220"/>
                </a:lnTo>
                <a:close/>
              </a:path>
              <a:path w="6441440" h="605155">
                <a:moveTo>
                  <a:pt x="175560" y="7739"/>
                </a:moveTo>
                <a:lnTo>
                  <a:pt x="152472" y="30469"/>
                </a:lnTo>
                <a:lnTo>
                  <a:pt x="146535" y="69245"/>
                </a:lnTo>
                <a:lnTo>
                  <a:pt x="159981" y="102393"/>
                </a:lnTo>
                <a:lnTo>
                  <a:pt x="188170" y="117276"/>
                </a:lnTo>
                <a:lnTo>
                  <a:pt x="220211" y="111287"/>
                </a:lnTo>
                <a:lnTo>
                  <a:pt x="224223" y="105153"/>
                </a:lnTo>
                <a:lnTo>
                  <a:pt x="188353" y="105153"/>
                </a:lnTo>
                <a:lnTo>
                  <a:pt x="171413" y="96675"/>
                </a:lnTo>
                <a:lnTo>
                  <a:pt x="160716" y="78473"/>
                </a:lnTo>
                <a:lnTo>
                  <a:pt x="159128" y="51178"/>
                </a:lnTo>
                <a:lnTo>
                  <a:pt x="167102" y="29873"/>
                </a:lnTo>
                <a:lnTo>
                  <a:pt x="182273" y="18093"/>
                </a:lnTo>
                <a:lnTo>
                  <a:pt x="202279" y="16903"/>
                </a:lnTo>
                <a:lnTo>
                  <a:pt x="224643" y="16903"/>
                </a:lnTo>
                <a:lnTo>
                  <a:pt x="215755" y="7901"/>
                </a:lnTo>
                <a:lnTo>
                  <a:pt x="175560" y="7739"/>
                </a:lnTo>
                <a:close/>
              </a:path>
              <a:path w="6441440" h="605155">
                <a:moveTo>
                  <a:pt x="239658" y="81557"/>
                </a:moveTo>
                <a:lnTo>
                  <a:pt x="226236" y="81557"/>
                </a:lnTo>
                <a:lnTo>
                  <a:pt x="220121" y="94654"/>
                </a:lnTo>
                <a:lnTo>
                  <a:pt x="188353" y="105153"/>
                </a:lnTo>
                <a:lnTo>
                  <a:pt x="224223" y="105153"/>
                </a:lnTo>
                <a:lnTo>
                  <a:pt x="239658" y="81557"/>
                </a:lnTo>
                <a:close/>
              </a:path>
              <a:path w="6441440" h="605155">
                <a:moveTo>
                  <a:pt x="224643" y="16903"/>
                </a:moveTo>
                <a:lnTo>
                  <a:pt x="202279" y="16903"/>
                </a:lnTo>
                <a:lnTo>
                  <a:pt x="226236" y="39994"/>
                </a:lnTo>
                <a:lnTo>
                  <a:pt x="239658" y="39994"/>
                </a:lnTo>
                <a:lnTo>
                  <a:pt x="236808" y="29224"/>
                </a:lnTo>
                <a:lnTo>
                  <a:pt x="224643" y="16903"/>
                </a:lnTo>
                <a:close/>
              </a:path>
              <a:path w="6441440" h="605155">
                <a:moveTo>
                  <a:pt x="272387" y="5357"/>
                </a:moveTo>
                <a:lnTo>
                  <a:pt x="259614" y="5357"/>
                </a:lnTo>
                <a:lnTo>
                  <a:pt x="259614" y="116194"/>
                </a:lnTo>
                <a:lnTo>
                  <a:pt x="272387" y="116194"/>
                </a:lnTo>
                <a:lnTo>
                  <a:pt x="272387" y="5357"/>
                </a:lnTo>
                <a:close/>
              </a:path>
              <a:path w="6441440" h="605155">
                <a:moveTo>
                  <a:pt x="308552" y="33066"/>
                </a:moveTo>
                <a:lnTo>
                  <a:pt x="295780" y="33066"/>
                </a:lnTo>
                <a:lnTo>
                  <a:pt x="295780" y="116194"/>
                </a:lnTo>
                <a:lnTo>
                  <a:pt x="308552" y="116194"/>
                </a:lnTo>
                <a:lnTo>
                  <a:pt x="308552" y="33066"/>
                </a:lnTo>
                <a:close/>
              </a:path>
              <a:path w="6441440" h="605155">
                <a:moveTo>
                  <a:pt x="297638" y="2742"/>
                </a:moveTo>
                <a:lnTo>
                  <a:pt x="302274" y="19212"/>
                </a:lnTo>
                <a:lnTo>
                  <a:pt x="304763" y="19212"/>
                </a:lnTo>
                <a:lnTo>
                  <a:pt x="311366" y="8171"/>
                </a:lnTo>
                <a:lnTo>
                  <a:pt x="297638" y="2742"/>
                </a:lnTo>
                <a:close/>
              </a:path>
              <a:path w="6441440" h="605155">
                <a:moveTo>
                  <a:pt x="357994" y="31984"/>
                </a:moveTo>
                <a:lnTo>
                  <a:pt x="340207" y="41148"/>
                </a:lnTo>
                <a:lnTo>
                  <a:pt x="329600" y="59170"/>
                </a:lnTo>
                <a:lnTo>
                  <a:pt x="328048" y="83361"/>
                </a:lnTo>
                <a:lnTo>
                  <a:pt x="335625" y="103656"/>
                </a:lnTo>
                <a:lnTo>
                  <a:pt x="351211" y="116085"/>
                </a:lnTo>
                <a:lnTo>
                  <a:pt x="365715" y="117925"/>
                </a:lnTo>
                <a:lnTo>
                  <a:pt x="386497" y="112207"/>
                </a:lnTo>
                <a:lnTo>
                  <a:pt x="389879" y="106452"/>
                </a:lnTo>
                <a:lnTo>
                  <a:pt x="360664" y="106452"/>
                </a:lnTo>
                <a:lnTo>
                  <a:pt x="345908" y="96170"/>
                </a:lnTo>
                <a:lnTo>
                  <a:pt x="341849" y="62886"/>
                </a:lnTo>
                <a:lnTo>
                  <a:pt x="356371" y="44756"/>
                </a:lnTo>
                <a:lnTo>
                  <a:pt x="391590" y="44756"/>
                </a:lnTo>
                <a:lnTo>
                  <a:pt x="385992" y="37396"/>
                </a:lnTo>
                <a:lnTo>
                  <a:pt x="357994" y="31984"/>
                </a:lnTo>
                <a:close/>
              </a:path>
              <a:path w="6441440" h="605155">
                <a:moveTo>
                  <a:pt x="398403" y="91948"/>
                </a:moveTo>
                <a:lnTo>
                  <a:pt x="385631" y="91948"/>
                </a:lnTo>
                <a:lnTo>
                  <a:pt x="384837" y="94979"/>
                </a:lnTo>
                <a:lnTo>
                  <a:pt x="360664" y="106452"/>
                </a:lnTo>
                <a:lnTo>
                  <a:pt x="389879" y="106452"/>
                </a:lnTo>
                <a:lnTo>
                  <a:pt x="398403" y="91948"/>
                </a:lnTo>
                <a:close/>
              </a:path>
              <a:path w="6441440" h="605155">
                <a:moveTo>
                  <a:pt x="391590" y="44756"/>
                </a:moveTo>
                <a:lnTo>
                  <a:pt x="356371" y="44756"/>
                </a:lnTo>
                <a:lnTo>
                  <a:pt x="375818" y="44937"/>
                </a:lnTo>
                <a:lnTo>
                  <a:pt x="385631" y="57961"/>
                </a:lnTo>
                <a:lnTo>
                  <a:pt x="398403" y="57961"/>
                </a:lnTo>
                <a:lnTo>
                  <a:pt x="397682" y="52766"/>
                </a:lnTo>
                <a:lnTo>
                  <a:pt x="391590" y="44756"/>
                </a:lnTo>
                <a:close/>
              </a:path>
              <a:path w="6441440" h="605155">
                <a:moveTo>
                  <a:pt x="429847" y="5357"/>
                </a:moveTo>
                <a:lnTo>
                  <a:pt x="417075" y="5357"/>
                </a:lnTo>
                <a:lnTo>
                  <a:pt x="417075" y="116194"/>
                </a:lnTo>
                <a:lnTo>
                  <a:pt x="429847" y="116194"/>
                </a:lnTo>
                <a:lnTo>
                  <a:pt x="429847" y="85887"/>
                </a:lnTo>
                <a:lnTo>
                  <a:pt x="428981" y="85887"/>
                </a:lnTo>
                <a:lnTo>
                  <a:pt x="428969" y="85048"/>
                </a:lnTo>
                <a:lnTo>
                  <a:pt x="428853" y="76564"/>
                </a:lnTo>
                <a:lnTo>
                  <a:pt x="428764" y="70084"/>
                </a:lnTo>
                <a:lnTo>
                  <a:pt x="429847" y="69056"/>
                </a:lnTo>
                <a:lnTo>
                  <a:pt x="429847" y="5357"/>
                </a:lnTo>
                <a:close/>
              </a:path>
              <a:path w="6441440" h="605155">
                <a:moveTo>
                  <a:pt x="447736" y="67728"/>
                </a:moveTo>
                <a:lnTo>
                  <a:pt x="438609" y="76564"/>
                </a:lnTo>
                <a:lnTo>
                  <a:pt x="469895" y="116194"/>
                </a:lnTo>
                <a:lnTo>
                  <a:pt x="486131" y="116194"/>
                </a:lnTo>
                <a:lnTo>
                  <a:pt x="447736" y="67728"/>
                </a:lnTo>
                <a:close/>
              </a:path>
              <a:path w="6441440" h="605155">
                <a:moveTo>
                  <a:pt x="429847" y="69056"/>
                </a:moveTo>
                <a:lnTo>
                  <a:pt x="428764" y="70084"/>
                </a:lnTo>
                <a:lnTo>
                  <a:pt x="428853" y="76564"/>
                </a:lnTo>
                <a:lnTo>
                  <a:pt x="428969" y="85048"/>
                </a:lnTo>
                <a:lnTo>
                  <a:pt x="428981" y="85887"/>
                </a:lnTo>
                <a:lnTo>
                  <a:pt x="429847" y="85048"/>
                </a:lnTo>
                <a:lnTo>
                  <a:pt x="429847" y="69056"/>
                </a:lnTo>
                <a:close/>
              </a:path>
              <a:path w="6441440" h="605155">
                <a:moveTo>
                  <a:pt x="429847" y="85048"/>
                </a:moveTo>
                <a:lnTo>
                  <a:pt x="428981" y="85887"/>
                </a:lnTo>
                <a:lnTo>
                  <a:pt x="429847" y="85887"/>
                </a:lnTo>
                <a:lnTo>
                  <a:pt x="429847" y="85048"/>
                </a:lnTo>
                <a:close/>
              </a:path>
              <a:path w="6441440" h="605155">
                <a:moveTo>
                  <a:pt x="483533" y="33066"/>
                </a:moveTo>
                <a:lnTo>
                  <a:pt x="467730" y="33066"/>
                </a:lnTo>
                <a:lnTo>
                  <a:pt x="429847" y="69056"/>
                </a:lnTo>
                <a:lnTo>
                  <a:pt x="429847" y="85048"/>
                </a:lnTo>
                <a:lnTo>
                  <a:pt x="438609" y="76564"/>
                </a:lnTo>
                <a:lnTo>
                  <a:pt x="437423" y="75063"/>
                </a:lnTo>
                <a:lnTo>
                  <a:pt x="446515" y="66187"/>
                </a:lnTo>
                <a:lnTo>
                  <a:pt x="449326" y="66187"/>
                </a:lnTo>
                <a:lnTo>
                  <a:pt x="483533" y="33066"/>
                </a:lnTo>
                <a:close/>
              </a:path>
              <a:path w="6441440" h="605155">
                <a:moveTo>
                  <a:pt x="446515" y="66187"/>
                </a:moveTo>
                <a:lnTo>
                  <a:pt x="437423" y="75063"/>
                </a:lnTo>
                <a:lnTo>
                  <a:pt x="438609" y="76564"/>
                </a:lnTo>
                <a:lnTo>
                  <a:pt x="447736" y="67728"/>
                </a:lnTo>
                <a:lnTo>
                  <a:pt x="446515" y="66187"/>
                </a:lnTo>
                <a:close/>
              </a:path>
              <a:path w="6441440" h="605155">
                <a:moveTo>
                  <a:pt x="449326" y="66187"/>
                </a:moveTo>
                <a:lnTo>
                  <a:pt x="446515" y="66187"/>
                </a:lnTo>
                <a:lnTo>
                  <a:pt x="447736" y="67728"/>
                </a:lnTo>
                <a:lnTo>
                  <a:pt x="449326" y="66187"/>
                </a:lnTo>
                <a:close/>
              </a:path>
              <a:path w="6441440" h="605155">
                <a:moveTo>
                  <a:pt x="512744" y="33066"/>
                </a:moveTo>
                <a:lnTo>
                  <a:pt x="499972" y="33066"/>
                </a:lnTo>
                <a:lnTo>
                  <a:pt x="499972" y="116194"/>
                </a:lnTo>
                <a:lnTo>
                  <a:pt x="512744" y="116194"/>
                </a:lnTo>
                <a:lnTo>
                  <a:pt x="512744" y="33066"/>
                </a:lnTo>
                <a:close/>
              </a:path>
              <a:path w="6441440" h="605155">
                <a:moveTo>
                  <a:pt x="501830" y="2742"/>
                </a:moveTo>
                <a:lnTo>
                  <a:pt x="506466" y="19212"/>
                </a:lnTo>
                <a:lnTo>
                  <a:pt x="508956" y="19212"/>
                </a:lnTo>
                <a:lnTo>
                  <a:pt x="515558" y="8171"/>
                </a:lnTo>
                <a:lnTo>
                  <a:pt x="501830" y="2742"/>
                </a:lnTo>
                <a:close/>
              </a:path>
              <a:path w="6441440" h="605155">
                <a:moveTo>
                  <a:pt x="548482" y="33139"/>
                </a:moveTo>
                <a:lnTo>
                  <a:pt x="536137" y="33139"/>
                </a:lnTo>
                <a:lnTo>
                  <a:pt x="536137" y="116194"/>
                </a:lnTo>
                <a:lnTo>
                  <a:pt x="548909" y="116194"/>
                </a:lnTo>
                <a:lnTo>
                  <a:pt x="548909" y="66187"/>
                </a:lnTo>
                <a:lnTo>
                  <a:pt x="553509" y="50457"/>
                </a:lnTo>
                <a:lnTo>
                  <a:pt x="567679" y="46055"/>
                </a:lnTo>
                <a:lnTo>
                  <a:pt x="549559" y="46055"/>
                </a:lnTo>
                <a:lnTo>
                  <a:pt x="548494" y="33283"/>
                </a:lnTo>
                <a:lnTo>
                  <a:pt x="548482" y="33139"/>
                </a:lnTo>
                <a:close/>
              </a:path>
              <a:path w="6441440" h="605155">
                <a:moveTo>
                  <a:pt x="594139" y="43457"/>
                </a:moveTo>
                <a:lnTo>
                  <a:pt x="576041" y="43457"/>
                </a:lnTo>
                <a:lnTo>
                  <a:pt x="587478" y="52621"/>
                </a:lnTo>
                <a:lnTo>
                  <a:pt x="589174" y="116194"/>
                </a:lnTo>
                <a:lnTo>
                  <a:pt x="601946" y="116194"/>
                </a:lnTo>
                <a:lnTo>
                  <a:pt x="600812" y="52621"/>
                </a:lnTo>
                <a:lnTo>
                  <a:pt x="600774" y="50457"/>
                </a:lnTo>
                <a:lnTo>
                  <a:pt x="594139" y="43457"/>
                </a:lnTo>
                <a:close/>
              </a:path>
              <a:path w="6441440" h="605155">
                <a:moveTo>
                  <a:pt x="584357" y="33139"/>
                </a:moveTo>
                <a:lnTo>
                  <a:pt x="562403" y="33283"/>
                </a:lnTo>
                <a:lnTo>
                  <a:pt x="549559" y="46055"/>
                </a:lnTo>
                <a:lnTo>
                  <a:pt x="567679" y="46055"/>
                </a:lnTo>
                <a:lnTo>
                  <a:pt x="576041" y="43457"/>
                </a:lnTo>
                <a:lnTo>
                  <a:pt x="594139" y="43457"/>
                </a:lnTo>
                <a:lnTo>
                  <a:pt x="584357" y="33139"/>
                </a:lnTo>
                <a:close/>
              </a:path>
              <a:path w="6441440" h="605155">
                <a:moveTo>
                  <a:pt x="637642" y="128533"/>
                </a:moveTo>
                <a:lnTo>
                  <a:pt x="624852" y="132429"/>
                </a:lnTo>
                <a:lnTo>
                  <a:pt x="658839" y="149098"/>
                </a:lnTo>
                <a:lnTo>
                  <a:pt x="682363" y="143813"/>
                </a:lnTo>
                <a:lnTo>
                  <a:pt x="687606" y="137841"/>
                </a:lnTo>
                <a:lnTo>
                  <a:pt x="653824" y="137841"/>
                </a:lnTo>
                <a:lnTo>
                  <a:pt x="637642" y="128533"/>
                </a:lnTo>
                <a:close/>
              </a:path>
              <a:path w="6441440" h="605155">
                <a:moveTo>
                  <a:pt x="693601" y="104215"/>
                </a:moveTo>
                <a:lnTo>
                  <a:pt x="678647" y="104215"/>
                </a:lnTo>
                <a:lnTo>
                  <a:pt x="682002" y="124636"/>
                </a:lnTo>
                <a:lnTo>
                  <a:pt x="671088" y="136218"/>
                </a:lnTo>
                <a:lnTo>
                  <a:pt x="653824" y="137841"/>
                </a:lnTo>
                <a:lnTo>
                  <a:pt x="687606" y="137841"/>
                </a:lnTo>
                <a:lnTo>
                  <a:pt x="693151" y="131527"/>
                </a:lnTo>
                <a:lnTo>
                  <a:pt x="693601" y="104215"/>
                </a:lnTo>
                <a:close/>
              </a:path>
              <a:path w="6441440" h="605155">
                <a:moveTo>
                  <a:pt x="649891" y="31984"/>
                </a:moveTo>
                <a:lnTo>
                  <a:pt x="633042" y="40697"/>
                </a:lnTo>
                <a:lnTo>
                  <a:pt x="622886" y="58268"/>
                </a:lnTo>
                <a:lnTo>
                  <a:pt x="621388" y="82856"/>
                </a:lnTo>
                <a:lnTo>
                  <a:pt x="629091" y="102339"/>
                </a:lnTo>
                <a:lnTo>
                  <a:pt x="643938" y="113307"/>
                </a:lnTo>
                <a:lnTo>
                  <a:pt x="662086" y="114895"/>
                </a:lnTo>
                <a:lnTo>
                  <a:pt x="678647" y="104215"/>
                </a:lnTo>
                <a:lnTo>
                  <a:pt x="693601" y="104215"/>
                </a:lnTo>
                <a:lnTo>
                  <a:pt x="693614" y="103421"/>
                </a:lnTo>
                <a:lnTo>
                  <a:pt x="653066" y="103421"/>
                </a:lnTo>
                <a:lnTo>
                  <a:pt x="638707" y="93698"/>
                </a:lnTo>
                <a:lnTo>
                  <a:pt x="635045" y="63229"/>
                </a:lnTo>
                <a:lnTo>
                  <a:pt x="648484" y="44828"/>
                </a:lnTo>
                <a:lnTo>
                  <a:pt x="679148" y="44828"/>
                </a:lnTo>
                <a:lnTo>
                  <a:pt x="649891" y="31984"/>
                </a:lnTo>
                <a:close/>
              </a:path>
              <a:path w="6441440" h="605155">
                <a:moveTo>
                  <a:pt x="679148" y="44828"/>
                </a:moveTo>
                <a:lnTo>
                  <a:pt x="668021" y="44828"/>
                </a:lnTo>
                <a:lnTo>
                  <a:pt x="681317" y="62706"/>
                </a:lnTo>
                <a:lnTo>
                  <a:pt x="677676" y="93698"/>
                </a:lnTo>
                <a:lnTo>
                  <a:pt x="677618" y="94185"/>
                </a:lnTo>
                <a:lnTo>
                  <a:pt x="658406" y="103421"/>
                </a:lnTo>
                <a:lnTo>
                  <a:pt x="693614" y="103421"/>
                </a:lnTo>
                <a:lnTo>
                  <a:pt x="694557" y="46271"/>
                </a:lnTo>
                <a:lnTo>
                  <a:pt x="682435" y="46271"/>
                </a:lnTo>
                <a:lnTo>
                  <a:pt x="679148" y="44828"/>
                </a:lnTo>
                <a:close/>
              </a:path>
              <a:path w="6441440" h="605155">
                <a:moveTo>
                  <a:pt x="694774" y="33066"/>
                </a:moveTo>
                <a:lnTo>
                  <a:pt x="682435" y="33066"/>
                </a:lnTo>
                <a:lnTo>
                  <a:pt x="682435" y="46271"/>
                </a:lnTo>
                <a:lnTo>
                  <a:pt x="694557" y="46271"/>
                </a:lnTo>
                <a:lnTo>
                  <a:pt x="694648" y="40697"/>
                </a:lnTo>
                <a:lnTo>
                  <a:pt x="694774" y="33066"/>
                </a:lnTo>
                <a:close/>
              </a:path>
              <a:path w="6441440" h="605155">
                <a:moveTo>
                  <a:pt x="810599" y="31984"/>
                </a:moveTo>
                <a:lnTo>
                  <a:pt x="792721" y="40914"/>
                </a:lnTo>
                <a:lnTo>
                  <a:pt x="782006" y="58845"/>
                </a:lnTo>
                <a:lnTo>
                  <a:pt x="780436" y="83650"/>
                </a:lnTo>
                <a:lnTo>
                  <a:pt x="788320" y="103999"/>
                </a:lnTo>
                <a:lnTo>
                  <a:pt x="804014" y="116140"/>
                </a:lnTo>
                <a:lnTo>
                  <a:pt x="818103" y="117925"/>
                </a:lnTo>
                <a:lnTo>
                  <a:pt x="825608" y="117925"/>
                </a:lnTo>
                <a:lnTo>
                  <a:pt x="843467" y="108996"/>
                </a:lnTo>
                <a:lnTo>
                  <a:pt x="844995" y="106452"/>
                </a:lnTo>
                <a:lnTo>
                  <a:pt x="812403" y="106452"/>
                </a:lnTo>
                <a:lnTo>
                  <a:pt x="800352" y="99146"/>
                </a:lnTo>
                <a:lnTo>
                  <a:pt x="793208" y="69507"/>
                </a:lnTo>
                <a:lnTo>
                  <a:pt x="807712" y="44937"/>
                </a:lnTo>
                <a:lnTo>
                  <a:pt x="846588" y="44937"/>
                </a:lnTo>
                <a:lnTo>
                  <a:pt x="832174" y="33770"/>
                </a:lnTo>
                <a:lnTo>
                  <a:pt x="810599" y="31984"/>
                </a:lnTo>
                <a:close/>
              </a:path>
              <a:path w="6441440" h="605155">
                <a:moveTo>
                  <a:pt x="846588" y="44937"/>
                </a:moveTo>
                <a:lnTo>
                  <a:pt x="828494" y="44937"/>
                </a:lnTo>
                <a:lnTo>
                  <a:pt x="842114" y="64329"/>
                </a:lnTo>
                <a:lnTo>
                  <a:pt x="835854" y="99146"/>
                </a:lnTo>
                <a:lnTo>
                  <a:pt x="818103" y="106452"/>
                </a:lnTo>
                <a:lnTo>
                  <a:pt x="844995" y="106452"/>
                </a:lnTo>
                <a:lnTo>
                  <a:pt x="854183" y="91154"/>
                </a:lnTo>
                <a:lnTo>
                  <a:pt x="855770" y="66404"/>
                </a:lnTo>
                <a:lnTo>
                  <a:pt x="847869" y="45929"/>
                </a:lnTo>
                <a:lnTo>
                  <a:pt x="846588" y="44937"/>
                </a:lnTo>
                <a:close/>
              </a:path>
              <a:path w="6441440" h="605155">
                <a:moveTo>
                  <a:pt x="887612" y="33139"/>
                </a:moveTo>
                <a:lnTo>
                  <a:pt x="875267" y="33139"/>
                </a:lnTo>
                <a:lnTo>
                  <a:pt x="875267" y="116194"/>
                </a:lnTo>
                <a:lnTo>
                  <a:pt x="888039" y="116194"/>
                </a:lnTo>
                <a:lnTo>
                  <a:pt x="888039" y="66187"/>
                </a:lnTo>
                <a:lnTo>
                  <a:pt x="892639" y="50457"/>
                </a:lnTo>
                <a:lnTo>
                  <a:pt x="906808" y="46055"/>
                </a:lnTo>
                <a:lnTo>
                  <a:pt x="888688" y="46055"/>
                </a:lnTo>
                <a:lnTo>
                  <a:pt x="887624" y="33283"/>
                </a:lnTo>
                <a:lnTo>
                  <a:pt x="887612" y="33139"/>
                </a:lnTo>
                <a:close/>
              </a:path>
              <a:path w="6441440" h="605155">
                <a:moveTo>
                  <a:pt x="933268" y="43457"/>
                </a:moveTo>
                <a:lnTo>
                  <a:pt x="915171" y="43457"/>
                </a:lnTo>
                <a:lnTo>
                  <a:pt x="926608" y="52621"/>
                </a:lnTo>
                <a:lnTo>
                  <a:pt x="928304" y="116194"/>
                </a:lnTo>
                <a:lnTo>
                  <a:pt x="941076" y="116194"/>
                </a:lnTo>
                <a:lnTo>
                  <a:pt x="939942" y="52621"/>
                </a:lnTo>
                <a:lnTo>
                  <a:pt x="939903" y="50457"/>
                </a:lnTo>
                <a:lnTo>
                  <a:pt x="933268" y="43457"/>
                </a:lnTo>
                <a:close/>
              </a:path>
              <a:path w="6441440" h="605155">
                <a:moveTo>
                  <a:pt x="923487" y="33139"/>
                </a:moveTo>
                <a:lnTo>
                  <a:pt x="901533" y="33283"/>
                </a:lnTo>
                <a:lnTo>
                  <a:pt x="888688" y="46055"/>
                </a:lnTo>
                <a:lnTo>
                  <a:pt x="906808" y="46055"/>
                </a:lnTo>
                <a:lnTo>
                  <a:pt x="915171" y="43457"/>
                </a:lnTo>
                <a:lnTo>
                  <a:pt x="933268" y="43457"/>
                </a:lnTo>
                <a:lnTo>
                  <a:pt x="923487" y="33139"/>
                </a:lnTo>
                <a:close/>
              </a:path>
              <a:path w="6441440" h="605155">
                <a:moveTo>
                  <a:pt x="1048994" y="13150"/>
                </a:moveTo>
                <a:lnTo>
                  <a:pt x="1036222" y="13150"/>
                </a:lnTo>
                <a:lnTo>
                  <a:pt x="1036222" y="95845"/>
                </a:lnTo>
                <a:lnTo>
                  <a:pt x="1041850" y="111034"/>
                </a:lnTo>
                <a:lnTo>
                  <a:pt x="1063083" y="117096"/>
                </a:lnTo>
                <a:lnTo>
                  <a:pt x="1048994" y="13150"/>
                </a:lnTo>
                <a:close/>
              </a:path>
              <a:path w="6441440" h="605155">
                <a:moveTo>
                  <a:pt x="1036222" y="33066"/>
                </a:moveTo>
                <a:lnTo>
                  <a:pt x="1023666" y="33066"/>
                </a:lnTo>
                <a:lnTo>
                  <a:pt x="1023666" y="43890"/>
                </a:lnTo>
                <a:lnTo>
                  <a:pt x="1036222" y="43890"/>
                </a:lnTo>
                <a:lnTo>
                  <a:pt x="1036222" y="33066"/>
                </a:lnTo>
                <a:close/>
              </a:path>
              <a:path w="6441440" h="605155">
                <a:moveTo>
                  <a:pt x="1066745" y="33066"/>
                </a:moveTo>
                <a:lnTo>
                  <a:pt x="1051694" y="33066"/>
                </a:lnTo>
                <a:lnTo>
                  <a:pt x="1053161" y="43890"/>
                </a:lnTo>
                <a:lnTo>
                  <a:pt x="1066745" y="43890"/>
                </a:lnTo>
                <a:lnTo>
                  <a:pt x="1066745" y="33066"/>
                </a:lnTo>
                <a:close/>
              </a:path>
              <a:path w="6441440" h="605155">
                <a:moveTo>
                  <a:pt x="1100516" y="5357"/>
                </a:moveTo>
                <a:lnTo>
                  <a:pt x="1087744" y="5357"/>
                </a:lnTo>
                <a:lnTo>
                  <a:pt x="1087744" y="116194"/>
                </a:lnTo>
                <a:lnTo>
                  <a:pt x="1100516" y="116194"/>
                </a:lnTo>
                <a:lnTo>
                  <a:pt x="1100516" y="66187"/>
                </a:lnTo>
                <a:lnTo>
                  <a:pt x="1105242" y="50457"/>
                </a:lnTo>
                <a:lnTo>
                  <a:pt x="1119809" y="46055"/>
                </a:lnTo>
                <a:lnTo>
                  <a:pt x="1101598" y="46055"/>
                </a:lnTo>
                <a:lnTo>
                  <a:pt x="1100516" y="5357"/>
                </a:lnTo>
                <a:close/>
              </a:path>
              <a:path w="6441440" h="605155">
                <a:moveTo>
                  <a:pt x="1149134" y="43457"/>
                </a:moveTo>
                <a:lnTo>
                  <a:pt x="1128405" y="43457"/>
                </a:lnTo>
                <a:lnTo>
                  <a:pt x="1139933" y="52531"/>
                </a:lnTo>
                <a:lnTo>
                  <a:pt x="1141647" y="116194"/>
                </a:lnTo>
                <a:lnTo>
                  <a:pt x="1154419" y="116194"/>
                </a:lnTo>
                <a:lnTo>
                  <a:pt x="1154419" y="63373"/>
                </a:lnTo>
                <a:lnTo>
                  <a:pt x="1149134" y="43457"/>
                </a:lnTo>
                <a:close/>
              </a:path>
              <a:path w="6441440" h="605155">
                <a:moveTo>
                  <a:pt x="1136686" y="33120"/>
                </a:moveTo>
                <a:lnTo>
                  <a:pt x="1114298" y="33265"/>
                </a:lnTo>
                <a:lnTo>
                  <a:pt x="1101598" y="46055"/>
                </a:lnTo>
                <a:lnTo>
                  <a:pt x="1119809" y="46055"/>
                </a:lnTo>
                <a:lnTo>
                  <a:pt x="1128405" y="43457"/>
                </a:lnTo>
                <a:lnTo>
                  <a:pt x="1149134" y="43457"/>
                </a:lnTo>
                <a:lnTo>
                  <a:pt x="1148502" y="41076"/>
                </a:lnTo>
                <a:lnTo>
                  <a:pt x="1136686" y="33120"/>
                </a:lnTo>
                <a:close/>
              </a:path>
              <a:path w="6441440" h="605155">
                <a:moveTo>
                  <a:pt x="1203834" y="31984"/>
                </a:moveTo>
                <a:lnTo>
                  <a:pt x="1186047" y="41148"/>
                </a:lnTo>
                <a:lnTo>
                  <a:pt x="1175440" y="59260"/>
                </a:lnTo>
                <a:lnTo>
                  <a:pt x="1173888" y="83794"/>
                </a:lnTo>
                <a:lnTo>
                  <a:pt x="1181681" y="104071"/>
                </a:lnTo>
                <a:lnTo>
                  <a:pt x="1197719" y="116158"/>
                </a:lnTo>
                <a:lnTo>
                  <a:pt x="1212638" y="117925"/>
                </a:lnTo>
                <a:lnTo>
                  <a:pt x="1232355" y="113560"/>
                </a:lnTo>
                <a:lnTo>
                  <a:pt x="1238083" y="106452"/>
                </a:lnTo>
                <a:lnTo>
                  <a:pt x="1207478" y="106452"/>
                </a:lnTo>
                <a:lnTo>
                  <a:pt x="1192108" y="97523"/>
                </a:lnTo>
                <a:lnTo>
                  <a:pt x="1189844" y="78960"/>
                </a:lnTo>
                <a:lnTo>
                  <a:pt x="1182980" y="78960"/>
                </a:lnTo>
                <a:lnTo>
                  <a:pt x="1182980" y="67919"/>
                </a:lnTo>
                <a:lnTo>
                  <a:pt x="1188497" y="67919"/>
                </a:lnTo>
                <a:lnTo>
                  <a:pt x="1187652" y="60992"/>
                </a:lnTo>
                <a:lnTo>
                  <a:pt x="1206251" y="43457"/>
                </a:lnTo>
                <a:lnTo>
                  <a:pt x="1235801" y="43457"/>
                </a:lnTo>
                <a:lnTo>
                  <a:pt x="1232229" y="37937"/>
                </a:lnTo>
                <a:lnTo>
                  <a:pt x="1203834" y="31984"/>
                </a:lnTo>
                <a:close/>
              </a:path>
              <a:path w="6441440" h="605155">
                <a:moveTo>
                  <a:pt x="1233419" y="93464"/>
                </a:moveTo>
                <a:lnTo>
                  <a:pt x="1232337" y="96350"/>
                </a:lnTo>
                <a:lnTo>
                  <a:pt x="1207478" y="106452"/>
                </a:lnTo>
                <a:lnTo>
                  <a:pt x="1238083" y="106452"/>
                </a:lnTo>
                <a:lnTo>
                  <a:pt x="1245759" y="96927"/>
                </a:lnTo>
                <a:lnTo>
                  <a:pt x="1233419" y="93464"/>
                </a:lnTo>
                <a:close/>
              </a:path>
              <a:path w="6441440" h="605155">
                <a:moveTo>
                  <a:pt x="1188497" y="67919"/>
                </a:moveTo>
                <a:lnTo>
                  <a:pt x="1182980" y="67919"/>
                </a:lnTo>
                <a:lnTo>
                  <a:pt x="1182980" y="78960"/>
                </a:lnTo>
                <a:lnTo>
                  <a:pt x="1189844" y="78960"/>
                </a:lnTo>
                <a:lnTo>
                  <a:pt x="1188497" y="67919"/>
                </a:lnTo>
                <a:close/>
              </a:path>
              <a:path w="6441440" h="605155">
                <a:moveTo>
                  <a:pt x="1235801" y="43457"/>
                </a:moveTo>
                <a:lnTo>
                  <a:pt x="1206251" y="43457"/>
                </a:lnTo>
                <a:lnTo>
                  <a:pt x="1226781" y="48779"/>
                </a:lnTo>
                <a:lnTo>
                  <a:pt x="1234069" y="67919"/>
                </a:lnTo>
                <a:lnTo>
                  <a:pt x="1188497" y="67919"/>
                </a:lnTo>
                <a:lnTo>
                  <a:pt x="1189844" y="78960"/>
                </a:lnTo>
                <a:lnTo>
                  <a:pt x="1247057" y="78960"/>
                </a:lnTo>
                <a:lnTo>
                  <a:pt x="1246120" y="60992"/>
                </a:lnTo>
                <a:lnTo>
                  <a:pt x="1246029" y="59260"/>
                </a:lnTo>
                <a:lnTo>
                  <a:pt x="1235801" y="43457"/>
                </a:lnTo>
                <a:close/>
              </a:path>
              <a:path w="6441440" h="605155">
                <a:moveTo>
                  <a:pt x="1341974" y="2976"/>
                </a:moveTo>
                <a:lnTo>
                  <a:pt x="1339087" y="5285"/>
                </a:lnTo>
                <a:lnTo>
                  <a:pt x="1328336" y="39994"/>
                </a:lnTo>
                <a:lnTo>
                  <a:pt x="1340458" y="39994"/>
                </a:lnTo>
                <a:lnTo>
                  <a:pt x="1340458" y="30036"/>
                </a:lnTo>
                <a:lnTo>
                  <a:pt x="1348901" y="8604"/>
                </a:lnTo>
                <a:lnTo>
                  <a:pt x="1341974" y="2976"/>
                </a:lnTo>
                <a:close/>
              </a:path>
              <a:path w="6441440" h="605155">
                <a:moveTo>
                  <a:pt x="1369683" y="2976"/>
                </a:moveTo>
                <a:lnTo>
                  <a:pt x="1366796" y="5285"/>
                </a:lnTo>
                <a:lnTo>
                  <a:pt x="1356045" y="39994"/>
                </a:lnTo>
                <a:lnTo>
                  <a:pt x="1368167" y="39994"/>
                </a:lnTo>
                <a:lnTo>
                  <a:pt x="1368167" y="30036"/>
                </a:lnTo>
                <a:lnTo>
                  <a:pt x="1376610" y="8604"/>
                </a:lnTo>
                <a:lnTo>
                  <a:pt x="1369683" y="2976"/>
                </a:lnTo>
                <a:close/>
              </a:path>
              <a:path w="6441440" h="605155">
                <a:moveTo>
                  <a:pt x="1389950" y="5357"/>
                </a:moveTo>
                <a:lnTo>
                  <a:pt x="1389950" y="116194"/>
                </a:lnTo>
                <a:lnTo>
                  <a:pt x="1427509" y="116194"/>
                </a:lnTo>
                <a:lnTo>
                  <a:pt x="1450097" y="112449"/>
                </a:lnTo>
                <a:lnTo>
                  <a:pt x="1467997" y="98821"/>
                </a:lnTo>
                <a:lnTo>
                  <a:pt x="1410029" y="98821"/>
                </a:lnTo>
                <a:lnTo>
                  <a:pt x="1410029" y="22730"/>
                </a:lnTo>
                <a:lnTo>
                  <a:pt x="1468189" y="22730"/>
                </a:lnTo>
                <a:lnTo>
                  <a:pt x="1450409" y="9102"/>
                </a:lnTo>
                <a:lnTo>
                  <a:pt x="1389950" y="5357"/>
                </a:lnTo>
                <a:close/>
              </a:path>
              <a:path w="6441440" h="605155">
                <a:moveTo>
                  <a:pt x="1468189" y="22730"/>
                </a:moveTo>
                <a:lnTo>
                  <a:pt x="1434635" y="22730"/>
                </a:lnTo>
                <a:lnTo>
                  <a:pt x="1454894" y="33932"/>
                </a:lnTo>
                <a:lnTo>
                  <a:pt x="1461388" y="69146"/>
                </a:lnTo>
                <a:lnTo>
                  <a:pt x="1454894" y="87510"/>
                </a:lnTo>
                <a:lnTo>
                  <a:pt x="1440696" y="97414"/>
                </a:lnTo>
                <a:lnTo>
                  <a:pt x="1410029" y="98821"/>
                </a:lnTo>
                <a:lnTo>
                  <a:pt x="1467997" y="98821"/>
                </a:lnTo>
                <a:lnTo>
                  <a:pt x="1471315" y="96295"/>
                </a:lnTo>
                <a:lnTo>
                  <a:pt x="1481304" y="60667"/>
                </a:lnTo>
                <a:lnTo>
                  <a:pt x="1471380" y="25175"/>
                </a:lnTo>
                <a:lnTo>
                  <a:pt x="1468189" y="22730"/>
                </a:lnTo>
                <a:close/>
              </a:path>
              <a:path w="6441440" h="605155">
                <a:moveTo>
                  <a:pt x="1518519" y="33193"/>
                </a:moveTo>
                <a:lnTo>
                  <a:pt x="1499515" y="33193"/>
                </a:lnTo>
                <a:lnTo>
                  <a:pt x="1499515" y="116194"/>
                </a:lnTo>
                <a:lnTo>
                  <a:pt x="1519106" y="116194"/>
                </a:lnTo>
                <a:lnTo>
                  <a:pt x="1519918" y="60667"/>
                </a:lnTo>
                <a:lnTo>
                  <a:pt x="1537832" y="49302"/>
                </a:lnTo>
                <a:lnTo>
                  <a:pt x="1539114" y="46921"/>
                </a:lnTo>
                <a:lnTo>
                  <a:pt x="1519377" y="46921"/>
                </a:lnTo>
                <a:lnTo>
                  <a:pt x="1518519" y="33193"/>
                </a:lnTo>
                <a:close/>
              </a:path>
              <a:path w="6441440" h="605155">
                <a:moveTo>
                  <a:pt x="1546924" y="32417"/>
                </a:moveTo>
                <a:lnTo>
                  <a:pt x="1530886" y="33193"/>
                </a:lnTo>
                <a:lnTo>
                  <a:pt x="1519377" y="46921"/>
                </a:lnTo>
                <a:lnTo>
                  <a:pt x="1539114" y="46921"/>
                </a:lnTo>
                <a:lnTo>
                  <a:pt x="1546924" y="32417"/>
                </a:lnTo>
                <a:close/>
              </a:path>
              <a:path w="6441440" h="605155">
                <a:moveTo>
                  <a:pt x="1579530" y="33066"/>
                </a:moveTo>
                <a:lnTo>
                  <a:pt x="1559939" y="33066"/>
                </a:lnTo>
                <a:lnTo>
                  <a:pt x="1560944" y="88972"/>
                </a:lnTo>
                <a:lnTo>
                  <a:pt x="1561006" y="92417"/>
                </a:lnTo>
                <a:lnTo>
                  <a:pt x="1561112" y="98298"/>
                </a:lnTo>
                <a:lnTo>
                  <a:pt x="1577499" y="116194"/>
                </a:lnTo>
                <a:lnTo>
                  <a:pt x="1567234" y="116194"/>
                </a:lnTo>
                <a:lnTo>
                  <a:pt x="1599140" y="115797"/>
                </a:lnTo>
                <a:lnTo>
                  <a:pt x="1612651" y="101419"/>
                </a:lnTo>
                <a:lnTo>
                  <a:pt x="1632513" y="101419"/>
                </a:lnTo>
                <a:lnTo>
                  <a:pt x="1632513" y="100174"/>
                </a:lnTo>
                <a:lnTo>
                  <a:pt x="1590535" y="100174"/>
                </a:lnTo>
                <a:lnTo>
                  <a:pt x="1580973" y="92417"/>
                </a:lnTo>
                <a:lnTo>
                  <a:pt x="1579530" y="33066"/>
                </a:lnTo>
                <a:close/>
              </a:path>
              <a:path w="6441440" h="605155">
                <a:moveTo>
                  <a:pt x="1632513" y="101419"/>
                </a:moveTo>
                <a:lnTo>
                  <a:pt x="1612651" y="101419"/>
                </a:lnTo>
                <a:lnTo>
                  <a:pt x="1613494" y="115797"/>
                </a:lnTo>
                <a:lnTo>
                  <a:pt x="1613517" y="116194"/>
                </a:lnTo>
                <a:lnTo>
                  <a:pt x="1632513" y="116194"/>
                </a:lnTo>
                <a:lnTo>
                  <a:pt x="1632513" y="101419"/>
                </a:lnTo>
                <a:close/>
              </a:path>
              <a:path w="6441440" h="605155">
                <a:moveTo>
                  <a:pt x="1632513" y="33066"/>
                </a:moveTo>
                <a:lnTo>
                  <a:pt x="1612922" y="33066"/>
                </a:lnTo>
                <a:lnTo>
                  <a:pt x="1612922" y="81233"/>
                </a:lnTo>
                <a:lnTo>
                  <a:pt x="1612038" y="88972"/>
                </a:lnTo>
                <a:lnTo>
                  <a:pt x="1590535" y="100174"/>
                </a:lnTo>
                <a:lnTo>
                  <a:pt x="1632513" y="100174"/>
                </a:lnTo>
                <a:lnTo>
                  <a:pt x="1632513" y="33066"/>
                </a:lnTo>
                <a:close/>
              </a:path>
              <a:path w="6441440" h="605155">
                <a:moveTo>
                  <a:pt x="1652118" y="128100"/>
                </a:moveTo>
                <a:lnTo>
                  <a:pt x="1661571" y="141828"/>
                </a:lnTo>
                <a:lnTo>
                  <a:pt x="1688811" y="149098"/>
                </a:lnTo>
                <a:lnTo>
                  <a:pt x="1714716" y="143325"/>
                </a:lnTo>
                <a:lnTo>
                  <a:pt x="1724009" y="132917"/>
                </a:lnTo>
                <a:lnTo>
                  <a:pt x="1699292" y="132917"/>
                </a:lnTo>
                <a:lnTo>
                  <a:pt x="1652118" y="128100"/>
                </a:lnTo>
                <a:close/>
              </a:path>
              <a:path w="6441440" h="605155">
                <a:moveTo>
                  <a:pt x="1726645" y="101257"/>
                </a:moveTo>
                <a:lnTo>
                  <a:pt x="1707428" y="101257"/>
                </a:lnTo>
                <a:lnTo>
                  <a:pt x="1708402" y="123139"/>
                </a:lnTo>
                <a:lnTo>
                  <a:pt x="1699292" y="132917"/>
                </a:lnTo>
                <a:lnTo>
                  <a:pt x="1724009" y="132917"/>
                </a:lnTo>
                <a:lnTo>
                  <a:pt x="1726135" y="130535"/>
                </a:lnTo>
                <a:lnTo>
                  <a:pt x="1726536" y="107480"/>
                </a:lnTo>
                <a:lnTo>
                  <a:pt x="1726645" y="101257"/>
                </a:lnTo>
                <a:close/>
              </a:path>
              <a:path w="6441440" h="605155">
                <a:moveTo>
                  <a:pt x="1677175" y="31984"/>
                </a:moveTo>
                <a:lnTo>
                  <a:pt x="1660994" y="40156"/>
                </a:lnTo>
                <a:lnTo>
                  <a:pt x="1650765" y="57528"/>
                </a:lnTo>
                <a:lnTo>
                  <a:pt x="1650765" y="90956"/>
                </a:lnTo>
                <a:lnTo>
                  <a:pt x="1660976" y="107480"/>
                </a:lnTo>
                <a:lnTo>
                  <a:pt x="1688270" y="115003"/>
                </a:lnTo>
                <a:lnTo>
                  <a:pt x="1707428" y="101257"/>
                </a:lnTo>
                <a:lnTo>
                  <a:pt x="1726645" y="101257"/>
                </a:lnTo>
                <a:lnTo>
                  <a:pt x="1726673" y="99633"/>
                </a:lnTo>
                <a:lnTo>
                  <a:pt x="1684680" y="99633"/>
                </a:lnTo>
                <a:lnTo>
                  <a:pt x="1672954" y="91407"/>
                </a:lnTo>
                <a:lnTo>
                  <a:pt x="1675119" y="53740"/>
                </a:lnTo>
                <a:lnTo>
                  <a:pt x="1693195" y="48057"/>
                </a:lnTo>
                <a:lnTo>
                  <a:pt x="1727570" y="48057"/>
                </a:lnTo>
                <a:lnTo>
                  <a:pt x="1727592" y="46813"/>
                </a:lnTo>
                <a:lnTo>
                  <a:pt x="1708510" y="46813"/>
                </a:lnTo>
                <a:lnTo>
                  <a:pt x="1677175" y="31984"/>
                </a:lnTo>
                <a:close/>
              </a:path>
              <a:path w="6441440" h="605155">
                <a:moveTo>
                  <a:pt x="1727570" y="48057"/>
                </a:moveTo>
                <a:lnTo>
                  <a:pt x="1693195" y="48057"/>
                </a:lnTo>
                <a:lnTo>
                  <a:pt x="1704758" y="56572"/>
                </a:lnTo>
                <a:lnTo>
                  <a:pt x="1704722" y="91678"/>
                </a:lnTo>
                <a:lnTo>
                  <a:pt x="1688973" y="99633"/>
                </a:lnTo>
                <a:lnTo>
                  <a:pt x="1726673" y="99633"/>
                </a:lnTo>
                <a:lnTo>
                  <a:pt x="1727405" y="57528"/>
                </a:lnTo>
                <a:lnTo>
                  <a:pt x="1727471" y="53740"/>
                </a:lnTo>
                <a:lnTo>
                  <a:pt x="1727570" y="48057"/>
                </a:lnTo>
                <a:close/>
              </a:path>
              <a:path w="6441440" h="605155">
                <a:moveTo>
                  <a:pt x="1727831" y="33066"/>
                </a:moveTo>
                <a:lnTo>
                  <a:pt x="1708510" y="33066"/>
                </a:lnTo>
                <a:lnTo>
                  <a:pt x="1708510" y="46813"/>
                </a:lnTo>
                <a:lnTo>
                  <a:pt x="1727592" y="46813"/>
                </a:lnTo>
                <a:lnTo>
                  <a:pt x="1727708" y="40156"/>
                </a:lnTo>
                <a:lnTo>
                  <a:pt x="1727831" y="33066"/>
                </a:lnTo>
                <a:close/>
              </a:path>
              <a:path w="6441440" h="605155">
                <a:moveTo>
                  <a:pt x="1809894" y="5357"/>
                </a:moveTo>
                <a:lnTo>
                  <a:pt x="1809894" y="116194"/>
                </a:lnTo>
                <a:lnTo>
                  <a:pt x="1847453" y="116194"/>
                </a:lnTo>
                <a:lnTo>
                  <a:pt x="1870041" y="112449"/>
                </a:lnTo>
                <a:lnTo>
                  <a:pt x="1887940" y="98821"/>
                </a:lnTo>
                <a:lnTo>
                  <a:pt x="1829972" y="98821"/>
                </a:lnTo>
                <a:lnTo>
                  <a:pt x="1829972" y="22730"/>
                </a:lnTo>
                <a:lnTo>
                  <a:pt x="1888132" y="22730"/>
                </a:lnTo>
                <a:lnTo>
                  <a:pt x="1870352" y="9102"/>
                </a:lnTo>
                <a:lnTo>
                  <a:pt x="1809894" y="5357"/>
                </a:lnTo>
                <a:close/>
              </a:path>
              <a:path w="6441440" h="605155">
                <a:moveTo>
                  <a:pt x="1888132" y="22730"/>
                </a:moveTo>
                <a:lnTo>
                  <a:pt x="1854578" y="22730"/>
                </a:lnTo>
                <a:lnTo>
                  <a:pt x="1874837" y="33932"/>
                </a:lnTo>
                <a:lnTo>
                  <a:pt x="1881331" y="69146"/>
                </a:lnTo>
                <a:lnTo>
                  <a:pt x="1874837" y="87510"/>
                </a:lnTo>
                <a:lnTo>
                  <a:pt x="1860640" y="97414"/>
                </a:lnTo>
                <a:lnTo>
                  <a:pt x="1829972" y="98821"/>
                </a:lnTo>
                <a:lnTo>
                  <a:pt x="1887940" y="98821"/>
                </a:lnTo>
                <a:lnTo>
                  <a:pt x="1891259" y="96295"/>
                </a:lnTo>
                <a:lnTo>
                  <a:pt x="1901247" y="60667"/>
                </a:lnTo>
                <a:lnTo>
                  <a:pt x="1891323" y="25175"/>
                </a:lnTo>
                <a:lnTo>
                  <a:pt x="1888132" y="22730"/>
                </a:lnTo>
                <a:close/>
              </a:path>
              <a:path w="6441440" h="605155">
                <a:moveTo>
                  <a:pt x="1939049" y="33066"/>
                </a:moveTo>
                <a:lnTo>
                  <a:pt x="1919458" y="33066"/>
                </a:lnTo>
                <a:lnTo>
                  <a:pt x="1919458" y="116194"/>
                </a:lnTo>
                <a:lnTo>
                  <a:pt x="1939049" y="116194"/>
                </a:lnTo>
                <a:lnTo>
                  <a:pt x="1939049" y="33066"/>
                </a:lnTo>
                <a:close/>
              </a:path>
              <a:path w="6441440" h="605155">
                <a:moveTo>
                  <a:pt x="1926205" y="0"/>
                </a:moveTo>
                <a:lnTo>
                  <a:pt x="1917943" y="13583"/>
                </a:lnTo>
                <a:lnTo>
                  <a:pt x="1929308" y="21268"/>
                </a:lnTo>
                <a:lnTo>
                  <a:pt x="1932447" y="21268"/>
                </a:lnTo>
                <a:lnTo>
                  <a:pt x="1940673" y="7702"/>
                </a:lnTo>
                <a:lnTo>
                  <a:pt x="1926205" y="0"/>
                </a:lnTo>
                <a:close/>
              </a:path>
              <a:path w="6441440" h="605155">
                <a:moveTo>
                  <a:pt x="1974619" y="91678"/>
                </a:moveTo>
                <a:lnTo>
                  <a:pt x="1955515" y="93518"/>
                </a:lnTo>
                <a:lnTo>
                  <a:pt x="1960404" y="107138"/>
                </a:lnTo>
                <a:lnTo>
                  <a:pt x="1972815" y="115689"/>
                </a:lnTo>
                <a:lnTo>
                  <a:pt x="2004241" y="116699"/>
                </a:lnTo>
                <a:lnTo>
                  <a:pt x="2022570" y="103043"/>
                </a:lnTo>
                <a:lnTo>
                  <a:pt x="1986616" y="103043"/>
                </a:lnTo>
                <a:lnTo>
                  <a:pt x="1974619" y="91678"/>
                </a:lnTo>
                <a:close/>
              </a:path>
              <a:path w="6441440" h="605155">
                <a:moveTo>
                  <a:pt x="1978949" y="33030"/>
                </a:moveTo>
                <a:lnTo>
                  <a:pt x="1959196" y="47643"/>
                </a:lnTo>
                <a:lnTo>
                  <a:pt x="1957806" y="63265"/>
                </a:lnTo>
                <a:lnTo>
                  <a:pt x="1967350" y="76181"/>
                </a:lnTo>
                <a:lnTo>
                  <a:pt x="1999226" y="84444"/>
                </a:lnTo>
                <a:lnTo>
                  <a:pt x="2006604" y="95899"/>
                </a:lnTo>
                <a:lnTo>
                  <a:pt x="1986616" y="103043"/>
                </a:lnTo>
                <a:lnTo>
                  <a:pt x="2022570" y="103043"/>
                </a:lnTo>
                <a:lnTo>
                  <a:pt x="2025113" y="101149"/>
                </a:lnTo>
                <a:lnTo>
                  <a:pt x="2026646" y="85346"/>
                </a:lnTo>
                <a:lnTo>
                  <a:pt x="2017013" y="73169"/>
                </a:lnTo>
                <a:lnTo>
                  <a:pt x="1981871" y="63536"/>
                </a:lnTo>
                <a:lnTo>
                  <a:pt x="1984146" y="47967"/>
                </a:lnTo>
                <a:lnTo>
                  <a:pt x="1984217" y="47480"/>
                </a:lnTo>
                <a:lnTo>
                  <a:pt x="2023047" y="47480"/>
                </a:lnTo>
                <a:lnTo>
                  <a:pt x="2008859" y="34059"/>
                </a:lnTo>
                <a:lnTo>
                  <a:pt x="1978949" y="33030"/>
                </a:lnTo>
                <a:close/>
              </a:path>
              <a:path w="6441440" h="605155">
                <a:moveTo>
                  <a:pt x="2023047" y="47480"/>
                </a:moveTo>
                <a:lnTo>
                  <a:pt x="1984217" y="47480"/>
                </a:lnTo>
                <a:lnTo>
                  <a:pt x="2024896" y="55039"/>
                </a:lnTo>
                <a:lnTo>
                  <a:pt x="2023561" y="47967"/>
                </a:lnTo>
                <a:lnTo>
                  <a:pt x="2023047" y="47480"/>
                </a:lnTo>
                <a:close/>
              </a:path>
              <a:path w="6441440" h="605155">
                <a:moveTo>
                  <a:pt x="2062103" y="33066"/>
                </a:moveTo>
                <a:lnTo>
                  <a:pt x="2042837" y="33066"/>
                </a:lnTo>
                <a:lnTo>
                  <a:pt x="2042837" y="147366"/>
                </a:lnTo>
                <a:lnTo>
                  <a:pt x="2062428" y="147366"/>
                </a:lnTo>
                <a:lnTo>
                  <a:pt x="2062428" y="103097"/>
                </a:lnTo>
                <a:lnTo>
                  <a:pt x="2113267" y="103097"/>
                </a:lnTo>
                <a:lnTo>
                  <a:pt x="2114769" y="100463"/>
                </a:lnTo>
                <a:lnTo>
                  <a:pt x="2073902" y="100463"/>
                </a:lnTo>
                <a:lnTo>
                  <a:pt x="2062049" y="74630"/>
                </a:lnTo>
                <a:lnTo>
                  <a:pt x="2062049" y="69254"/>
                </a:lnTo>
                <a:lnTo>
                  <a:pt x="2073847" y="49158"/>
                </a:lnTo>
                <a:lnTo>
                  <a:pt x="2115235" y="49158"/>
                </a:lnTo>
                <a:lnTo>
                  <a:pt x="2113679" y="44973"/>
                </a:lnTo>
                <a:lnTo>
                  <a:pt x="2113449" y="44792"/>
                </a:lnTo>
                <a:lnTo>
                  <a:pt x="2064250" y="44792"/>
                </a:lnTo>
                <a:lnTo>
                  <a:pt x="2062206" y="33626"/>
                </a:lnTo>
                <a:lnTo>
                  <a:pt x="2062103" y="33066"/>
                </a:lnTo>
                <a:close/>
              </a:path>
              <a:path w="6441440" h="605155">
                <a:moveTo>
                  <a:pt x="2113267" y="103097"/>
                </a:moveTo>
                <a:lnTo>
                  <a:pt x="2062428" y="103097"/>
                </a:lnTo>
                <a:lnTo>
                  <a:pt x="2093583" y="117655"/>
                </a:lnTo>
                <a:lnTo>
                  <a:pt x="2109746" y="109266"/>
                </a:lnTo>
                <a:lnTo>
                  <a:pt x="2113267" y="103097"/>
                </a:lnTo>
                <a:close/>
              </a:path>
              <a:path w="6441440" h="605155">
                <a:moveTo>
                  <a:pt x="2115235" y="49158"/>
                </a:moveTo>
                <a:lnTo>
                  <a:pt x="2073847" y="49158"/>
                </a:lnTo>
                <a:lnTo>
                  <a:pt x="2095441" y="53740"/>
                </a:lnTo>
                <a:lnTo>
                  <a:pt x="2101340" y="79825"/>
                </a:lnTo>
                <a:lnTo>
                  <a:pt x="2089521" y="100463"/>
                </a:lnTo>
                <a:lnTo>
                  <a:pt x="2114769" y="100463"/>
                </a:lnTo>
                <a:lnTo>
                  <a:pt x="2119813" y="91624"/>
                </a:lnTo>
                <a:lnTo>
                  <a:pt x="2121310" y="65502"/>
                </a:lnTo>
                <a:lnTo>
                  <a:pt x="2115235" y="49158"/>
                </a:lnTo>
                <a:close/>
              </a:path>
              <a:path w="6441440" h="605155">
                <a:moveTo>
                  <a:pt x="2082127" y="31984"/>
                </a:moveTo>
                <a:lnTo>
                  <a:pt x="2064250" y="44792"/>
                </a:lnTo>
                <a:lnTo>
                  <a:pt x="2113449" y="44792"/>
                </a:lnTo>
                <a:lnTo>
                  <a:pt x="2099211" y="33626"/>
                </a:lnTo>
                <a:lnTo>
                  <a:pt x="2082127" y="31984"/>
                </a:lnTo>
                <a:close/>
              </a:path>
              <a:path w="6441440" h="605155">
                <a:moveTo>
                  <a:pt x="2202761" y="48094"/>
                </a:moveTo>
                <a:lnTo>
                  <a:pt x="2180264" y="48094"/>
                </a:lnTo>
                <a:lnTo>
                  <a:pt x="2186307" y="59801"/>
                </a:lnTo>
                <a:lnTo>
                  <a:pt x="2135056" y="84299"/>
                </a:lnTo>
                <a:lnTo>
                  <a:pt x="2140270" y="110331"/>
                </a:lnTo>
                <a:lnTo>
                  <a:pt x="2162008" y="117871"/>
                </a:lnTo>
                <a:lnTo>
                  <a:pt x="2166337" y="117871"/>
                </a:lnTo>
                <a:lnTo>
                  <a:pt x="2186415" y="104775"/>
                </a:lnTo>
                <a:lnTo>
                  <a:pt x="2205723" y="104775"/>
                </a:lnTo>
                <a:lnTo>
                  <a:pt x="2205703" y="103476"/>
                </a:lnTo>
                <a:lnTo>
                  <a:pt x="2167095" y="103476"/>
                </a:lnTo>
                <a:lnTo>
                  <a:pt x="2154395" y="98875"/>
                </a:lnTo>
                <a:lnTo>
                  <a:pt x="2153833" y="89441"/>
                </a:lnTo>
                <a:lnTo>
                  <a:pt x="2153745" y="87961"/>
                </a:lnTo>
                <a:lnTo>
                  <a:pt x="2205465" y="87961"/>
                </a:lnTo>
                <a:lnTo>
                  <a:pt x="2205032" y="59801"/>
                </a:lnTo>
                <a:lnTo>
                  <a:pt x="2204953" y="54678"/>
                </a:lnTo>
                <a:lnTo>
                  <a:pt x="2204888" y="50439"/>
                </a:lnTo>
                <a:lnTo>
                  <a:pt x="2202761" y="48094"/>
                </a:lnTo>
                <a:close/>
              </a:path>
              <a:path w="6441440" h="605155">
                <a:moveTo>
                  <a:pt x="2205723" y="104775"/>
                </a:moveTo>
                <a:lnTo>
                  <a:pt x="2186415" y="104775"/>
                </a:lnTo>
                <a:lnTo>
                  <a:pt x="2187065" y="116194"/>
                </a:lnTo>
                <a:lnTo>
                  <a:pt x="2205898" y="116194"/>
                </a:lnTo>
                <a:lnTo>
                  <a:pt x="2205808" y="110331"/>
                </a:lnTo>
                <a:lnTo>
                  <a:pt x="2205723" y="104775"/>
                </a:lnTo>
                <a:close/>
              </a:path>
              <a:path w="6441440" h="605155">
                <a:moveTo>
                  <a:pt x="2205465" y="87961"/>
                </a:moveTo>
                <a:lnTo>
                  <a:pt x="2153745" y="87961"/>
                </a:lnTo>
                <a:lnTo>
                  <a:pt x="2186361" y="89441"/>
                </a:lnTo>
                <a:lnTo>
                  <a:pt x="2167095" y="103476"/>
                </a:lnTo>
                <a:lnTo>
                  <a:pt x="2205703" y="103476"/>
                </a:lnTo>
                <a:lnTo>
                  <a:pt x="2205487" y="89441"/>
                </a:lnTo>
                <a:lnTo>
                  <a:pt x="2205465" y="87961"/>
                </a:lnTo>
                <a:close/>
              </a:path>
              <a:path w="6441440" h="605155">
                <a:moveTo>
                  <a:pt x="2191683" y="35881"/>
                </a:moveTo>
                <a:lnTo>
                  <a:pt x="2151418" y="36277"/>
                </a:lnTo>
                <a:lnTo>
                  <a:pt x="2136896" y="54931"/>
                </a:lnTo>
                <a:lnTo>
                  <a:pt x="2155189" y="57528"/>
                </a:lnTo>
                <a:lnTo>
                  <a:pt x="2156076" y="54931"/>
                </a:lnTo>
                <a:lnTo>
                  <a:pt x="2156163" y="54678"/>
                </a:lnTo>
                <a:lnTo>
                  <a:pt x="2180264" y="48094"/>
                </a:lnTo>
                <a:lnTo>
                  <a:pt x="2202761" y="48094"/>
                </a:lnTo>
                <a:lnTo>
                  <a:pt x="2191683" y="35881"/>
                </a:lnTo>
                <a:close/>
              </a:path>
              <a:path w="6441440" h="605155">
                <a:moveTo>
                  <a:pt x="2250709" y="13150"/>
                </a:moveTo>
                <a:lnTo>
                  <a:pt x="2231118" y="13150"/>
                </a:lnTo>
                <a:lnTo>
                  <a:pt x="2231082" y="99633"/>
                </a:lnTo>
                <a:lnTo>
                  <a:pt x="2239903" y="113452"/>
                </a:lnTo>
                <a:lnTo>
                  <a:pt x="2266079" y="116140"/>
                </a:lnTo>
                <a:lnTo>
                  <a:pt x="2250709" y="13150"/>
                </a:lnTo>
                <a:close/>
              </a:path>
              <a:path w="6441440" h="605155">
                <a:moveTo>
                  <a:pt x="2231110" y="33066"/>
                </a:moveTo>
                <a:lnTo>
                  <a:pt x="2219320" y="33066"/>
                </a:lnTo>
                <a:lnTo>
                  <a:pt x="2219320" y="48220"/>
                </a:lnTo>
                <a:lnTo>
                  <a:pt x="2231103" y="48220"/>
                </a:lnTo>
                <a:lnTo>
                  <a:pt x="2231110" y="33066"/>
                </a:lnTo>
                <a:close/>
              </a:path>
              <a:path w="6441440" h="605155">
                <a:moveTo>
                  <a:pt x="2267107" y="33066"/>
                </a:moveTo>
                <a:lnTo>
                  <a:pt x="2253681" y="33066"/>
                </a:lnTo>
                <a:lnTo>
                  <a:pt x="2255943" y="48220"/>
                </a:lnTo>
                <a:lnTo>
                  <a:pt x="2267107" y="48220"/>
                </a:lnTo>
                <a:lnTo>
                  <a:pt x="2267107" y="33066"/>
                </a:lnTo>
                <a:close/>
              </a:path>
              <a:path w="6441440" h="605155">
                <a:moveTo>
                  <a:pt x="2310633" y="31984"/>
                </a:moveTo>
                <a:lnTo>
                  <a:pt x="2291727" y="41058"/>
                </a:lnTo>
                <a:lnTo>
                  <a:pt x="2280651" y="59062"/>
                </a:lnTo>
                <a:lnTo>
                  <a:pt x="2279027" y="83361"/>
                </a:lnTo>
                <a:lnTo>
                  <a:pt x="2287001" y="103674"/>
                </a:lnTo>
                <a:lnTo>
                  <a:pt x="2303435" y="115995"/>
                </a:lnTo>
                <a:lnTo>
                  <a:pt x="2318859" y="117817"/>
                </a:lnTo>
                <a:lnTo>
                  <a:pt x="2325822" y="117817"/>
                </a:lnTo>
                <a:lnTo>
                  <a:pt x="2346279" y="107931"/>
                </a:lnTo>
                <a:lnTo>
                  <a:pt x="2348750" y="101852"/>
                </a:lnTo>
                <a:lnTo>
                  <a:pt x="2314944" y="101852"/>
                </a:lnTo>
                <a:lnTo>
                  <a:pt x="2299719" y="85165"/>
                </a:lnTo>
                <a:lnTo>
                  <a:pt x="2305437" y="53163"/>
                </a:lnTo>
                <a:lnTo>
                  <a:pt x="2327518" y="49140"/>
                </a:lnTo>
                <a:lnTo>
                  <a:pt x="2349420" y="49140"/>
                </a:lnTo>
                <a:lnTo>
                  <a:pt x="2341896" y="38172"/>
                </a:lnTo>
                <a:lnTo>
                  <a:pt x="2310633" y="31984"/>
                </a:lnTo>
                <a:close/>
              </a:path>
              <a:path w="6441440" h="605155">
                <a:moveTo>
                  <a:pt x="2354469" y="87781"/>
                </a:moveTo>
                <a:lnTo>
                  <a:pt x="2335744" y="87781"/>
                </a:lnTo>
                <a:lnTo>
                  <a:pt x="2335167" y="90776"/>
                </a:lnTo>
                <a:lnTo>
                  <a:pt x="2314944" y="101852"/>
                </a:lnTo>
                <a:lnTo>
                  <a:pt x="2348750" y="101852"/>
                </a:lnTo>
                <a:lnTo>
                  <a:pt x="2354469" y="87781"/>
                </a:lnTo>
                <a:close/>
              </a:path>
              <a:path w="6441440" h="605155">
                <a:moveTo>
                  <a:pt x="2349420" y="49140"/>
                </a:moveTo>
                <a:lnTo>
                  <a:pt x="2327518" y="49140"/>
                </a:lnTo>
                <a:lnTo>
                  <a:pt x="2335744" y="61858"/>
                </a:lnTo>
                <a:lnTo>
                  <a:pt x="2354469" y="61858"/>
                </a:lnTo>
                <a:lnTo>
                  <a:pt x="2354037" y="55869"/>
                </a:lnTo>
                <a:lnTo>
                  <a:pt x="2349420" y="49140"/>
                </a:lnTo>
                <a:close/>
              </a:path>
              <a:path w="6441440" h="605155">
                <a:moveTo>
                  <a:pt x="2389715" y="5357"/>
                </a:moveTo>
                <a:lnTo>
                  <a:pt x="2370556" y="5357"/>
                </a:lnTo>
                <a:lnTo>
                  <a:pt x="2370556" y="116194"/>
                </a:lnTo>
                <a:lnTo>
                  <a:pt x="2390148" y="116194"/>
                </a:lnTo>
                <a:lnTo>
                  <a:pt x="2390148" y="67486"/>
                </a:lnTo>
                <a:lnTo>
                  <a:pt x="2393972" y="54444"/>
                </a:lnTo>
                <a:lnTo>
                  <a:pt x="2413275" y="48545"/>
                </a:lnTo>
                <a:lnTo>
                  <a:pt x="2440670" y="48545"/>
                </a:lnTo>
                <a:lnTo>
                  <a:pt x="2439398" y="47192"/>
                </a:lnTo>
                <a:lnTo>
                  <a:pt x="2390689" y="47192"/>
                </a:lnTo>
                <a:lnTo>
                  <a:pt x="2389715" y="5357"/>
                </a:lnTo>
                <a:close/>
              </a:path>
              <a:path w="6441440" h="605155">
                <a:moveTo>
                  <a:pt x="2440670" y="48545"/>
                </a:moveTo>
                <a:lnTo>
                  <a:pt x="2413275" y="48545"/>
                </a:lnTo>
                <a:lnTo>
                  <a:pt x="2423016" y="56356"/>
                </a:lnTo>
                <a:lnTo>
                  <a:pt x="2424459" y="116194"/>
                </a:lnTo>
                <a:lnTo>
                  <a:pt x="2444050" y="116194"/>
                </a:lnTo>
                <a:lnTo>
                  <a:pt x="2442960" y="56356"/>
                </a:lnTo>
                <a:lnTo>
                  <a:pt x="2442860" y="50872"/>
                </a:lnTo>
                <a:lnTo>
                  <a:pt x="2440670" y="48545"/>
                </a:lnTo>
                <a:close/>
              </a:path>
              <a:path w="6441440" h="605155">
                <a:moveTo>
                  <a:pt x="2426227" y="33193"/>
                </a:moveTo>
                <a:lnTo>
                  <a:pt x="2403840" y="33355"/>
                </a:lnTo>
                <a:lnTo>
                  <a:pt x="2390689" y="47192"/>
                </a:lnTo>
                <a:lnTo>
                  <a:pt x="2439398" y="47192"/>
                </a:lnTo>
                <a:lnTo>
                  <a:pt x="2426227" y="33193"/>
                </a:lnTo>
                <a:close/>
              </a:path>
              <a:path w="6441440" h="605155">
                <a:moveTo>
                  <a:pt x="2526005" y="5357"/>
                </a:moveTo>
                <a:lnTo>
                  <a:pt x="2526005" y="116194"/>
                </a:lnTo>
                <a:lnTo>
                  <a:pt x="2546083" y="116194"/>
                </a:lnTo>
                <a:lnTo>
                  <a:pt x="2546083" y="78743"/>
                </a:lnTo>
                <a:lnTo>
                  <a:pt x="2539751" y="78743"/>
                </a:lnTo>
                <a:lnTo>
                  <a:pt x="2539751" y="62237"/>
                </a:lnTo>
                <a:lnTo>
                  <a:pt x="2546083" y="61556"/>
                </a:lnTo>
                <a:lnTo>
                  <a:pt x="2546083" y="22134"/>
                </a:lnTo>
                <a:lnTo>
                  <a:pt x="2601113" y="22134"/>
                </a:lnTo>
                <a:lnTo>
                  <a:pt x="2599193" y="17660"/>
                </a:lnTo>
                <a:lnTo>
                  <a:pt x="2583227" y="6945"/>
                </a:lnTo>
                <a:lnTo>
                  <a:pt x="2526005" y="5357"/>
                </a:lnTo>
                <a:close/>
              </a:path>
              <a:path w="6441440" h="605155">
                <a:moveTo>
                  <a:pt x="2546083" y="61556"/>
                </a:moveTo>
                <a:lnTo>
                  <a:pt x="2539751" y="62237"/>
                </a:lnTo>
                <a:lnTo>
                  <a:pt x="2539751" y="78743"/>
                </a:lnTo>
                <a:lnTo>
                  <a:pt x="2546083" y="78743"/>
                </a:lnTo>
                <a:lnTo>
                  <a:pt x="2546083" y="61556"/>
                </a:lnTo>
                <a:close/>
              </a:path>
              <a:path w="6441440" h="605155">
                <a:moveTo>
                  <a:pt x="2601113" y="22134"/>
                </a:moveTo>
                <a:lnTo>
                  <a:pt x="2569499" y="22134"/>
                </a:lnTo>
                <a:lnTo>
                  <a:pt x="2585410" y="34654"/>
                </a:lnTo>
                <a:lnTo>
                  <a:pt x="2579998" y="57907"/>
                </a:lnTo>
                <a:lnTo>
                  <a:pt x="2546083" y="61556"/>
                </a:lnTo>
                <a:lnTo>
                  <a:pt x="2546083" y="78743"/>
                </a:lnTo>
                <a:lnTo>
                  <a:pt x="2575849" y="78743"/>
                </a:lnTo>
                <a:lnTo>
                  <a:pt x="2594737" y="70860"/>
                </a:lnTo>
                <a:lnTo>
                  <a:pt x="2605146" y="55472"/>
                </a:lnTo>
                <a:lnTo>
                  <a:pt x="2606643" y="35015"/>
                </a:lnTo>
                <a:lnTo>
                  <a:pt x="2601113" y="22134"/>
                </a:lnTo>
                <a:close/>
              </a:path>
              <a:path w="6441440" h="605155">
                <a:moveTo>
                  <a:pt x="2649862" y="31984"/>
                </a:moveTo>
                <a:lnTo>
                  <a:pt x="2631191" y="41058"/>
                </a:lnTo>
                <a:lnTo>
                  <a:pt x="2620078" y="59062"/>
                </a:lnTo>
                <a:lnTo>
                  <a:pt x="2618455" y="83812"/>
                </a:lnTo>
                <a:lnTo>
                  <a:pt x="2626572" y="104179"/>
                </a:lnTo>
                <a:lnTo>
                  <a:pt x="2643295" y="116085"/>
                </a:lnTo>
                <a:lnTo>
                  <a:pt x="2658827" y="117817"/>
                </a:lnTo>
                <a:lnTo>
                  <a:pt x="2681052" y="112910"/>
                </a:lnTo>
                <a:lnTo>
                  <a:pt x="2691966" y="98010"/>
                </a:lnTo>
                <a:lnTo>
                  <a:pt x="2644774" y="98010"/>
                </a:lnTo>
                <a:lnTo>
                  <a:pt x="2640640" y="79988"/>
                </a:lnTo>
                <a:lnTo>
                  <a:pt x="2627655" y="79988"/>
                </a:lnTo>
                <a:lnTo>
                  <a:pt x="2627655" y="66783"/>
                </a:lnTo>
                <a:lnTo>
                  <a:pt x="2638261" y="66783"/>
                </a:lnTo>
                <a:lnTo>
                  <a:pt x="2642123" y="54606"/>
                </a:lnTo>
                <a:lnTo>
                  <a:pt x="2665105" y="48094"/>
                </a:lnTo>
                <a:lnTo>
                  <a:pt x="2686947" y="48094"/>
                </a:lnTo>
                <a:lnTo>
                  <a:pt x="2680926" y="38623"/>
                </a:lnTo>
                <a:lnTo>
                  <a:pt x="2649862" y="31984"/>
                </a:lnTo>
                <a:close/>
              </a:path>
              <a:path w="6441440" h="605155">
                <a:moveTo>
                  <a:pt x="2676687" y="91840"/>
                </a:moveTo>
                <a:lnTo>
                  <a:pt x="2675928" y="93896"/>
                </a:lnTo>
                <a:lnTo>
                  <a:pt x="2675821" y="94185"/>
                </a:lnTo>
                <a:lnTo>
                  <a:pt x="2644774" y="98010"/>
                </a:lnTo>
                <a:lnTo>
                  <a:pt x="2691966" y="98010"/>
                </a:lnTo>
                <a:lnTo>
                  <a:pt x="2694979" y="93896"/>
                </a:lnTo>
                <a:lnTo>
                  <a:pt x="2676687" y="91840"/>
                </a:lnTo>
                <a:close/>
              </a:path>
              <a:path w="6441440" h="605155">
                <a:moveTo>
                  <a:pt x="2638261" y="66783"/>
                </a:moveTo>
                <a:lnTo>
                  <a:pt x="2627655" y="66783"/>
                </a:lnTo>
                <a:lnTo>
                  <a:pt x="2627655" y="79988"/>
                </a:lnTo>
                <a:lnTo>
                  <a:pt x="2640640" y="79988"/>
                </a:lnTo>
                <a:lnTo>
                  <a:pt x="2637883" y="67973"/>
                </a:lnTo>
                <a:lnTo>
                  <a:pt x="2638261" y="66783"/>
                </a:lnTo>
                <a:close/>
              </a:path>
              <a:path w="6441440" h="605155">
                <a:moveTo>
                  <a:pt x="2686947" y="48094"/>
                </a:moveTo>
                <a:lnTo>
                  <a:pt x="2665105" y="48094"/>
                </a:lnTo>
                <a:lnTo>
                  <a:pt x="2677012" y="66783"/>
                </a:lnTo>
                <a:lnTo>
                  <a:pt x="2638261" y="66783"/>
                </a:lnTo>
                <a:lnTo>
                  <a:pt x="2637883" y="67973"/>
                </a:lnTo>
                <a:lnTo>
                  <a:pt x="2640640" y="79988"/>
                </a:lnTo>
                <a:lnTo>
                  <a:pt x="2695791" y="79988"/>
                </a:lnTo>
                <a:lnTo>
                  <a:pt x="2694781" y="60415"/>
                </a:lnTo>
                <a:lnTo>
                  <a:pt x="2686947" y="48094"/>
                </a:lnTo>
                <a:close/>
              </a:path>
              <a:path w="6441440" h="605155">
                <a:moveTo>
                  <a:pt x="2731090" y="33066"/>
                </a:moveTo>
                <a:lnTo>
                  <a:pt x="2712365" y="33066"/>
                </a:lnTo>
                <a:lnTo>
                  <a:pt x="2712365" y="116194"/>
                </a:lnTo>
                <a:lnTo>
                  <a:pt x="2731956" y="116194"/>
                </a:lnTo>
                <a:lnTo>
                  <a:pt x="2731956" y="67486"/>
                </a:lnTo>
                <a:lnTo>
                  <a:pt x="2735690" y="54444"/>
                </a:lnTo>
                <a:lnTo>
                  <a:pt x="2754596" y="48545"/>
                </a:lnTo>
                <a:lnTo>
                  <a:pt x="2781907" y="48545"/>
                </a:lnTo>
                <a:lnTo>
                  <a:pt x="2780643" y="47192"/>
                </a:lnTo>
                <a:lnTo>
                  <a:pt x="2732064" y="47192"/>
                </a:lnTo>
                <a:lnTo>
                  <a:pt x="2731110" y="33355"/>
                </a:lnTo>
                <a:lnTo>
                  <a:pt x="2731090" y="33066"/>
                </a:lnTo>
                <a:close/>
              </a:path>
              <a:path w="6441440" h="605155">
                <a:moveTo>
                  <a:pt x="2781907" y="48545"/>
                </a:moveTo>
                <a:lnTo>
                  <a:pt x="2754596" y="48545"/>
                </a:lnTo>
                <a:lnTo>
                  <a:pt x="2764284" y="56392"/>
                </a:lnTo>
                <a:lnTo>
                  <a:pt x="2765727" y="116194"/>
                </a:lnTo>
                <a:lnTo>
                  <a:pt x="2785318" y="116194"/>
                </a:lnTo>
                <a:lnTo>
                  <a:pt x="2784276" y="56392"/>
                </a:lnTo>
                <a:lnTo>
                  <a:pt x="2784181" y="50980"/>
                </a:lnTo>
                <a:lnTo>
                  <a:pt x="2781907" y="48545"/>
                </a:lnTo>
                <a:close/>
              </a:path>
              <a:path w="6441440" h="605155">
                <a:moveTo>
                  <a:pt x="2767585" y="33211"/>
                </a:moveTo>
                <a:lnTo>
                  <a:pt x="2745432" y="33355"/>
                </a:lnTo>
                <a:lnTo>
                  <a:pt x="2732064" y="47192"/>
                </a:lnTo>
                <a:lnTo>
                  <a:pt x="2780643" y="47192"/>
                </a:lnTo>
                <a:lnTo>
                  <a:pt x="2767585" y="33211"/>
                </a:lnTo>
                <a:close/>
              </a:path>
              <a:path w="6441440" h="605155">
                <a:moveTo>
                  <a:pt x="2829750" y="31984"/>
                </a:moveTo>
                <a:lnTo>
                  <a:pt x="2813568" y="40156"/>
                </a:lnTo>
                <a:lnTo>
                  <a:pt x="2803340" y="57709"/>
                </a:lnTo>
                <a:lnTo>
                  <a:pt x="2801824" y="83866"/>
                </a:lnTo>
                <a:lnTo>
                  <a:pt x="2813388" y="109266"/>
                </a:lnTo>
                <a:lnTo>
                  <a:pt x="2836082" y="117655"/>
                </a:lnTo>
                <a:lnTo>
                  <a:pt x="2840844" y="117655"/>
                </a:lnTo>
                <a:lnTo>
                  <a:pt x="2858884" y="105117"/>
                </a:lnTo>
                <a:lnTo>
                  <a:pt x="2880351" y="105117"/>
                </a:lnTo>
                <a:lnTo>
                  <a:pt x="2880351" y="101581"/>
                </a:lnTo>
                <a:lnTo>
                  <a:pt x="2837254" y="101581"/>
                </a:lnTo>
                <a:lnTo>
                  <a:pt x="2825529" y="92580"/>
                </a:lnTo>
                <a:lnTo>
                  <a:pt x="2827693" y="53740"/>
                </a:lnTo>
                <a:lnTo>
                  <a:pt x="2845769" y="48057"/>
                </a:lnTo>
                <a:lnTo>
                  <a:pt x="2880351" y="48057"/>
                </a:lnTo>
                <a:lnTo>
                  <a:pt x="2880351" y="46813"/>
                </a:lnTo>
                <a:lnTo>
                  <a:pt x="2860706" y="46813"/>
                </a:lnTo>
                <a:lnTo>
                  <a:pt x="2829750" y="31984"/>
                </a:lnTo>
                <a:close/>
              </a:path>
              <a:path w="6441440" h="605155">
                <a:moveTo>
                  <a:pt x="2880351" y="105117"/>
                </a:moveTo>
                <a:lnTo>
                  <a:pt x="2858884" y="105117"/>
                </a:lnTo>
                <a:lnTo>
                  <a:pt x="2861085" y="116194"/>
                </a:lnTo>
                <a:lnTo>
                  <a:pt x="2880351" y="116194"/>
                </a:lnTo>
                <a:lnTo>
                  <a:pt x="2880351" y="105117"/>
                </a:lnTo>
                <a:close/>
              </a:path>
              <a:path w="6441440" h="605155">
                <a:moveTo>
                  <a:pt x="2880351" y="48057"/>
                </a:moveTo>
                <a:lnTo>
                  <a:pt x="2845769" y="48057"/>
                </a:lnTo>
                <a:lnTo>
                  <a:pt x="2857333" y="56644"/>
                </a:lnTo>
                <a:lnTo>
                  <a:pt x="2857297" y="92796"/>
                </a:lnTo>
                <a:lnTo>
                  <a:pt x="2841548" y="101581"/>
                </a:lnTo>
                <a:lnTo>
                  <a:pt x="2880351" y="101581"/>
                </a:lnTo>
                <a:lnTo>
                  <a:pt x="2880351" y="48057"/>
                </a:lnTo>
                <a:close/>
              </a:path>
              <a:path w="6441440" h="605155">
                <a:moveTo>
                  <a:pt x="2880351" y="5357"/>
                </a:moveTo>
                <a:lnTo>
                  <a:pt x="2860706" y="5357"/>
                </a:lnTo>
                <a:lnTo>
                  <a:pt x="2860706" y="46813"/>
                </a:lnTo>
                <a:lnTo>
                  <a:pt x="2880351" y="46813"/>
                </a:lnTo>
                <a:lnTo>
                  <a:pt x="2880351" y="5357"/>
                </a:lnTo>
                <a:close/>
              </a:path>
              <a:path w="6441440" h="605155">
                <a:moveTo>
                  <a:pt x="2920819" y="33066"/>
                </a:moveTo>
                <a:lnTo>
                  <a:pt x="2901228" y="33066"/>
                </a:lnTo>
                <a:lnTo>
                  <a:pt x="2901228" y="116194"/>
                </a:lnTo>
                <a:lnTo>
                  <a:pt x="2920819" y="116194"/>
                </a:lnTo>
                <a:lnTo>
                  <a:pt x="2920819" y="33066"/>
                </a:lnTo>
                <a:close/>
              </a:path>
              <a:path w="6441440" h="605155">
                <a:moveTo>
                  <a:pt x="2907975" y="0"/>
                </a:moveTo>
                <a:lnTo>
                  <a:pt x="2899713" y="13583"/>
                </a:lnTo>
                <a:lnTo>
                  <a:pt x="2911078" y="21268"/>
                </a:lnTo>
                <a:lnTo>
                  <a:pt x="2914217" y="21268"/>
                </a:lnTo>
                <a:lnTo>
                  <a:pt x="2922443" y="7702"/>
                </a:lnTo>
                <a:lnTo>
                  <a:pt x="2907975" y="0"/>
                </a:lnTo>
                <a:close/>
              </a:path>
              <a:path w="6441440" h="605155">
                <a:moveTo>
                  <a:pt x="2959690" y="33066"/>
                </a:moveTo>
                <a:lnTo>
                  <a:pt x="2940965" y="33066"/>
                </a:lnTo>
                <a:lnTo>
                  <a:pt x="2940965" y="116194"/>
                </a:lnTo>
                <a:lnTo>
                  <a:pt x="2960556" y="116194"/>
                </a:lnTo>
                <a:lnTo>
                  <a:pt x="2960556" y="67486"/>
                </a:lnTo>
                <a:lnTo>
                  <a:pt x="2964290" y="54444"/>
                </a:lnTo>
                <a:lnTo>
                  <a:pt x="2983196" y="48545"/>
                </a:lnTo>
                <a:lnTo>
                  <a:pt x="3010507" y="48545"/>
                </a:lnTo>
                <a:lnTo>
                  <a:pt x="3009243" y="47192"/>
                </a:lnTo>
                <a:lnTo>
                  <a:pt x="2960664" y="47192"/>
                </a:lnTo>
                <a:lnTo>
                  <a:pt x="2959710" y="33355"/>
                </a:lnTo>
                <a:lnTo>
                  <a:pt x="2959690" y="33066"/>
                </a:lnTo>
                <a:close/>
              </a:path>
              <a:path w="6441440" h="605155">
                <a:moveTo>
                  <a:pt x="3010507" y="48545"/>
                </a:moveTo>
                <a:lnTo>
                  <a:pt x="2983196" y="48545"/>
                </a:lnTo>
                <a:lnTo>
                  <a:pt x="2992884" y="56392"/>
                </a:lnTo>
                <a:lnTo>
                  <a:pt x="2994327" y="116194"/>
                </a:lnTo>
                <a:lnTo>
                  <a:pt x="3013918" y="116194"/>
                </a:lnTo>
                <a:lnTo>
                  <a:pt x="3012876" y="56392"/>
                </a:lnTo>
                <a:lnTo>
                  <a:pt x="3012781" y="50980"/>
                </a:lnTo>
                <a:lnTo>
                  <a:pt x="3010507" y="48545"/>
                </a:lnTo>
                <a:close/>
              </a:path>
              <a:path w="6441440" h="605155">
                <a:moveTo>
                  <a:pt x="2996185" y="33211"/>
                </a:moveTo>
                <a:lnTo>
                  <a:pt x="2974032" y="33355"/>
                </a:lnTo>
                <a:lnTo>
                  <a:pt x="2960664" y="47192"/>
                </a:lnTo>
                <a:lnTo>
                  <a:pt x="3009243" y="47192"/>
                </a:lnTo>
                <a:lnTo>
                  <a:pt x="2996185" y="33211"/>
                </a:lnTo>
                <a:close/>
              </a:path>
              <a:path w="6441440" h="605155">
                <a:moveTo>
                  <a:pt x="3033293" y="128100"/>
                </a:moveTo>
                <a:lnTo>
                  <a:pt x="3042745" y="141828"/>
                </a:lnTo>
                <a:lnTo>
                  <a:pt x="3069985" y="149098"/>
                </a:lnTo>
                <a:lnTo>
                  <a:pt x="3095891" y="143325"/>
                </a:lnTo>
                <a:lnTo>
                  <a:pt x="3105184" y="132917"/>
                </a:lnTo>
                <a:lnTo>
                  <a:pt x="3080467" y="132917"/>
                </a:lnTo>
                <a:lnTo>
                  <a:pt x="3033293" y="128100"/>
                </a:lnTo>
                <a:close/>
              </a:path>
              <a:path w="6441440" h="605155">
                <a:moveTo>
                  <a:pt x="3107819" y="101257"/>
                </a:moveTo>
                <a:lnTo>
                  <a:pt x="3088603" y="101257"/>
                </a:lnTo>
                <a:lnTo>
                  <a:pt x="3089577" y="123139"/>
                </a:lnTo>
                <a:lnTo>
                  <a:pt x="3080467" y="132917"/>
                </a:lnTo>
                <a:lnTo>
                  <a:pt x="3105184" y="132917"/>
                </a:lnTo>
                <a:lnTo>
                  <a:pt x="3107310" y="130535"/>
                </a:lnTo>
                <a:lnTo>
                  <a:pt x="3107711" y="107480"/>
                </a:lnTo>
                <a:lnTo>
                  <a:pt x="3107819" y="101257"/>
                </a:lnTo>
                <a:close/>
              </a:path>
              <a:path w="6441440" h="605155">
                <a:moveTo>
                  <a:pt x="3058350" y="31984"/>
                </a:moveTo>
                <a:lnTo>
                  <a:pt x="3042168" y="40156"/>
                </a:lnTo>
                <a:lnTo>
                  <a:pt x="3031940" y="57528"/>
                </a:lnTo>
                <a:lnTo>
                  <a:pt x="3031940" y="90956"/>
                </a:lnTo>
                <a:lnTo>
                  <a:pt x="3042150" y="107480"/>
                </a:lnTo>
                <a:lnTo>
                  <a:pt x="3069444" y="115003"/>
                </a:lnTo>
                <a:lnTo>
                  <a:pt x="3088603" y="101257"/>
                </a:lnTo>
                <a:lnTo>
                  <a:pt x="3107819" y="101257"/>
                </a:lnTo>
                <a:lnTo>
                  <a:pt x="3107847" y="99633"/>
                </a:lnTo>
                <a:lnTo>
                  <a:pt x="3065854" y="99633"/>
                </a:lnTo>
                <a:lnTo>
                  <a:pt x="3054129" y="91407"/>
                </a:lnTo>
                <a:lnTo>
                  <a:pt x="3056293" y="53740"/>
                </a:lnTo>
                <a:lnTo>
                  <a:pt x="3074369" y="48057"/>
                </a:lnTo>
                <a:lnTo>
                  <a:pt x="3108745" y="48057"/>
                </a:lnTo>
                <a:lnTo>
                  <a:pt x="3108766" y="46813"/>
                </a:lnTo>
                <a:lnTo>
                  <a:pt x="3089685" y="46813"/>
                </a:lnTo>
                <a:lnTo>
                  <a:pt x="3058350" y="31984"/>
                </a:lnTo>
                <a:close/>
              </a:path>
              <a:path w="6441440" h="605155">
                <a:moveTo>
                  <a:pt x="3108745" y="48057"/>
                </a:moveTo>
                <a:lnTo>
                  <a:pt x="3074369" y="48057"/>
                </a:lnTo>
                <a:lnTo>
                  <a:pt x="3085933" y="56572"/>
                </a:lnTo>
                <a:lnTo>
                  <a:pt x="3085897" y="91678"/>
                </a:lnTo>
                <a:lnTo>
                  <a:pt x="3070148" y="99633"/>
                </a:lnTo>
                <a:lnTo>
                  <a:pt x="3107847" y="99633"/>
                </a:lnTo>
                <a:lnTo>
                  <a:pt x="3108580" y="57528"/>
                </a:lnTo>
                <a:lnTo>
                  <a:pt x="3108646" y="53740"/>
                </a:lnTo>
                <a:lnTo>
                  <a:pt x="3108745" y="48057"/>
                </a:lnTo>
                <a:close/>
              </a:path>
              <a:path w="6441440" h="605155">
                <a:moveTo>
                  <a:pt x="3109006" y="33066"/>
                </a:moveTo>
                <a:lnTo>
                  <a:pt x="3089685" y="33066"/>
                </a:lnTo>
                <a:lnTo>
                  <a:pt x="3089685" y="46813"/>
                </a:lnTo>
                <a:lnTo>
                  <a:pt x="3108766" y="46813"/>
                </a:lnTo>
                <a:lnTo>
                  <a:pt x="3108882" y="40156"/>
                </a:lnTo>
                <a:lnTo>
                  <a:pt x="3109006" y="33066"/>
                </a:lnTo>
                <a:close/>
              </a:path>
              <a:path w="6441440" h="605155">
                <a:moveTo>
                  <a:pt x="3211147" y="5357"/>
                </a:moveTo>
                <a:lnTo>
                  <a:pt x="3191069" y="5357"/>
                </a:lnTo>
                <a:lnTo>
                  <a:pt x="3191069" y="116194"/>
                </a:lnTo>
                <a:lnTo>
                  <a:pt x="3259962" y="116194"/>
                </a:lnTo>
                <a:lnTo>
                  <a:pt x="3259962" y="99363"/>
                </a:lnTo>
                <a:lnTo>
                  <a:pt x="3211147" y="99363"/>
                </a:lnTo>
                <a:lnTo>
                  <a:pt x="3211147" y="5357"/>
                </a:lnTo>
                <a:close/>
              </a:path>
              <a:path w="6441440" h="605155">
                <a:moveTo>
                  <a:pt x="3296114" y="33066"/>
                </a:moveTo>
                <a:lnTo>
                  <a:pt x="3276523" y="33066"/>
                </a:lnTo>
                <a:lnTo>
                  <a:pt x="3276523" y="116194"/>
                </a:lnTo>
                <a:lnTo>
                  <a:pt x="3296114" y="116194"/>
                </a:lnTo>
                <a:lnTo>
                  <a:pt x="3296114" y="33066"/>
                </a:lnTo>
                <a:close/>
              </a:path>
              <a:path w="6441440" h="605155">
                <a:moveTo>
                  <a:pt x="3283270" y="0"/>
                </a:moveTo>
                <a:lnTo>
                  <a:pt x="3275008" y="13583"/>
                </a:lnTo>
                <a:lnTo>
                  <a:pt x="3286372" y="21268"/>
                </a:lnTo>
                <a:lnTo>
                  <a:pt x="3289511" y="21268"/>
                </a:lnTo>
                <a:lnTo>
                  <a:pt x="3297738" y="7702"/>
                </a:lnTo>
                <a:lnTo>
                  <a:pt x="3283270" y="0"/>
                </a:lnTo>
                <a:close/>
              </a:path>
              <a:path w="6441440" h="605155">
                <a:moveTo>
                  <a:pt x="3331684" y="91678"/>
                </a:moveTo>
                <a:lnTo>
                  <a:pt x="3312580" y="93518"/>
                </a:lnTo>
                <a:lnTo>
                  <a:pt x="3317469" y="107138"/>
                </a:lnTo>
                <a:lnTo>
                  <a:pt x="3329880" y="115689"/>
                </a:lnTo>
                <a:lnTo>
                  <a:pt x="3361306" y="116699"/>
                </a:lnTo>
                <a:lnTo>
                  <a:pt x="3379635" y="103043"/>
                </a:lnTo>
                <a:lnTo>
                  <a:pt x="3343680" y="103043"/>
                </a:lnTo>
                <a:lnTo>
                  <a:pt x="3331684" y="91678"/>
                </a:lnTo>
                <a:close/>
              </a:path>
              <a:path w="6441440" h="605155">
                <a:moveTo>
                  <a:pt x="3336014" y="33030"/>
                </a:moveTo>
                <a:lnTo>
                  <a:pt x="3316260" y="47643"/>
                </a:lnTo>
                <a:lnTo>
                  <a:pt x="3314871" y="63265"/>
                </a:lnTo>
                <a:lnTo>
                  <a:pt x="3324414" y="76181"/>
                </a:lnTo>
                <a:lnTo>
                  <a:pt x="3356290" y="84444"/>
                </a:lnTo>
                <a:lnTo>
                  <a:pt x="3363669" y="95899"/>
                </a:lnTo>
                <a:lnTo>
                  <a:pt x="3343680" y="103043"/>
                </a:lnTo>
                <a:lnTo>
                  <a:pt x="3379635" y="103043"/>
                </a:lnTo>
                <a:lnTo>
                  <a:pt x="3382177" y="101149"/>
                </a:lnTo>
                <a:lnTo>
                  <a:pt x="3383711" y="85346"/>
                </a:lnTo>
                <a:lnTo>
                  <a:pt x="3374078" y="73169"/>
                </a:lnTo>
                <a:lnTo>
                  <a:pt x="3338936" y="63536"/>
                </a:lnTo>
                <a:lnTo>
                  <a:pt x="3341210" y="47967"/>
                </a:lnTo>
                <a:lnTo>
                  <a:pt x="3341281" y="47480"/>
                </a:lnTo>
                <a:lnTo>
                  <a:pt x="3380111" y="47480"/>
                </a:lnTo>
                <a:lnTo>
                  <a:pt x="3365923" y="34059"/>
                </a:lnTo>
                <a:lnTo>
                  <a:pt x="3336014" y="33030"/>
                </a:lnTo>
                <a:close/>
              </a:path>
              <a:path w="6441440" h="605155">
                <a:moveTo>
                  <a:pt x="3380111" y="47480"/>
                </a:moveTo>
                <a:lnTo>
                  <a:pt x="3341281" y="47480"/>
                </a:lnTo>
                <a:lnTo>
                  <a:pt x="3381961" y="55039"/>
                </a:lnTo>
                <a:lnTo>
                  <a:pt x="3380626" y="47967"/>
                </a:lnTo>
                <a:lnTo>
                  <a:pt x="3380111" y="47480"/>
                </a:lnTo>
                <a:close/>
              </a:path>
              <a:path w="6441440" h="605155">
                <a:moveTo>
                  <a:pt x="3425013" y="13150"/>
                </a:moveTo>
                <a:lnTo>
                  <a:pt x="3405421" y="13150"/>
                </a:lnTo>
                <a:lnTo>
                  <a:pt x="3405385" y="99633"/>
                </a:lnTo>
                <a:lnTo>
                  <a:pt x="3414207" y="113452"/>
                </a:lnTo>
                <a:lnTo>
                  <a:pt x="3440382" y="116140"/>
                </a:lnTo>
                <a:lnTo>
                  <a:pt x="3425013" y="13150"/>
                </a:lnTo>
                <a:close/>
              </a:path>
              <a:path w="6441440" h="605155">
                <a:moveTo>
                  <a:pt x="3405413" y="33066"/>
                </a:moveTo>
                <a:lnTo>
                  <a:pt x="3393624" y="33066"/>
                </a:lnTo>
                <a:lnTo>
                  <a:pt x="3393624" y="48220"/>
                </a:lnTo>
                <a:lnTo>
                  <a:pt x="3405407" y="48220"/>
                </a:lnTo>
                <a:lnTo>
                  <a:pt x="3405413" y="33066"/>
                </a:lnTo>
                <a:close/>
              </a:path>
              <a:path w="6441440" h="605155">
                <a:moveTo>
                  <a:pt x="3441411" y="33066"/>
                </a:moveTo>
                <a:lnTo>
                  <a:pt x="3427985" y="33066"/>
                </a:lnTo>
                <a:lnTo>
                  <a:pt x="3430246" y="48220"/>
                </a:lnTo>
                <a:lnTo>
                  <a:pt x="3441411" y="48220"/>
                </a:lnTo>
                <a:lnTo>
                  <a:pt x="3441411" y="33066"/>
                </a:lnTo>
                <a:close/>
              </a:path>
              <a:path w="6441440" h="605155">
                <a:moveTo>
                  <a:pt x="3531795" y="5357"/>
                </a:moveTo>
                <a:lnTo>
                  <a:pt x="3519672" y="5357"/>
                </a:lnTo>
                <a:lnTo>
                  <a:pt x="3519672" y="15315"/>
                </a:lnTo>
                <a:lnTo>
                  <a:pt x="3511229" y="36746"/>
                </a:lnTo>
                <a:lnTo>
                  <a:pt x="3518156" y="42375"/>
                </a:lnTo>
                <a:lnTo>
                  <a:pt x="3521043" y="40066"/>
                </a:lnTo>
                <a:lnTo>
                  <a:pt x="3531795" y="5357"/>
                </a:lnTo>
                <a:close/>
              </a:path>
              <a:path w="6441440" h="605155">
                <a:moveTo>
                  <a:pt x="3559504" y="5357"/>
                </a:moveTo>
                <a:lnTo>
                  <a:pt x="3547381" y="5357"/>
                </a:lnTo>
                <a:lnTo>
                  <a:pt x="3547381" y="15315"/>
                </a:lnTo>
                <a:lnTo>
                  <a:pt x="3538938" y="36746"/>
                </a:lnTo>
                <a:lnTo>
                  <a:pt x="3545866" y="42375"/>
                </a:lnTo>
                <a:lnTo>
                  <a:pt x="3548752" y="40066"/>
                </a:lnTo>
                <a:lnTo>
                  <a:pt x="3559504" y="5357"/>
                </a:lnTo>
                <a:close/>
              </a:path>
              <a:path w="6441440" h="605155">
                <a:moveTo>
                  <a:pt x="3663160" y="13150"/>
                </a:moveTo>
                <a:lnTo>
                  <a:pt x="3650388" y="13150"/>
                </a:lnTo>
                <a:lnTo>
                  <a:pt x="3650388" y="95845"/>
                </a:lnTo>
                <a:lnTo>
                  <a:pt x="3656017" y="111034"/>
                </a:lnTo>
                <a:lnTo>
                  <a:pt x="3677249" y="117096"/>
                </a:lnTo>
                <a:lnTo>
                  <a:pt x="3663160" y="13150"/>
                </a:lnTo>
                <a:close/>
              </a:path>
              <a:path w="6441440" h="605155">
                <a:moveTo>
                  <a:pt x="3650388" y="33066"/>
                </a:moveTo>
                <a:lnTo>
                  <a:pt x="3637832" y="33066"/>
                </a:lnTo>
                <a:lnTo>
                  <a:pt x="3637832" y="43890"/>
                </a:lnTo>
                <a:lnTo>
                  <a:pt x="3650388" y="43890"/>
                </a:lnTo>
                <a:lnTo>
                  <a:pt x="3650388" y="33066"/>
                </a:lnTo>
                <a:close/>
              </a:path>
              <a:path w="6441440" h="605155">
                <a:moveTo>
                  <a:pt x="3680912" y="33066"/>
                </a:moveTo>
                <a:lnTo>
                  <a:pt x="3665860" y="33066"/>
                </a:lnTo>
                <a:lnTo>
                  <a:pt x="3667327" y="43890"/>
                </a:lnTo>
                <a:lnTo>
                  <a:pt x="3680912" y="43890"/>
                </a:lnTo>
                <a:lnTo>
                  <a:pt x="3680912" y="33066"/>
                </a:lnTo>
                <a:close/>
              </a:path>
              <a:path w="6441440" h="605155">
                <a:moveTo>
                  <a:pt x="3757499" y="44576"/>
                </a:moveTo>
                <a:lnTo>
                  <a:pt x="3721501" y="44576"/>
                </a:lnTo>
                <a:lnTo>
                  <a:pt x="3742643" y="44720"/>
                </a:lnTo>
                <a:lnTo>
                  <a:pt x="3749914" y="60126"/>
                </a:lnTo>
                <a:lnTo>
                  <a:pt x="3697165" y="83975"/>
                </a:lnTo>
                <a:lnTo>
                  <a:pt x="3702541" y="110241"/>
                </a:lnTo>
                <a:lnTo>
                  <a:pt x="3724586" y="118142"/>
                </a:lnTo>
                <a:lnTo>
                  <a:pt x="3729420" y="118142"/>
                </a:lnTo>
                <a:lnTo>
                  <a:pt x="3748398" y="106741"/>
                </a:lnTo>
                <a:lnTo>
                  <a:pt x="3721547" y="106741"/>
                </a:lnTo>
                <a:lnTo>
                  <a:pt x="3708999" y="97685"/>
                </a:lnTo>
                <a:lnTo>
                  <a:pt x="3713264" y="83975"/>
                </a:lnTo>
                <a:lnTo>
                  <a:pt x="3713365" y="83650"/>
                </a:lnTo>
                <a:lnTo>
                  <a:pt x="3762686" y="83650"/>
                </a:lnTo>
                <a:lnTo>
                  <a:pt x="3762686" y="54822"/>
                </a:lnTo>
                <a:lnTo>
                  <a:pt x="3757572" y="44720"/>
                </a:lnTo>
                <a:lnTo>
                  <a:pt x="3757499" y="44576"/>
                </a:lnTo>
                <a:close/>
              </a:path>
              <a:path w="6441440" h="605155">
                <a:moveTo>
                  <a:pt x="3762686" y="83650"/>
                </a:moveTo>
                <a:lnTo>
                  <a:pt x="3713365" y="83650"/>
                </a:lnTo>
                <a:lnTo>
                  <a:pt x="3749914" y="86103"/>
                </a:lnTo>
                <a:lnTo>
                  <a:pt x="3745440" y="99146"/>
                </a:lnTo>
                <a:lnTo>
                  <a:pt x="3726353" y="106741"/>
                </a:lnTo>
                <a:lnTo>
                  <a:pt x="3748398" y="106741"/>
                </a:lnTo>
                <a:lnTo>
                  <a:pt x="3749914" y="116194"/>
                </a:lnTo>
                <a:lnTo>
                  <a:pt x="3762686" y="116194"/>
                </a:lnTo>
                <a:lnTo>
                  <a:pt x="3762686" y="83650"/>
                </a:lnTo>
                <a:close/>
              </a:path>
              <a:path w="6441440" h="605155">
                <a:moveTo>
                  <a:pt x="3714880" y="34834"/>
                </a:moveTo>
                <a:lnTo>
                  <a:pt x="3698609" y="51467"/>
                </a:lnTo>
                <a:lnTo>
                  <a:pt x="3710731" y="55796"/>
                </a:lnTo>
                <a:lnTo>
                  <a:pt x="3721501" y="44576"/>
                </a:lnTo>
                <a:lnTo>
                  <a:pt x="3757499" y="44576"/>
                </a:lnTo>
                <a:lnTo>
                  <a:pt x="3754550" y="38749"/>
                </a:lnTo>
                <a:lnTo>
                  <a:pt x="3714880" y="34834"/>
                </a:lnTo>
                <a:close/>
              </a:path>
              <a:path w="6441440" h="605155">
                <a:moveTo>
                  <a:pt x="3813825" y="103421"/>
                </a:moveTo>
                <a:lnTo>
                  <a:pt x="3800069" y="103421"/>
                </a:lnTo>
                <a:lnTo>
                  <a:pt x="3832757" y="117925"/>
                </a:lnTo>
                <a:lnTo>
                  <a:pt x="3849480" y="109140"/>
                </a:lnTo>
                <a:lnTo>
                  <a:pt x="3851005" y="106452"/>
                </a:lnTo>
                <a:lnTo>
                  <a:pt x="3818974" y="106452"/>
                </a:lnTo>
                <a:lnTo>
                  <a:pt x="3813825" y="103421"/>
                </a:lnTo>
                <a:close/>
              </a:path>
              <a:path w="6441440" h="605155">
                <a:moveTo>
                  <a:pt x="3800502" y="5357"/>
                </a:moveTo>
                <a:lnTo>
                  <a:pt x="3787729" y="5357"/>
                </a:lnTo>
                <a:lnTo>
                  <a:pt x="3787729" y="116194"/>
                </a:lnTo>
                <a:lnTo>
                  <a:pt x="3800069" y="116194"/>
                </a:lnTo>
                <a:lnTo>
                  <a:pt x="3800069" y="103421"/>
                </a:lnTo>
                <a:lnTo>
                  <a:pt x="3813825" y="103421"/>
                </a:lnTo>
                <a:lnTo>
                  <a:pt x="3807573" y="99741"/>
                </a:lnTo>
                <a:lnTo>
                  <a:pt x="3800285" y="74630"/>
                </a:lnTo>
                <a:lnTo>
                  <a:pt x="3807465" y="50006"/>
                </a:lnTo>
                <a:lnTo>
                  <a:pt x="3829509" y="43457"/>
                </a:lnTo>
                <a:lnTo>
                  <a:pt x="3850852" y="43457"/>
                </a:lnTo>
                <a:lnTo>
                  <a:pt x="3850270" y="42988"/>
                </a:lnTo>
                <a:lnTo>
                  <a:pt x="3803821" y="42988"/>
                </a:lnTo>
                <a:lnTo>
                  <a:pt x="3800502" y="5357"/>
                </a:lnTo>
                <a:close/>
              </a:path>
              <a:path w="6441440" h="605155">
                <a:moveTo>
                  <a:pt x="3850852" y="43457"/>
                </a:moveTo>
                <a:lnTo>
                  <a:pt x="3829509" y="43457"/>
                </a:lnTo>
                <a:lnTo>
                  <a:pt x="3843869" y="54101"/>
                </a:lnTo>
                <a:lnTo>
                  <a:pt x="3847423" y="85923"/>
                </a:lnTo>
                <a:lnTo>
                  <a:pt x="3833893" y="105045"/>
                </a:lnTo>
                <a:lnTo>
                  <a:pt x="3818974" y="106452"/>
                </a:lnTo>
                <a:lnTo>
                  <a:pt x="3851005" y="106452"/>
                </a:lnTo>
                <a:lnTo>
                  <a:pt x="3859618" y="91281"/>
                </a:lnTo>
                <a:lnTo>
                  <a:pt x="3861115" y="66115"/>
                </a:lnTo>
                <a:lnTo>
                  <a:pt x="3853629" y="45694"/>
                </a:lnTo>
                <a:lnTo>
                  <a:pt x="3850852" y="43457"/>
                </a:lnTo>
                <a:close/>
              </a:path>
              <a:path w="6441440" h="605155">
                <a:moveTo>
                  <a:pt x="3820201" y="31984"/>
                </a:moveTo>
                <a:lnTo>
                  <a:pt x="3803821" y="42988"/>
                </a:lnTo>
                <a:lnTo>
                  <a:pt x="3850270" y="42988"/>
                </a:lnTo>
                <a:lnTo>
                  <a:pt x="3838782" y="33734"/>
                </a:lnTo>
                <a:lnTo>
                  <a:pt x="3820201" y="31984"/>
                </a:lnTo>
                <a:close/>
              </a:path>
              <a:path w="6441440" h="605155">
                <a:moveTo>
                  <a:pt x="3953758" y="33066"/>
                </a:moveTo>
                <a:lnTo>
                  <a:pt x="3940337" y="33066"/>
                </a:lnTo>
                <a:lnTo>
                  <a:pt x="3965665" y="116194"/>
                </a:lnTo>
                <a:lnTo>
                  <a:pt x="3978221" y="116194"/>
                </a:lnTo>
                <a:lnTo>
                  <a:pt x="3983768" y="96711"/>
                </a:lnTo>
                <a:lnTo>
                  <a:pt x="3972592" y="96711"/>
                </a:lnTo>
                <a:lnTo>
                  <a:pt x="3953758" y="33066"/>
                </a:lnTo>
                <a:close/>
              </a:path>
              <a:path w="6441440" h="605155">
                <a:moveTo>
                  <a:pt x="4009570" y="52333"/>
                </a:moveTo>
                <a:lnTo>
                  <a:pt x="3996404" y="52333"/>
                </a:lnTo>
                <a:lnTo>
                  <a:pt x="4015887" y="116194"/>
                </a:lnTo>
                <a:lnTo>
                  <a:pt x="4028443" y="116194"/>
                </a:lnTo>
                <a:lnTo>
                  <a:pt x="4034379" y="96711"/>
                </a:lnTo>
                <a:lnTo>
                  <a:pt x="4034445" y="96494"/>
                </a:lnTo>
                <a:lnTo>
                  <a:pt x="4022382" y="96494"/>
                </a:lnTo>
                <a:lnTo>
                  <a:pt x="4009570" y="52333"/>
                </a:lnTo>
                <a:close/>
              </a:path>
              <a:path w="6441440" h="605155">
                <a:moveTo>
                  <a:pt x="4003981" y="33066"/>
                </a:moveTo>
                <a:lnTo>
                  <a:pt x="3990343" y="33066"/>
                </a:lnTo>
                <a:lnTo>
                  <a:pt x="3972652" y="96494"/>
                </a:lnTo>
                <a:lnTo>
                  <a:pt x="3972592" y="96711"/>
                </a:lnTo>
                <a:lnTo>
                  <a:pt x="3983768" y="96711"/>
                </a:lnTo>
                <a:lnTo>
                  <a:pt x="3996404" y="52333"/>
                </a:lnTo>
                <a:lnTo>
                  <a:pt x="4009570" y="52333"/>
                </a:lnTo>
                <a:lnTo>
                  <a:pt x="4003981" y="33066"/>
                </a:lnTo>
                <a:close/>
              </a:path>
              <a:path w="6441440" h="605155">
                <a:moveTo>
                  <a:pt x="4053771" y="33066"/>
                </a:moveTo>
                <a:lnTo>
                  <a:pt x="4040349" y="33066"/>
                </a:lnTo>
                <a:lnTo>
                  <a:pt x="4022382" y="96494"/>
                </a:lnTo>
                <a:lnTo>
                  <a:pt x="4034445" y="96494"/>
                </a:lnTo>
                <a:lnTo>
                  <a:pt x="4053771" y="33066"/>
                </a:lnTo>
                <a:close/>
              </a:path>
              <a:path w="6441440" h="605155">
                <a:moveTo>
                  <a:pt x="4083428" y="33066"/>
                </a:moveTo>
                <a:lnTo>
                  <a:pt x="4070656" y="33066"/>
                </a:lnTo>
                <a:lnTo>
                  <a:pt x="4070656" y="116194"/>
                </a:lnTo>
                <a:lnTo>
                  <a:pt x="4083428" y="116194"/>
                </a:lnTo>
                <a:lnTo>
                  <a:pt x="4083428" y="33066"/>
                </a:lnTo>
                <a:close/>
              </a:path>
              <a:path w="6441440" h="605155">
                <a:moveTo>
                  <a:pt x="4072514" y="2742"/>
                </a:moveTo>
                <a:lnTo>
                  <a:pt x="4077151" y="19212"/>
                </a:lnTo>
                <a:lnTo>
                  <a:pt x="4079640" y="19212"/>
                </a:lnTo>
                <a:lnTo>
                  <a:pt x="4086243" y="8171"/>
                </a:lnTo>
                <a:lnTo>
                  <a:pt x="4072514" y="2742"/>
                </a:lnTo>
                <a:close/>
              </a:path>
              <a:path w="6441440" h="605155">
                <a:moveTo>
                  <a:pt x="4119594" y="5357"/>
                </a:moveTo>
                <a:lnTo>
                  <a:pt x="4106821" y="5357"/>
                </a:lnTo>
                <a:lnTo>
                  <a:pt x="4106821" y="116194"/>
                </a:lnTo>
                <a:lnTo>
                  <a:pt x="4119594" y="116194"/>
                </a:lnTo>
                <a:lnTo>
                  <a:pt x="4119594" y="5357"/>
                </a:lnTo>
                <a:close/>
              </a:path>
              <a:path w="6441440" h="605155">
                <a:moveTo>
                  <a:pt x="4155759" y="5357"/>
                </a:moveTo>
                <a:lnTo>
                  <a:pt x="4142986" y="5357"/>
                </a:lnTo>
                <a:lnTo>
                  <a:pt x="4142986" y="116194"/>
                </a:lnTo>
                <a:lnTo>
                  <a:pt x="4155759" y="116194"/>
                </a:lnTo>
                <a:lnTo>
                  <a:pt x="4155759" y="5357"/>
                </a:lnTo>
                <a:close/>
              </a:path>
              <a:path w="6441440" h="605155">
                <a:moveTo>
                  <a:pt x="4269937" y="31984"/>
                </a:moveTo>
                <a:lnTo>
                  <a:pt x="4253088" y="40733"/>
                </a:lnTo>
                <a:lnTo>
                  <a:pt x="4242932" y="58539"/>
                </a:lnTo>
                <a:lnTo>
                  <a:pt x="4241434" y="83650"/>
                </a:lnTo>
                <a:lnTo>
                  <a:pt x="4248921" y="104161"/>
                </a:lnTo>
                <a:lnTo>
                  <a:pt x="4263811" y="116194"/>
                </a:lnTo>
                <a:lnTo>
                  <a:pt x="4276720" y="117925"/>
                </a:lnTo>
                <a:lnTo>
                  <a:pt x="4282060" y="117925"/>
                </a:lnTo>
                <a:lnTo>
                  <a:pt x="4297931" y="106452"/>
                </a:lnTo>
                <a:lnTo>
                  <a:pt x="4273112" y="106452"/>
                </a:lnTo>
                <a:lnTo>
                  <a:pt x="4258752" y="95556"/>
                </a:lnTo>
                <a:lnTo>
                  <a:pt x="4255090" y="63518"/>
                </a:lnTo>
                <a:lnTo>
                  <a:pt x="4268530" y="44846"/>
                </a:lnTo>
                <a:lnTo>
                  <a:pt x="4298845" y="44846"/>
                </a:lnTo>
                <a:lnTo>
                  <a:pt x="4269937" y="31984"/>
                </a:lnTo>
                <a:close/>
              </a:path>
              <a:path w="6441440" h="605155">
                <a:moveTo>
                  <a:pt x="4314820" y="104937"/>
                </a:moveTo>
                <a:lnTo>
                  <a:pt x="4300027" y="104937"/>
                </a:lnTo>
                <a:lnTo>
                  <a:pt x="4302481" y="116194"/>
                </a:lnTo>
                <a:lnTo>
                  <a:pt x="4314820" y="116194"/>
                </a:lnTo>
                <a:lnTo>
                  <a:pt x="4314820" y="104937"/>
                </a:lnTo>
                <a:close/>
              </a:path>
              <a:path w="6441440" h="605155">
                <a:moveTo>
                  <a:pt x="4298845" y="44846"/>
                </a:moveTo>
                <a:lnTo>
                  <a:pt x="4288066" y="44846"/>
                </a:lnTo>
                <a:lnTo>
                  <a:pt x="4301362" y="62994"/>
                </a:lnTo>
                <a:lnTo>
                  <a:pt x="4294976" y="99741"/>
                </a:lnTo>
                <a:lnTo>
                  <a:pt x="4278452" y="106452"/>
                </a:lnTo>
                <a:lnTo>
                  <a:pt x="4297931" y="106452"/>
                </a:lnTo>
                <a:lnTo>
                  <a:pt x="4300027" y="104937"/>
                </a:lnTo>
                <a:lnTo>
                  <a:pt x="4314820" y="104937"/>
                </a:lnTo>
                <a:lnTo>
                  <a:pt x="4314820" y="46271"/>
                </a:lnTo>
                <a:lnTo>
                  <a:pt x="4302048" y="46271"/>
                </a:lnTo>
                <a:lnTo>
                  <a:pt x="4298845" y="44846"/>
                </a:lnTo>
                <a:close/>
              </a:path>
              <a:path w="6441440" h="605155">
                <a:moveTo>
                  <a:pt x="4314820" y="5357"/>
                </a:moveTo>
                <a:lnTo>
                  <a:pt x="4302048" y="5357"/>
                </a:lnTo>
                <a:lnTo>
                  <a:pt x="4302048" y="46271"/>
                </a:lnTo>
                <a:lnTo>
                  <a:pt x="4314820" y="46271"/>
                </a:lnTo>
                <a:lnTo>
                  <a:pt x="4314820" y="5357"/>
                </a:lnTo>
                <a:close/>
              </a:path>
              <a:path w="6441440" h="605155">
                <a:moveTo>
                  <a:pt x="4352758" y="33066"/>
                </a:moveTo>
                <a:lnTo>
                  <a:pt x="4339985" y="33066"/>
                </a:lnTo>
                <a:lnTo>
                  <a:pt x="4339985" y="116194"/>
                </a:lnTo>
                <a:lnTo>
                  <a:pt x="4352758" y="116194"/>
                </a:lnTo>
                <a:lnTo>
                  <a:pt x="4352758" y="33066"/>
                </a:lnTo>
                <a:close/>
              </a:path>
              <a:path w="6441440" h="605155">
                <a:moveTo>
                  <a:pt x="4341844" y="2742"/>
                </a:moveTo>
                <a:lnTo>
                  <a:pt x="4346480" y="19212"/>
                </a:lnTo>
                <a:lnTo>
                  <a:pt x="4348969" y="19212"/>
                </a:lnTo>
                <a:lnTo>
                  <a:pt x="4355572" y="8171"/>
                </a:lnTo>
                <a:lnTo>
                  <a:pt x="4341844" y="2742"/>
                </a:lnTo>
                <a:close/>
              </a:path>
              <a:path w="6441440" h="605155">
                <a:moveTo>
                  <a:pt x="4384593" y="93247"/>
                </a:moveTo>
                <a:lnTo>
                  <a:pt x="4372471" y="96278"/>
                </a:lnTo>
                <a:lnTo>
                  <a:pt x="4373950" y="103349"/>
                </a:lnTo>
                <a:lnTo>
                  <a:pt x="4388580" y="116085"/>
                </a:lnTo>
                <a:lnTo>
                  <a:pt x="4410534" y="117925"/>
                </a:lnTo>
                <a:lnTo>
                  <a:pt x="4429729" y="109555"/>
                </a:lnTo>
                <a:lnTo>
                  <a:pt x="4430952" y="105550"/>
                </a:lnTo>
                <a:lnTo>
                  <a:pt x="4394389" y="105550"/>
                </a:lnTo>
                <a:lnTo>
                  <a:pt x="4384593" y="93247"/>
                </a:lnTo>
                <a:close/>
              </a:path>
              <a:path w="6441440" h="605155">
                <a:moveTo>
                  <a:pt x="4405592" y="31984"/>
                </a:moveTo>
                <a:lnTo>
                  <a:pt x="4381689" y="39958"/>
                </a:lnTo>
                <a:lnTo>
                  <a:pt x="4375068" y="61750"/>
                </a:lnTo>
                <a:lnTo>
                  <a:pt x="4383944" y="74143"/>
                </a:lnTo>
                <a:lnTo>
                  <a:pt x="4418292" y="84444"/>
                </a:lnTo>
                <a:lnTo>
                  <a:pt x="4423343" y="97252"/>
                </a:lnTo>
                <a:lnTo>
                  <a:pt x="4414539" y="105406"/>
                </a:lnTo>
                <a:lnTo>
                  <a:pt x="4394389" y="105550"/>
                </a:lnTo>
                <a:lnTo>
                  <a:pt x="4430952" y="105550"/>
                </a:lnTo>
                <a:lnTo>
                  <a:pt x="4436548" y="87222"/>
                </a:lnTo>
                <a:lnTo>
                  <a:pt x="4427438" y="75081"/>
                </a:lnTo>
                <a:lnTo>
                  <a:pt x="4388995" y="61046"/>
                </a:lnTo>
                <a:lnTo>
                  <a:pt x="4389397" y="51683"/>
                </a:lnTo>
                <a:lnTo>
                  <a:pt x="4389518" y="48851"/>
                </a:lnTo>
                <a:lnTo>
                  <a:pt x="4409308" y="43024"/>
                </a:lnTo>
                <a:lnTo>
                  <a:pt x="4430124" y="43024"/>
                </a:lnTo>
                <a:lnTo>
                  <a:pt x="4420276" y="33788"/>
                </a:lnTo>
                <a:lnTo>
                  <a:pt x="4405592" y="31984"/>
                </a:lnTo>
                <a:close/>
              </a:path>
              <a:path w="6441440" h="605155">
                <a:moveTo>
                  <a:pt x="4430124" y="43024"/>
                </a:moveTo>
                <a:lnTo>
                  <a:pt x="4409308" y="43024"/>
                </a:lnTo>
                <a:lnTo>
                  <a:pt x="4423559" y="54931"/>
                </a:lnTo>
                <a:lnTo>
                  <a:pt x="4435033" y="51683"/>
                </a:lnTo>
                <a:lnTo>
                  <a:pt x="4433048" y="45766"/>
                </a:lnTo>
                <a:lnTo>
                  <a:pt x="4430124" y="43024"/>
                </a:lnTo>
                <a:close/>
              </a:path>
              <a:path w="6441440" h="605155">
                <a:moveTo>
                  <a:pt x="4468113" y="33066"/>
                </a:moveTo>
                <a:lnTo>
                  <a:pt x="4455774" y="33066"/>
                </a:lnTo>
                <a:lnTo>
                  <a:pt x="4455774" y="147366"/>
                </a:lnTo>
                <a:lnTo>
                  <a:pt x="4468546" y="147366"/>
                </a:lnTo>
                <a:lnTo>
                  <a:pt x="4468546" y="103421"/>
                </a:lnTo>
                <a:lnTo>
                  <a:pt x="4481870" y="103421"/>
                </a:lnTo>
                <a:lnTo>
                  <a:pt x="4475617" y="99741"/>
                </a:lnTo>
                <a:lnTo>
                  <a:pt x="4468329" y="74630"/>
                </a:lnTo>
                <a:lnTo>
                  <a:pt x="4475509" y="50006"/>
                </a:lnTo>
                <a:lnTo>
                  <a:pt x="4497554" y="43457"/>
                </a:lnTo>
                <a:lnTo>
                  <a:pt x="4518896" y="43457"/>
                </a:lnTo>
                <a:lnTo>
                  <a:pt x="4518314" y="42988"/>
                </a:lnTo>
                <a:lnTo>
                  <a:pt x="4471865" y="42988"/>
                </a:lnTo>
                <a:lnTo>
                  <a:pt x="4468113" y="33066"/>
                </a:lnTo>
                <a:close/>
              </a:path>
              <a:path w="6441440" h="605155">
                <a:moveTo>
                  <a:pt x="4481870" y="103421"/>
                </a:moveTo>
                <a:lnTo>
                  <a:pt x="4468546" y="103421"/>
                </a:lnTo>
                <a:lnTo>
                  <a:pt x="4500801" y="117925"/>
                </a:lnTo>
                <a:lnTo>
                  <a:pt x="4517524" y="109140"/>
                </a:lnTo>
                <a:lnTo>
                  <a:pt x="4519050" y="106452"/>
                </a:lnTo>
                <a:lnTo>
                  <a:pt x="4487019" y="106452"/>
                </a:lnTo>
                <a:lnTo>
                  <a:pt x="4481870" y="103421"/>
                </a:lnTo>
                <a:close/>
              </a:path>
              <a:path w="6441440" h="605155">
                <a:moveTo>
                  <a:pt x="4518896" y="43457"/>
                </a:moveTo>
                <a:lnTo>
                  <a:pt x="4497554" y="43457"/>
                </a:lnTo>
                <a:lnTo>
                  <a:pt x="4511914" y="54101"/>
                </a:lnTo>
                <a:lnTo>
                  <a:pt x="4515467" y="85923"/>
                </a:lnTo>
                <a:lnTo>
                  <a:pt x="4501937" y="105045"/>
                </a:lnTo>
                <a:lnTo>
                  <a:pt x="4487019" y="106452"/>
                </a:lnTo>
                <a:lnTo>
                  <a:pt x="4519050" y="106452"/>
                </a:lnTo>
                <a:lnTo>
                  <a:pt x="4527662" y="91281"/>
                </a:lnTo>
                <a:lnTo>
                  <a:pt x="4529159" y="66115"/>
                </a:lnTo>
                <a:lnTo>
                  <a:pt x="4521673" y="45694"/>
                </a:lnTo>
                <a:lnTo>
                  <a:pt x="4518896" y="43457"/>
                </a:lnTo>
                <a:close/>
              </a:path>
              <a:path w="6441440" h="605155">
                <a:moveTo>
                  <a:pt x="4488245" y="31984"/>
                </a:moveTo>
                <a:lnTo>
                  <a:pt x="4471865" y="42988"/>
                </a:lnTo>
                <a:lnTo>
                  <a:pt x="4518314" y="42988"/>
                </a:lnTo>
                <a:lnTo>
                  <a:pt x="4506826" y="33734"/>
                </a:lnTo>
                <a:lnTo>
                  <a:pt x="4488245" y="31984"/>
                </a:lnTo>
                <a:close/>
              </a:path>
              <a:path w="6441440" h="605155">
                <a:moveTo>
                  <a:pt x="4561415" y="5357"/>
                </a:moveTo>
                <a:lnTo>
                  <a:pt x="4548642" y="5357"/>
                </a:lnTo>
                <a:lnTo>
                  <a:pt x="4548642" y="116194"/>
                </a:lnTo>
                <a:lnTo>
                  <a:pt x="4561415" y="116194"/>
                </a:lnTo>
                <a:lnTo>
                  <a:pt x="4561415" y="5357"/>
                </a:lnTo>
                <a:close/>
              </a:path>
              <a:path w="6441440" h="605155">
                <a:moveTo>
                  <a:pt x="4642183" y="44576"/>
                </a:moveTo>
                <a:lnTo>
                  <a:pt x="4606185" y="44576"/>
                </a:lnTo>
                <a:lnTo>
                  <a:pt x="4627327" y="44720"/>
                </a:lnTo>
                <a:lnTo>
                  <a:pt x="4634598" y="60126"/>
                </a:lnTo>
                <a:lnTo>
                  <a:pt x="4581849" y="83975"/>
                </a:lnTo>
                <a:lnTo>
                  <a:pt x="4587225" y="110241"/>
                </a:lnTo>
                <a:lnTo>
                  <a:pt x="4609270" y="118142"/>
                </a:lnTo>
                <a:lnTo>
                  <a:pt x="4614104" y="118142"/>
                </a:lnTo>
                <a:lnTo>
                  <a:pt x="4633082" y="106741"/>
                </a:lnTo>
                <a:lnTo>
                  <a:pt x="4606231" y="106741"/>
                </a:lnTo>
                <a:lnTo>
                  <a:pt x="4593683" y="97685"/>
                </a:lnTo>
                <a:lnTo>
                  <a:pt x="4597948" y="83975"/>
                </a:lnTo>
                <a:lnTo>
                  <a:pt x="4598049" y="83650"/>
                </a:lnTo>
                <a:lnTo>
                  <a:pt x="4647370" y="83650"/>
                </a:lnTo>
                <a:lnTo>
                  <a:pt x="4647370" y="54822"/>
                </a:lnTo>
                <a:lnTo>
                  <a:pt x="4642256" y="44720"/>
                </a:lnTo>
                <a:lnTo>
                  <a:pt x="4642183" y="44576"/>
                </a:lnTo>
                <a:close/>
              </a:path>
              <a:path w="6441440" h="605155">
                <a:moveTo>
                  <a:pt x="4647370" y="83650"/>
                </a:moveTo>
                <a:lnTo>
                  <a:pt x="4598049" y="83650"/>
                </a:lnTo>
                <a:lnTo>
                  <a:pt x="4634598" y="86103"/>
                </a:lnTo>
                <a:lnTo>
                  <a:pt x="4630124" y="99146"/>
                </a:lnTo>
                <a:lnTo>
                  <a:pt x="4611037" y="106741"/>
                </a:lnTo>
                <a:lnTo>
                  <a:pt x="4633082" y="106741"/>
                </a:lnTo>
                <a:lnTo>
                  <a:pt x="4634598" y="116194"/>
                </a:lnTo>
                <a:lnTo>
                  <a:pt x="4647370" y="116194"/>
                </a:lnTo>
                <a:lnTo>
                  <a:pt x="4647370" y="83650"/>
                </a:lnTo>
                <a:close/>
              </a:path>
              <a:path w="6441440" h="605155">
                <a:moveTo>
                  <a:pt x="4599564" y="34834"/>
                </a:moveTo>
                <a:lnTo>
                  <a:pt x="4583293" y="51467"/>
                </a:lnTo>
                <a:lnTo>
                  <a:pt x="4595415" y="55796"/>
                </a:lnTo>
                <a:lnTo>
                  <a:pt x="4606185" y="44576"/>
                </a:lnTo>
                <a:lnTo>
                  <a:pt x="4642183" y="44576"/>
                </a:lnTo>
                <a:lnTo>
                  <a:pt x="4639234" y="38749"/>
                </a:lnTo>
                <a:lnTo>
                  <a:pt x="4599564" y="34834"/>
                </a:lnTo>
                <a:close/>
              </a:path>
              <a:path w="6441440" h="605155">
                <a:moveTo>
                  <a:pt x="4675065" y="33066"/>
                </a:moveTo>
                <a:lnTo>
                  <a:pt x="4661211" y="33066"/>
                </a:lnTo>
                <a:lnTo>
                  <a:pt x="4691951" y="116627"/>
                </a:lnTo>
                <a:lnTo>
                  <a:pt x="4686304" y="130391"/>
                </a:lnTo>
                <a:lnTo>
                  <a:pt x="4669870" y="134594"/>
                </a:lnTo>
                <a:lnTo>
                  <a:pt x="4666623" y="145851"/>
                </a:lnTo>
                <a:lnTo>
                  <a:pt x="4675931" y="147366"/>
                </a:lnTo>
                <a:lnTo>
                  <a:pt x="4689425" y="143939"/>
                </a:lnTo>
                <a:lnTo>
                  <a:pt x="4708044" y="99308"/>
                </a:lnTo>
                <a:lnTo>
                  <a:pt x="4698878" y="99308"/>
                </a:lnTo>
                <a:lnTo>
                  <a:pt x="4675065" y="33066"/>
                </a:lnTo>
                <a:close/>
              </a:path>
              <a:path w="6441440" h="605155">
                <a:moveTo>
                  <a:pt x="4735679" y="33066"/>
                </a:moveTo>
                <a:lnTo>
                  <a:pt x="4721824" y="33066"/>
                </a:lnTo>
                <a:lnTo>
                  <a:pt x="4698878" y="99308"/>
                </a:lnTo>
                <a:lnTo>
                  <a:pt x="4708044" y="99308"/>
                </a:lnTo>
                <a:lnTo>
                  <a:pt x="4735679" y="33066"/>
                </a:lnTo>
                <a:close/>
              </a:path>
              <a:path w="6441440" h="605155">
                <a:moveTo>
                  <a:pt x="4820448" y="5357"/>
                </a:moveTo>
                <a:lnTo>
                  <a:pt x="4820448" y="116194"/>
                </a:lnTo>
                <a:lnTo>
                  <a:pt x="4854651" y="116194"/>
                </a:lnTo>
                <a:lnTo>
                  <a:pt x="4877118" y="112449"/>
                </a:lnTo>
                <a:lnTo>
                  <a:pt x="4887567" y="104287"/>
                </a:lnTo>
                <a:lnTo>
                  <a:pt x="4833869" y="104287"/>
                </a:lnTo>
                <a:lnTo>
                  <a:pt x="4833869" y="17264"/>
                </a:lnTo>
                <a:lnTo>
                  <a:pt x="4888009" y="17264"/>
                </a:lnTo>
                <a:lnTo>
                  <a:pt x="4877740" y="9102"/>
                </a:lnTo>
                <a:lnTo>
                  <a:pt x="4820448" y="5357"/>
                </a:lnTo>
                <a:close/>
              </a:path>
              <a:path w="6441440" h="605155">
                <a:moveTo>
                  <a:pt x="4888009" y="17264"/>
                </a:moveTo>
                <a:lnTo>
                  <a:pt x="4863960" y="17264"/>
                </a:lnTo>
                <a:lnTo>
                  <a:pt x="4882811" y="25977"/>
                </a:lnTo>
                <a:lnTo>
                  <a:pt x="4893022" y="43908"/>
                </a:lnTo>
                <a:lnTo>
                  <a:pt x="4894483" y="69579"/>
                </a:lnTo>
                <a:lnTo>
                  <a:pt x="4887087" y="90415"/>
                </a:lnTo>
                <a:lnTo>
                  <a:pt x="4870544" y="102520"/>
                </a:lnTo>
                <a:lnTo>
                  <a:pt x="4833869" y="104287"/>
                </a:lnTo>
                <a:lnTo>
                  <a:pt x="4887567" y="104287"/>
                </a:lnTo>
                <a:lnTo>
                  <a:pt x="4897865" y="96244"/>
                </a:lnTo>
                <a:lnTo>
                  <a:pt x="4907472" y="60559"/>
                </a:lnTo>
                <a:lnTo>
                  <a:pt x="4897963" y="25175"/>
                </a:lnTo>
                <a:lnTo>
                  <a:pt x="4888009" y="17264"/>
                </a:lnTo>
                <a:close/>
              </a:path>
              <a:path w="6441440" h="605155">
                <a:moveTo>
                  <a:pt x="4940593" y="33066"/>
                </a:moveTo>
                <a:lnTo>
                  <a:pt x="4928253" y="33066"/>
                </a:lnTo>
                <a:lnTo>
                  <a:pt x="4928253" y="116194"/>
                </a:lnTo>
                <a:lnTo>
                  <a:pt x="4941026" y="116194"/>
                </a:lnTo>
                <a:lnTo>
                  <a:pt x="4941928" y="56500"/>
                </a:lnTo>
                <a:lnTo>
                  <a:pt x="4959567" y="45622"/>
                </a:lnTo>
                <a:lnTo>
                  <a:pt x="4941459" y="45622"/>
                </a:lnTo>
                <a:lnTo>
                  <a:pt x="4940593" y="33066"/>
                </a:lnTo>
                <a:close/>
              </a:path>
              <a:path w="6441440" h="605155">
                <a:moveTo>
                  <a:pt x="4958127" y="31768"/>
                </a:moveTo>
                <a:lnTo>
                  <a:pt x="4941459" y="45622"/>
                </a:lnTo>
                <a:lnTo>
                  <a:pt x="4959567" y="45622"/>
                </a:lnTo>
                <a:lnTo>
                  <a:pt x="4962024" y="44107"/>
                </a:lnTo>
                <a:lnTo>
                  <a:pt x="4969817" y="31984"/>
                </a:lnTo>
                <a:lnTo>
                  <a:pt x="4958127" y="31768"/>
                </a:lnTo>
                <a:close/>
              </a:path>
              <a:path w="6441440" h="605155">
                <a:moveTo>
                  <a:pt x="4997729" y="33066"/>
                </a:moveTo>
                <a:lnTo>
                  <a:pt x="4984957" y="33066"/>
                </a:lnTo>
                <a:lnTo>
                  <a:pt x="4986060" y="95917"/>
                </a:lnTo>
                <a:lnTo>
                  <a:pt x="4986111" y="98821"/>
                </a:lnTo>
                <a:lnTo>
                  <a:pt x="5002036" y="116194"/>
                </a:lnTo>
                <a:lnTo>
                  <a:pt x="4998439" y="116194"/>
                </a:lnTo>
                <a:lnTo>
                  <a:pt x="5023273" y="115815"/>
                </a:lnTo>
                <a:lnTo>
                  <a:pt x="5033764" y="104937"/>
                </a:lnTo>
                <a:lnTo>
                  <a:pt x="5010609" y="104937"/>
                </a:lnTo>
                <a:lnTo>
                  <a:pt x="4999425" y="95917"/>
                </a:lnTo>
                <a:lnTo>
                  <a:pt x="4997729" y="33066"/>
                </a:lnTo>
                <a:close/>
              </a:path>
              <a:path w="6441440" h="605155">
                <a:moveTo>
                  <a:pt x="5050117" y="102123"/>
                </a:moveTo>
                <a:lnTo>
                  <a:pt x="5036478" y="102123"/>
                </a:lnTo>
                <a:lnTo>
                  <a:pt x="5037321" y="115815"/>
                </a:lnTo>
                <a:lnTo>
                  <a:pt x="5037344" y="116194"/>
                </a:lnTo>
                <a:lnTo>
                  <a:pt x="5050117" y="116194"/>
                </a:lnTo>
                <a:lnTo>
                  <a:pt x="5050117" y="102123"/>
                </a:lnTo>
                <a:close/>
              </a:path>
              <a:path w="6441440" h="605155">
                <a:moveTo>
                  <a:pt x="5050117" y="33066"/>
                </a:moveTo>
                <a:lnTo>
                  <a:pt x="5037344" y="33066"/>
                </a:lnTo>
                <a:lnTo>
                  <a:pt x="5037344" y="82207"/>
                </a:lnTo>
                <a:lnTo>
                  <a:pt x="5031698" y="98388"/>
                </a:lnTo>
                <a:lnTo>
                  <a:pt x="5010609" y="104937"/>
                </a:lnTo>
                <a:lnTo>
                  <a:pt x="5033764" y="104937"/>
                </a:lnTo>
                <a:lnTo>
                  <a:pt x="5036478" y="102123"/>
                </a:lnTo>
                <a:lnTo>
                  <a:pt x="5050117" y="102123"/>
                </a:lnTo>
                <a:lnTo>
                  <a:pt x="5050117" y="33066"/>
                </a:lnTo>
                <a:close/>
              </a:path>
              <a:path w="6441440" h="605155">
                <a:moveTo>
                  <a:pt x="5085867" y="128533"/>
                </a:moveTo>
                <a:lnTo>
                  <a:pt x="5073077" y="132429"/>
                </a:lnTo>
                <a:lnTo>
                  <a:pt x="5107064" y="149098"/>
                </a:lnTo>
                <a:lnTo>
                  <a:pt x="5130588" y="143813"/>
                </a:lnTo>
                <a:lnTo>
                  <a:pt x="5135831" y="137841"/>
                </a:lnTo>
                <a:lnTo>
                  <a:pt x="5102049" y="137841"/>
                </a:lnTo>
                <a:lnTo>
                  <a:pt x="5085867" y="128533"/>
                </a:lnTo>
                <a:close/>
              </a:path>
              <a:path w="6441440" h="605155">
                <a:moveTo>
                  <a:pt x="5141826" y="104215"/>
                </a:moveTo>
                <a:lnTo>
                  <a:pt x="5126871" y="104215"/>
                </a:lnTo>
                <a:lnTo>
                  <a:pt x="5130227" y="124636"/>
                </a:lnTo>
                <a:lnTo>
                  <a:pt x="5119313" y="136218"/>
                </a:lnTo>
                <a:lnTo>
                  <a:pt x="5102049" y="137841"/>
                </a:lnTo>
                <a:lnTo>
                  <a:pt x="5135831" y="137841"/>
                </a:lnTo>
                <a:lnTo>
                  <a:pt x="5141376" y="131527"/>
                </a:lnTo>
                <a:lnTo>
                  <a:pt x="5141826" y="104215"/>
                </a:lnTo>
                <a:close/>
              </a:path>
              <a:path w="6441440" h="605155">
                <a:moveTo>
                  <a:pt x="5098116" y="31984"/>
                </a:moveTo>
                <a:lnTo>
                  <a:pt x="5081267" y="40697"/>
                </a:lnTo>
                <a:lnTo>
                  <a:pt x="5071110" y="58268"/>
                </a:lnTo>
                <a:lnTo>
                  <a:pt x="5069613" y="82856"/>
                </a:lnTo>
                <a:lnTo>
                  <a:pt x="5077316" y="102339"/>
                </a:lnTo>
                <a:lnTo>
                  <a:pt x="5092163" y="113307"/>
                </a:lnTo>
                <a:lnTo>
                  <a:pt x="5110311" y="114895"/>
                </a:lnTo>
                <a:lnTo>
                  <a:pt x="5126871" y="104215"/>
                </a:lnTo>
                <a:lnTo>
                  <a:pt x="5141826" y="104215"/>
                </a:lnTo>
                <a:lnTo>
                  <a:pt x="5141839" y="103421"/>
                </a:lnTo>
                <a:lnTo>
                  <a:pt x="5101291" y="103421"/>
                </a:lnTo>
                <a:lnTo>
                  <a:pt x="5086931" y="93698"/>
                </a:lnTo>
                <a:lnTo>
                  <a:pt x="5083269" y="63229"/>
                </a:lnTo>
                <a:lnTo>
                  <a:pt x="5096709" y="44828"/>
                </a:lnTo>
                <a:lnTo>
                  <a:pt x="5127372" y="44828"/>
                </a:lnTo>
                <a:lnTo>
                  <a:pt x="5098116" y="31984"/>
                </a:lnTo>
                <a:close/>
              </a:path>
              <a:path w="6441440" h="605155">
                <a:moveTo>
                  <a:pt x="5127372" y="44828"/>
                </a:moveTo>
                <a:lnTo>
                  <a:pt x="5116245" y="44828"/>
                </a:lnTo>
                <a:lnTo>
                  <a:pt x="5129541" y="62706"/>
                </a:lnTo>
                <a:lnTo>
                  <a:pt x="5125900" y="93698"/>
                </a:lnTo>
                <a:lnTo>
                  <a:pt x="5125843" y="94185"/>
                </a:lnTo>
                <a:lnTo>
                  <a:pt x="5106631" y="103421"/>
                </a:lnTo>
                <a:lnTo>
                  <a:pt x="5141839" y="103421"/>
                </a:lnTo>
                <a:lnTo>
                  <a:pt x="5142781" y="46271"/>
                </a:lnTo>
                <a:lnTo>
                  <a:pt x="5130660" y="46271"/>
                </a:lnTo>
                <a:lnTo>
                  <a:pt x="5127372" y="44828"/>
                </a:lnTo>
                <a:close/>
              </a:path>
              <a:path w="6441440" h="605155">
                <a:moveTo>
                  <a:pt x="5142999" y="33066"/>
                </a:moveTo>
                <a:lnTo>
                  <a:pt x="5130660" y="33066"/>
                </a:lnTo>
                <a:lnTo>
                  <a:pt x="5130660" y="46271"/>
                </a:lnTo>
                <a:lnTo>
                  <a:pt x="5142781" y="46271"/>
                </a:lnTo>
                <a:lnTo>
                  <a:pt x="5142873" y="40697"/>
                </a:lnTo>
                <a:lnTo>
                  <a:pt x="5142999" y="33066"/>
                </a:lnTo>
                <a:close/>
              </a:path>
              <a:path w="6441440" h="605155">
                <a:moveTo>
                  <a:pt x="5234289" y="5357"/>
                </a:moveTo>
                <a:lnTo>
                  <a:pt x="5234289" y="116194"/>
                </a:lnTo>
                <a:lnTo>
                  <a:pt x="5268493" y="116194"/>
                </a:lnTo>
                <a:lnTo>
                  <a:pt x="5290959" y="112449"/>
                </a:lnTo>
                <a:lnTo>
                  <a:pt x="5301409" y="104287"/>
                </a:lnTo>
                <a:lnTo>
                  <a:pt x="5247711" y="104287"/>
                </a:lnTo>
                <a:lnTo>
                  <a:pt x="5247711" y="17264"/>
                </a:lnTo>
                <a:lnTo>
                  <a:pt x="5301851" y="17264"/>
                </a:lnTo>
                <a:lnTo>
                  <a:pt x="5291581" y="9102"/>
                </a:lnTo>
                <a:lnTo>
                  <a:pt x="5234289" y="5357"/>
                </a:lnTo>
                <a:close/>
              </a:path>
              <a:path w="6441440" h="605155">
                <a:moveTo>
                  <a:pt x="5301851" y="17264"/>
                </a:moveTo>
                <a:lnTo>
                  <a:pt x="5277801" y="17264"/>
                </a:lnTo>
                <a:lnTo>
                  <a:pt x="5296652" y="25977"/>
                </a:lnTo>
                <a:lnTo>
                  <a:pt x="5306863" y="43908"/>
                </a:lnTo>
                <a:lnTo>
                  <a:pt x="5308324" y="69579"/>
                </a:lnTo>
                <a:lnTo>
                  <a:pt x="5300928" y="90415"/>
                </a:lnTo>
                <a:lnTo>
                  <a:pt x="5284385" y="102520"/>
                </a:lnTo>
                <a:lnTo>
                  <a:pt x="5247711" y="104287"/>
                </a:lnTo>
                <a:lnTo>
                  <a:pt x="5301409" y="104287"/>
                </a:lnTo>
                <a:lnTo>
                  <a:pt x="5311707" y="96244"/>
                </a:lnTo>
                <a:lnTo>
                  <a:pt x="5321313" y="60559"/>
                </a:lnTo>
                <a:lnTo>
                  <a:pt x="5311805" y="25175"/>
                </a:lnTo>
                <a:lnTo>
                  <a:pt x="5301851" y="17264"/>
                </a:lnTo>
                <a:close/>
              </a:path>
              <a:path w="6441440" h="605155">
                <a:moveTo>
                  <a:pt x="5354867" y="33066"/>
                </a:moveTo>
                <a:lnTo>
                  <a:pt x="5342095" y="33066"/>
                </a:lnTo>
                <a:lnTo>
                  <a:pt x="5342095" y="116194"/>
                </a:lnTo>
                <a:lnTo>
                  <a:pt x="5354867" y="116194"/>
                </a:lnTo>
                <a:lnTo>
                  <a:pt x="5354867" y="33066"/>
                </a:lnTo>
                <a:close/>
              </a:path>
              <a:path w="6441440" h="605155">
                <a:moveTo>
                  <a:pt x="5343953" y="2742"/>
                </a:moveTo>
                <a:lnTo>
                  <a:pt x="5348589" y="19212"/>
                </a:lnTo>
                <a:lnTo>
                  <a:pt x="5351079" y="19212"/>
                </a:lnTo>
                <a:lnTo>
                  <a:pt x="5357681" y="8171"/>
                </a:lnTo>
                <a:lnTo>
                  <a:pt x="5343953" y="2742"/>
                </a:lnTo>
                <a:close/>
              </a:path>
              <a:path w="6441440" h="605155">
                <a:moveTo>
                  <a:pt x="5386703" y="93247"/>
                </a:moveTo>
                <a:lnTo>
                  <a:pt x="5374580" y="96278"/>
                </a:lnTo>
                <a:lnTo>
                  <a:pt x="5376059" y="103349"/>
                </a:lnTo>
                <a:lnTo>
                  <a:pt x="5390689" y="116085"/>
                </a:lnTo>
                <a:lnTo>
                  <a:pt x="5412644" y="117925"/>
                </a:lnTo>
                <a:lnTo>
                  <a:pt x="5431838" y="109555"/>
                </a:lnTo>
                <a:lnTo>
                  <a:pt x="5433061" y="105550"/>
                </a:lnTo>
                <a:lnTo>
                  <a:pt x="5396498" y="105550"/>
                </a:lnTo>
                <a:lnTo>
                  <a:pt x="5386703" y="93247"/>
                </a:lnTo>
                <a:close/>
              </a:path>
              <a:path w="6441440" h="605155">
                <a:moveTo>
                  <a:pt x="5407701" y="31984"/>
                </a:moveTo>
                <a:lnTo>
                  <a:pt x="5383798" y="39958"/>
                </a:lnTo>
                <a:lnTo>
                  <a:pt x="5377178" y="61750"/>
                </a:lnTo>
                <a:lnTo>
                  <a:pt x="5386053" y="74143"/>
                </a:lnTo>
                <a:lnTo>
                  <a:pt x="5420401" y="84444"/>
                </a:lnTo>
                <a:lnTo>
                  <a:pt x="5425452" y="97252"/>
                </a:lnTo>
                <a:lnTo>
                  <a:pt x="5416649" y="105406"/>
                </a:lnTo>
                <a:lnTo>
                  <a:pt x="5396498" y="105550"/>
                </a:lnTo>
                <a:lnTo>
                  <a:pt x="5433061" y="105550"/>
                </a:lnTo>
                <a:lnTo>
                  <a:pt x="5438657" y="87222"/>
                </a:lnTo>
                <a:lnTo>
                  <a:pt x="5429547" y="75081"/>
                </a:lnTo>
                <a:lnTo>
                  <a:pt x="5391104" y="61046"/>
                </a:lnTo>
                <a:lnTo>
                  <a:pt x="5391506" y="51683"/>
                </a:lnTo>
                <a:lnTo>
                  <a:pt x="5391628" y="48851"/>
                </a:lnTo>
                <a:lnTo>
                  <a:pt x="5411417" y="43024"/>
                </a:lnTo>
                <a:lnTo>
                  <a:pt x="5432234" y="43024"/>
                </a:lnTo>
                <a:lnTo>
                  <a:pt x="5422386" y="33788"/>
                </a:lnTo>
                <a:lnTo>
                  <a:pt x="5407701" y="31984"/>
                </a:lnTo>
                <a:close/>
              </a:path>
              <a:path w="6441440" h="605155">
                <a:moveTo>
                  <a:pt x="5432234" y="43024"/>
                </a:moveTo>
                <a:lnTo>
                  <a:pt x="5411417" y="43024"/>
                </a:lnTo>
                <a:lnTo>
                  <a:pt x="5425669" y="54931"/>
                </a:lnTo>
                <a:lnTo>
                  <a:pt x="5437142" y="51683"/>
                </a:lnTo>
                <a:lnTo>
                  <a:pt x="5435158" y="45766"/>
                </a:lnTo>
                <a:lnTo>
                  <a:pt x="5432234" y="43024"/>
                </a:lnTo>
                <a:close/>
              </a:path>
              <a:path w="6441440" h="605155">
                <a:moveTo>
                  <a:pt x="5470223" y="33066"/>
                </a:moveTo>
                <a:lnTo>
                  <a:pt x="5457883" y="33066"/>
                </a:lnTo>
                <a:lnTo>
                  <a:pt x="5457883" y="147366"/>
                </a:lnTo>
                <a:lnTo>
                  <a:pt x="5470655" y="147366"/>
                </a:lnTo>
                <a:lnTo>
                  <a:pt x="5470655" y="103421"/>
                </a:lnTo>
                <a:lnTo>
                  <a:pt x="5483979" y="103421"/>
                </a:lnTo>
                <a:lnTo>
                  <a:pt x="5477727" y="99741"/>
                </a:lnTo>
                <a:lnTo>
                  <a:pt x="5470439" y="74630"/>
                </a:lnTo>
                <a:lnTo>
                  <a:pt x="5477619" y="50006"/>
                </a:lnTo>
                <a:lnTo>
                  <a:pt x="5499663" y="43457"/>
                </a:lnTo>
                <a:lnTo>
                  <a:pt x="5521006" y="43457"/>
                </a:lnTo>
                <a:lnTo>
                  <a:pt x="5520423" y="42988"/>
                </a:lnTo>
                <a:lnTo>
                  <a:pt x="5473975" y="42988"/>
                </a:lnTo>
                <a:lnTo>
                  <a:pt x="5470223" y="33066"/>
                </a:lnTo>
                <a:close/>
              </a:path>
              <a:path w="6441440" h="605155">
                <a:moveTo>
                  <a:pt x="5483979" y="103421"/>
                </a:moveTo>
                <a:lnTo>
                  <a:pt x="5470655" y="103421"/>
                </a:lnTo>
                <a:lnTo>
                  <a:pt x="5502910" y="117925"/>
                </a:lnTo>
                <a:lnTo>
                  <a:pt x="5519633" y="109140"/>
                </a:lnTo>
                <a:lnTo>
                  <a:pt x="5521159" y="106452"/>
                </a:lnTo>
                <a:lnTo>
                  <a:pt x="5489128" y="106452"/>
                </a:lnTo>
                <a:lnTo>
                  <a:pt x="5483979" y="103421"/>
                </a:lnTo>
                <a:close/>
              </a:path>
              <a:path w="6441440" h="605155">
                <a:moveTo>
                  <a:pt x="5521006" y="43457"/>
                </a:moveTo>
                <a:lnTo>
                  <a:pt x="5499663" y="43457"/>
                </a:lnTo>
                <a:lnTo>
                  <a:pt x="5514023" y="54101"/>
                </a:lnTo>
                <a:lnTo>
                  <a:pt x="5517577" y="85923"/>
                </a:lnTo>
                <a:lnTo>
                  <a:pt x="5504047" y="105045"/>
                </a:lnTo>
                <a:lnTo>
                  <a:pt x="5489128" y="106452"/>
                </a:lnTo>
                <a:lnTo>
                  <a:pt x="5521159" y="106452"/>
                </a:lnTo>
                <a:lnTo>
                  <a:pt x="5529772" y="91281"/>
                </a:lnTo>
                <a:lnTo>
                  <a:pt x="5531269" y="66115"/>
                </a:lnTo>
                <a:lnTo>
                  <a:pt x="5523782" y="45694"/>
                </a:lnTo>
                <a:lnTo>
                  <a:pt x="5521006" y="43457"/>
                </a:lnTo>
                <a:close/>
              </a:path>
              <a:path w="6441440" h="605155">
                <a:moveTo>
                  <a:pt x="5490355" y="31984"/>
                </a:moveTo>
                <a:lnTo>
                  <a:pt x="5473975" y="42988"/>
                </a:lnTo>
                <a:lnTo>
                  <a:pt x="5520423" y="42988"/>
                </a:lnTo>
                <a:lnTo>
                  <a:pt x="5508936" y="33734"/>
                </a:lnTo>
                <a:lnTo>
                  <a:pt x="5490355" y="31984"/>
                </a:lnTo>
                <a:close/>
              </a:path>
              <a:path w="6441440" h="605155">
                <a:moveTo>
                  <a:pt x="5608127" y="44576"/>
                </a:moveTo>
                <a:lnTo>
                  <a:pt x="5572129" y="44576"/>
                </a:lnTo>
                <a:lnTo>
                  <a:pt x="5593272" y="44720"/>
                </a:lnTo>
                <a:lnTo>
                  <a:pt x="5600542" y="60126"/>
                </a:lnTo>
                <a:lnTo>
                  <a:pt x="5547793" y="83975"/>
                </a:lnTo>
                <a:lnTo>
                  <a:pt x="5553169" y="110241"/>
                </a:lnTo>
                <a:lnTo>
                  <a:pt x="5575214" y="118142"/>
                </a:lnTo>
                <a:lnTo>
                  <a:pt x="5580048" y="118142"/>
                </a:lnTo>
                <a:lnTo>
                  <a:pt x="5599026" y="106741"/>
                </a:lnTo>
                <a:lnTo>
                  <a:pt x="5572175" y="106741"/>
                </a:lnTo>
                <a:lnTo>
                  <a:pt x="5559628" y="97685"/>
                </a:lnTo>
                <a:lnTo>
                  <a:pt x="5563892" y="83975"/>
                </a:lnTo>
                <a:lnTo>
                  <a:pt x="5563993" y="83650"/>
                </a:lnTo>
                <a:lnTo>
                  <a:pt x="5613314" y="83650"/>
                </a:lnTo>
                <a:lnTo>
                  <a:pt x="5613314" y="54822"/>
                </a:lnTo>
                <a:lnTo>
                  <a:pt x="5608200" y="44720"/>
                </a:lnTo>
                <a:lnTo>
                  <a:pt x="5608127" y="44576"/>
                </a:lnTo>
                <a:close/>
              </a:path>
              <a:path w="6441440" h="605155">
                <a:moveTo>
                  <a:pt x="5613314" y="83650"/>
                </a:moveTo>
                <a:lnTo>
                  <a:pt x="5563993" y="83650"/>
                </a:lnTo>
                <a:lnTo>
                  <a:pt x="5600542" y="86103"/>
                </a:lnTo>
                <a:lnTo>
                  <a:pt x="5596068" y="99146"/>
                </a:lnTo>
                <a:lnTo>
                  <a:pt x="5576981" y="106741"/>
                </a:lnTo>
                <a:lnTo>
                  <a:pt x="5599026" y="106741"/>
                </a:lnTo>
                <a:lnTo>
                  <a:pt x="5600542" y="116194"/>
                </a:lnTo>
                <a:lnTo>
                  <a:pt x="5613314" y="116194"/>
                </a:lnTo>
                <a:lnTo>
                  <a:pt x="5613314" y="83650"/>
                </a:lnTo>
                <a:close/>
              </a:path>
              <a:path w="6441440" h="605155">
                <a:moveTo>
                  <a:pt x="5565509" y="34834"/>
                </a:moveTo>
                <a:lnTo>
                  <a:pt x="5549237" y="51467"/>
                </a:lnTo>
                <a:lnTo>
                  <a:pt x="5561359" y="55796"/>
                </a:lnTo>
                <a:lnTo>
                  <a:pt x="5572129" y="44576"/>
                </a:lnTo>
                <a:lnTo>
                  <a:pt x="5608127" y="44576"/>
                </a:lnTo>
                <a:lnTo>
                  <a:pt x="5605178" y="38749"/>
                </a:lnTo>
                <a:lnTo>
                  <a:pt x="5565509" y="34834"/>
                </a:lnTo>
                <a:close/>
              </a:path>
              <a:path w="6441440" h="605155">
                <a:moveTo>
                  <a:pt x="5655026" y="13150"/>
                </a:moveTo>
                <a:lnTo>
                  <a:pt x="5642254" y="13150"/>
                </a:lnTo>
                <a:lnTo>
                  <a:pt x="5642254" y="95845"/>
                </a:lnTo>
                <a:lnTo>
                  <a:pt x="5647883" y="111034"/>
                </a:lnTo>
                <a:lnTo>
                  <a:pt x="5669115" y="117096"/>
                </a:lnTo>
                <a:lnTo>
                  <a:pt x="5655026" y="13150"/>
                </a:lnTo>
                <a:close/>
              </a:path>
              <a:path w="6441440" h="605155">
                <a:moveTo>
                  <a:pt x="5642254" y="33066"/>
                </a:moveTo>
                <a:lnTo>
                  <a:pt x="5629698" y="33066"/>
                </a:lnTo>
                <a:lnTo>
                  <a:pt x="5629698" y="43890"/>
                </a:lnTo>
                <a:lnTo>
                  <a:pt x="5642254" y="43890"/>
                </a:lnTo>
                <a:lnTo>
                  <a:pt x="5642254" y="33066"/>
                </a:lnTo>
                <a:close/>
              </a:path>
              <a:path w="6441440" h="605155">
                <a:moveTo>
                  <a:pt x="5672778" y="33066"/>
                </a:moveTo>
                <a:lnTo>
                  <a:pt x="5657726" y="33066"/>
                </a:lnTo>
                <a:lnTo>
                  <a:pt x="5659193" y="43890"/>
                </a:lnTo>
                <a:lnTo>
                  <a:pt x="5672778" y="43890"/>
                </a:lnTo>
                <a:lnTo>
                  <a:pt x="5672778" y="33066"/>
                </a:lnTo>
                <a:close/>
              </a:path>
              <a:path w="6441440" h="605155">
                <a:moveTo>
                  <a:pt x="5717146" y="31984"/>
                </a:moveTo>
                <a:lnTo>
                  <a:pt x="5699359" y="41148"/>
                </a:lnTo>
                <a:lnTo>
                  <a:pt x="5688752" y="59170"/>
                </a:lnTo>
                <a:lnTo>
                  <a:pt x="5687200" y="83361"/>
                </a:lnTo>
                <a:lnTo>
                  <a:pt x="5694777" y="103656"/>
                </a:lnTo>
                <a:lnTo>
                  <a:pt x="5710363" y="116085"/>
                </a:lnTo>
                <a:lnTo>
                  <a:pt x="5724867" y="117925"/>
                </a:lnTo>
                <a:lnTo>
                  <a:pt x="5745649" y="112207"/>
                </a:lnTo>
                <a:lnTo>
                  <a:pt x="5749031" y="106452"/>
                </a:lnTo>
                <a:lnTo>
                  <a:pt x="5719816" y="106452"/>
                </a:lnTo>
                <a:lnTo>
                  <a:pt x="5705060" y="96170"/>
                </a:lnTo>
                <a:lnTo>
                  <a:pt x="5701001" y="62886"/>
                </a:lnTo>
                <a:lnTo>
                  <a:pt x="5715523" y="44756"/>
                </a:lnTo>
                <a:lnTo>
                  <a:pt x="5750742" y="44756"/>
                </a:lnTo>
                <a:lnTo>
                  <a:pt x="5745144" y="37396"/>
                </a:lnTo>
                <a:lnTo>
                  <a:pt x="5717146" y="31984"/>
                </a:lnTo>
                <a:close/>
              </a:path>
              <a:path w="6441440" h="605155">
                <a:moveTo>
                  <a:pt x="5757555" y="91948"/>
                </a:moveTo>
                <a:lnTo>
                  <a:pt x="5744783" y="91948"/>
                </a:lnTo>
                <a:lnTo>
                  <a:pt x="5743990" y="94979"/>
                </a:lnTo>
                <a:lnTo>
                  <a:pt x="5719816" y="106452"/>
                </a:lnTo>
                <a:lnTo>
                  <a:pt x="5749031" y="106452"/>
                </a:lnTo>
                <a:lnTo>
                  <a:pt x="5757555" y="91948"/>
                </a:lnTo>
                <a:close/>
              </a:path>
              <a:path w="6441440" h="605155">
                <a:moveTo>
                  <a:pt x="5750742" y="44756"/>
                </a:moveTo>
                <a:lnTo>
                  <a:pt x="5715523" y="44756"/>
                </a:lnTo>
                <a:lnTo>
                  <a:pt x="5734970" y="44937"/>
                </a:lnTo>
                <a:lnTo>
                  <a:pt x="5744783" y="57961"/>
                </a:lnTo>
                <a:lnTo>
                  <a:pt x="5757555" y="57961"/>
                </a:lnTo>
                <a:lnTo>
                  <a:pt x="5756834" y="52766"/>
                </a:lnTo>
                <a:lnTo>
                  <a:pt x="5750742" y="44756"/>
                </a:lnTo>
                <a:close/>
              </a:path>
              <a:path w="6441440" h="605155">
                <a:moveTo>
                  <a:pt x="5788999" y="5357"/>
                </a:moveTo>
                <a:lnTo>
                  <a:pt x="5776226" y="5357"/>
                </a:lnTo>
                <a:lnTo>
                  <a:pt x="5776226" y="116194"/>
                </a:lnTo>
                <a:lnTo>
                  <a:pt x="5788999" y="116194"/>
                </a:lnTo>
                <a:lnTo>
                  <a:pt x="5788999" y="66187"/>
                </a:lnTo>
                <a:lnTo>
                  <a:pt x="5793725" y="50457"/>
                </a:lnTo>
                <a:lnTo>
                  <a:pt x="5808292" y="46055"/>
                </a:lnTo>
                <a:lnTo>
                  <a:pt x="5790081" y="46055"/>
                </a:lnTo>
                <a:lnTo>
                  <a:pt x="5788999" y="5357"/>
                </a:lnTo>
                <a:close/>
              </a:path>
              <a:path w="6441440" h="605155">
                <a:moveTo>
                  <a:pt x="5837616" y="43457"/>
                </a:moveTo>
                <a:lnTo>
                  <a:pt x="5816888" y="43457"/>
                </a:lnTo>
                <a:lnTo>
                  <a:pt x="5828415" y="52531"/>
                </a:lnTo>
                <a:lnTo>
                  <a:pt x="5830129" y="116194"/>
                </a:lnTo>
                <a:lnTo>
                  <a:pt x="5842901" y="116194"/>
                </a:lnTo>
                <a:lnTo>
                  <a:pt x="5842901" y="63373"/>
                </a:lnTo>
                <a:lnTo>
                  <a:pt x="5837616" y="43457"/>
                </a:lnTo>
                <a:close/>
              </a:path>
              <a:path w="6441440" h="605155">
                <a:moveTo>
                  <a:pt x="5825168" y="33120"/>
                </a:moveTo>
                <a:lnTo>
                  <a:pt x="5802781" y="33265"/>
                </a:lnTo>
                <a:lnTo>
                  <a:pt x="5790081" y="46055"/>
                </a:lnTo>
                <a:lnTo>
                  <a:pt x="5808292" y="46055"/>
                </a:lnTo>
                <a:lnTo>
                  <a:pt x="5816888" y="43457"/>
                </a:lnTo>
                <a:lnTo>
                  <a:pt x="5837616" y="43457"/>
                </a:lnTo>
                <a:lnTo>
                  <a:pt x="5836984" y="41076"/>
                </a:lnTo>
                <a:lnTo>
                  <a:pt x="5825168" y="33120"/>
                </a:lnTo>
                <a:close/>
              </a:path>
              <a:path w="6441440" h="605155">
                <a:moveTo>
                  <a:pt x="5940889" y="93247"/>
                </a:moveTo>
                <a:lnTo>
                  <a:pt x="5928766" y="96278"/>
                </a:lnTo>
                <a:lnTo>
                  <a:pt x="5930246" y="103349"/>
                </a:lnTo>
                <a:lnTo>
                  <a:pt x="5944876" y="116085"/>
                </a:lnTo>
                <a:lnTo>
                  <a:pt x="5966830" y="117925"/>
                </a:lnTo>
                <a:lnTo>
                  <a:pt x="5986025" y="109555"/>
                </a:lnTo>
                <a:lnTo>
                  <a:pt x="5987248" y="105550"/>
                </a:lnTo>
                <a:lnTo>
                  <a:pt x="5950685" y="105550"/>
                </a:lnTo>
                <a:lnTo>
                  <a:pt x="5940889" y="93247"/>
                </a:lnTo>
                <a:close/>
              </a:path>
              <a:path w="6441440" h="605155">
                <a:moveTo>
                  <a:pt x="5961887" y="31984"/>
                </a:moveTo>
                <a:lnTo>
                  <a:pt x="5937985" y="39958"/>
                </a:lnTo>
                <a:lnTo>
                  <a:pt x="5931364" y="61750"/>
                </a:lnTo>
                <a:lnTo>
                  <a:pt x="5940240" y="74143"/>
                </a:lnTo>
                <a:lnTo>
                  <a:pt x="5974587" y="84444"/>
                </a:lnTo>
                <a:lnTo>
                  <a:pt x="5979638" y="97252"/>
                </a:lnTo>
                <a:lnTo>
                  <a:pt x="5970835" y="105406"/>
                </a:lnTo>
                <a:lnTo>
                  <a:pt x="5950685" y="105550"/>
                </a:lnTo>
                <a:lnTo>
                  <a:pt x="5987248" y="105550"/>
                </a:lnTo>
                <a:lnTo>
                  <a:pt x="5992844" y="87222"/>
                </a:lnTo>
                <a:lnTo>
                  <a:pt x="5983733" y="75081"/>
                </a:lnTo>
                <a:lnTo>
                  <a:pt x="5945291" y="61046"/>
                </a:lnTo>
                <a:lnTo>
                  <a:pt x="5945693" y="51683"/>
                </a:lnTo>
                <a:lnTo>
                  <a:pt x="5945814" y="48851"/>
                </a:lnTo>
                <a:lnTo>
                  <a:pt x="5965604" y="43024"/>
                </a:lnTo>
                <a:lnTo>
                  <a:pt x="5986420" y="43024"/>
                </a:lnTo>
                <a:lnTo>
                  <a:pt x="5976572" y="33788"/>
                </a:lnTo>
                <a:lnTo>
                  <a:pt x="5961887" y="31984"/>
                </a:lnTo>
                <a:close/>
              </a:path>
              <a:path w="6441440" h="605155">
                <a:moveTo>
                  <a:pt x="5986420" y="43024"/>
                </a:moveTo>
                <a:lnTo>
                  <a:pt x="5965604" y="43024"/>
                </a:lnTo>
                <a:lnTo>
                  <a:pt x="5979855" y="54931"/>
                </a:lnTo>
                <a:lnTo>
                  <a:pt x="5991328" y="51683"/>
                </a:lnTo>
                <a:lnTo>
                  <a:pt x="5989344" y="45766"/>
                </a:lnTo>
                <a:lnTo>
                  <a:pt x="5986420" y="43024"/>
                </a:lnTo>
                <a:close/>
              </a:path>
              <a:path w="6441440" h="605155">
                <a:moveTo>
                  <a:pt x="6038119" y="31984"/>
                </a:moveTo>
                <a:lnTo>
                  <a:pt x="6020332" y="41148"/>
                </a:lnTo>
                <a:lnTo>
                  <a:pt x="6009724" y="59170"/>
                </a:lnTo>
                <a:lnTo>
                  <a:pt x="6008173" y="83361"/>
                </a:lnTo>
                <a:lnTo>
                  <a:pt x="6015750" y="103656"/>
                </a:lnTo>
                <a:lnTo>
                  <a:pt x="6031336" y="116085"/>
                </a:lnTo>
                <a:lnTo>
                  <a:pt x="6045840" y="117925"/>
                </a:lnTo>
                <a:lnTo>
                  <a:pt x="6066622" y="112207"/>
                </a:lnTo>
                <a:lnTo>
                  <a:pt x="6070004" y="106452"/>
                </a:lnTo>
                <a:lnTo>
                  <a:pt x="6040789" y="106452"/>
                </a:lnTo>
                <a:lnTo>
                  <a:pt x="6026032" y="96170"/>
                </a:lnTo>
                <a:lnTo>
                  <a:pt x="6021973" y="62886"/>
                </a:lnTo>
                <a:lnTo>
                  <a:pt x="6036495" y="44756"/>
                </a:lnTo>
                <a:lnTo>
                  <a:pt x="6071715" y="44756"/>
                </a:lnTo>
                <a:lnTo>
                  <a:pt x="6066117" y="37396"/>
                </a:lnTo>
                <a:lnTo>
                  <a:pt x="6038119" y="31984"/>
                </a:lnTo>
                <a:close/>
              </a:path>
              <a:path w="6441440" h="605155">
                <a:moveTo>
                  <a:pt x="6078528" y="91948"/>
                </a:moveTo>
                <a:lnTo>
                  <a:pt x="6065756" y="91948"/>
                </a:lnTo>
                <a:lnTo>
                  <a:pt x="6064962" y="94979"/>
                </a:lnTo>
                <a:lnTo>
                  <a:pt x="6040789" y="106452"/>
                </a:lnTo>
                <a:lnTo>
                  <a:pt x="6070004" y="106452"/>
                </a:lnTo>
                <a:lnTo>
                  <a:pt x="6078528" y="91948"/>
                </a:lnTo>
                <a:close/>
              </a:path>
              <a:path w="6441440" h="605155">
                <a:moveTo>
                  <a:pt x="6071715" y="44756"/>
                </a:moveTo>
                <a:lnTo>
                  <a:pt x="6036495" y="44756"/>
                </a:lnTo>
                <a:lnTo>
                  <a:pt x="6055942" y="44937"/>
                </a:lnTo>
                <a:lnTo>
                  <a:pt x="6065756" y="57961"/>
                </a:lnTo>
                <a:lnTo>
                  <a:pt x="6078528" y="57961"/>
                </a:lnTo>
                <a:lnTo>
                  <a:pt x="6077806" y="52766"/>
                </a:lnTo>
                <a:lnTo>
                  <a:pt x="6071715" y="44756"/>
                </a:lnTo>
                <a:close/>
              </a:path>
              <a:path w="6441440" h="605155">
                <a:moveTo>
                  <a:pt x="6109539" y="33066"/>
                </a:moveTo>
                <a:lnTo>
                  <a:pt x="6097199" y="33066"/>
                </a:lnTo>
                <a:lnTo>
                  <a:pt x="6097199" y="116194"/>
                </a:lnTo>
                <a:lnTo>
                  <a:pt x="6109971" y="116194"/>
                </a:lnTo>
                <a:lnTo>
                  <a:pt x="6110873" y="56500"/>
                </a:lnTo>
                <a:lnTo>
                  <a:pt x="6128513" y="45622"/>
                </a:lnTo>
                <a:lnTo>
                  <a:pt x="6110404" y="45622"/>
                </a:lnTo>
                <a:lnTo>
                  <a:pt x="6109539" y="33066"/>
                </a:lnTo>
                <a:close/>
              </a:path>
              <a:path w="6441440" h="605155">
                <a:moveTo>
                  <a:pt x="6127073" y="31768"/>
                </a:moveTo>
                <a:lnTo>
                  <a:pt x="6110404" y="45622"/>
                </a:lnTo>
                <a:lnTo>
                  <a:pt x="6128513" y="45622"/>
                </a:lnTo>
                <a:lnTo>
                  <a:pt x="6130970" y="44107"/>
                </a:lnTo>
                <a:lnTo>
                  <a:pt x="6138763" y="31984"/>
                </a:lnTo>
                <a:lnTo>
                  <a:pt x="6127073" y="31768"/>
                </a:lnTo>
                <a:close/>
              </a:path>
              <a:path w="6441440" h="605155">
                <a:moveTo>
                  <a:pt x="6177422" y="31984"/>
                </a:moveTo>
                <a:lnTo>
                  <a:pt x="6159635" y="41148"/>
                </a:lnTo>
                <a:lnTo>
                  <a:pt x="6149028" y="59260"/>
                </a:lnTo>
                <a:lnTo>
                  <a:pt x="6147476" y="83794"/>
                </a:lnTo>
                <a:lnTo>
                  <a:pt x="6155269" y="104071"/>
                </a:lnTo>
                <a:lnTo>
                  <a:pt x="6171306" y="116158"/>
                </a:lnTo>
                <a:lnTo>
                  <a:pt x="6186225" y="117925"/>
                </a:lnTo>
                <a:lnTo>
                  <a:pt x="6205943" y="113560"/>
                </a:lnTo>
                <a:lnTo>
                  <a:pt x="6211671" y="106452"/>
                </a:lnTo>
                <a:lnTo>
                  <a:pt x="6181066" y="106452"/>
                </a:lnTo>
                <a:lnTo>
                  <a:pt x="6165696" y="97523"/>
                </a:lnTo>
                <a:lnTo>
                  <a:pt x="6163432" y="78960"/>
                </a:lnTo>
                <a:lnTo>
                  <a:pt x="6156568" y="78960"/>
                </a:lnTo>
                <a:lnTo>
                  <a:pt x="6156568" y="67919"/>
                </a:lnTo>
                <a:lnTo>
                  <a:pt x="6162085" y="67919"/>
                </a:lnTo>
                <a:lnTo>
                  <a:pt x="6161240" y="60992"/>
                </a:lnTo>
                <a:lnTo>
                  <a:pt x="6179839" y="43457"/>
                </a:lnTo>
                <a:lnTo>
                  <a:pt x="6209389" y="43457"/>
                </a:lnTo>
                <a:lnTo>
                  <a:pt x="6205816" y="37937"/>
                </a:lnTo>
                <a:lnTo>
                  <a:pt x="6177422" y="31984"/>
                </a:lnTo>
                <a:close/>
              </a:path>
              <a:path w="6441440" h="605155">
                <a:moveTo>
                  <a:pt x="6207007" y="93464"/>
                </a:moveTo>
                <a:lnTo>
                  <a:pt x="6205925" y="96350"/>
                </a:lnTo>
                <a:lnTo>
                  <a:pt x="6181066" y="106452"/>
                </a:lnTo>
                <a:lnTo>
                  <a:pt x="6211671" y="106452"/>
                </a:lnTo>
                <a:lnTo>
                  <a:pt x="6219347" y="96927"/>
                </a:lnTo>
                <a:lnTo>
                  <a:pt x="6207007" y="93464"/>
                </a:lnTo>
                <a:close/>
              </a:path>
              <a:path w="6441440" h="605155">
                <a:moveTo>
                  <a:pt x="6162085" y="67919"/>
                </a:moveTo>
                <a:lnTo>
                  <a:pt x="6156568" y="67919"/>
                </a:lnTo>
                <a:lnTo>
                  <a:pt x="6156568" y="78960"/>
                </a:lnTo>
                <a:lnTo>
                  <a:pt x="6163432" y="78960"/>
                </a:lnTo>
                <a:lnTo>
                  <a:pt x="6162085" y="67919"/>
                </a:lnTo>
                <a:close/>
              </a:path>
              <a:path w="6441440" h="605155">
                <a:moveTo>
                  <a:pt x="6209389" y="43457"/>
                </a:moveTo>
                <a:lnTo>
                  <a:pt x="6179839" y="43457"/>
                </a:lnTo>
                <a:lnTo>
                  <a:pt x="6200369" y="48779"/>
                </a:lnTo>
                <a:lnTo>
                  <a:pt x="6207657" y="67919"/>
                </a:lnTo>
                <a:lnTo>
                  <a:pt x="6162085" y="67919"/>
                </a:lnTo>
                <a:lnTo>
                  <a:pt x="6163432" y="78960"/>
                </a:lnTo>
                <a:lnTo>
                  <a:pt x="6220645" y="78960"/>
                </a:lnTo>
                <a:lnTo>
                  <a:pt x="6219707" y="60992"/>
                </a:lnTo>
                <a:lnTo>
                  <a:pt x="6219617" y="59260"/>
                </a:lnTo>
                <a:lnTo>
                  <a:pt x="6209389" y="43457"/>
                </a:lnTo>
                <a:close/>
              </a:path>
              <a:path w="6441440" h="605155">
                <a:moveTo>
                  <a:pt x="6266124" y="31984"/>
                </a:moveTo>
                <a:lnTo>
                  <a:pt x="6248336" y="41148"/>
                </a:lnTo>
                <a:lnTo>
                  <a:pt x="6237729" y="59260"/>
                </a:lnTo>
                <a:lnTo>
                  <a:pt x="6236178" y="83794"/>
                </a:lnTo>
                <a:lnTo>
                  <a:pt x="6243971" y="104071"/>
                </a:lnTo>
                <a:lnTo>
                  <a:pt x="6260008" y="116158"/>
                </a:lnTo>
                <a:lnTo>
                  <a:pt x="6274927" y="117925"/>
                </a:lnTo>
                <a:lnTo>
                  <a:pt x="6294645" y="113560"/>
                </a:lnTo>
                <a:lnTo>
                  <a:pt x="6300372" y="106452"/>
                </a:lnTo>
                <a:lnTo>
                  <a:pt x="6269768" y="106452"/>
                </a:lnTo>
                <a:lnTo>
                  <a:pt x="6254398" y="97523"/>
                </a:lnTo>
                <a:lnTo>
                  <a:pt x="6252134" y="78960"/>
                </a:lnTo>
                <a:lnTo>
                  <a:pt x="6245270" y="78960"/>
                </a:lnTo>
                <a:lnTo>
                  <a:pt x="6245270" y="67919"/>
                </a:lnTo>
                <a:lnTo>
                  <a:pt x="6250787" y="67919"/>
                </a:lnTo>
                <a:lnTo>
                  <a:pt x="6249942" y="60992"/>
                </a:lnTo>
                <a:lnTo>
                  <a:pt x="6268541" y="43457"/>
                </a:lnTo>
                <a:lnTo>
                  <a:pt x="6298091" y="43457"/>
                </a:lnTo>
                <a:lnTo>
                  <a:pt x="6294518" y="37937"/>
                </a:lnTo>
                <a:lnTo>
                  <a:pt x="6266124" y="31984"/>
                </a:lnTo>
                <a:close/>
              </a:path>
              <a:path w="6441440" h="605155">
                <a:moveTo>
                  <a:pt x="6295709" y="93464"/>
                </a:moveTo>
                <a:lnTo>
                  <a:pt x="6294626" y="96350"/>
                </a:lnTo>
                <a:lnTo>
                  <a:pt x="6269768" y="106452"/>
                </a:lnTo>
                <a:lnTo>
                  <a:pt x="6300372" y="106452"/>
                </a:lnTo>
                <a:lnTo>
                  <a:pt x="6308048" y="96927"/>
                </a:lnTo>
                <a:lnTo>
                  <a:pt x="6295709" y="93464"/>
                </a:lnTo>
                <a:close/>
              </a:path>
              <a:path w="6441440" h="605155">
                <a:moveTo>
                  <a:pt x="6250787" y="67919"/>
                </a:moveTo>
                <a:lnTo>
                  <a:pt x="6245270" y="67919"/>
                </a:lnTo>
                <a:lnTo>
                  <a:pt x="6245270" y="78960"/>
                </a:lnTo>
                <a:lnTo>
                  <a:pt x="6252134" y="78960"/>
                </a:lnTo>
                <a:lnTo>
                  <a:pt x="6250787" y="67919"/>
                </a:lnTo>
                <a:close/>
              </a:path>
              <a:path w="6441440" h="605155">
                <a:moveTo>
                  <a:pt x="6298091" y="43457"/>
                </a:moveTo>
                <a:lnTo>
                  <a:pt x="6268541" y="43457"/>
                </a:lnTo>
                <a:lnTo>
                  <a:pt x="6289070" y="48779"/>
                </a:lnTo>
                <a:lnTo>
                  <a:pt x="6296358" y="67919"/>
                </a:lnTo>
                <a:lnTo>
                  <a:pt x="6250787" y="67919"/>
                </a:lnTo>
                <a:lnTo>
                  <a:pt x="6252134" y="78960"/>
                </a:lnTo>
                <a:lnTo>
                  <a:pt x="6309347" y="78960"/>
                </a:lnTo>
                <a:lnTo>
                  <a:pt x="6308409" y="60992"/>
                </a:lnTo>
                <a:lnTo>
                  <a:pt x="6308319" y="59260"/>
                </a:lnTo>
                <a:lnTo>
                  <a:pt x="6298091" y="43457"/>
                </a:lnTo>
                <a:close/>
              </a:path>
              <a:path w="6441440" h="605155">
                <a:moveTo>
                  <a:pt x="6341121" y="33139"/>
                </a:moveTo>
                <a:lnTo>
                  <a:pt x="6328776" y="33139"/>
                </a:lnTo>
                <a:lnTo>
                  <a:pt x="6328776" y="116194"/>
                </a:lnTo>
                <a:lnTo>
                  <a:pt x="6341548" y="116194"/>
                </a:lnTo>
                <a:lnTo>
                  <a:pt x="6341548" y="66187"/>
                </a:lnTo>
                <a:lnTo>
                  <a:pt x="6346148" y="50457"/>
                </a:lnTo>
                <a:lnTo>
                  <a:pt x="6360318" y="46055"/>
                </a:lnTo>
                <a:lnTo>
                  <a:pt x="6342197" y="46055"/>
                </a:lnTo>
                <a:lnTo>
                  <a:pt x="6341133" y="33283"/>
                </a:lnTo>
                <a:lnTo>
                  <a:pt x="6341121" y="33139"/>
                </a:lnTo>
                <a:close/>
              </a:path>
              <a:path w="6441440" h="605155">
                <a:moveTo>
                  <a:pt x="6386777" y="43457"/>
                </a:moveTo>
                <a:lnTo>
                  <a:pt x="6368680" y="43457"/>
                </a:lnTo>
                <a:lnTo>
                  <a:pt x="6380117" y="52621"/>
                </a:lnTo>
                <a:lnTo>
                  <a:pt x="6381813" y="116194"/>
                </a:lnTo>
                <a:lnTo>
                  <a:pt x="6394585" y="116194"/>
                </a:lnTo>
                <a:lnTo>
                  <a:pt x="6393451" y="52621"/>
                </a:lnTo>
                <a:lnTo>
                  <a:pt x="6393412" y="50457"/>
                </a:lnTo>
                <a:lnTo>
                  <a:pt x="6386777" y="43457"/>
                </a:lnTo>
                <a:close/>
              </a:path>
              <a:path w="6441440" h="605155">
                <a:moveTo>
                  <a:pt x="6376996" y="33139"/>
                </a:moveTo>
                <a:lnTo>
                  <a:pt x="6355042" y="33283"/>
                </a:lnTo>
                <a:lnTo>
                  <a:pt x="6342197" y="46055"/>
                </a:lnTo>
                <a:lnTo>
                  <a:pt x="6360318" y="46055"/>
                </a:lnTo>
                <a:lnTo>
                  <a:pt x="6368680" y="43457"/>
                </a:lnTo>
                <a:lnTo>
                  <a:pt x="6386777" y="43457"/>
                </a:lnTo>
                <a:lnTo>
                  <a:pt x="6376996" y="33139"/>
                </a:lnTo>
                <a:close/>
              </a:path>
              <a:path w="6441440" h="605155">
                <a:moveTo>
                  <a:pt x="6436974" y="101040"/>
                </a:moveTo>
                <a:lnTo>
                  <a:pt x="6423119" y="101040"/>
                </a:lnTo>
                <a:lnTo>
                  <a:pt x="6416409" y="143253"/>
                </a:lnTo>
                <a:lnTo>
                  <a:pt x="6426150" y="143253"/>
                </a:lnTo>
                <a:lnTo>
                  <a:pt x="6436974" y="101040"/>
                </a:lnTo>
                <a:close/>
              </a:path>
              <a:path w="6441440" h="605155">
                <a:moveTo>
                  <a:pt x="155665" y="261666"/>
                </a:moveTo>
                <a:lnTo>
                  <a:pt x="142243" y="261666"/>
                </a:lnTo>
                <a:lnTo>
                  <a:pt x="167571" y="344794"/>
                </a:lnTo>
                <a:lnTo>
                  <a:pt x="180127" y="344794"/>
                </a:lnTo>
                <a:lnTo>
                  <a:pt x="185674" y="325311"/>
                </a:lnTo>
                <a:lnTo>
                  <a:pt x="174498" y="325311"/>
                </a:lnTo>
                <a:lnTo>
                  <a:pt x="155665" y="261666"/>
                </a:lnTo>
                <a:close/>
              </a:path>
              <a:path w="6441440" h="605155">
                <a:moveTo>
                  <a:pt x="211477" y="280933"/>
                </a:moveTo>
                <a:lnTo>
                  <a:pt x="198311" y="280933"/>
                </a:lnTo>
                <a:lnTo>
                  <a:pt x="217794" y="344794"/>
                </a:lnTo>
                <a:lnTo>
                  <a:pt x="230349" y="344794"/>
                </a:lnTo>
                <a:lnTo>
                  <a:pt x="236286" y="325311"/>
                </a:lnTo>
                <a:lnTo>
                  <a:pt x="236352" y="325094"/>
                </a:lnTo>
                <a:lnTo>
                  <a:pt x="224288" y="325094"/>
                </a:lnTo>
                <a:lnTo>
                  <a:pt x="211477" y="280933"/>
                </a:lnTo>
                <a:close/>
              </a:path>
              <a:path w="6441440" h="605155">
                <a:moveTo>
                  <a:pt x="205887" y="261666"/>
                </a:moveTo>
                <a:lnTo>
                  <a:pt x="192249" y="261666"/>
                </a:lnTo>
                <a:lnTo>
                  <a:pt x="174559" y="325094"/>
                </a:lnTo>
                <a:lnTo>
                  <a:pt x="174498" y="325311"/>
                </a:lnTo>
                <a:lnTo>
                  <a:pt x="185674" y="325311"/>
                </a:lnTo>
                <a:lnTo>
                  <a:pt x="198311" y="280933"/>
                </a:lnTo>
                <a:lnTo>
                  <a:pt x="211477" y="280933"/>
                </a:lnTo>
                <a:lnTo>
                  <a:pt x="205887" y="261666"/>
                </a:lnTo>
                <a:close/>
              </a:path>
              <a:path w="6441440" h="605155">
                <a:moveTo>
                  <a:pt x="255677" y="261666"/>
                </a:moveTo>
                <a:lnTo>
                  <a:pt x="242256" y="261666"/>
                </a:lnTo>
                <a:lnTo>
                  <a:pt x="224288" y="325094"/>
                </a:lnTo>
                <a:lnTo>
                  <a:pt x="236352" y="325094"/>
                </a:lnTo>
                <a:lnTo>
                  <a:pt x="255677" y="261666"/>
                </a:lnTo>
                <a:close/>
              </a:path>
              <a:path w="6441440" h="605155">
                <a:moveTo>
                  <a:pt x="285335" y="233957"/>
                </a:moveTo>
                <a:lnTo>
                  <a:pt x="272562" y="233957"/>
                </a:lnTo>
                <a:lnTo>
                  <a:pt x="272562" y="344794"/>
                </a:lnTo>
                <a:lnTo>
                  <a:pt x="285335" y="344794"/>
                </a:lnTo>
                <a:lnTo>
                  <a:pt x="285335" y="294787"/>
                </a:lnTo>
                <a:lnTo>
                  <a:pt x="290061" y="279057"/>
                </a:lnTo>
                <a:lnTo>
                  <a:pt x="304628" y="274655"/>
                </a:lnTo>
                <a:lnTo>
                  <a:pt x="286417" y="274655"/>
                </a:lnTo>
                <a:lnTo>
                  <a:pt x="285335" y="233957"/>
                </a:lnTo>
                <a:close/>
              </a:path>
              <a:path w="6441440" h="605155">
                <a:moveTo>
                  <a:pt x="333952" y="272057"/>
                </a:moveTo>
                <a:lnTo>
                  <a:pt x="313224" y="272057"/>
                </a:lnTo>
                <a:lnTo>
                  <a:pt x="324752" y="281131"/>
                </a:lnTo>
                <a:lnTo>
                  <a:pt x="326465" y="344794"/>
                </a:lnTo>
                <a:lnTo>
                  <a:pt x="339237" y="344794"/>
                </a:lnTo>
                <a:lnTo>
                  <a:pt x="339237" y="291973"/>
                </a:lnTo>
                <a:lnTo>
                  <a:pt x="333952" y="272057"/>
                </a:lnTo>
                <a:close/>
              </a:path>
              <a:path w="6441440" h="605155">
                <a:moveTo>
                  <a:pt x="321504" y="261721"/>
                </a:moveTo>
                <a:lnTo>
                  <a:pt x="299117" y="261865"/>
                </a:lnTo>
                <a:lnTo>
                  <a:pt x="286417" y="274655"/>
                </a:lnTo>
                <a:lnTo>
                  <a:pt x="304628" y="274655"/>
                </a:lnTo>
                <a:lnTo>
                  <a:pt x="313224" y="272057"/>
                </a:lnTo>
                <a:lnTo>
                  <a:pt x="333952" y="272057"/>
                </a:lnTo>
                <a:lnTo>
                  <a:pt x="333320" y="269676"/>
                </a:lnTo>
                <a:lnTo>
                  <a:pt x="321504" y="261721"/>
                </a:lnTo>
                <a:close/>
              </a:path>
              <a:path w="6441440" h="605155">
                <a:moveTo>
                  <a:pt x="388653" y="260584"/>
                </a:moveTo>
                <a:lnTo>
                  <a:pt x="370866" y="269748"/>
                </a:lnTo>
                <a:lnTo>
                  <a:pt x="360258" y="287860"/>
                </a:lnTo>
                <a:lnTo>
                  <a:pt x="358707" y="312394"/>
                </a:lnTo>
                <a:lnTo>
                  <a:pt x="366500" y="332671"/>
                </a:lnTo>
                <a:lnTo>
                  <a:pt x="382537" y="344758"/>
                </a:lnTo>
                <a:lnTo>
                  <a:pt x="397456" y="346525"/>
                </a:lnTo>
                <a:lnTo>
                  <a:pt x="417174" y="342160"/>
                </a:lnTo>
                <a:lnTo>
                  <a:pt x="422902" y="335052"/>
                </a:lnTo>
                <a:lnTo>
                  <a:pt x="392297" y="335052"/>
                </a:lnTo>
                <a:lnTo>
                  <a:pt x="376927" y="326123"/>
                </a:lnTo>
                <a:lnTo>
                  <a:pt x="374663" y="307560"/>
                </a:lnTo>
                <a:lnTo>
                  <a:pt x="367799" y="307560"/>
                </a:lnTo>
                <a:lnTo>
                  <a:pt x="367799" y="296519"/>
                </a:lnTo>
                <a:lnTo>
                  <a:pt x="373316" y="296519"/>
                </a:lnTo>
                <a:lnTo>
                  <a:pt x="372471" y="289592"/>
                </a:lnTo>
                <a:lnTo>
                  <a:pt x="391070" y="272057"/>
                </a:lnTo>
                <a:lnTo>
                  <a:pt x="420620" y="272057"/>
                </a:lnTo>
                <a:lnTo>
                  <a:pt x="417047" y="266537"/>
                </a:lnTo>
                <a:lnTo>
                  <a:pt x="388653" y="260584"/>
                </a:lnTo>
                <a:close/>
              </a:path>
              <a:path w="6441440" h="605155">
                <a:moveTo>
                  <a:pt x="418238" y="322064"/>
                </a:moveTo>
                <a:lnTo>
                  <a:pt x="417156" y="324950"/>
                </a:lnTo>
                <a:lnTo>
                  <a:pt x="392297" y="335052"/>
                </a:lnTo>
                <a:lnTo>
                  <a:pt x="422902" y="335052"/>
                </a:lnTo>
                <a:lnTo>
                  <a:pt x="430577" y="325527"/>
                </a:lnTo>
                <a:lnTo>
                  <a:pt x="418238" y="322064"/>
                </a:lnTo>
                <a:close/>
              </a:path>
              <a:path w="6441440" h="605155">
                <a:moveTo>
                  <a:pt x="373316" y="296519"/>
                </a:moveTo>
                <a:lnTo>
                  <a:pt x="367799" y="296519"/>
                </a:lnTo>
                <a:lnTo>
                  <a:pt x="367799" y="307560"/>
                </a:lnTo>
                <a:lnTo>
                  <a:pt x="374663" y="307560"/>
                </a:lnTo>
                <a:lnTo>
                  <a:pt x="373316" y="296519"/>
                </a:lnTo>
                <a:close/>
              </a:path>
              <a:path w="6441440" h="605155">
                <a:moveTo>
                  <a:pt x="420620" y="272057"/>
                </a:moveTo>
                <a:lnTo>
                  <a:pt x="391070" y="272057"/>
                </a:lnTo>
                <a:lnTo>
                  <a:pt x="411599" y="277379"/>
                </a:lnTo>
                <a:lnTo>
                  <a:pt x="418888" y="296519"/>
                </a:lnTo>
                <a:lnTo>
                  <a:pt x="373316" y="296519"/>
                </a:lnTo>
                <a:lnTo>
                  <a:pt x="374663" y="307560"/>
                </a:lnTo>
                <a:lnTo>
                  <a:pt x="431876" y="307560"/>
                </a:lnTo>
                <a:lnTo>
                  <a:pt x="430938" y="289592"/>
                </a:lnTo>
                <a:lnTo>
                  <a:pt x="430848" y="287860"/>
                </a:lnTo>
                <a:lnTo>
                  <a:pt x="420620" y="272057"/>
                </a:lnTo>
                <a:close/>
              </a:path>
              <a:path w="6441440" h="605155">
                <a:moveTo>
                  <a:pt x="463644" y="261666"/>
                </a:moveTo>
                <a:lnTo>
                  <a:pt x="451305" y="261666"/>
                </a:lnTo>
                <a:lnTo>
                  <a:pt x="451305" y="344794"/>
                </a:lnTo>
                <a:lnTo>
                  <a:pt x="464077" y="344794"/>
                </a:lnTo>
                <a:lnTo>
                  <a:pt x="464979" y="285100"/>
                </a:lnTo>
                <a:lnTo>
                  <a:pt x="482618" y="274222"/>
                </a:lnTo>
                <a:lnTo>
                  <a:pt x="464510" y="274222"/>
                </a:lnTo>
                <a:lnTo>
                  <a:pt x="463644" y="261666"/>
                </a:lnTo>
                <a:close/>
              </a:path>
              <a:path w="6441440" h="605155">
                <a:moveTo>
                  <a:pt x="481179" y="260368"/>
                </a:moveTo>
                <a:lnTo>
                  <a:pt x="464510" y="274222"/>
                </a:lnTo>
                <a:lnTo>
                  <a:pt x="482618" y="274222"/>
                </a:lnTo>
                <a:lnTo>
                  <a:pt x="485075" y="272707"/>
                </a:lnTo>
                <a:lnTo>
                  <a:pt x="492869" y="260584"/>
                </a:lnTo>
                <a:lnTo>
                  <a:pt x="481179" y="260368"/>
                </a:lnTo>
                <a:close/>
              </a:path>
              <a:path w="6441440" h="605155">
                <a:moveTo>
                  <a:pt x="531528" y="260584"/>
                </a:moveTo>
                <a:lnTo>
                  <a:pt x="513741" y="269748"/>
                </a:lnTo>
                <a:lnTo>
                  <a:pt x="503133" y="287860"/>
                </a:lnTo>
                <a:lnTo>
                  <a:pt x="501582" y="312394"/>
                </a:lnTo>
                <a:lnTo>
                  <a:pt x="509375" y="332671"/>
                </a:lnTo>
                <a:lnTo>
                  <a:pt x="525412" y="344758"/>
                </a:lnTo>
                <a:lnTo>
                  <a:pt x="540331" y="346525"/>
                </a:lnTo>
                <a:lnTo>
                  <a:pt x="560049" y="342160"/>
                </a:lnTo>
                <a:lnTo>
                  <a:pt x="565777" y="335052"/>
                </a:lnTo>
                <a:lnTo>
                  <a:pt x="535172" y="335052"/>
                </a:lnTo>
                <a:lnTo>
                  <a:pt x="519802" y="326123"/>
                </a:lnTo>
                <a:lnTo>
                  <a:pt x="517538" y="307560"/>
                </a:lnTo>
                <a:lnTo>
                  <a:pt x="510674" y="307560"/>
                </a:lnTo>
                <a:lnTo>
                  <a:pt x="510674" y="296519"/>
                </a:lnTo>
                <a:lnTo>
                  <a:pt x="516191" y="296519"/>
                </a:lnTo>
                <a:lnTo>
                  <a:pt x="515346" y="289592"/>
                </a:lnTo>
                <a:lnTo>
                  <a:pt x="533945" y="272057"/>
                </a:lnTo>
                <a:lnTo>
                  <a:pt x="563495" y="272057"/>
                </a:lnTo>
                <a:lnTo>
                  <a:pt x="559922" y="266537"/>
                </a:lnTo>
                <a:lnTo>
                  <a:pt x="531528" y="260584"/>
                </a:lnTo>
                <a:close/>
              </a:path>
              <a:path w="6441440" h="605155">
                <a:moveTo>
                  <a:pt x="561113" y="322064"/>
                </a:moveTo>
                <a:lnTo>
                  <a:pt x="560031" y="324950"/>
                </a:lnTo>
                <a:lnTo>
                  <a:pt x="535172" y="335052"/>
                </a:lnTo>
                <a:lnTo>
                  <a:pt x="565777" y="335052"/>
                </a:lnTo>
                <a:lnTo>
                  <a:pt x="573452" y="325527"/>
                </a:lnTo>
                <a:lnTo>
                  <a:pt x="561113" y="322064"/>
                </a:lnTo>
                <a:close/>
              </a:path>
              <a:path w="6441440" h="605155">
                <a:moveTo>
                  <a:pt x="516191" y="296519"/>
                </a:moveTo>
                <a:lnTo>
                  <a:pt x="510674" y="296519"/>
                </a:lnTo>
                <a:lnTo>
                  <a:pt x="510674" y="307560"/>
                </a:lnTo>
                <a:lnTo>
                  <a:pt x="517538" y="307560"/>
                </a:lnTo>
                <a:lnTo>
                  <a:pt x="516191" y="296519"/>
                </a:lnTo>
                <a:close/>
              </a:path>
              <a:path w="6441440" h="605155">
                <a:moveTo>
                  <a:pt x="563495" y="272057"/>
                </a:moveTo>
                <a:lnTo>
                  <a:pt x="533945" y="272057"/>
                </a:lnTo>
                <a:lnTo>
                  <a:pt x="554474" y="277379"/>
                </a:lnTo>
                <a:lnTo>
                  <a:pt x="561763" y="296519"/>
                </a:lnTo>
                <a:lnTo>
                  <a:pt x="516191" y="296519"/>
                </a:lnTo>
                <a:lnTo>
                  <a:pt x="517538" y="307560"/>
                </a:lnTo>
                <a:lnTo>
                  <a:pt x="574751" y="307560"/>
                </a:lnTo>
                <a:lnTo>
                  <a:pt x="573813" y="289592"/>
                </a:lnTo>
                <a:lnTo>
                  <a:pt x="573723" y="287860"/>
                </a:lnTo>
                <a:lnTo>
                  <a:pt x="563495" y="272057"/>
                </a:lnTo>
                <a:close/>
              </a:path>
              <a:path w="6441440" h="605155">
                <a:moveTo>
                  <a:pt x="676241" y="241750"/>
                </a:moveTo>
                <a:lnTo>
                  <a:pt x="663469" y="241750"/>
                </a:lnTo>
                <a:lnTo>
                  <a:pt x="663469" y="324445"/>
                </a:lnTo>
                <a:lnTo>
                  <a:pt x="669097" y="339634"/>
                </a:lnTo>
                <a:lnTo>
                  <a:pt x="690330" y="345696"/>
                </a:lnTo>
                <a:lnTo>
                  <a:pt x="676241" y="241750"/>
                </a:lnTo>
                <a:close/>
              </a:path>
              <a:path w="6441440" h="605155">
                <a:moveTo>
                  <a:pt x="663469" y="261666"/>
                </a:moveTo>
                <a:lnTo>
                  <a:pt x="650913" y="261666"/>
                </a:lnTo>
                <a:lnTo>
                  <a:pt x="650913" y="272490"/>
                </a:lnTo>
                <a:lnTo>
                  <a:pt x="663469" y="272490"/>
                </a:lnTo>
                <a:lnTo>
                  <a:pt x="663469" y="261666"/>
                </a:lnTo>
                <a:close/>
              </a:path>
              <a:path w="6441440" h="605155">
                <a:moveTo>
                  <a:pt x="693992" y="261666"/>
                </a:moveTo>
                <a:lnTo>
                  <a:pt x="678940" y="261666"/>
                </a:lnTo>
                <a:lnTo>
                  <a:pt x="680407" y="272490"/>
                </a:lnTo>
                <a:lnTo>
                  <a:pt x="693992" y="272490"/>
                </a:lnTo>
                <a:lnTo>
                  <a:pt x="693992" y="261666"/>
                </a:lnTo>
                <a:close/>
              </a:path>
              <a:path w="6441440" h="605155">
                <a:moveTo>
                  <a:pt x="727762" y="233957"/>
                </a:moveTo>
                <a:lnTo>
                  <a:pt x="714990" y="233957"/>
                </a:lnTo>
                <a:lnTo>
                  <a:pt x="714990" y="344794"/>
                </a:lnTo>
                <a:lnTo>
                  <a:pt x="727762" y="344794"/>
                </a:lnTo>
                <a:lnTo>
                  <a:pt x="727762" y="294787"/>
                </a:lnTo>
                <a:lnTo>
                  <a:pt x="732489" y="279057"/>
                </a:lnTo>
                <a:lnTo>
                  <a:pt x="747055" y="274655"/>
                </a:lnTo>
                <a:lnTo>
                  <a:pt x="728845" y="274655"/>
                </a:lnTo>
                <a:lnTo>
                  <a:pt x="727762" y="233957"/>
                </a:lnTo>
                <a:close/>
              </a:path>
              <a:path w="6441440" h="605155">
                <a:moveTo>
                  <a:pt x="776380" y="272057"/>
                </a:moveTo>
                <a:lnTo>
                  <a:pt x="755652" y="272057"/>
                </a:lnTo>
                <a:lnTo>
                  <a:pt x="767179" y="281131"/>
                </a:lnTo>
                <a:lnTo>
                  <a:pt x="768893" y="344794"/>
                </a:lnTo>
                <a:lnTo>
                  <a:pt x="781665" y="344794"/>
                </a:lnTo>
                <a:lnTo>
                  <a:pt x="781665" y="291973"/>
                </a:lnTo>
                <a:lnTo>
                  <a:pt x="776380" y="272057"/>
                </a:lnTo>
                <a:close/>
              </a:path>
              <a:path w="6441440" h="605155">
                <a:moveTo>
                  <a:pt x="763932" y="261721"/>
                </a:moveTo>
                <a:lnTo>
                  <a:pt x="741545" y="261865"/>
                </a:lnTo>
                <a:lnTo>
                  <a:pt x="728845" y="274655"/>
                </a:lnTo>
                <a:lnTo>
                  <a:pt x="747055" y="274655"/>
                </a:lnTo>
                <a:lnTo>
                  <a:pt x="755652" y="272057"/>
                </a:lnTo>
                <a:lnTo>
                  <a:pt x="776380" y="272057"/>
                </a:lnTo>
                <a:lnTo>
                  <a:pt x="775748" y="269676"/>
                </a:lnTo>
                <a:lnTo>
                  <a:pt x="763932" y="261721"/>
                </a:lnTo>
                <a:close/>
              </a:path>
              <a:path w="6441440" h="605155">
                <a:moveTo>
                  <a:pt x="831081" y="260584"/>
                </a:moveTo>
                <a:lnTo>
                  <a:pt x="813293" y="269748"/>
                </a:lnTo>
                <a:lnTo>
                  <a:pt x="802686" y="287860"/>
                </a:lnTo>
                <a:lnTo>
                  <a:pt x="801135" y="312394"/>
                </a:lnTo>
                <a:lnTo>
                  <a:pt x="808928" y="332671"/>
                </a:lnTo>
                <a:lnTo>
                  <a:pt x="824965" y="344758"/>
                </a:lnTo>
                <a:lnTo>
                  <a:pt x="839884" y="346525"/>
                </a:lnTo>
                <a:lnTo>
                  <a:pt x="859602" y="342160"/>
                </a:lnTo>
                <a:lnTo>
                  <a:pt x="865329" y="335052"/>
                </a:lnTo>
                <a:lnTo>
                  <a:pt x="834725" y="335052"/>
                </a:lnTo>
                <a:lnTo>
                  <a:pt x="819355" y="326123"/>
                </a:lnTo>
                <a:lnTo>
                  <a:pt x="817091" y="307560"/>
                </a:lnTo>
                <a:lnTo>
                  <a:pt x="810227" y="307560"/>
                </a:lnTo>
                <a:lnTo>
                  <a:pt x="810227" y="296519"/>
                </a:lnTo>
                <a:lnTo>
                  <a:pt x="815744" y="296519"/>
                </a:lnTo>
                <a:lnTo>
                  <a:pt x="814899" y="289592"/>
                </a:lnTo>
                <a:lnTo>
                  <a:pt x="833498" y="272057"/>
                </a:lnTo>
                <a:lnTo>
                  <a:pt x="863048" y="272057"/>
                </a:lnTo>
                <a:lnTo>
                  <a:pt x="859475" y="266537"/>
                </a:lnTo>
                <a:lnTo>
                  <a:pt x="831081" y="260584"/>
                </a:lnTo>
                <a:close/>
              </a:path>
              <a:path w="6441440" h="605155">
                <a:moveTo>
                  <a:pt x="860666" y="322064"/>
                </a:moveTo>
                <a:lnTo>
                  <a:pt x="859584" y="324950"/>
                </a:lnTo>
                <a:lnTo>
                  <a:pt x="834725" y="335052"/>
                </a:lnTo>
                <a:lnTo>
                  <a:pt x="865329" y="335052"/>
                </a:lnTo>
                <a:lnTo>
                  <a:pt x="873005" y="325527"/>
                </a:lnTo>
                <a:lnTo>
                  <a:pt x="860666" y="322064"/>
                </a:lnTo>
                <a:close/>
              </a:path>
              <a:path w="6441440" h="605155">
                <a:moveTo>
                  <a:pt x="815744" y="296519"/>
                </a:moveTo>
                <a:lnTo>
                  <a:pt x="810227" y="296519"/>
                </a:lnTo>
                <a:lnTo>
                  <a:pt x="810227" y="307560"/>
                </a:lnTo>
                <a:lnTo>
                  <a:pt x="817091" y="307560"/>
                </a:lnTo>
                <a:lnTo>
                  <a:pt x="815744" y="296519"/>
                </a:lnTo>
                <a:close/>
              </a:path>
              <a:path w="6441440" h="605155">
                <a:moveTo>
                  <a:pt x="863048" y="272057"/>
                </a:moveTo>
                <a:lnTo>
                  <a:pt x="833498" y="272057"/>
                </a:lnTo>
                <a:lnTo>
                  <a:pt x="854027" y="277379"/>
                </a:lnTo>
                <a:lnTo>
                  <a:pt x="861315" y="296519"/>
                </a:lnTo>
                <a:lnTo>
                  <a:pt x="815744" y="296519"/>
                </a:lnTo>
                <a:lnTo>
                  <a:pt x="817091" y="307560"/>
                </a:lnTo>
                <a:lnTo>
                  <a:pt x="874304" y="307560"/>
                </a:lnTo>
                <a:lnTo>
                  <a:pt x="873366" y="289592"/>
                </a:lnTo>
                <a:lnTo>
                  <a:pt x="873276" y="287860"/>
                </a:lnTo>
                <a:lnTo>
                  <a:pt x="863048" y="272057"/>
                </a:lnTo>
                <a:close/>
              </a:path>
              <a:path w="6441440" h="605155">
                <a:moveTo>
                  <a:pt x="970165" y="261666"/>
                </a:moveTo>
                <a:lnTo>
                  <a:pt x="957393" y="261666"/>
                </a:lnTo>
                <a:lnTo>
                  <a:pt x="958497" y="324517"/>
                </a:lnTo>
                <a:lnTo>
                  <a:pt x="958548" y="327421"/>
                </a:lnTo>
                <a:lnTo>
                  <a:pt x="974472" y="344794"/>
                </a:lnTo>
                <a:lnTo>
                  <a:pt x="970875" y="344794"/>
                </a:lnTo>
                <a:lnTo>
                  <a:pt x="995710" y="344415"/>
                </a:lnTo>
                <a:lnTo>
                  <a:pt x="1006201" y="333537"/>
                </a:lnTo>
                <a:lnTo>
                  <a:pt x="983046" y="333537"/>
                </a:lnTo>
                <a:lnTo>
                  <a:pt x="971861" y="324517"/>
                </a:lnTo>
                <a:lnTo>
                  <a:pt x="970165" y="261666"/>
                </a:lnTo>
                <a:close/>
              </a:path>
              <a:path w="6441440" h="605155">
                <a:moveTo>
                  <a:pt x="1022553" y="330723"/>
                </a:moveTo>
                <a:lnTo>
                  <a:pt x="1008915" y="330723"/>
                </a:lnTo>
                <a:lnTo>
                  <a:pt x="1009757" y="344415"/>
                </a:lnTo>
                <a:lnTo>
                  <a:pt x="1009781" y="344794"/>
                </a:lnTo>
                <a:lnTo>
                  <a:pt x="1022553" y="344794"/>
                </a:lnTo>
                <a:lnTo>
                  <a:pt x="1022553" y="330723"/>
                </a:lnTo>
                <a:close/>
              </a:path>
              <a:path w="6441440" h="605155">
                <a:moveTo>
                  <a:pt x="1022553" y="261666"/>
                </a:moveTo>
                <a:lnTo>
                  <a:pt x="1009781" y="261666"/>
                </a:lnTo>
                <a:lnTo>
                  <a:pt x="1009781" y="310807"/>
                </a:lnTo>
                <a:lnTo>
                  <a:pt x="1004134" y="326988"/>
                </a:lnTo>
                <a:lnTo>
                  <a:pt x="983046" y="333537"/>
                </a:lnTo>
                <a:lnTo>
                  <a:pt x="1006201" y="333537"/>
                </a:lnTo>
                <a:lnTo>
                  <a:pt x="1008915" y="330723"/>
                </a:lnTo>
                <a:lnTo>
                  <a:pt x="1022553" y="330723"/>
                </a:lnTo>
                <a:lnTo>
                  <a:pt x="1022553" y="261666"/>
                </a:lnTo>
                <a:close/>
              </a:path>
              <a:path w="6441440" h="605155">
                <a:moveTo>
                  <a:pt x="1054388" y="321847"/>
                </a:moveTo>
                <a:lnTo>
                  <a:pt x="1042266" y="324878"/>
                </a:lnTo>
                <a:lnTo>
                  <a:pt x="1043745" y="331949"/>
                </a:lnTo>
                <a:lnTo>
                  <a:pt x="1058375" y="344685"/>
                </a:lnTo>
                <a:lnTo>
                  <a:pt x="1080330" y="346525"/>
                </a:lnTo>
                <a:lnTo>
                  <a:pt x="1099524" y="338155"/>
                </a:lnTo>
                <a:lnTo>
                  <a:pt x="1100747" y="334150"/>
                </a:lnTo>
                <a:lnTo>
                  <a:pt x="1064184" y="334150"/>
                </a:lnTo>
                <a:lnTo>
                  <a:pt x="1054388" y="321847"/>
                </a:lnTo>
                <a:close/>
              </a:path>
              <a:path w="6441440" h="605155">
                <a:moveTo>
                  <a:pt x="1075387" y="260584"/>
                </a:moveTo>
                <a:lnTo>
                  <a:pt x="1051484" y="268558"/>
                </a:lnTo>
                <a:lnTo>
                  <a:pt x="1044863" y="290350"/>
                </a:lnTo>
                <a:lnTo>
                  <a:pt x="1053739" y="302743"/>
                </a:lnTo>
                <a:lnTo>
                  <a:pt x="1088087" y="313044"/>
                </a:lnTo>
                <a:lnTo>
                  <a:pt x="1093138" y="325852"/>
                </a:lnTo>
                <a:lnTo>
                  <a:pt x="1084335" y="334006"/>
                </a:lnTo>
                <a:lnTo>
                  <a:pt x="1064184" y="334150"/>
                </a:lnTo>
                <a:lnTo>
                  <a:pt x="1100747" y="334150"/>
                </a:lnTo>
                <a:lnTo>
                  <a:pt x="1106343" y="315822"/>
                </a:lnTo>
                <a:lnTo>
                  <a:pt x="1097233" y="303681"/>
                </a:lnTo>
                <a:lnTo>
                  <a:pt x="1058790" y="289646"/>
                </a:lnTo>
                <a:lnTo>
                  <a:pt x="1059192" y="280283"/>
                </a:lnTo>
                <a:lnTo>
                  <a:pt x="1059313" y="277451"/>
                </a:lnTo>
                <a:lnTo>
                  <a:pt x="1079103" y="271624"/>
                </a:lnTo>
                <a:lnTo>
                  <a:pt x="1099920" y="271624"/>
                </a:lnTo>
                <a:lnTo>
                  <a:pt x="1090071" y="262388"/>
                </a:lnTo>
                <a:lnTo>
                  <a:pt x="1075387" y="260584"/>
                </a:lnTo>
                <a:close/>
              </a:path>
              <a:path w="6441440" h="605155">
                <a:moveTo>
                  <a:pt x="1099920" y="271624"/>
                </a:moveTo>
                <a:lnTo>
                  <a:pt x="1079103" y="271624"/>
                </a:lnTo>
                <a:lnTo>
                  <a:pt x="1093354" y="283531"/>
                </a:lnTo>
                <a:lnTo>
                  <a:pt x="1104828" y="280283"/>
                </a:lnTo>
                <a:lnTo>
                  <a:pt x="1102843" y="274366"/>
                </a:lnTo>
                <a:lnTo>
                  <a:pt x="1099920" y="271624"/>
                </a:lnTo>
                <a:close/>
              </a:path>
              <a:path w="6441440" h="605155">
                <a:moveTo>
                  <a:pt x="1151618" y="260584"/>
                </a:moveTo>
                <a:lnTo>
                  <a:pt x="1133831" y="269748"/>
                </a:lnTo>
                <a:lnTo>
                  <a:pt x="1123224" y="287860"/>
                </a:lnTo>
                <a:lnTo>
                  <a:pt x="1121672" y="312394"/>
                </a:lnTo>
                <a:lnTo>
                  <a:pt x="1129465" y="332671"/>
                </a:lnTo>
                <a:lnTo>
                  <a:pt x="1145503" y="344758"/>
                </a:lnTo>
                <a:lnTo>
                  <a:pt x="1160422" y="346525"/>
                </a:lnTo>
                <a:lnTo>
                  <a:pt x="1180139" y="342160"/>
                </a:lnTo>
                <a:lnTo>
                  <a:pt x="1185867" y="335052"/>
                </a:lnTo>
                <a:lnTo>
                  <a:pt x="1155262" y="335052"/>
                </a:lnTo>
                <a:lnTo>
                  <a:pt x="1139892" y="326123"/>
                </a:lnTo>
                <a:lnTo>
                  <a:pt x="1137628" y="307560"/>
                </a:lnTo>
                <a:lnTo>
                  <a:pt x="1130764" y="307560"/>
                </a:lnTo>
                <a:lnTo>
                  <a:pt x="1130764" y="296519"/>
                </a:lnTo>
                <a:lnTo>
                  <a:pt x="1136282" y="296519"/>
                </a:lnTo>
                <a:lnTo>
                  <a:pt x="1135437" y="289592"/>
                </a:lnTo>
                <a:lnTo>
                  <a:pt x="1154036" y="272057"/>
                </a:lnTo>
                <a:lnTo>
                  <a:pt x="1183586" y="272057"/>
                </a:lnTo>
                <a:lnTo>
                  <a:pt x="1180013" y="266537"/>
                </a:lnTo>
                <a:lnTo>
                  <a:pt x="1151618" y="260584"/>
                </a:lnTo>
                <a:close/>
              </a:path>
              <a:path w="6441440" h="605155">
                <a:moveTo>
                  <a:pt x="1181204" y="322064"/>
                </a:moveTo>
                <a:lnTo>
                  <a:pt x="1180121" y="324950"/>
                </a:lnTo>
                <a:lnTo>
                  <a:pt x="1155262" y="335052"/>
                </a:lnTo>
                <a:lnTo>
                  <a:pt x="1185867" y="335052"/>
                </a:lnTo>
                <a:lnTo>
                  <a:pt x="1193543" y="325527"/>
                </a:lnTo>
                <a:lnTo>
                  <a:pt x="1181204" y="322064"/>
                </a:lnTo>
                <a:close/>
              </a:path>
              <a:path w="6441440" h="605155">
                <a:moveTo>
                  <a:pt x="1136282" y="296519"/>
                </a:moveTo>
                <a:lnTo>
                  <a:pt x="1130764" y="296519"/>
                </a:lnTo>
                <a:lnTo>
                  <a:pt x="1130764" y="307560"/>
                </a:lnTo>
                <a:lnTo>
                  <a:pt x="1137628" y="307560"/>
                </a:lnTo>
                <a:lnTo>
                  <a:pt x="1136282" y="296519"/>
                </a:lnTo>
                <a:close/>
              </a:path>
              <a:path w="6441440" h="605155">
                <a:moveTo>
                  <a:pt x="1183586" y="272057"/>
                </a:moveTo>
                <a:lnTo>
                  <a:pt x="1154036" y="272057"/>
                </a:lnTo>
                <a:lnTo>
                  <a:pt x="1174565" y="277379"/>
                </a:lnTo>
                <a:lnTo>
                  <a:pt x="1181853" y="296519"/>
                </a:lnTo>
                <a:lnTo>
                  <a:pt x="1136282" y="296519"/>
                </a:lnTo>
                <a:lnTo>
                  <a:pt x="1137628" y="307560"/>
                </a:lnTo>
                <a:lnTo>
                  <a:pt x="1194842" y="307560"/>
                </a:lnTo>
                <a:lnTo>
                  <a:pt x="1193904" y="289592"/>
                </a:lnTo>
                <a:lnTo>
                  <a:pt x="1193813" y="287860"/>
                </a:lnTo>
                <a:lnTo>
                  <a:pt x="1183586" y="272057"/>
                </a:lnTo>
                <a:close/>
              </a:path>
              <a:path w="6441440" h="605155">
                <a:moveTo>
                  <a:pt x="1226610" y="261666"/>
                </a:moveTo>
                <a:lnTo>
                  <a:pt x="1214270" y="261666"/>
                </a:lnTo>
                <a:lnTo>
                  <a:pt x="1214270" y="344794"/>
                </a:lnTo>
                <a:lnTo>
                  <a:pt x="1227043" y="344794"/>
                </a:lnTo>
                <a:lnTo>
                  <a:pt x="1227945" y="285100"/>
                </a:lnTo>
                <a:lnTo>
                  <a:pt x="1245584" y="274222"/>
                </a:lnTo>
                <a:lnTo>
                  <a:pt x="1227476" y="274222"/>
                </a:lnTo>
                <a:lnTo>
                  <a:pt x="1226610" y="261666"/>
                </a:lnTo>
                <a:close/>
              </a:path>
              <a:path w="6441440" h="605155">
                <a:moveTo>
                  <a:pt x="1244144" y="260368"/>
                </a:moveTo>
                <a:lnTo>
                  <a:pt x="1227476" y="274222"/>
                </a:lnTo>
                <a:lnTo>
                  <a:pt x="1245584" y="274222"/>
                </a:lnTo>
                <a:lnTo>
                  <a:pt x="1248041" y="272707"/>
                </a:lnTo>
                <a:lnTo>
                  <a:pt x="1255834" y="260584"/>
                </a:lnTo>
                <a:lnTo>
                  <a:pt x="1244144" y="260368"/>
                </a:lnTo>
                <a:close/>
              </a:path>
              <a:path w="6441440" h="605155">
                <a:moveTo>
                  <a:pt x="1360684" y="260584"/>
                </a:moveTo>
                <a:lnTo>
                  <a:pt x="1342896" y="269748"/>
                </a:lnTo>
                <a:lnTo>
                  <a:pt x="1332289" y="287770"/>
                </a:lnTo>
                <a:lnTo>
                  <a:pt x="1330738" y="311961"/>
                </a:lnTo>
                <a:lnTo>
                  <a:pt x="1338314" y="332256"/>
                </a:lnTo>
                <a:lnTo>
                  <a:pt x="1353901" y="344685"/>
                </a:lnTo>
                <a:lnTo>
                  <a:pt x="1368405" y="346525"/>
                </a:lnTo>
                <a:lnTo>
                  <a:pt x="1389187" y="340807"/>
                </a:lnTo>
                <a:lnTo>
                  <a:pt x="1392569" y="335052"/>
                </a:lnTo>
                <a:lnTo>
                  <a:pt x="1363354" y="335052"/>
                </a:lnTo>
                <a:lnTo>
                  <a:pt x="1348597" y="324770"/>
                </a:lnTo>
                <a:lnTo>
                  <a:pt x="1344538" y="291486"/>
                </a:lnTo>
                <a:lnTo>
                  <a:pt x="1359060" y="273356"/>
                </a:lnTo>
                <a:lnTo>
                  <a:pt x="1394279" y="273356"/>
                </a:lnTo>
                <a:lnTo>
                  <a:pt x="1388681" y="265996"/>
                </a:lnTo>
                <a:lnTo>
                  <a:pt x="1360684" y="260584"/>
                </a:lnTo>
                <a:close/>
              </a:path>
              <a:path w="6441440" h="605155">
                <a:moveTo>
                  <a:pt x="1401093" y="320548"/>
                </a:moveTo>
                <a:lnTo>
                  <a:pt x="1388321" y="320548"/>
                </a:lnTo>
                <a:lnTo>
                  <a:pt x="1387527" y="323579"/>
                </a:lnTo>
                <a:lnTo>
                  <a:pt x="1363354" y="335052"/>
                </a:lnTo>
                <a:lnTo>
                  <a:pt x="1392569" y="335052"/>
                </a:lnTo>
                <a:lnTo>
                  <a:pt x="1401093" y="320548"/>
                </a:lnTo>
                <a:close/>
              </a:path>
              <a:path w="6441440" h="605155">
                <a:moveTo>
                  <a:pt x="1394279" y="273356"/>
                </a:moveTo>
                <a:lnTo>
                  <a:pt x="1359060" y="273356"/>
                </a:lnTo>
                <a:lnTo>
                  <a:pt x="1378507" y="273537"/>
                </a:lnTo>
                <a:lnTo>
                  <a:pt x="1388321" y="286561"/>
                </a:lnTo>
                <a:lnTo>
                  <a:pt x="1401093" y="286561"/>
                </a:lnTo>
                <a:lnTo>
                  <a:pt x="1400371" y="281366"/>
                </a:lnTo>
                <a:lnTo>
                  <a:pt x="1394279" y="273356"/>
                </a:lnTo>
                <a:close/>
              </a:path>
              <a:path w="6441440" h="605155">
                <a:moveTo>
                  <a:pt x="1477139" y="273176"/>
                </a:moveTo>
                <a:lnTo>
                  <a:pt x="1441141" y="273176"/>
                </a:lnTo>
                <a:lnTo>
                  <a:pt x="1462284" y="273320"/>
                </a:lnTo>
                <a:lnTo>
                  <a:pt x="1469554" y="288726"/>
                </a:lnTo>
                <a:lnTo>
                  <a:pt x="1416805" y="312575"/>
                </a:lnTo>
                <a:lnTo>
                  <a:pt x="1422181" y="338841"/>
                </a:lnTo>
                <a:lnTo>
                  <a:pt x="1444226" y="346742"/>
                </a:lnTo>
                <a:lnTo>
                  <a:pt x="1449060" y="346742"/>
                </a:lnTo>
                <a:lnTo>
                  <a:pt x="1468038" y="335341"/>
                </a:lnTo>
                <a:lnTo>
                  <a:pt x="1441187" y="335341"/>
                </a:lnTo>
                <a:lnTo>
                  <a:pt x="1428639" y="326285"/>
                </a:lnTo>
                <a:lnTo>
                  <a:pt x="1432904" y="312575"/>
                </a:lnTo>
                <a:lnTo>
                  <a:pt x="1433005" y="312250"/>
                </a:lnTo>
                <a:lnTo>
                  <a:pt x="1482326" y="312250"/>
                </a:lnTo>
                <a:lnTo>
                  <a:pt x="1482326" y="283422"/>
                </a:lnTo>
                <a:lnTo>
                  <a:pt x="1477212" y="273320"/>
                </a:lnTo>
                <a:lnTo>
                  <a:pt x="1477139" y="273176"/>
                </a:lnTo>
                <a:close/>
              </a:path>
              <a:path w="6441440" h="605155">
                <a:moveTo>
                  <a:pt x="1482326" y="312250"/>
                </a:moveTo>
                <a:lnTo>
                  <a:pt x="1433005" y="312250"/>
                </a:lnTo>
                <a:lnTo>
                  <a:pt x="1469554" y="314703"/>
                </a:lnTo>
                <a:lnTo>
                  <a:pt x="1465080" y="327746"/>
                </a:lnTo>
                <a:lnTo>
                  <a:pt x="1445993" y="335341"/>
                </a:lnTo>
                <a:lnTo>
                  <a:pt x="1468038" y="335341"/>
                </a:lnTo>
                <a:lnTo>
                  <a:pt x="1469554" y="344794"/>
                </a:lnTo>
                <a:lnTo>
                  <a:pt x="1482326" y="344794"/>
                </a:lnTo>
                <a:lnTo>
                  <a:pt x="1482326" y="312250"/>
                </a:lnTo>
                <a:close/>
              </a:path>
              <a:path w="6441440" h="605155">
                <a:moveTo>
                  <a:pt x="1434520" y="263434"/>
                </a:moveTo>
                <a:lnTo>
                  <a:pt x="1418249" y="280067"/>
                </a:lnTo>
                <a:lnTo>
                  <a:pt x="1430371" y="284397"/>
                </a:lnTo>
                <a:lnTo>
                  <a:pt x="1441141" y="273176"/>
                </a:lnTo>
                <a:lnTo>
                  <a:pt x="1477139" y="273176"/>
                </a:lnTo>
                <a:lnTo>
                  <a:pt x="1474190" y="267349"/>
                </a:lnTo>
                <a:lnTo>
                  <a:pt x="1434520" y="263434"/>
                </a:lnTo>
                <a:close/>
              </a:path>
              <a:path w="6441440" h="605155">
                <a:moveTo>
                  <a:pt x="1517983" y="261739"/>
                </a:moveTo>
                <a:lnTo>
                  <a:pt x="1505638" y="261739"/>
                </a:lnTo>
                <a:lnTo>
                  <a:pt x="1505638" y="344794"/>
                </a:lnTo>
                <a:lnTo>
                  <a:pt x="1518410" y="344794"/>
                </a:lnTo>
                <a:lnTo>
                  <a:pt x="1518410" y="294787"/>
                </a:lnTo>
                <a:lnTo>
                  <a:pt x="1523010" y="279057"/>
                </a:lnTo>
                <a:lnTo>
                  <a:pt x="1537179" y="274655"/>
                </a:lnTo>
                <a:lnTo>
                  <a:pt x="1519059" y="274655"/>
                </a:lnTo>
                <a:lnTo>
                  <a:pt x="1517995" y="261883"/>
                </a:lnTo>
                <a:lnTo>
                  <a:pt x="1517983" y="261739"/>
                </a:lnTo>
                <a:close/>
              </a:path>
              <a:path w="6441440" h="605155">
                <a:moveTo>
                  <a:pt x="1563639" y="272057"/>
                </a:moveTo>
                <a:lnTo>
                  <a:pt x="1545542" y="272057"/>
                </a:lnTo>
                <a:lnTo>
                  <a:pt x="1556979" y="281222"/>
                </a:lnTo>
                <a:lnTo>
                  <a:pt x="1558675" y="344794"/>
                </a:lnTo>
                <a:lnTo>
                  <a:pt x="1571447" y="344794"/>
                </a:lnTo>
                <a:lnTo>
                  <a:pt x="1570313" y="281222"/>
                </a:lnTo>
                <a:lnTo>
                  <a:pt x="1570274" y="279057"/>
                </a:lnTo>
                <a:lnTo>
                  <a:pt x="1563639" y="272057"/>
                </a:lnTo>
                <a:close/>
              </a:path>
              <a:path w="6441440" h="605155">
                <a:moveTo>
                  <a:pt x="1553858" y="261739"/>
                </a:moveTo>
                <a:lnTo>
                  <a:pt x="1531904" y="261883"/>
                </a:lnTo>
                <a:lnTo>
                  <a:pt x="1519059" y="274655"/>
                </a:lnTo>
                <a:lnTo>
                  <a:pt x="1537179" y="274655"/>
                </a:lnTo>
                <a:lnTo>
                  <a:pt x="1545542" y="272057"/>
                </a:lnTo>
                <a:lnTo>
                  <a:pt x="1563639" y="272057"/>
                </a:lnTo>
                <a:lnTo>
                  <a:pt x="1553858" y="261739"/>
                </a:lnTo>
                <a:close/>
              </a:path>
              <a:path w="6441440" h="605155">
                <a:moveTo>
                  <a:pt x="1666889" y="321847"/>
                </a:moveTo>
                <a:lnTo>
                  <a:pt x="1654766" y="324878"/>
                </a:lnTo>
                <a:lnTo>
                  <a:pt x="1656245" y="331949"/>
                </a:lnTo>
                <a:lnTo>
                  <a:pt x="1670876" y="344685"/>
                </a:lnTo>
                <a:lnTo>
                  <a:pt x="1692830" y="346525"/>
                </a:lnTo>
                <a:lnTo>
                  <a:pt x="1712024" y="338155"/>
                </a:lnTo>
                <a:lnTo>
                  <a:pt x="1713247" y="334150"/>
                </a:lnTo>
                <a:lnTo>
                  <a:pt x="1676684" y="334150"/>
                </a:lnTo>
                <a:lnTo>
                  <a:pt x="1666889" y="321847"/>
                </a:lnTo>
                <a:close/>
              </a:path>
              <a:path w="6441440" h="605155">
                <a:moveTo>
                  <a:pt x="1687887" y="260584"/>
                </a:moveTo>
                <a:lnTo>
                  <a:pt x="1663984" y="268558"/>
                </a:lnTo>
                <a:lnTo>
                  <a:pt x="1657364" y="290350"/>
                </a:lnTo>
                <a:lnTo>
                  <a:pt x="1666239" y="302743"/>
                </a:lnTo>
                <a:lnTo>
                  <a:pt x="1700587" y="313044"/>
                </a:lnTo>
                <a:lnTo>
                  <a:pt x="1705638" y="325852"/>
                </a:lnTo>
                <a:lnTo>
                  <a:pt x="1696835" y="334006"/>
                </a:lnTo>
                <a:lnTo>
                  <a:pt x="1676684" y="334150"/>
                </a:lnTo>
                <a:lnTo>
                  <a:pt x="1713247" y="334150"/>
                </a:lnTo>
                <a:lnTo>
                  <a:pt x="1718843" y="315822"/>
                </a:lnTo>
                <a:lnTo>
                  <a:pt x="1709733" y="303681"/>
                </a:lnTo>
                <a:lnTo>
                  <a:pt x="1671290" y="289646"/>
                </a:lnTo>
                <a:lnTo>
                  <a:pt x="1671692" y="280283"/>
                </a:lnTo>
                <a:lnTo>
                  <a:pt x="1671813" y="277451"/>
                </a:lnTo>
                <a:lnTo>
                  <a:pt x="1691603" y="271624"/>
                </a:lnTo>
                <a:lnTo>
                  <a:pt x="1712420" y="271624"/>
                </a:lnTo>
                <a:lnTo>
                  <a:pt x="1702571" y="262388"/>
                </a:lnTo>
                <a:lnTo>
                  <a:pt x="1687887" y="260584"/>
                </a:lnTo>
                <a:close/>
              </a:path>
              <a:path w="6441440" h="605155">
                <a:moveTo>
                  <a:pt x="1712420" y="271624"/>
                </a:moveTo>
                <a:lnTo>
                  <a:pt x="1691603" y="271624"/>
                </a:lnTo>
                <a:lnTo>
                  <a:pt x="1705855" y="283531"/>
                </a:lnTo>
                <a:lnTo>
                  <a:pt x="1717328" y="280283"/>
                </a:lnTo>
                <a:lnTo>
                  <a:pt x="1715344" y="274366"/>
                </a:lnTo>
                <a:lnTo>
                  <a:pt x="1712420" y="271624"/>
                </a:lnTo>
                <a:close/>
              </a:path>
              <a:path w="6441440" h="605155">
                <a:moveTo>
                  <a:pt x="1764118" y="260584"/>
                </a:moveTo>
                <a:lnTo>
                  <a:pt x="1746331" y="269748"/>
                </a:lnTo>
                <a:lnTo>
                  <a:pt x="1735724" y="287860"/>
                </a:lnTo>
                <a:lnTo>
                  <a:pt x="1734172" y="312394"/>
                </a:lnTo>
                <a:lnTo>
                  <a:pt x="1741966" y="332671"/>
                </a:lnTo>
                <a:lnTo>
                  <a:pt x="1758003" y="344758"/>
                </a:lnTo>
                <a:lnTo>
                  <a:pt x="1772922" y="346525"/>
                </a:lnTo>
                <a:lnTo>
                  <a:pt x="1792639" y="342160"/>
                </a:lnTo>
                <a:lnTo>
                  <a:pt x="1798367" y="335052"/>
                </a:lnTo>
                <a:lnTo>
                  <a:pt x="1767763" y="335052"/>
                </a:lnTo>
                <a:lnTo>
                  <a:pt x="1752393" y="326123"/>
                </a:lnTo>
                <a:lnTo>
                  <a:pt x="1750128" y="307560"/>
                </a:lnTo>
                <a:lnTo>
                  <a:pt x="1743265" y="307560"/>
                </a:lnTo>
                <a:lnTo>
                  <a:pt x="1743265" y="296519"/>
                </a:lnTo>
                <a:lnTo>
                  <a:pt x="1748782" y="296519"/>
                </a:lnTo>
                <a:lnTo>
                  <a:pt x="1747937" y="289592"/>
                </a:lnTo>
                <a:lnTo>
                  <a:pt x="1766536" y="272057"/>
                </a:lnTo>
                <a:lnTo>
                  <a:pt x="1796086" y="272057"/>
                </a:lnTo>
                <a:lnTo>
                  <a:pt x="1792513" y="266537"/>
                </a:lnTo>
                <a:lnTo>
                  <a:pt x="1764118" y="260584"/>
                </a:lnTo>
                <a:close/>
              </a:path>
              <a:path w="6441440" h="605155">
                <a:moveTo>
                  <a:pt x="1793704" y="322064"/>
                </a:moveTo>
                <a:lnTo>
                  <a:pt x="1792621" y="324950"/>
                </a:lnTo>
                <a:lnTo>
                  <a:pt x="1767763" y="335052"/>
                </a:lnTo>
                <a:lnTo>
                  <a:pt x="1798367" y="335052"/>
                </a:lnTo>
                <a:lnTo>
                  <a:pt x="1806043" y="325527"/>
                </a:lnTo>
                <a:lnTo>
                  <a:pt x="1793704" y="322064"/>
                </a:lnTo>
                <a:close/>
              </a:path>
              <a:path w="6441440" h="605155">
                <a:moveTo>
                  <a:pt x="1748782" y="296519"/>
                </a:moveTo>
                <a:lnTo>
                  <a:pt x="1743265" y="296519"/>
                </a:lnTo>
                <a:lnTo>
                  <a:pt x="1743265" y="307560"/>
                </a:lnTo>
                <a:lnTo>
                  <a:pt x="1750128" y="307560"/>
                </a:lnTo>
                <a:lnTo>
                  <a:pt x="1748782" y="296519"/>
                </a:lnTo>
                <a:close/>
              </a:path>
              <a:path w="6441440" h="605155">
                <a:moveTo>
                  <a:pt x="1796086" y="272057"/>
                </a:moveTo>
                <a:lnTo>
                  <a:pt x="1766536" y="272057"/>
                </a:lnTo>
                <a:lnTo>
                  <a:pt x="1787065" y="277379"/>
                </a:lnTo>
                <a:lnTo>
                  <a:pt x="1794353" y="296519"/>
                </a:lnTo>
                <a:lnTo>
                  <a:pt x="1748782" y="296519"/>
                </a:lnTo>
                <a:lnTo>
                  <a:pt x="1750128" y="307560"/>
                </a:lnTo>
                <a:lnTo>
                  <a:pt x="1807342" y="307560"/>
                </a:lnTo>
                <a:lnTo>
                  <a:pt x="1806404" y="289592"/>
                </a:lnTo>
                <a:lnTo>
                  <a:pt x="1806314" y="287860"/>
                </a:lnTo>
                <a:lnTo>
                  <a:pt x="1796086" y="272057"/>
                </a:lnTo>
                <a:close/>
              </a:path>
              <a:path w="6441440" h="605155">
                <a:moveTo>
                  <a:pt x="1884146" y="273176"/>
                </a:moveTo>
                <a:lnTo>
                  <a:pt x="1848148" y="273176"/>
                </a:lnTo>
                <a:lnTo>
                  <a:pt x="1869290" y="273320"/>
                </a:lnTo>
                <a:lnTo>
                  <a:pt x="1876560" y="288726"/>
                </a:lnTo>
                <a:lnTo>
                  <a:pt x="1823812" y="312575"/>
                </a:lnTo>
                <a:lnTo>
                  <a:pt x="1829188" y="338841"/>
                </a:lnTo>
                <a:lnTo>
                  <a:pt x="1851233" y="346742"/>
                </a:lnTo>
                <a:lnTo>
                  <a:pt x="1856067" y="346742"/>
                </a:lnTo>
                <a:lnTo>
                  <a:pt x="1875045" y="335341"/>
                </a:lnTo>
                <a:lnTo>
                  <a:pt x="1848194" y="335341"/>
                </a:lnTo>
                <a:lnTo>
                  <a:pt x="1835646" y="326285"/>
                </a:lnTo>
                <a:lnTo>
                  <a:pt x="1839911" y="312575"/>
                </a:lnTo>
                <a:lnTo>
                  <a:pt x="1840012" y="312250"/>
                </a:lnTo>
                <a:lnTo>
                  <a:pt x="1889333" y="312250"/>
                </a:lnTo>
                <a:lnTo>
                  <a:pt x="1889333" y="283422"/>
                </a:lnTo>
                <a:lnTo>
                  <a:pt x="1884219" y="273320"/>
                </a:lnTo>
                <a:lnTo>
                  <a:pt x="1884146" y="273176"/>
                </a:lnTo>
                <a:close/>
              </a:path>
              <a:path w="6441440" h="605155">
                <a:moveTo>
                  <a:pt x="1889333" y="312250"/>
                </a:moveTo>
                <a:lnTo>
                  <a:pt x="1840012" y="312250"/>
                </a:lnTo>
                <a:lnTo>
                  <a:pt x="1876560" y="314703"/>
                </a:lnTo>
                <a:lnTo>
                  <a:pt x="1872087" y="327746"/>
                </a:lnTo>
                <a:lnTo>
                  <a:pt x="1853000" y="335341"/>
                </a:lnTo>
                <a:lnTo>
                  <a:pt x="1875045" y="335341"/>
                </a:lnTo>
                <a:lnTo>
                  <a:pt x="1876560" y="344794"/>
                </a:lnTo>
                <a:lnTo>
                  <a:pt x="1889333" y="344794"/>
                </a:lnTo>
                <a:lnTo>
                  <a:pt x="1889333" y="312250"/>
                </a:lnTo>
                <a:close/>
              </a:path>
              <a:path w="6441440" h="605155">
                <a:moveTo>
                  <a:pt x="1841527" y="263434"/>
                </a:moveTo>
                <a:lnTo>
                  <a:pt x="1825255" y="280067"/>
                </a:lnTo>
                <a:lnTo>
                  <a:pt x="1837378" y="284397"/>
                </a:lnTo>
                <a:lnTo>
                  <a:pt x="1848148" y="273176"/>
                </a:lnTo>
                <a:lnTo>
                  <a:pt x="1884146" y="273176"/>
                </a:lnTo>
                <a:lnTo>
                  <a:pt x="1881197" y="267349"/>
                </a:lnTo>
                <a:lnTo>
                  <a:pt x="1841527" y="263434"/>
                </a:lnTo>
                <a:close/>
              </a:path>
              <a:path w="6441440" h="605155">
                <a:moveTo>
                  <a:pt x="1924984" y="261666"/>
                </a:moveTo>
                <a:lnTo>
                  <a:pt x="1912645" y="261666"/>
                </a:lnTo>
                <a:lnTo>
                  <a:pt x="1912645" y="344794"/>
                </a:lnTo>
                <a:lnTo>
                  <a:pt x="1925417" y="344794"/>
                </a:lnTo>
                <a:lnTo>
                  <a:pt x="1926319" y="285100"/>
                </a:lnTo>
                <a:lnTo>
                  <a:pt x="1943958" y="274222"/>
                </a:lnTo>
                <a:lnTo>
                  <a:pt x="1925850" y="274222"/>
                </a:lnTo>
                <a:lnTo>
                  <a:pt x="1924984" y="261666"/>
                </a:lnTo>
                <a:close/>
              </a:path>
              <a:path w="6441440" h="605155">
                <a:moveTo>
                  <a:pt x="1942518" y="260368"/>
                </a:moveTo>
                <a:lnTo>
                  <a:pt x="1925850" y="274222"/>
                </a:lnTo>
                <a:lnTo>
                  <a:pt x="1943958" y="274222"/>
                </a:lnTo>
                <a:lnTo>
                  <a:pt x="1946415" y="272707"/>
                </a:lnTo>
                <a:lnTo>
                  <a:pt x="1954208" y="260584"/>
                </a:lnTo>
                <a:lnTo>
                  <a:pt x="1942518" y="260368"/>
                </a:lnTo>
                <a:close/>
              </a:path>
              <a:path w="6441440" h="605155">
                <a:moveTo>
                  <a:pt x="1992867" y="260584"/>
                </a:moveTo>
                <a:lnTo>
                  <a:pt x="1975080" y="269748"/>
                </a:lnTo>
                <a:lnTo>
                  <a:pt x="1964473" y="287770"/>
                </a:lnTo>
                <a:lnTo>
                  <a:pt x="1962921" y="311961"/>
                </a:lnTo>
                <a:lnTo>
                  <a:pt x="1970498" y="332256"/>
                </a:lnTo>
                <a:lnTo>
                  <a:pt x="1986084" y="344685"/>
                </a:lnTo>
                <a:lnTo>
                  <a:pt x="2000588" y="346525"/>
                </a:lnTo>
                <a:lnTo>
                  <a:pt x="2021370" y="340807"/>
                </a:lnTo>
                <a:lnTo>
                  <a:pt x="2024752" y="335052"/>
                </a:lnTo>
                <a:lnTo>
                  <a:pt x="1995537" y="335052"/>
                </a:lnTo>
                <a:lnTo>
                  <a:pt x="1980781" y="324770"/>
                </a:lnTo>
                <a:lnTo>
                  <a:pt x="1976722" y="291486"/>
                </a:lnTo>
                <a:lnTo>
                  <a:pt x="1991244" y="273356"/>
                </a:lnTo>
                <a:lnTo>
                  <a:pt x="2026463" y="273356"/>
                </a:lnTo>
                <a:lnTo>
                  <a:pt x="2020865" y="265996"/>
                </a:lnTo>
                <a:lnTo>
                  <a:pt x="1992867" y="260584"/>
                </a:lnTo>
                <a:close/>
              </a:path>
              <a:path w="6441440" h="605155">
                <a:moveTo>
                  <a:pt x="2033276" y="320548"/>
                </a:moveTo>
                <a:lnTo>
                  <a:pt x="2020504" y="320548"/>
                </a:lnTo>
                <a:lnTo>
                  <a:pt x="2019710" y="323579"/>
                </a:lnTo>
                <a:lnTo>
                  <a:pt x="1995537" y="335052"/>
                </a:lnTo>
                <a:lnTo>
                  <a:pt x="2024752" y="335052"/>
                </a:lnTo>
                <a:lnTo>
                  <a:pt x="2033276" y="320548"/>
                </a:lnTo>
                <a:close/>
              </a:path>
              <a:path w="6441440" h="605155">
                <a:moveTo>
                  <a:pt x="2026463" y="273356"/>
                </a:moveTo>
                <a:lnTo>
                  <a:pt x="1991244" y="273356"/>
                </a:lnTo>
                <a:lnTo>
                  <a:pt x="2010691" y="273537"/>
                </a:lnTo>
                <a:lnTo>
                  <a:pt x="2020504" y="286561"/>
                </a:lnTo>
                <a:lnTo>
                  <a:pt x="2033276" y="286561"/>
                </a:lnTo>
                <a:lnTo>
                  <a:pt x="2032555" y="281366"/>
                </a:lnTo>
                <a:lnTo>
                  <a:pt x="2026463" y="273356"/>
                </a:lnTo>
                <a:close/>
              </a:path>
              <a:path w="6441440" h="605155">
                <a:moveTo>
                  <a:pt x="2064720" y="233957"/>
                </a:moveTo>
                <a:lnTo>
                  <a:pt x="2051948" y="233957"/>
                </a:lnTo>
                <a:lnTo>
                  <a:pt x="2051948" y="344794"/>
                </a:lnTo>
                <a:lnTo>
                  <a:pt x="2064720" y="344794"/>
                </a:lnTo>
                <a:lnTo>
                  <a:pt x="2064720" y="294787"/>
                </a:lnTo>
                <a:lnTo>
                  <a:pt x="2069446" y="279057"/>
                </a:lnTo>
                <a:lnTo>
                  <a:pt x="2084013" y="274655"/>
                </a:lnTo>
                <a:lnTo>
                  <a:pt x="2065802" y="274655"/>
                </a:lnTo>
                <a:lnTo>
                  <a:pt x="2064720" y="233957"/>
                </a:lnTo>
                <a:close/>
              </a:path>
              <a:path w="6441440" h="605155">
                <a:moveTo>
                  <a:pt x="2113337" y="272057"/>
                </a:moveTo>
                <a:lnTo>
                  <a:pt x="2092609" y="272057"/>
                </a:lnTo>
                <a:lnTo>
                  <a:pt x="2104137" y="281131"/>
                </a:lnTo>
                <a:lnTo>
                  <a:pt x="2105851" y="344794"/>
                </a:lnTo>
                <a:lnTo>
                  <a:pt x="2118623" y="344794"/>
                </a:lnTo>
                <a:lnTo>
                  <a:pt x="2118623" y="291973"/>
                </a:lnTo>
                <a:lnTo>
                  <a:pt x="2113337" y="272057"/>
                </a:lnTo>
                <a:close/>
              </a:path>
              <a:path w="6441440" h="605155">
                <a:moveTo>
                  <a:pt x="2100890" y="261721"/>
                </a:moveTo>
                <a:lnTo>
                  <a:pt x="2078502" y="261865"/>
                </a:lnTo>
                <a:lnTo>
                  <a:pt x="2065802" y="274655"/>
                </a:lnTo>
                <a:lnTo>
                  <a:pt x="2084013" y="274655"/>
                </a:lnTo>
                <a:lnTo>
                  <a:pt x="2092609" y="272057"/>
                </a:lnTo>
                <a:lnTo>
                  <a:pt x="2113337" y="272057"/>
                </a:lnTo>
                <a:lnTo>
                  <a:pt x="2112706" y="269676"/>
                </a:lnTo>
                <a:lnTo>
                  <a:pt x="2100890" y="261721"/>
                </a:lnTo>
                <a:close/>
              </a:path>
              <a:path w="6441440" h="605155">
                <a:moveTo>
                  <a:pt x="2230688" y="228762"/>
                </a:moveTo>
                <a:lnTo>
                  <a:pt x="2212396" y="241462"/>
                </a:lnTo>
                <a:lnTo>
                  <a:pt x="2211277" y="344794"/>
                </a:lnTo>
                <a:lnTo>
                  <a:pt x="2224050" y="344794"/>
                </a:lnTo>
                <a:lnTo>
                  <a:pt x="2224970" y="245990"/>
                </a:lnTo>
                <a:lnTo>
                  <a:pt x="2235956" y="240668"/>
                </a:lnTo>
                <a:lnTo>
                  <a:pt x="2246780" y="230927"/>
                </a:lnTo>
                <a:lnTo>
                  <a:pt x="2230688" y="228762"/>
                </a:lnTo>
                <a:close/>
              </a:path>
              <a:path w="6441440" h="605155">
                <a:moveTo>
                  <a:pt x="2212177" y="261666"/>
                </a:moveTo>
                <a:lnTo>
                  <a:pt x="2197856" y="261666"/>
                </a:lnTo>
                <a:lnTo>
                  <a:pt x="2197856" y="272490"/>
                </a:lnTo>
                <a:lnTo>
                  <a:pt x="2212060" y="272490"/>
                </a:lnTo>
                <a:lnTo>
                  <a:pt x="2212177" y="261666"/>
                </a:lnTo>
                <a:close/>
              </a:path>
              <a:path w="6441440" h="605155">
                <a:moveTo>
                  <a:pt x="2242666" y="261666"/>
                </a:moveTo>
                <a:lnTo>
                  <a:pt x="2224824" y="261666"/>
                </a:lnTo>
                <a:lnTo>
                  <a:pt x="2224723" y="272490"/>
                </a:lnTo>
                <a:lnTo>
                  <a:pt x="2242666" y="272490"/>
                </a:lnTo>
                <a:lnTo>
                  <a:pt x="2242666" y="261666"/>
                </a:lnTo>
                <a:close/>
              </a:path>
              <a:path w="6441440" h="605155">
                <a:moveTo>
                  <a:pt x="2283409" y="260584"/>
                </a:moveTo>
                <a:lnTo>
                  <a:pt x="2265532" y="269514"/>
                </a:lnTo>
                <a:lnTo>
                  <a:pt x="2254816" y="287445"/>
                </a:lnTo>
                <a:lnTo>
                  <a:pt x="2253247" y="312250"/>
                </a:lnTo>
                <a:lnTo>
                  <a:pt x="2261130" y="332599"/>
                </a:lnTo>
                <a:lnTo>
                  <a:pt x="2276825" y="344740"/>
                </a:lnTo>
                <a:lnTo>
                  <a:pt x="2290914" y="346525"/>
                </a:lnTo>
                <a:lnTo>
                  <a:pt x="2298418" y="346525"/>
                </a:lnTo>
                <a:lnTo>
                  <a:pt x="2316278" y="337596"/>
                </a:lnTo>
                <a:lnTo>
                  <a:pt x="2317806" y="335052"/>
                </a:lnTo>
                <a:lnTo>
                  <a:pt x="2285213" y="335052"/>
                </a:lnTo>
                <a:lnTo>
                  <a:pt x="2273163" y="327746"/>
                </a:lnTo>
                <a:lnTo>
                  <a:pt x="2266019" y="298107"/>
                </a:lnTo>
                <a:lnTo>
                  <a:pt x="2280523" y="273537"/>
                </a:lnTo>
                <a:lnTo>
                  <a:pt x="2319399" y="273537"/>
                </a:lnTo>
                <a:lnTo>
                  <a:pt x="2304985" y="262370"/>
                </a:lnTo>
                <a:lnTo>
                  <a:pt x="2283409" y="260584"/>
                </a:lnTo>
                <a:close/>
              </a:path>
              <a:path w="6441440" h="605155">
                <a:moveTo>
                  <a:pt x="2319399" y="273537"/>
                </a:moveTo>
                <a:lnTo>
                  <a:pt x="2301305" y="273537"/>
                </a:lnTo>
                <a:lnTo>
                  <a:pt x="2314925" y="292929"/>
                </a:lnTo>
                <a:lnTo>
                  <a:pt x="2308665" y="327746"/>
                </a:lnTo>
                <a:lnTo>
                  <a:pt x="2290914" y="335052"/>
                </a:lnTo>
                <a:lnTo>
                  <a:pt x="2317806" y="335052"/>
                </a:lnTo>
                <a:lnTo>
                  <a:pt x="2326993" y="319754"/>
                </a:lnTo>
                <a:lnTo>
                  <a:pt x="2328581" y="295004"/>
                </a:lnTo>
                <a:lnTo>
                  <a:pt x="2320679" y="274529"/>
                </a:lnTo>
                <a:lnTo>
                  <a:pt x="2319399" y="273537"/>
                </a:lnTo>
                <a:close/>
              </a:path>
              <a:path w="6441440" h="605155">
                <a:moveTo>
                  <a:pt x="2360417" y="261666"/>
                </a:moveTo>
                <a:lnTo>
                  <a:pt x="2348077" y="261666"/>
                </a:lnTo>
                <a:lnTo>
                  <a:pt x="2348077" y="344794"/>
                </a:lnTo>
                <a:lnTo>
                  <a:pt x="2360850" y="344794"/>
                </a:lnTo>
                <a:lnTo>
                  <a:pt x="2361752" y="285100"/>
                </a:lnTo>
                <a:lnTo>
                  <a:pt x="2379391" y="274222"/>
                </a:lnTo>
                <a:lnTo>
                  <a:pt x="2361282" y="274222"/>
                </a:lnTo>
                <a:lnTo>
                  <a:pt x="2360417" y="261666"/>
                </a:lnTo>
                <a:close/>
              </a:path>
              <a:path w="6441440" h="605155">
                <a:moveTo>
                  <a:pt x="2377951" y="260368"/>
                </a:moveTo>
                <a:lnTo>
                  <a:pt x="2361282" y="274222"/>
                </a:lnTo>
                <a:lnTo>
                  <a:pt x="2379391" y="274222"/>
                </a:lnTo>
                <a:lnTo>
                  <a:pt x="2381848" y="272707"/>
                </a:lnTo>
                <a:lnTo>
                  <a:pt x="2389641" y="260584"/>
                </a:lnTo>
                <a:lnTo>
                  <a:pt x="2377951" y="260368"/>
                </a:lnTo>
                <a:close/>
              </a:path>
              <a:path w="6441440" h="605155">
                <a:moveTo>
                  <a:pt x="2480780" y="261666"/>
                </a:moveTo>
                <a:lnTo>
                  <a:pt x="2468441" y="261666"/>
                </a:lnTo>
                <a:lnTo>
                  <a:pt x="2468441" y="375966"/>
                </a:lnTo>
                <a:lnTo>
                  <a:pt x="2481213" y="375966"/>
                </a:lnTo>
                <a:lnTo>
                  <a:pt x="2481213" y="332022"/>
                </a:lnTo>
                <a:lnTo>
                  <a:pt x="2494537" y="332022"/>
                </a:lnTo>
                <a:lnTo>
                  <a:pt x="2488285" y="328341"/>
                </a:lnTo>
                <a:lnTo>
                  <a:pt x="2480997" y="303230"/>
                </a:lnTo>
                <a:lnTo>
                  <a:pt x="2488177" y="278606"/>
                </a:lnTo>
                <a:lnTo>
                  <a:pt x="2510221" y="272057"/>
                </a:lnTo>
                <a:lnTo>
                  <a:pt x="2531564" y="272057"/>
                </a:lnTo>
                <a:lnTo>
                  <a:pt x="2530981" y="271588"/>
                </a:lnTo>
                <a:lnTo>
                  <a:pt x="2484533" y="271588"/>
                </a:lnTo>
                <a:lnTo>
                  <a:pt x="2480780" y="261666"/>
                </a:lnTo>
                <a:close/>
              </a:path>
              <a:path w="6441440" h="605155">
                <a:moveTo>
                  <a:pt x="2494537" y="332022"/>
                </a:moveTo>
                <a:lnTo>
                  <a:pt x="2481213" y="332022"/>
                </a:lnTo>
                <a:lnTo>
                  <a:pt x="2513468" y="346525"/>
                </a:lnTo>
                <a:lnTo>
                  <a:pt x="2530191" y="337740"/>
                </a:lnTo>
                <a:lnTo>
                  <a:pt x="2531717" y="335052"/>
                </a:lnTo>
                <a:lnTo>
                  <a:pt x="2499686" y="335052"/>
                </a:lnTo>
                <a:lnTo>
                  <a:pt x="2494537" y="332022"/>
                </a:lnTo>
                <a:close/>
              </a:path>
              <a:path w="6441440" h="605155">
                <a:moveTo>
                  <a:pt x="2531564" y="272057"/>
                </a:moveTo>
                <a:lnTo>
                  <a:pt x="2510221" y="272057"/>
                </a:lnTo>
                <a:lnTo>
                  <a:pt x="2524581" y="282701"/>
                </a:lnTo>
                <a:lnTo>
                  <a:pt x="2528135" y="314523"/>
                </a:lnTo>
                <a:lnTo>
                  <a:pt x="2514605" y="333645"/>
                </a:lnTo>
                <a:lnTo>
                  <a:pt x="2499686" y="335052"/>
                </a:lnTo>
                <a:lnTo>
                  <a:pt x="2531717" y="335052"/>
                </a:lnTo>
                <a:lnTo>
                  <a:pt x="2540330" y="319881"/>
                </a:lnTo>
                <a:lnTo>
                  <a:pt x="2541827" y="294715"/>
                </a:lnTo>
                <a:lnTo>
                  <a:pt x="2534340" y="274294"/>
                </a:lnTo>
                <a:lnTo>
                  <a:pt x="2531564" y="272057"/>
                </a:lnTo>
                <a:close/>
              </a:path>
              <a:path w="6441440" h="605155">
                <a:moveTo>
                  <a:pt x="2500913" y="260584"/>
                </a:moveTo>
                <a:lnTo>
                  <a:pt x="2484533" y="271588"/>
                </a:lnTo>
                <a:lnTo>
                  <a:pt x="2530981" y="271588"/>
                </a:lnTo>
                <a:lnTo>
                  <a:pt x="2519494" y="262334"/>
                </a:lnTo>
                <a:lnTo>
                  <a:pt x="2500913" y="260584"/>
                </a:lnTo>
                <a:close/>
              </a:path>
              <a:path w="6441440" h="605155">
                <a:moveTo>
                  <a:pt x="2618685" y="273176"/>
                </a:moveTo>
                <a:lnTo>
                  <a:pt x="2582687" y="273176"/>
                </a:lnTo>
                <a:lnTo>
                  <a:pt x="2603830" y="273320"/>
                </a:lnTo>
                <a:lnTo>
                  <a:pt x="2611100" y="288726"/>
                </a:lnTo>
                <a:lnTo>
                  <a:pt x="2558351" y="312575"/>
                </a:lnTo>
                <a:lnTo>
                  <a:pt x="2563727" y="338841"/>
                </a:lnTo>
                <a:lnTo>
                  <a:pt x="2585772" y="346742"/>
                </a:lnTo>
                <a:lnTo>
                  <a:pt x="2590607" y="346742"/>
                </a:lnTo>
                <a:lnTo>
                  <a:pt x="2609584" y="335341"/>
                </a:lnTo>
                <a:lnTo>
                  <a:pt x="2582733" y="335341"/>
                </a:lnTo>
                <a:lnTo>
                  <a:pt x="2570186" y="326285"/>
                </a:lnTo>
                <a:lnTo>
                  <a:pt x="2574450" y="312575"/>
                </a:lnTo>
                <a:lnTo>
                  <a:pt x="2574551" y="312250"/>
                </a:lnTo>
                <a:lnTo>
                  <a:pt x="2623872" y="312250"/>
                </a:lnTo>
                <a:lnTo>
                  <a:pt x="2623872" y="283422"/>
                </a:lnTo>
                <a:lnTo>
                  <a:pt x="2618758" y="273320"/>
                </a:lnTo>
                <a:lnTo>
                  <a:pt x="2618685" y="273176"/>
                </a:lnTo>
                <a:close/>
              </a:path>
              <a:path w="6441440" h="605155">
                <a:moveTo>
                  <a:pt x="2623872" y="312250"/>
                </a:moveTo>
                <a:lnTo>
                  <a:pt x="2574551" y="312250"/>
                </a:lnTo>
                <a:lnTo>
                  <a:pt x="2611100" y="314703"/>
                </a:lnTo>
                <a:lnTo>
                  <a:pt x="2606626" y="327746"/>
                </a:lnTo>
                <a:lnTo>
                  <a:pt x="2587539" y="335341"/>
                </a:lnTo>
                <a:lnTo>
                  <a:pt x="2609584" y="335341"/>
                </a:lnTo>
                <a:lnTo>
                  <a:pt x="2611100" y="344794"/>
                </a:lnTo>
                <a:lnTo>
                  <a:pt x="2623872" y="344794"/>
                </a:lnTo>
                <a:lnTo>
                  <a:pt x="2623872" y="312250"/>
                </a:lnTo>
                <a:close/>
              </a:path>
              <a:path w="6441440" h="605155">
                <a:moveTo>
                  <a:pt x="2576066" y="263434"/>
                </a:moveTo>
                <a:lnTo>
                  <a:pt x="2559795" y="280067"/>
                </a:lnTo>
                <a:lnTo>
                  <a:pt x="2571917" y="284397"/>
                </a:lnTo>
                <a:lnTo>
                  <a:pt x="2582687" y="273176"/>
                </a:lnTo>
                <a:lnTo>
                  <a:pt x="2618685" y="273176"/>
                </a:lnTo>
                <a:lnTo>
                  <a:pt x="2615736" y="267349"/>
                </a:lnTo>
                <a:lnTo>
                  <a:pt x="2576066" y="263434"/>
                </a:lnTo>
                <a:close/>
              </a:path>
              <a:path w="6441440" h="605155">
                <a:moveTo>
                  <a:pt x="2665584" y="241750"/>
                </a:moveTo>
                <a:lnTo>
                  <a:pt x="2652812" y="241750"/>
                </a:lnTo>
                <a:lnTo>
                  <a:pt x="2652812" y="324445"/>
                </a:lnTo>
                <a:lnTo>
                  <a:pt x="2658440" y="339634"/>
                </a:lnTo>
                <a:lnTo>
                  <a:pt x="2679673" y="345696"/>
                </a:lnTo>
                <a:lnTo>
                  <a:pt x="2665584" y="241750"/>
                </a:lnTo>
                <a:close/>
              </a:path>
              <a:path w="6441440" h="605155">
                <a:moveTo>
                  <a:pt x="2652812" y="261666"/>
                </a:moveTo>
                <a:lnTo>
                  <a:pt x="2640256" y="261666"/>
                </a:lnTo>
                <a:lnTo>
                  <a:pt x="2640256" y="272490"/>
                </a:lnTo>
                <a:lnTo>
                  <a:pt x="2652812" y="272490"/>
                </a:lnTo>
                <a:lnTo>
                  <a:pt x="2652812" y="261666"/>
                </a:lnTo>
                <a:close/>
              </a:path>
              <a:path w="6441440" h="605155">
                <a:moveTo>
                  <a:pt x="2683335" y="261666"/>
                </a:moveTo>
                <a:lnTo>
                  <a:pt x="2668284" y="261666"/>
                </a:lnTo>
                <a:lnTo>
                  <a:pt x="2669751" y="272490"/>
                </a:lnTo>
                <a:lnTo>
                  <a:pt x="2683335" y="272490"/>
                </a:lnTo>
                <a:lnTo>
                  <a:pt x="2683335" y="261666"/>
                </a:lnTo>
                <a:close/>
              </a:path>
              <a:path w="6441440" h="605155">
                <a:moveTo>
                  <a:pt x="2715320" y="261666"/>
                </a:moveTo>
                <a:lnTo>
                  <a:pt x="2702548" y="261666"/>
                </a:lnTo>
                <a:lnTo>
                  <a:pt x="2702548" y="344794"/>
                </a:lnTo>
                <a:lnTo>
                  <a:pt x="2715320" y="344794"/>
                </a:lnTo>
                <a:lnTo>
                  <a:pt x="2715320" y="261666"/>
                </a:lnTo>
                <a:close/>
              </a:path>
              <a:path w="6441440" h="605155">
                <a:moveTo>
                  <a:pt x="2704406" y="231342"/>
                </a:moveTo>
                <a:lnTo>
                  <a:pt x="2709042" y="247812"/>
                </a:lnTo>
                <a:lnTo>
                  <a:pt x="2711532" y="247812"/>
                </a:lnTo>
                <a:lnTo>
                  <a:pt x="2718134" y="236772"/>
                </a:lnTo>
                <a:lnTo>
                  <a:pt x="2704406" y="231342"/>
                </a:lnTo>
                <a:close/>
              </a:path>
              <a:path w="6441440" h="605155">
                <a:moveTo>
                  <a:pt x="2764762" y="260584"/>
                </a:moveTo>
                <a:lnTo>
                  <a:pt x="2746975" y="269748"/>
                </a:lnTo>
                <a:lnTo>
                  <a:pt x="2736368" y="287860"/>
                </a:lnTo>
                <a:lnTo>
                  <a:pt x="2734816" y="312394"/>
                </a:lnTo>
                <a:lnTo>
                  <a:pt x="2742610" y="332671"/>
                </a:lnTo>
                <a:lnTo>
                  <a:pt x="2758647" y="344758"/>
                </a:lnTo>
                <a:lnTo>
                  <a:pt x="2773566" y="346525"/>
                </a:lnTo>
                <a:lnTo>
                  <a:pt x="2793283" y="342160"/>
                </a:lnTo>
                <a:lnTo>
                  <a:pt x="2799011" y="335052"/>
                </a:lnTo>
                <a:lnTo>
                  <a:pt x="2768407" y="335052"/>
                </a:lnTo>
                <a:lnTo>
                  <a:pt x="2753037" y="326123"/>
                </a:lnTo>
                <a:lnTo>
                  <a:pt x="2750772" y="307560"/>
                </a:lnTo>
                <a:lnTo>
                  <a:pt x="2743908" y="307560"/>
                </a:lnTo>
                <a:lnTo>
                  <a:pt x="2743908" y="296519"/>
                </a:lnTo>
                <a:lnTo>
                  <a:pt x="2749426" y="296519"/>
                </a:lnTo>
                <a:lnTo>
                  <a:pt x="2748581" y="289592"/>
                </a:lnTo>
                <a:lnTo>
                  <a:pt x="2767180" y="272057"/>
                </a:lnTo>
                <a:lnTo>
                  <a:pt x="2796730" y="272057"/>
                </a:lnTo>
                <a:lnTo>
                  <a:pt x="2793157" y="266537"/>
                </a:lnTo>
                <a:lnTo>
                  <a:pt x="2764762" y="260584"/>
                </a:lnTo>
                <a:close/>
              </a:path>
              <a:path w="6441440" h="605155">
                <a:moveTo>
                  <a:pt x="2794348" y="322064"/>
                </a:moveTo>
                <a:lnTo>
                  <a:pt x="2793265" y="324950"/>
                </a:lnTo>
                <a:lnTo>
                  <a:pt x="2768407" y="335052"/>
                </a:lnTo>
                <a:lnTo>
                  <a:pt x="2799011" y="335052"/>
                </a:lnTo>
                <a:lnTo>
                  <a:pt x="2806687" y="325527"/>
                </a:lnTo>
                <a:lnTo>
                  <a:pt x="2794348" y="322064"/>
                </a:lnTo>
                <a:close/>
              </a:path>
              <a:path w="6441440" h="605155">
                <a:moveTo>
                  <a:pt x="2749426" y="296519"/>
                </a:moveTo>
                <a:lnTo>
                  <a:pt x="2743908" y="296519"/>
                </a:lnTo>
                <a:lnTo>
                  <a:pt x="2743908" y="307560"/>
                </a:lnTo>
                <a:lnTo>
                  <a:pt x="2750772" y="307560"/>
                </a:lnTo>
                <a:lnTo>
                  <a:pt x="2749426" y="296519"/>
                </a:lnTo>
                <a:close/>
              </a:path>
              <a:path w="6441440" h="605155">
                <a:moveTo>
                  <a:pt x="2796730" y="272057"/>
                </a:moveTo>
                <a:lnTo>
                  <a:pt x="2767180" y="272057"/>
                </a:lnTo>
                <a:lnTo>
                  <a:pt x="2787709" y="277379"/>
                </a:lnTo>
                <a:lnTo>
                  <a:pt x="2794997" y="296519"/>
                </a:lnTo>
                <a:lnTo>
                  <a:pt x="2749426" y="296519"/>
                </a:lnTo>
                <a:lnTo>
                  <a:pt x="2750772" y="307560"/>
                </a:lnTo>
                <a:lnTo>
                  <a:pt x="2807986" y="307560"/>
                </a:lnTo>
                <a:lnTo>
                  <a:pt x="2807048" y="289592"/>
                </a:lnTo>
                <a:lnTo>
                  <a:pt x="2806958" y="287860"/>
                </a:lnTo>
                <a:lnTo>
                  <a:pt x="2796730" y="272057"/>
                </a:lnTo>
                <a:close/>
              </a:path>
              <a:path w="6441440" h="605155">
                <a:moveTo>
                  <a:pt x="2839760" y="261739"/>
                </a:moveTo>
                <a:lnTo>
                  <a:pt x="2827415" y="261739"/>
                </a:lnTo>
                <a:lnTo>
                  <a:pt x="2827415" y="344794"/>
                </a:lnTo>
                <a:lnTo>
                  <a:pt x="2840187" y="344794"/>
                </a:lnTo>
                <a:lnTo>
                  <a:pt x="2840187" y="294787"/>
                </a:lnTo>
                <a:lnTo>
                  <a:pt x="2844787" y="279057"/>
                </a:lnTo>
                <a:lnTo>
                  <a:pt x="2858956" y="274655"/>
                </a:lnTo>
                <a:lnTo>
                  <a:pt x="2840836" y="274655"/>
                </a:lnTo>
                <a:lnTo>
                  <a:pt x="2839772" y="261883"/>
                </a:lnTo>
                <a:lnTo>
                  <a:pt x="2839760" y="261739"/>
                </a:lnTo>
                <a:close/>
              </a:path>
              <a:path w="6441440" h="605155">
                <a:moveTo>
                  <a:pt x="2885416" y="272057"/>
                </a:moveTo>
                <a:lnTo>
                  <a:pt x="2867319" y="272057"/>
                </a:lnTo>
                <a:lnTo>
                  <a:pt x="2878756" y="281222"/>
                </a:lnTo>
                <a:lnTo>
                  <a:pt x="2880452" y="344794"/>
                </a:lnTo>
                <a:lnTo>
                  <a:pt x="2893224" y="344794"/>
                </a:lnTo>
                <a:lnTo>
                  <a:pt x="2892090" y="281222"/>
                </a:lnTo>
                <a:lnTo>
                  <a:pt x="2892051" y="279057"/>
                </a:lnTo>
                <a:lnTo>
                  <a:pt x="2885416" y="272057"/>
                </a:lnTo>
                <a:close/>
              </a:path>
              <a:path w="6441440" h="605155">
                <a:moveTo>
                  <a:pt x="2875635" y="261739"/>
                </a:moveTo>
                <a:lnTo>
                  <a:pt x="2853680" y="261883"/>
                </a:lnTo>
                <a:lnTo>
                  <a:pt x="2840836" y="274655"/>
                </a:lnTo>
                <a:lnTo>
                  <a:pt x="2858956" y="274655"/>
                </a:lnTo>
                <a:lnTo>
                  <a:pt x="2867319" y="272057"/>
                </a:lnTo>
                <a:lnTo>
                  <a:pt x="2885416" y="272057"/>
                </a:lnTo>
                <a:lnTo>
                  <a:pt x="2875635" y="261739"/>
                </a:lnTo>
                <a:close/>
              </a:path>
              <a:path w="6441440" h="605155">
                <a:moveTo>
                  <a:pt x="2934963" y="241750"/>
                </a:moveTo>
                <a:lnTo>
                  <a:pt x="2922191" y="241750"/>
                </a:lnTo>
                <a:lnTo>
                  <a:pt x="2922191" y="324445"/>
                </a:lnTo>
                <a:lnTo>
                  <a:pt x="2927819" y="339634"/>
                </a:lnTo>
                <a:lnTo>
                  <a:pt x="2949052" y="345696"/>
                </a:lnTo>
                <a:lnTo>
                  <a:pt x="2934963" y="241750"/>
                </a:lnTo>
                <a:close/>
              </a:path>
              <a:path w="6441440" h="605155">
                <a:moveTo>
                  <a:pt x="2922191" y="261666"/>
                </a:moveTo>
                <a:lnTo>
                  <a:pt x="2909635" y="261666"/>
                </a:lnTo>
                <a:lnTo>
                  <a:pt x="2909635" y="272490"/>
                </a:lnTo>
                <a:lnTo>
                  <a:pt x="2922191" y="272490"/>
                </a:lnTo>
                <a:lnTo>
                  <a:pt x="2922191" y="261666"/>
                </a:lnTo>
                <a:close/>
              </a:path>
              <a:path w="6441440" h="605155">
                <a:moveTo>
                  <a:pt x="2952714" y="261666"/>
                </a:moveTo>
                <a:lnTo>
                  <a:pt x="2937663" y="261666"/>
                </a:lnTo>
                <a:lnTo>
                  <a:pt x="2939130" y="272490"/>
                </a:lnTo>
                <a:lnTo>
                  <a:pt x="2952714" y="272490"/>
                </a:lnTo>
                <a:lnTo>
                  <a:pt x="2952714" y="261666"/>
                </a:lnTo>
                <a:close/>
              </a:path>
              <a:path w="6441440" h="605155">
                <a:moveTo>
                  <a:pt x="2978881" y="321847"/>
                </a:moveTo>
                <a:lnTo>
                  <a:pt x="2966758" y="324878"/>
                </a:lnTo>
                <a:lnTo>
                  <a:pt x="2968238" y="331949"/>
                </a:lnTo>
                <a:lnTo>
                  <a:pt x="2982868" y="344685"/>
                </a:lnTo>
                <a:lnTo>
                  <a:pt x="3004822" y="346525"/>
                </a:lnTo>
                <a:lnTo>
                  <a:pt x="3024017" y="338155"/>
                </a:lnTo>
                <a:lnTo>
                  <a:pt x="3025239" y="334150"/>
                </a:lnTo>
                <a:lnTo>
                  <a:pt x="2988677" y="334150"/>
                </a:lnTo>
                <a:lnTo>
                  <a:pt x="2978881" y="321847"/>
                </a:lnTo>
                <a:close/>
              </a:path>
              <a:path w="6441440" h="605155">
                <a:moveTo>
                  <a:pt x="2999879" y="260584"/>
                </a:moveTo>
                <a:lnTo>
                  <a:pt x="2975977" y="268558"/>
                </a:lnTo>
                <a:lnTo>
                  <a:pt x="2969356" y="290350"/>
                </a:lnTo>
                <a:lnTo>
                  <a:pt x="2978232" y="302743"/>
                </a:lnTo>
                <a:lnTo>
                  <a:pt x="3012579" y="313044"/>
                </a:lnTo>
                <a:lnTo>
                  <a:pt x="3017631" y="325852"/>
                </a:lnTo>
                <a:lnTo>
                  <a:pt x="3008827" y="334006"/>
                </a:lnTo>
                <a:lnTo>
                  <a:pt x="2988677" y="334150"/>
                </a:lnTo>
                <a:lnTo>
                  <a:pt x="3025239" y="334150"/>
                </a:lnTo>
                <a:lnTo>
                  <a:pt x="3030836" y="315822"/>
                </a:lnTo>
                <a:lnTo>
                  <a:pt x="3021725" y="303681"/>
                </a:lnTo>
                <a:lnTo>
                  <a:pt x="2983283" y="289646"/>
                </a:lnTo>
                <a:lnTo>
                  <a:pt x="2983684" y="280283"/>
                </a:lnTo>
                <a:lnTo>
                  <a:pt x="2983806" y="277451"/>
                </a:lnTo>
                <a:lnTo>
                  <a:pt x="3003596" y="271624"/>
                </a:lnTo>
                <a:lnTo>
                  <a:pt x="3024412" y="271624"/>
                </a:lnTo>
                <a:lnTo>
                  <a:pt x="3014564" y="262388"/>
                </a:lnTo>
                <a:lnTo>
                  <a:pt x="2999879" y="260584"/>
                </a:lnTo>
                <a:close/>
              </a:path>
              <a:path w="6441440" h="605155">
                <a:moveTo>
                  <a:pt x="3024412" y="271624"/>
                </a:moveTo>
                <a:lnTo>
                  <a:pt x="3003596" y="271624"/>
                </a:lnTo>
                <a:lnTo>
                  <a:pt x="3017847" y="283531"/>
                </a:lnTo>
                <a:lnTo>
                  <a:pt x="3029320" y="280283"/>
                </a:lnTo>
                <a:lnTo>
                  <a:pt x="3027336" y="274366"/>
                </a:lnTo>
                <a:lnTo>
                  <a:pt x="3024412" y="271624"/>
                </a:lnTo>
                <a:close/>
              </a:path>
              <a:path w="6441440" h="605155">
                <a:moveTo>
                  <a:pt x="3126494" y="261666"/>
                </a:moveTo>
                <a:lnTo>
                  <a:pt x="3113722" y="261666"/>
                </a:lnTo>
                <a:lnTo>
                  <a:pt x="3114826" y="324517"/>
                </a:lnTo>
                <a:lnTo>
                  <a:pt x="3114877" y="327421"/>
                </a:lnTo>
                <a:lnTo>
                  <a:pt x="3130801" y="344794"/>
                </a:lnTo>
                <a:lnTo>
                  <a:pt x="3127204" y="344794"/>
                </a:lnTo>
                <a:lnTo>
                  <a:pt x="3152038" y="344415"/>
                </a:lnTo>
                <a:lnTo>
                  <a:pt x="3162529" y="333537"/>
                </a:lnTo>
                <a:lnTo>
                  <a:pt x="3139374" y="333537"/>
                </a:lnTo>
                <a:lnTo>
                  <a:pt x="3128190" y="324517"/>
                </a:lnTo>
                <a:lnTo>
                  <a:pt x="3126494" y="261666"/>
                </a:lnTo>
                <a:close/>
              </a:path>
              <a:path w="6441440" h="605155">
                <a:moveTo>
                  <a:pt x="3178882" y="330723"/>
                </a:moveTo>
                <a:lnTo>
                  <a:pt x="3165243" y="330723"/>
                </a:lnTo>
                <a:lnTo>
                  <a:pt x="3166086" y="344415"/>
                </a:lnTo>
                <a:lnTo>
                  <a:pt x="3166109" y="344794"/>
                </a:lnTo>
                <a:lnTo>
                  <a:pt x="3178882" y="344794"/>
                </a:lnTo>
                <a:lnTo>
                  <a:pt x="3178882" y="330723"/>
                </a:lnTo>
                <a:close/>
              </a:path>
              <a:path w="6441440" h="605155">
                <a:moveTo>
                  <a:pt x="3178882" y="261666"/>
                </a:moveTo>
                <a:lnTo>
                  <a:pt x="3166109" y="261666"/>
                </a:lnTo>
                <a:lnTo>
                  <a:pt x="3166109" y="310807"/>
                </a:lnTo>
                <a:lnTo>
                  <a:pt x="3160463" y="326988"/>
                </a:lnTo>
                <a:lnTo>
                  <a:pt x="3139374" y="333537"/>
                </a:lnTo>
                <a:lnTo>
                  <a:pt x="3162529" y="333537"/>
                </a:lnTo>
                <a:lnTo>
                  <a:pt x="3165243" y="330723"/>
                </a:lnTo>
                <a:lnTo>
                  <a:pt x="3178882" y="330723"/>
                </a:lnTo>
                <a:lnTo>
                  <a:pt x="3178882" y="261666"/>
                </a:lnTo>
                <a:close/>
              </a:path>
              <a:path w="6441440" h="605155">
                <a:moveTo>
                  <a:pt x="3210717" y="321847"/>
                </a:moveTo>
                <a:lnTo>
                  <a:pt x="3198594" y="324878"/>
                </a:lnTo>
                <a:lnTo>
                  <a:pt x="3200074" y="331949"/>
                </a:lnTo>
                <a:lnTo>
                  <a:pt x="3214704" y="344685"/>
                </a:lnTo>
                <a:lnTo>
                  <a:pt x="3236658" y="346525"/>
                </a:lnTo>
                <a:lnTo>
                  <a:pt x="3255853" y="338155"/>
                </a:lnTo>
                <a:lnTo>
                  <a:pt x="3257076" y="334150"/>
                </a:lnTo>
                <a:lnTo>
                  <a:pt x="3220513" y="334150"/>
                </a:lnTo>
                <a:lnTo>
                  <a:pt x="3210717" y="321847"/>
                </a:lnTo>
                <a:close/>
              </a:path>
              <a:path w="6441440" h="605155">
                <a:moveTo>
                  <a:pt x="3231716" y="260584"/>
                </a:moveTo>
                <a:lnTo>
                  <a:pt x="3207813" y="268558"/>
                </a:lnTo>
                <a:lnTo>
                  <a:pt x="3201192" y="290350"/>
                </a:lnTo>
                <a:lnTo>
                  <a:pt x="3210068" y="302743"/>
                </a:lnTo>
                <a:lnTo>
                  <a:pt x="3244416" y="313044"/>
                </a:lnTo>
                <a:lnTo>
                  <a:pt x="3249467" y="325852"/>
                </a:lnTo>
                <a:lnTo>
                  <a:pt x="3240663" y="334006"/>
                </a:lnTo>
                <a:lnTo>
                  <a:pt x="3220513" y="334150"/>
                </a:lnTo>
                <a:lnTo>
                  <a:pt x="3257076" y="334150"/>
                </a:lnTo>
                <a:lnTo>
                  <a:pt x="3262672" y="315822"/>
                </a:lnTo>
                <a:lnTo>
                  <a:pt x="3253562" y="303681"/>
                </a:lnTo>
                <a:lnTo>
                  <a:pt x="3215119" y="289646"/>
                </a:lnTo>
                <a:lnTo>
                  <a:pt x="3215521" y="280283"/>
                </a:lnTo>
                <a:lnTo>
                  <a:pt x="3215642" y="277451"/>
                </a:lnTo>
                <a:lnTo>
                  <a:pt x="3235432" y="271624"/>
                </a:lnTo>
                <a:lnTo>
                  <a:pt x="3256248" y="271624"/>
                </a:lnTo>
                <a:lnTo>
                  <a:pt x="3246400" y="262388"/>
                </a:lnTo>
                <a:lnTo>
                  <a:pt x="3231716" y="260584"/>
                </a:lnTo>
                <a:close/>
              </a:path>
              <a:path w="6441440" h="605155">
                <a:moveTo>
                  <a:pt x="3256248" y="271624"/>
                </a:moveTo>
                <a:lnTo>
                  <a:pt x="3235432" y="271624"/>
                </a:lnTo>
                <a:lnTo>
                  <a:pt x="3249683" y="283531"/>
                </a:lnTo>
                <a:lnTo>
                  <a:pt x="3261157" y="280283"/>
                </a:lnTo>
                <a:lnTo>
                  <a:pt x="3259172" y="274366"/>
                </a:lnTo>
                <a:lnTo>
                  <a:pt x="3256248" y="271624"/>
                </a:lnTo>
                <a:close/>
              </a:path>
              <a:path w="6441440" h="605155">
                <a:moveTo>
                  <a:pt x="3294670" y="261666"/>
                </a:moveTo>
                <a:lnTo>
                  <a:pt x="3281898" y="261666"/>
                </a:lnTo>
                <a:lnTo>
                  <a:pt x="3281898" y="344794"/>
                </a:lnTo>
                <a:lnTo>
                  <a:pt x="3294670" y="344794"/>
                </a:lnTo>
                <a:lnTo>
                  <a:pt x="3294670" y="261666"/>
                </a:lnTo>
                <a:close/>
              </a:path>
              <a:path w="6441440" h="605155">
                <a:moveTo>
                  <a:pt x="3283756" y="231342"/>
                </a:moveTo>
                <a:lnTo>
                  <a:pt x="3288392" y="247812"/>
                </a:lnTo>
                <a:lnTo>
                  <a:pt x="3290882" y="247812"/>
                </a:lnTo>
                <a:lnTo>
                  <a:pt x="3297484" y="236772"/>
                </a:lnTo>
                <a:lnTo>
                  <a:pt x="3283756" y="231342"/>
                </a:lnTo>
                <a:close/>
              </a:path>
              <a:path w="6441440" h="605155">
                <a:moveTo>
                  <a:pt x="3330408" y="261739"/>
                </a:moveTo>
                <a:lnTo>
                  <a:pt x="3318063" y="261739"/>
                </a:lnTo>
                <a:lnTo>
                  <a:pt x="3318063" y="344794"/>
                </a:lnTo>
                <a:lnTo>
                  <a:pt x="3330835" y="344794"/>
                </a:lnTo>
                <a:lnTo>
                  <a:pt x="3330835" y="294787"/>
                </a:lnTo>
                <a:lnTo>
                  <a:pt x="3335435" y="279057"/>
                </a:lnTo>
                <a:lnTo>
                  <a:pt x="3349605" y="274655"/>
                </a:lnTo>
                <a:lnTo>
                  <a:pt x="3331484" y="274655"/>
                </a:lnTo>
                <a:lnTo>
                  <a:pt x="3330420" y="261883"/>
                </a:lnTo>
                <a:lnTo>
                  <a:pt x="3330408" y="261739"/>
                </a:lnTo>
                <a:close/>
              </a:path>
              <a:path w="6441440" h="605155">
                <a:moveTo>
                  <a:pt x="3376065" y="272057"/>
                </a:moveTo>
                <a:lnTo>
                  <a:pt x="3357967" y="272057"/>
                </a:lnTo>
                <a:lnTo>
                  <a:pt x="3369404" y="281222"/>
                </a:lnTo>
                <a:lnTo>
                  <a:pt x="3371100" y="344794"/>
                </a:lnTo>
                <a:lnTo>
                  <a:pt x="3383872" y="344794"/>
                </a:lnTo>
                <a:lnTo>
                  <a:pt x="3382738" y="281222"/>
                </a:lnTo>
                <a:lnTo>
                  <a:pt x="3382700" y="279057"/>
                </a:lnTo>
                <a:lnTo>
                  <a:pt x="3376065" y="272057"/>
                </a:lnTo>
                <a:close/>
              </a:path>
              <a:path w="6441440" h="605155">
                <a:moveTo>
                  <a:pt x="3366283" y="261739"/>
                </a:moveTo>
                <a:lnTo>
                  <a:pt x="3344329" y="261883"/>
                </a:lnTo>
                <a:lnTo>
                  <a:pt x="3331484" y="274655"/>
                </a:lnTo>
                <a:lnTo>
                  <a:pt x="3349605" y="274655"/>
                </a:lnTo>
                <a:lnTo>
                  <a:pt x="3357967" y="272057"/>
                </a:lnTo>
                <a:lnTo>
                  <a:pt x="3376065" y="272057"/>
                </a:lnTo>
                <a:lnTo>
                  <a:pt x="3366283" y="261739"/>
                </a:lnTo>
                <a:close/>
              </a:path>
              <a:path w="6441440" h="605155">
                <a:moveTo>
                  <a:pt x="3419568" y="357133"/>
                </a:moveTo>
                <a:lnTo>
                  <a:pt x="3406778" y="361029"/>
                </a:lnTo>
                <a:lnTo>
                  <a:pt x="3440765" y="377698"/>
                </a:lnTo>
                <a:lnTo>
                  <a:pt x="3464289" y="372413"/>
                </a:lnTo>
                <a:lnTo>
                  <a:pt x="3469533" y="366441"/>
                </a:lnTo>
                <a:lnTo>
                  <a:pt x="3435750" y="366441"/>
                </a:lnTo>
                <a:lnTo>
                  <a:pt x="3419568" y="357133"/>
                </a:lnTo>
                <a:close/>
              </a:path>
              <a:path w="6441440" h="605155">
                <a:moveTo>
                  <a:pt x="3475527" y="332815"/>
                </a:moveTo>
                <a:lnTo>
                  <a:pt x="3460573" y="332815"/>
                </a:lnTo>
                <a:lnTo>
                  <a:pt x="3463928" y="353236"/>
                </a:lnTo>
                <a:lnTo>
                  <a:pt x="3453014" y="364818"/>
                </a:lnTo>
                <a:lnTo>
                  <a:pt x="3435750" y="366441"/>
                </a:lnTo>
                <a:lnTo>
                  <a:pt x="3469533" y="366441"/>
                </a:lnTo>
                <a:lnTo>
                  <a:pt x="3475077" y="360127"/>
                </a:lnTo>
                <a:lnTo>
                  <a:pt x="3475527" y="332815"/>
                </a:lnTo>
                <a:close/>
              </a:path>
              <a:path w="6441440" h="605155">
                <a:moveTo>
                  <a:pt x="3431817" y="260584"/>
                </a:moveTo>
                <a:lnTo>
                  <a:pt x="3414968" y="269297"/>
                </a:lnTo>
                <a:lnTo>
                  <a:pt x="3404812" y="286868"/>
                </a:lnTo>
                <a:lnTo>
                  <a:pt x="3403315" y="311456"/>
                </a:lnTo>
                <a:lnTo>
                  <a:pt x="3411017" y="330939"/>
                </a:lnTo>
                <a:lnTo>
                  <a:pt x="3425864" y="341907"/>
                </a:lnTo>
                <a:lnTo>
                  <a:pt x="3444012" y="343495"/>
                </a:lnTo>
                <a:lnTo>
                  <a:pt x="3460573" y="332815"/>
                </a:lnTo>
                <a:lnTo>
                  <a:pt x="3475527" y="332815"/>
                </a:lnTo>
                <a:lnTo>
                  <a:pt x="3475540" y="332022"/>
                </a:lnTo>
                <a:lnTo>
                  <a:pt x="3434992" y="332022"/>
                </a:lnTo>
                <a:lnTo>
                  <a:pt x="3420632" y="322298"/>
                </a:lnTo>
                <a:lnTo>
                  <a:pt x="3416971" y="291829"/>
                </a:lnTo>
                <a:lnTo>
                  <a:pt x="3430410" y="273428"/>
                </a:lnTo>
                <a:lnTo>
                  <a:pt x="3461074" y="273428"/>
                </a:lnTo>
                <a:lnTo>
                  <a:pt x="3431817" y="260584"/>
                </a:lnTo>
                <a:close/>
              </a:path>
              <a:path w="6441440" h="605155">
                <a:moveTo>
                  <a:pt x="3461074" y="273428"/>
                </a:moveTo>
                <a:lnTo>
                  <a:pt x="3449947" y="273428"/>
                </a:lnTo>
                <a:lnTo>
                  <a:pt x="3463243" y="291306"/>
                </a:lnTo>
                <a:lnTo>
                  <a:pt x="3459602" y="322298"/>
                </a:lnTo>
                <a:lnTo>
                  <a:pt x="3459544" y="322785"/>
                </a:lnTo>
                <a:lnTo>
                  <a:pt x="3440332" y="332022"/>
                </a:lnTo>
                <a:lnTo>
                  <a:pt x="3475540" y="332022"/>
                </a:lnTo>
                <a:lnTo>
                  <a:pt x="3476483" y="274872"/>
                </a:lnTo>
                <a:lnTo>
                  <a:pt x="3464361" y="274872"/>
                </a:lnTo>
                <a:lnTo>
                  <a:pt x="3461074" y="273428"/>
                </a:lnTo>
                <a:close/>
              </a:path>
              <a:path w="6441440" h="605155">
                <a:moveTo>
                  <a:pt x="3476700" y="261666"/>
                </a:moveTo>
                <a:lnTo>
                  <a:pt x="3464361" y="261666"/>
                </a:lnTo>
                <a:lnTo>
                  <a:pt x="3464361" y="274872"/>
                </a:lnTo>
                <a:lnTo>
                  <a:pt x="3476483" y="274872"/>
                </a:lnTo>
                <a:lnTo>
                  <a:pt x="3476575" y="269297"/>
                </a:lnTo>
                <a:lnTo>
                  <a:pt x="3476700" y="261666"/>
                </a:lnTo>
                <a:close/>
              </a:path>
              <a:path w="6441440" h="605155">
                <a:moveTo>
                  <a:pt x="3582140" y="241750"/>
                </a:moveTo>
                <a:lnTo>
                  <a:pt x="3569368" y="241750"/>
                </a:lnTo>
                <a:lnTo>
                  <a:pt x="3569368" y="324445"/>
                </a:lnTo>
                <a:lnTo>
                  <a:pt x="3574997" y="339634"/>
                </a:lnTo>
                <a:lnTo>
                  <a:pt x="3596230" y="345696"/>
                </a:lnTo>
                <a:lnTo>
                  <a:pt x="3582140" y="241750"/>
                </a:lnTo>
                <a:close/>
              </a:path>
              <a:path w="6441440" h="605155">
                <a:moveTo>
                  <a:pt x="3569368" y="261666"/>
                </a:moveTo>
                <a:lnTo>
                  <a:pt x="3556813" y="261666"/>
                </a:lnTo>
                <a:lnTo>
                  <a:pt x="3556813" y="272490"/>
                </a:lnTo>
                <a:lnTo>
                  <a:pt x="3569368" y="272490"/>
                </a:lnTo>
                <a:lnTo>
                  <a:pt x="3569368" y="261666"/>
                </a:lnTo>
                <a:close/>
              </a:path>
              <a:path w="6441440" h="605155">
                <a:moveTo>
                  <a:pt x="3599892" y="261666"/>
                </a:moveTo>
                <a:lnTo>
                  <a:pt x="3584840" y="261666"/>
                </a:lnTo>
                <a:lnTo>
                  <a:pt x="3586307" y="272490"/>
                </a:lnTo>
                <a:lnTo>
                  <a:pt x="3599892" y="272490"/>
                </a:lnTo>
                <a:lnTo>
                  <a:pt x="3599892" y="261666"/>
                </a:lnTo>
                <a:close/>
              </a:path>
              <a:path w="6441440" h="605155">
                <a:moveTo>
                  <a:pt x="3633662" y="233957"/>
                </a:moveTo>
                <a:lnTo>
                  <a:pt x="3620890" y="233957"/>
                </a:lnTo>
                <a:lnTo>
                  <a:pt x="3620890" y="344794"/>
                </a:lnTo>
                <a:lnTo>
                  <a:pt x="3633662" y="344794"/>
                </a:lnTo>
                <a:lnTo>
                  <a:pt x="3633662" y="294787"/>
                </a:lnTo>
                <a:lnTo>
                  <a:pt x="3638388" y="279057"/>
                </a:lnTo>
                <a:lnTo>
                  <a:pt x="3652955" y="274655"/>
                </a:lnTo>
                <a:lnTo>
                  <a:pt x="3634744" y="274655"/>
                </a:lnTo>
                <a:lnTo>
                  <a:pt x="3633662" y="233957"/>
                </a:lnTo>
                <a:close/>
              </a:path>
              <a:path w="6441440" h="605155">
                <a:moveTo>
                  <a:pt x="3682279" y="272057"/>
                </a:moveTo>
                <a:lnTo>
                  <a:pt x="3661552" y="272057"/>
                </a:lnTo>
                <a:lnTo>
                  <a:pt x="3673079" y="281131"/>
                </a:lnTo>
                <a:lnTo>
                  <a:pt x="3674793" y="344794"/>
                </a:lnTo>
                <a:lnTo>
                  <a:pt x="3687565" y="344794"/>
                </a:lnTo>
                <a:lnTo>
                  <a:pt x="3687565" y="291973"/>
                </a:lnTo>
                <a:lnTo>
                  <a:pt x="3682279" y="272057"/>
                </a:lnTo>
                <a:close/>
              </a:path>
              <a:path w="6441440" h="605155">
                <a:moveTo>
                  <a:pt x="3669832" y="261721"/>
                </a:moveTo>
                <a:lnTo>
                  <a:pt x="3647444" y="261865"/>
                </a:lnTo>
                <a:lnTo>
                  <a:pt x="3634744" y="274655"/>
                </a:lnTo>
                <a:lnTo>
                  <a:pt x="3652955" y="274655"/>
                </a:lnTo>
                <a:lnTo>
                  <a:pt x="3661552" y="272057"/>
                </a:lnTo>
                <a:lnTo>
                  <a:pt x="3682279" y="272057"/>
                </a:lnTo>
                <a:lnTo>
                  <a:pt x="3681648" y="269676"/>
                </a:lnTo>
                <a:lnTo>
                  <a:pt x="3669832" y="261721"/>
                </a:lnTo>
                <a:close/>
              </a:path>
              <a:path w="6441440" h="605155">
                <a:moveTo>
                  <a:pt x="3736980" y="260584"/>
                </a:moveTo>
                <a:lnTo>
                  <a:pt x="3719193" y="269748"/>
                </a:lnTo>
                <a:lnTo>
                  <a:pt x="3708586" y="287860"/>
                </a:lnTo>
                <a:lnTo>
                  <a:pt x="3707034" y="312394"/>
                </a:lnTo>
                <a:lnTo>
                  <a:pt x="3714827" y="332671"/>
                </a:lnTo>
                <a:lnTo>
                  <a:pt x="3730865" y="344758"/>
                </a:lnTo>
                <a:lnTo>
                  <a:pt x="3745784" y="346525"/>
                </a:lnTo>
                <a:lnTo>
                  <a:pt x="3765501" y="342160"/>
                </a:lnTo>
                <a:lnTo>
                  <a:pt x="3771229" y="335052"/>
                </a:lnTo>
                <a:lnTo>
                  <a:pt x="3740624" y="335052"/>
                </a:lnTo>
                <a:lnTo>
                  <a:pt x="3725255" y="326123"/>
                </a:lnTo>
                <a:lnTo>
                  <a:pt x="3722990" y="307560"/>
                </a:lnTo>
                <a:lnTo>
                  <a:pt x="3716126" y="307560"/>
                </a:lnTo>
                <a:lnTo>
                  <a:pt x="3716126" y="296519"/>
                </a:lnTo>
                <a:lnTo>
                  <a:pt x="3721644" y="296519"/>
                </a:lnTo>
                <a:lnTo>
                  <a:pt x="3720799" y="289592"/>
                </a:lnTo>
                <a:lnTo>
                  <a:pt x="3739398" y="272057"/>
                </a:lnTo>
                <a:lnTo>
                  <a:pt x="3768947" y="272057"/>
                </a:lnTo>
                <a:lnTo>
                  <a:pt x="3765375" y="266537"/>
                </a:lnTo>
                <a:lnTo>
                  <a:pt x="3736980" y="260584"/>
                </a:lnTo>
                <a:close/>
              </a:path>
              <a:path w="6441440" h="605155">
                <a:moveTo>
                  <a:pt x="3766566" y="322064"/>
                </a:moveTo>
                <a:lnTo>
                  <a:pt x="3765483" y="324950"/>
                </a:lnTo>
                <a:lnTo>
                  <a:pt x="3740624" y="335052"/>
                </a:lnTo>
                <a:lnTo>
                  <a:pt x="3771229" y="335052"/>
                </a:lnTo>
                <a:lnTo>
                  <a:pt x="3778905" y="325527"/>
                </a:lnTo>
                <a:lnTo>
                  <a:pt x="3766566" y="322064"/>
                </a:lnTo>
                <a:close/>
              </a:path>
              <a:path w="6441440" h="605155">
                <a:moveTo>
                  <a:pt x="3721644" y="296519"/>
                </a:moveTo>
                <a:lnTo>
                  <a:pt x="3716126" y="296519"/>
                </a:lnTo>
                <a:lnTo>
                  <a:pt x="3716126" y="307560"/>
                </a:lnTo>
                <a:lnTo>
                  <a:pt x="3722990" y="307560"/>
                </a:lnTo>
                <a:lnTo>
                  <a:pt x="3721644" y="296519"/>
                </a:lnTo>
                <a:close/>
              </a:path>
              <a:path w="6441440" h="605155">
                <a:moveTo>
                  <a:pt x="3768947" y="272057"/>
                </a:moveTo>
                <a:lnTo>
                  <a:pt x="3739398" y="272057"/>
                </a:lnTo>
                <a:lnTo>
                  <a:pt x="3759927" y="277379"/>
                </a:lnTo>
                <a:lnTo>
                  <a:pt x="3767215" y="296519"/>
                </a:lnTo>
                <a:lnTo>
                  <a:pt x="3721644" y="296519"/>
                </a:lnTo>
                <a:lnTo>
                  <a:pt x="3722990" y="307560"/>
                </a:lnTo>
                <a:lnTo>
                  <a:pt x="3780204" y="307560"/>
                </a:lnTo>
                <a:lnTo>
                  <a:pt x="3779266" y="289592"/>
                </a:lnTo>
                <a:lnTo>
                  <a:pt x="3779175" y="287860"/>
                </a:lnTo>
                <a:lnTo>
                  <a:pt x="3768947" y="272057"/>
                </a:lnTo>
                <a:close/>
              </a:path>
              <a:path w="6441440" h="605155">
                <a:moveTo>
                  <a:pt x="3875632" y="261666"/>
                </a:moveTo>
                <a:lnTo>
                  <a:pt x="3863293" y="261666"/>
                </a:lnTo>
                <a:lnTo>
                  <a:pt x="3863293" y="375966"/>
                </a:lnTo>
                <a:lnTo>
                  <a:pt x="3876065" y="375966"/>
                </a:lnTo>
                <a:lnTo>
                  <a:pt x="3876065" y="332022"/>
                </a:lnTo>
                <a:lnTo>
                  <a:pt x="3889389" y="332022"/>
                </a:lnTo>
                <a:lnTo>
                  <a:pt x="3883136" y="328341"/>
                </a:lnTo>
                <a:lnTo>
                  <a:pt x="3875849" y="303230"/>
                </a:lnTo>
                <a:lnTo>
                  <a:pt x="3883028" y="278606"/>
                </a:lnTo>
                <a:lnTo>
                  <a:pt x="3905073" y="272057"/>
                </a:lnTo>
                <a:lnTo>
                  <a:pt x="3926415" y="272057"/>
                </a:lnTo>
                <a:lnTo>
                  <a:pt x="3925833" y="271588"/>
                </a:lnTo>
                <a:lnTo>
                  <a:pt x="3879384" y="271588"/>
                </a:lnTo>
                <a:lnTo>
                  <a:pt x="3875632" y="261666"/>
                </a:lnTo>
                <a:close/>
              </a:path>
              <a:path w="6441440" h="605155">
                <a:moveTo>
                  <a:pt x="3889389" y="332022"/>
                </a:moveTo>
                <a:lnTo>
                  <a:pt x="3876065" y="332022"/>
                </a:lnTo>
                <a:lnTo>
                  <a:pt x="3908320" y="346525"/>
                </a:lnTo>
                <a:lnTo>
                  <a:pt x="3925043" y="337740"/>
                </a:lnTo>
                <a:lnTo>
                  <a:pt x="3926569" y="335052"/>
                </a:lnTo>
                <a:lnTo>
                  <a:pt x="3894538" y="335052"/>
                </a:lnTo>
                <a:lnTo>
                  <a:pt x="3889389" y="332022"/>
                </a:lnTo>
                <a:close/>
              </a:path>
              <a:path w="6441440" h="605155">
                <a:moveTo>
                  <a:pt x="3926415" y="272057"/>
                </a:moveTo>
                <a:lnTo>
                  <a:pt x="3905073" y="272057"/>
                </a:lnTo>
                <a:lnTo>
                  <a:pt x="3919433" y="282701"/>
                </a:lnTo>
                <a:lnTo>
                  <a:pt x="3922986" y="314523"/>
                </a:lnTo>
                <a:lnTo>
                  <a:pt x="3909457" y="333645"/>
                </a:lnTo>
                <a:lnTo>
                  <a:pt x="3894538" y="335052"/>
                </a:lnTo>
                <a:lnTo>
                  <a:pt x="3926569" y="335052"/>
                </a:lnTo>
                <a:lnTo>
                  <a:pt x="3935181" y="319881"/>
                </a:lnTo>
                <a:lnTo>
                  <a:pt x="3936679" y="294715"/>
                </a:lnTo>
                <a:lnTo>
                  <a:pt x="3929192" y="274294"/>
                </a:lnTo>
                <a:lnTo>
                  <a:pt x="3926415" y="272057"/>
                </a:lnTo>
                <a:close/>
              </a:path>
              <a:path w="6441440" h="605155">
                <a:moveTo>
                  <a:pt x="3895764" y="260584"/>
                </a:moveTo>
                <a:lnTo>
                  <a:pt x="3879384" y="271588"/>
                </a:lnTo>
                <a:lnTo>
                  <a:pt x="3925833" y="271588"/>
                </a:lnTo>
                <a:lnTo>
                  <a:pt x="3914345" y="262334"/>
                </a:lnTo>
                <a:lnTo>
                  <a:pt x="3895764" y="260584"/>
                </a:lnTo>
                <a:close/>
              </a:path>
              <a:path w="6441440" h="605155">
                <a:moveTo>
                  <a:pt x="4013537" y="273176"/>
                </a:moveTo>
                <a:lnTo>
                  <a:pt x="3977539" y="273176"/>
                </a:lnTo>
                <a:lnTo>
                  <a:pt x="3998681" y="273320"/>
                </a:lnTo>
                <a:lnTo>
                  <a:pt x="4005951" y="288726"/>
                </a:lnTo>
                <a:lnTo>
                  <a:pt x="3953203" y="312575"/>
                </a:lnTo>
                <a:lnTo>
                  <a:pt x="3958579" y="338841"/>
                </a:lnTo>
                <a:lnTo>
                  <a:pt x="3980624" y="346742"/>
                </a:lnTo>
                <a:lnTo>
                  <a:pt x="3985458" y="346742"/>
                </a:lnTo>
                <a:lnTo>
                  <a:pt x="4004436" y="335341"/>
                </a:lnTo>
                <a:lnTo>
                  <a:pt x="3977585" y="335341"/>
                </a:lnTo>
                <a:lnTo>
                  <a:pt x="3965037" y="326285"/>
                </a:lnTo>
                <a:lnTo>
                  <a:pt x="3969302" y="312575"/>
                </a:lnTo>
                <a:lnTo>
                  <a:pt x="3969403" y="312250"/>
                </a:lnTo>
                <a:lnTo>
                  <a:pt x="4018724" y="312250"/>
                </a:lnTo>
                <a:lnTo>
                  <a:pt x="4018724" y="283422"/>
                </a:lnTo>
                <a:lnTo>
                  <a:pt x="4013610" y="273320"/>
                </a:lnTo>
                <a:lnTo>
                  <a:pt x="4013537" y="273176"/>
                </a:lnTo>
                <a:close/>
              </a:path>
              <a:path w="6441440" h="605155">
                <a:moveTo>
                  <a:pt x="4018724" y="312250"/>
                </a:moveTo>
                <a:lnTo>
                  <a:pt x="3969403" y="312250"/>
                </a:lnTo>
                <a:lnTo>
                  <a:pt x="4005951" y="314703"/>
                </a:lnTo>
                <a:lnTo>
                  <a:pt x="4001478" y="327746"/>
                </a:lnTo>
                <a:lnTo>
                  <a:pt x="3982390" y="335341"/>
                </a:lnTo>
                <a:lnTo>
                  <a:pt x="4004436" y="335341"/>
                </a:lnTo>
                <a:lnTo>
                  <a:pt x="4005951" y="344794"/>
                </a:lnTo>
                <a:lnTo>
                  <a:pt x="4018724" y="344794"/>
                </a:lnTo>
                <a:lnTo>
                  <a:pt x="4018724" y="312250"/>
                </a:lnTo>
                <a:close/>
              </a:path>
              <a:path w="6441440" h="605155">
                <a:moveTo>
                  <a:pt x="3970918" y="263434"/>
                </a:moveTo>
                <a:lnTo>
                  <a:pt x="3954646" y="280067"/>
                </a:lnTo>
                <a:lnTo>
                  <a:pt x="3966769" y="284397"/>
                </a:lnTo>
                <a:lnTo>
                  <a:pt x="3977539" y="273176"/>
                </a:lnTo>
                <a:lnTo>
                  <a:pt x="4013537" y="273176"/>
                </a:lnTo>
                <a:lnTo>
                  <a:pt x="4010588" y="267349"/>
                </a:lnTo>
                <a:lnTo>
                  <a:pt x="3970918" y="263434"/>
                </a:lnTo>
                <a:close/>
              </a:path>
              <a:path w="6441440" h="605155">
                <a:moveTo>
                  <a:pt x="4060436" y="241750"/>
                </a:moveTo>
                <a:lnTo>
                  <a:pt x="4047664" y="241750"/>
                </a:lnTo>
                <a:lnTo>
                  <a:pt x="4047664" y="324445"/>
                </a:lnTo>
                <a:lnTo>
                  <a:pt x="4053292" y="339634"/>
                </a:lnTo>
                <a:lnTo>
                  <a:pt x="4074525" y="345696"/>
                </a:lnTo>
                <a:lnTo>
                  <a:pt x="4060436" y="241750"/>
                </a:lnTo>
                <a:close/>
              </a:path>
              <a:path w="6441440" h="605155">
                <a:moveTo>
                  <a:pt x="4047664" y="261666"/>
                </a:moveTo>
                <a:lnTo>
                  <a:pt x="4035108" y="261666"/>
                </a:lnTo>
                <a:lnTo>
                  <a:pt x="4035108" y="272490"/>
                </a:lnTo>
                <a:lnTo>
                  <a:pt x="4047664" y="272490"/>
                </a:lnTo>
                <a:lnTo>
                  <a:pt x="4047664" y="261666"/>
                </a:lnTo>
                <a:close/>
              </a:path>
              <a:path w="6441440" h="605155">
                <a:moveTo>
                  <a:pt x="4078187" y="261666"/>
                </a:moveTo>
                <a:lnTo>
                  <a:pt x="4063136" y="261666"/>
                </a:lnTo>
                <a:lnTo>
                  <a:pt x="4064603" y="272490"/>
                </a:lnTo>
                <a:lnTo>
                  <a:pt x="4078187" y="272490"/>
                </a:lnTo>
                <a:lnTo>
                  <a:pt x="4078187" y="261666"/>
                </a:lnTo>
                <a:close/>
              </a:path>
              <a:path w="6441440" h="605155">
                <a:moveTo>
                  <a:pt x="4110172" y="261666"/>
                </a:moveTo>
                <a:lnTo>
                  <a:pt x="4097399" y="261666"/>
                </a:lnTo>
                <a:lnTo>
                  <a:pt x="4097399" y="344794"/>
                </a:lnTo>
                <a:lnTo>
                  <a:pt x="4110172" y="344794"/>
                </a:lnTo>
                <a:lnTo>
                  <a:pt x="4110172" y="261666"/>
                </a:lnTo>
                <a:close/>
              </a:path>
              <a:path w="6441440" h="605155">
                <a:moveTo>
                  <a:pt x="4099258" y="231342"/>
                </a:moveTo>
                <a:lnTo>
                  <a:pt x="4103894" y="247812"/>
                </a:lnTo>
                <a:lnTo>
                  <a:pt x="4106383" y="247812"/>
                </a:lnTo>
                <a:lnTo>
                  <a:pt x="4112986" y="236772"/>
                </a:lnTo>
                <a:lnTo>
                  <a:pt x="4099258" y="231342"/>
                </a:lnTo>
                <a:close/>
              </a:path>
              <a:path w="6441440" h="605155">
                <a:moveTo>
                  <a:pt x="4159614" y="260584"/>
                </a:moveTo>
                <a:lnTo>
                  <a:pt x="4141827" y="269748"/>
                </a:lnTo>
                <a:lnTo>
                  <a:pt x="4131220" y="287860"/>
                </a:lnTo>
                <a:lnTo>
                  <a:pt x="4129668" y="312394"/>
                </a:lnTo>
                <a:lnTo>
                  <a:pt x="4137461" y="332671"/>
                </a:lnTo>
                <a:lnTo>
                  <a:pt x="4153499" y="344758"/>
                </a:lnTo>
                <a:lnTo>
                  <a:pt x="4168417" y="346525"/>
                </a:lnTo>
                <a:lnTo>
                  <a:pt x="4188135" y="342160"/>
                </a:lnTo>
                <a:lnTo>
                  <a:pt x="4193863" y="335052"/>
                </a:lnTo>
                <a:lnTo>
                  <a:pt x="4163258" y="335052"/>
                </a:lnTo>
                <a:lnTo>
                  <a:pt x="4147888" y="326123"/>
                </a:lnTo>
                <a:lnTo>
                  <a:pt x="4145624" y="307560"/>
                </a:lnTo>
                <a:lnTo>
                  <a:pt x="4138760" y="307560"/>
                </a:lnTo>
                <a:lnTo>
                  <a:pt x="4138760" y="296519"/>
                </a:lnTo>
                <a:lnTo>
                  <a:pt x="4144278" y="296519"/>
                </a:lnTo>
                <a:lnTo>
                  <a:pt x="4143433" y="289592"/>
                </a:lnTo>
                <a:lnTo>
                  <a:pt x="4162031" y="272057"/>
                </a:lnTo>
                <a:lnTo>
                  <a:pt x="4191581" y="272057"/>
                </a:lnTo>
                <a:lnTo>
                  <a:pt x="4188009" y="266537"/>
                </a:lnTo>
                <a:lnTo>
                  <a:pt x="4159614" y="260584"/>
                </a:lnTo>
                <a:close/>
              </a:path>
              <a:path w="6441440" h="605155">
                <a:moveTo>
                  <a:pt x="4189200" y="322064"/>
                </a:moveTo>
                <a:lnTo>
                  <a:pt x="4188117" y="324950"/>
                </a:lnTo>
                <a:lnTo>
                  <a:pt x="4163258" y="335052"/>
                </a:lnTo>
                <a:lnTo>
                  <a:pt x="4193863" y="335052"/>
                </a:lnTo>
                <a:lnTo>
                  <a:pt x="4201539" y="325527"/>
                </a:lnTo>
                <a:lnTo>
                  <a:pt x="4189200" y="322064"/>
                </a:lnTo>
                <a:close/>
              </a:path>
              <a:path w="6441440" h="605155">
                <a:moveTo>
                  <a:pt x="4144278" y="296519"/>
                </a:moveTo>
                <a:lnTo>
                  <a:pt x="4138760" y="296519"/>
                </a:lnTo>
                <a:lnTo>
                  <a:pt x="4138760" y="307560"/>
                </a:lnTo>
                <a:lnTo>
                  <a:pt x="4145624" y="307560"/>
                </a:lnTo>
                <a:lnTo>
                  <a:pt x="4144278" y="296519"/>
                </a:lnTo>
                <a:close/>
              </a:path>
              <a:path w="6441440" h="605155">
                <a:moveTo>
                  <a:pt x="4191581" y="272057"/>
                </a:moveTo>
                <a:lnTo>
                  <a:pt x="4162031" y="272057"/>
                </a:lnTo>
                <a:lnTo>
                  <a:pt x="4182561" y="277379"/>
                </a:lnTo>
                <a:lnTo>
                  <a:pt x="4189849" y="296519"/>
                </a:lnTo>
                <a:lnTo>
                  <a:pt x="4144278" y="296519"/>
                </a:lnTo>
                <a:lnTo>
                  <a:pt x="4145624" y="307560"/>
                </a:lnTo>
                <a:lnTo>
                  <a:pt x="4202837" y="307560"/>
                </a:lnTo>
                <a:lnTo>
                  <a:pt x="4201900" y="289592"/>
                </a:lnTo>
                <a:lnTo>
                  <a:pt x="4201809" y="287860"/>
                </a:lnTo>
                <a:lnTo>
                  <a:pt x="4191581" y="272057"/>
                </a:lnTo>
                <a:close/>
              </a:path>
              <a:path w="6441440" h="605155">
                <a:moveTo>
                  <a:pt x="4234612" y="261739"/>
                </a:moveTo>
                <a:lnTo>
                  <a:pt x="4222266" y="261739"/>
                </a:lnTo>
                <a:lnTo>
                  <a:pt x="4222266" y="344794"/>
                </a:lnTo>
                <a:lnTo>
                  <a:pt x="4235039" y="344794"/>
                </a:lnTo>
                <a:lnTo>
                  <a:pt x="4235039" y="294787"/>
                </a:lnTo>
                <a:lnTo>
                  <a:pt x="4239639" y="279057"/>
                </a:lnTo>
                <a:lnTo>
                  <a:pt x="4253808" y="274655"/>
                </a:lnTo>
                <a:lnTo>
                  <a:pt x="4235688" y="274655"/>
                </a:lnTo>
                <a:lnTo>
                  <a:pt x="4234624" y="261883"/>
                </a:lnTo>
                <a:lnTo>
                  <a:pt x="4234612" y="261739"/>
                </a:lnTo>
                <a:close/>
              </a:path>
              <a:path w="6441440" h="605155">
                <a:moveTo>
                  <a:pt x="4280268" y="272057"/>
                </a:moveTo>
                <a:lnTo>
                  <a:pt x="4262170" y="272057"/>
                </a:lnTo>
                <a:lnTo>
                  <a:pt x="4273608" y="281222"/>
                </a:lnTo>
                <a:lnTo>
                  <a:pt x="4275303" y="344794"/>
                </a:lnTo>
                <a:lnTo>
                  <a:pt x="4288075" y="344794"/>
                </a:lnTo>
                <a:lnTo>
                  <a:pt x="4286941" y="281222"/>
                </a:lnTo>
                <a:lnTo>
                  <a:pt x="4286903" y="279057"/>
                </a:lnTo>
                <a:lnTo>
                  <a:pt x="4280268" y="272057"/>
                </a:lnTo>
                <a:close/>
              </a:path>
              <a:path w="6441440" h="605155">
                <a:moveTo>
                  <a:pt x="4270487" y="261739"/>
                </a:moveTo>
                <a:lnTo>
                  <a:pt x="4248532" y="261883"/>
                </a:lnTo>
                <a:lnTo>
                  <a:pt x="4235688" y="274655"/>
                </a:lnTo>
                <a:lnTo>
                  <a:pt x="4253808" y="274655"/>
                </a:lnTo>
                <a:lnTo>
                  <a:pt x="4262170" y="272057"/>
                </a:lnTo>
                <a:lnTo>
                  <a:pt x="4280268" y="272057"/>
                </a:lnTo>
                <a:lnTo>
                  <a:pt x="4270487" y="261739"/>
                </a:lnTo>
                <a:close/>
              </a:path>
              <a:path w="6441440" h="605155">
                <a:moveTo>
                  <a:pt x="4329815" y="241750"/>
                </a:moveTo>
                <a:lnTo>
                  <a:pt x="4317043" y="241750"/>
                </a:lnTo>
                <a:lnTo>
                  <a:pt x="4317043" y="324445"/>
                </a:lnTo>
                <a:lnTo>
                  <a:pt x="4322671" y="339634"/>
                </a:lnTo>
                <a:lnTo>
                  <a:pt x="4343904" y="345696"/>
                </a:lnTo>
                <a:lnTo>
                  <a:pt x="4329815" y="241750"/>
                </a:lnTo>
                <a:close/>
              </a:path>
              <a:path w="6441440" h="605155">
                <a:moveTo>
                  <a:pt x="4317043" y="261666"/>
                </a:moveTo>
                <a:lnTo>
                  <a:pt x="4304487" y="261666"/>
                </a:lnTo>
                <a:lnTo>
                  <a:pt x="4304487" y="272490"/>
                </a:lnTo>
                <a:lnTo>
                  <a:pt x="4317043" y="272490"/>
                </a:lnTo>
                <a:lnTo>
                  <a:pt x="4317043" y="261666"/>
                </a:lnTo>
                <a:close/>
              </a:path>
              <a:path w="6441440" h="605155">
                <a:moveTo>
                  <a:pt x="4347566" y="261666"/>
                </a:moveTo>
                <a:lnTo>
                  <a:pt x="4332514" y="261666"/>
                </a:lnTo>
                <a:lnTo>
                  <a:pt x="4333982" y="272490"/>
                </a:lnTo>
                <a:lnTo>
                  <a:pt x="4347566" y="272490"/>
                </a:lnTo>
                <a:lnTo>
                  <a:pt x="4347566" y="261666"/>
                </a:lnTo>
                <a:close/>
              </a:path>
              <a:path w="6441440" h="605155">
                <a:moveTo>
                  <a:pt x="4442784" y="261739"/>
                </a:moveTo>
                <a:lnTo>
                  <a:pt x="4430438" y="261739"/>
                </a:lnTo>
                <a:lnTo>
                  <a:pt x="4430438" y="344794"/>
                </a:lnTo>
                <a:lnTo>
                  <a:pt x="4443211" y="344794"/>
                </a:lnTo>
                <a:lnTo>
                  <a:pt x="4443211" y="294787"/>
                </a:lnTo>
                <a:lnTo>
                  <a:pt x="4447811" y="279057"/>
                </a:lnTo>
                <a:lnTo>
                  <a:pt x="4461980" y="274655"/>
                </a:lnTo>
                <a:lnTo>
                  <a:pt x="4443860" y="274655"/>
                </a:lnTo>
                <a:lnTo>
                  <a:pt x="4442796" y="261883"/>
                </a:lnTo>
                <a:lnTo>
                  <a:pt x="4442784" y="261739"/>
                </a:lnTo>
                <a:close/>
              </a:path>
              <a:path w="6441440" h="605155">
                <a:moveTo>
                  <a:pt x="4488440" y="272057"/>
                </a:moveTo>
                <a:lnTo>
                  <a:pt x="4470342" y="272057"/>
                </a:lnTo>
                <a:lnTo>
                  <a:pt x="4481780" y="281222"/>
                </a:lnTo>
                <a:lnTo>
                  <a:pt x="4483475" y="344794"/>
                </a:lnTo>
                <a:lnTo>
                  <a:pt x="4496247" y="344794"/>
                </a:lnTo>
                <a:lnTo>
                  <a:pt x="4495114" y="281222"/>
                </a:lnTo>
                <a:lnTo>
                  <a:pt x="4495075" y="279057"/>
                </a:lnTo>
                <a:lnTo>
                  <a:pt x="4488440" y="272057"/>
                </a:lnTo>
                <a:close/>
              </a:path>
              <a:path w="6441440" h="605155">
                <a:moveTo>
                  <a:pt x="4478659" y="261739"/>
                </a:moveTo>
                <a:lnTo>
                  <a:pt x="4456705" y="261883"/>
                </a:lnTo>
                <a:lnTo>
                  <a:pt x="4443860" y="274655"/>
                </a:lnTo>
                <a:lnTo>
                  <a:pt x="4461980" y="274655"/>
                </a:lnTo>
                <a:lnTo>
                  <a:pt x="4470342" y="272057"/>
                </a:lnTo>
                <a:lnTo>
                  <a:pt x="4488440" y="272057"/>
                </a:lnTo>
                <a:lnTo>
                  <a:pt x="4478659" y="261739"/>
                </a:lnTo>
                <a:close/>
              </a:path>
              <a:path w="6441440" h="605155">
                <a:moveTo>
                  <a:pt x="4532359" y="261666"/>
                </a:moveTo>
                <a:lnTo>
                  <a:pt x="4519586" y="261666"/>
                </a:lnTo>
                <a:lnTo>
                  <a:pt x="4520690" y="324517"/>
                </a:lnTo>
                <a:lnTo>
                  <a:pt x="4520741" y="327421"/>
                </a:lnTo>
                <a:lnTo>
                  <a:pt x="4536666" y="344794"/>
                </a:lnTo>
                <a:lnTo>
                  <a:pt x="4533068" y="344794"/>
                </a:lnTo>
                <a:lnTo>
                  <a:pt x="4557903" y="344415"/>
                </a:lnTo>
                <a:lnTo>
                  <a:pt x="4568394" y="333537"/>
                </a:lnTo>
                <a:lnTo>
                  <a:pt x="4545239" y="333537"/>
                </a:lnTo>
                <a:lnTo>
                  <a:pt x="4534054" y="324517"/>
                </a:lnTo>
                <a:lnTo>
                  <a:pt x="4532359" y="261666"/>
                </a:lnTo>
                <a:close/>
              </a:path>
              <a:path w="6441440" h="605155">
                <a:moveTo>
                  <a:pt x="4584746" y="330723"/>
                </a:moveTo>
                <a:lnTo>
                  <a:pt x="4571108" y="330723"/>
                </a:lnTo>
                <a:lnTo>
                  <a:pt x="4571951" y="344415"/>
                </a:lnTo>
                <a:lnTo>
                  <a:pt x="4571974" y="344794"/>
                </a:lnTo>
                <a:lnTo>
                  <a:pt x="4584746" y="344794"/>
                </a:lnTo>
                <a:lnTo>
                  <a:pt x="4584746" y="330723"/>
                </a:lnTo>
                <a:close/>
              </a:path>
              <a:path w="6441440" h="605155">
                <a:moveTo>
                  <a:pt x="4584746" y="261666"/>
                </a:moveTo>
                <a:lnTo>
                  <a:pt x="4571974" y="261666"/>
                </a:lnTo>
                <a:lnTo>
                  <a:pt x="4571974" y="310807"/>
                </a:lnTo>
                <a:lnTo>
                  <a:pt x="4566328" y="326988"/>
                </a:lnTo>
                <a:lnTo>
                  <a:pt x="4545239" y="333537"/>
                </a:lnTo>
                <a:lnTo>
                  <a:pt x="4568394" y="333537"/>
                </a:lnTo>
                <a:lnTo>
                  <a:pt x="4571108" y="330723"/>
                </a:lnTo>
                <a:lnTo>
                  <a:pt x="4584746" y="330723"/>
                </a:lnTo>
                <a:lnTo>
                  <a:pt x="4584746" y="261666"/>
                </a:lnTo>
                <a:close/>
              </a:path>
              <a:path w="6441440" h="605155">
                <a:moveTo>
                  <a:pt x="4620479" y="261666"/>
                </a:moveTo>
                <a:lnTo>
                  <a:pt x="4608139" y="261666"/>
                </a:lnTo>
                <a:lnTo>
                  <a:pt x="4608139" y="344794"/>
                </a:lnTo>
                <a:lnTo>
                  <a:pt x="4620912" y="344794"/>
                </a:lnTo>
                <a:lnTo>
                  <a:pt x="4620912" y="292839"/>
                </a:lnTo>
                <a:lnTo>
                  <a:pt x="4625152" y="279327"/>
                </a:lnTo>
                <a:lnTo>
                  <a:pt x="4625277" y="278930"/>
                </a:lnTo>
                <a:lnTo>
                  <a:pt x="4637284" y="274655"/>
                </a:lnTo>
                <a:lnTo>
                  <a:pt x="4621561" y="274655"/>
                </a:lnTo>
                <a:lnTo>
                  <a:pt x="4620495" y="261865"/>
                </a:lnTo>
                <a:lnTo>
                  <a:pt x="4620479" y="261666"/>
                </a:lnTo>
                <a:close/>
              </a:path>
              <a:path w="6441440" h="605155">
                <a:moveTo>
                  <a:pt x="4664494" y="272184"/>
                </a:moveTo>
                <a:lnTo>
                  <a:pt x="4644755" y="272184"/>
                </a:lnTo>
                <a:lnTo>
                  <a:pt x="4654664" y="279327"/>
                </a:lnTo>
                <a:lnTo>
                  <a:pt x="4656197" y="344794"/>
                </a:lnTo>
                <a:lnTo>
                  <a:pt x="4669186" y="344794"/>
                </a:lnTo>
                <a:lnTo>
                  <a:pt x="4669186" y="285298"/>
                </a:lnTo>
                <a:lnTo>
                  <a:pt x="4679278" y="274655"/>
                </a:lnTo>
                <a:lnTo>
                  <a:pt x="4667021" y="274655"/>
                </a:lnTo>
                <a:lnTo>
                  <a:pt x="4664494" y="272184"/>
                </a:lnTo>
                <a:close/>
              </a:path>
              <a:path w="6441440" h="605155">
                <a:moveTo>
                  <a:pt x="4714881" y="272184"/>
                </a:moveTo>
                <a:lnTo>
                  <a:pt x="4682145" y="272184"/>
                </a:lnTo>
                <a:lnTo>
                  <a:pt x="4702794" y="278642"/>
                </a:lnTo>
                <a:lnTo>
                  <a:pt x="4704472" y="344794"/>
                </a:lnTo>
                <a:lnTo>
                  <a:pt x="4717244" y="344794"/>
                </a:lnTo>
                <a:lnTo>
                  <a:pt x="4714961" y="274655"/>
                </a:lnTo>
                <a:lnTo>
                  <a:pt x="4714881" y="272184"/>
                </a:lnTo>
                <a:close/>
              </a:path>
              <a:path w="6441440" h="605155">
                <a:moveTo>
                  <a:pt x="4653943" y="261865"/>
                </a:moveTo>
                <a:lnTo>
                  <a:pt x="4633776" y="261865"/>
                </a:lnTo>
                <a:lnTo>
                  <a:pt x="4621561" y="274655"/>
                </a:lnTo>
                <a:lnTo>
                  <a:pt x="4637284" y="274655"/>
                </a:lnTo>
                <a:lnTo>
                  <a:pt x="4644225" y="272184"/>
                </a:lnTo>
                <a:lnTo>
                  <a:pt x="4664494" y="272184"/>
                </a:lnTo>
                <a:lnTo>
                  <a:pt x="4653943" y="261865"/>
                </a:lnTo>
                <a:close/>
              </a:path>
              <a:path w="6441440" h="605155">
                <a:moveTo>
                  <a:pt x="4699349" y="260584"/>
                </a:moveTo>
                <a:lnTo>
                  <a:pt x="4680858" y="261865"/>
                </a:lnTo>
                <a:lnTo>
                  <a:pt x="4667021" y="274655"/>
                </a:lnTo>
                <a:lnTo>
                  <a:pt x="4679278" y="274655"/>
                </a:lnTo>
                <a:lnTo>
                  <a:pt x="4681622" y="272184"/>
                </a:lnTo>
                <a:lnTo>
                  <a:pt x="4714881" y="272184"/>
                </a:lnTo>
                <a:lnTo>
                  <a:pt x="4699349" y="260584"/>
                </a:lnTo>
                <a:close/>
              </a:path>
              <a:path w="6441440" h="605155">
                <a:moveTo>
                  <a:pt x="4768424" y="332022"/>
                </a:moveTo>
                <a:lnTo>
                  <a:pt x="4754667" y="332022"/>
                </a:lnTo>
                <a:lnTo>
                  <a:pt x="4787355" y="346525"/>
                </a:lnTo>
                <a:lnTo>
                  <a:pt x="4804078" y="337740"/>
                </a:lnTo>
                <a:lnTo>
                  <a:pt x="4805604" y="335052"/>
                </a:lnTo>
                <a:lnTo>
                  <a:pt x="4773573" y="335052"/>
                </a:lnTo>
                <a:lnTo>
                  <a:pt x="4768424" y="332022"/>
                </a:lnTo>
                <a:close/>
              </a:path>
              <a:path w="6441440" h="605155">
                <a:moveTo>
                  <a:pt x="4755100" y="233957"/>
                </a:moveTo>
                <a:lnTo>
                  <a:pt x="4742328" y="233957"/>
                </a:lnTo>
                <a:lnTo>
                  <a:pt x="4742328" y="344794"/>
                </a:lnTo>
                <a:lnTo>
                  <a:pt x="4754667" y="344794"/>
                </a:lnTo>
                <a:lnTo>
                  <a:pt x="4754667" y="332022"/>
                </a:lnTo>
                <a:lnTo>
                  <a:pt x="4768424" y="332022"/>
                </a:lnTo>
                <a:lnTo>
                  <a:pt x="4762172" y="328341"/>
                </a:lnTo>
                <a:lnTo>
                  <a:pt x="4754884" y="303230"/>
                </a:lnTo>
                <a:lnTo>
                  <a:pt x="4762063" y="278606"/>
                </a:lnTo>
                <a:lnTo>
                  <a:pt x="4784108" y="272057"/>
                </a:lnTo>
                <a:lnTo>
                  <a:pt x="4805451" y="272057"/>
                </a:lnTo>
                <a:lnTo>
                  <a:pt x="4804868" y="271588"/>
                </a:lnTo>
                <a:lnTo>
                  <a:pt x="4758419" y="271588"/>
                </a:lnTo>
                <a:lnTo>
                  <a:pt x="4755100" y="233957"/>
                </a:lnTo>
                <a:close/>
              </a:path>
              <a:path w="6441440" h="605155">
                <a:moveTo>
                  <a:pt x="4805451" y="272057"/>
                </a:moveTo>
                <a:lnTo>
                  <a:pt x="4784108" y="272057"/>
                </a:lnTo>
                <a:lnTo>
                  <a:pt x="4798468" y="282701"/>
                </a:lnTo>
                <a:lnTo>
                  <a:pt x="4802022" y="314523"/>
                </a:lnTo>
                <a:lnTo>
                  <a:pt x="4788492" y="333645"/>
                </a:lnTo>
                <a:lnTo>
                  <a:pt x="4773573" y="335052"/>
                </a:lnTo>
                <a:lnTo>
                  <a:pt x="4805604" y="335052"/>
                </a:lnTo>
                <a:lnTo>
                  <a:pt x="4814217" y="319881"/>
                </a:lnTo>
                <a:lnTo>
                  <a:pt x="4815714" y="294715"/>
                </a:lnTo>
                <a:lnTo>
                  <a:pt x="4808227" y="274294"/>
                </a:lnTo>
                <a:lnTo>
                  <a:pt x="4805451" y="272057"/>
                </a:lnTo>
                <a:close/>
              </a:path>
              <a:path w="6441440" h="605155">
                <a:moveTo>
                  <a:pt x="4774800" y="260584"/>
                </a:moveTo>
                <a:lnTo>
                  <a:pt x="4758419" y="271588"/>
                </a:lnTo>
                <a:lnTo>
                  <a:pt x="4804868" y="271588"/>
                </a:lnTo>
                <a:lnTo>
                  <a:pt x="4793381" y="262334"/>
                </a:lnTo>
                <a:lnTo>
                  <a:pt x="4774800" y="260584"/>
                </a:lnTo>
                <a:close/>
              </a:path>
              <a:path w="6441440" h="605155">
                <a:moveTo>
                  <a:pt x="4861300" y="260584"/>
                </a:moveTo>
                <a:lnTo>
                  <a:pt x="4843513" y="269748"/>
                </a:lnTo>
                <a:lnTo>
                  <a:pt x="4832906" y="287860"/>
                </a:lnTo>
                <a:lnTo>
                  <a:pt x="4831355" y="312394"/>
                </a:lnTo>
                <a:lnTo>
                  <a:pt x="4839147" y="332671"/>
                </a:lnTo>
                <a:lnTo>
                  <a:pt x="4855185" y="344758"/>
                </a:lnTo>
                <a:lnTo>
                  <a:pt x="4870104" y="346525"/>
                </a:lnTo>
                <a:lnTo>
                  <a:pt x="4889821" y="342160"/>
                </a:lnTo>
                <a:lnTo>
                  <a:pt x="4895549" y="335052"/>
                </a:lnTo>
                <a:lnTo>
                  <a:pt x="4864944" y="335052"/>
                </a:lnTo>
                <a:lnTo>
                  <a:pt x="4849575" y="326123"/>
                </a:lnTo>
                <a:lnTo>
                  <a:pt x="4847310" y="307560"/>
                </a:lnTo>
                <a:lnTo>
                  <a:pt x="4840447" y="307560"/>
                </a:lnTo>
                <a:lnTo>
                  <a:pt x="4840447" y="296519"/>
                </a:lnTo>
                <a:lnTo>
                  <a:pt x="4845964" y="296519"/>
                </a:lnTo>
                <a:lnTo>
                  <a:pt x="4845119" y="289592"/>
                </a:lnTo>
                <a:lnTo>
                  <a:pt x="4863718" y="272057"/>
                </a:lnTo>
                <a:lnTo>
                  <a:pt x="4893268" y="272057"/>
                </a:lnTo>
                <a:lnTo>
                  <a:pt x="4889695" y="266537"/>
                </a:lnTo>
                <a:lnTo>
                  <a:pt x="4861300" y="260584"/>
                </a:lnTo>
                <a:close/>
              </a:path>
              <a:path w="6441440" h="605155">
                <a:moveTo>
                  <a:pt x="4890886" y="322064"/>
                </a:moveTo>
                <a:lnTo>
                  <a:pt x="4889803" y="324950"/>
                </a:lnTo>
                <a:lnTo>
                  <a:pt x="4864944" y="335052"/>
                </a:lnTo>
                <a:lnTo>
                  <a:pt x="4895549" y="335052"/>
                </a:lnTo>
                <a:lnTo>
                  <a:pt x="4903225" y="325527"/>
                </a:lnTo>
                <a:lnTo>
                  <a:pt x="4890886" y="322064"/>
                </a:lnTo>
                <a:close/>
              </a:path>
              <a:path w="6441440" h="605155">
                <a:moveTo>
                  <a:pt x="4845964" y="296519"/>
                </a:moveTo>
                <a:lnTo>
                  <a:pt x="4840447" y="296519"/>
                </a:lnTo>
                <a:lnTo>
                  <a:pt x="4840447" y="307560"/>
                </a:lnTo>
                <a:lnTo>
                  <a:pt x="4847310" y="307560"/>
                </a:lnTo>
                <a:lnTo>
                  <a:pt x="4845964" y="296519"/>
                </a:lnTo>
                <a:close/>
              </a:path>
              <a:path w="6441440" h="605155">
                <a:moveTo>
                  <a:pt x="4893268" y="272057"/>
                </a:moveTo>
                <a:lnTo>
                  <a:pt x="4863718" y="272057"/>
                </a:lnTo>
                <a:lnTo>
                  <a:pt x="4884247" y="277379"/>
                </a:lnTo>
                <a:lnTo>
                  <a:pt x="4891535" y="296519"/>
                </a:lnTo>
                <a:lnTo>
                  <a:pt x="4845964" y="296519"/>
                </a:lnTo>
                <a:lnTo>
                  <a:pt x="4847310" y="307560"/>
                </a:lnTo>
                <a:lnTo>
                  <a:pt x="4904524" y="307560"/>
                </a:lnTo>
                <a:lnTo>
                  <a:pt x="4903586" y="289592"/>
                </a:lnTo>
                <a:lnTo>
                  <a:pt x="4903495" y="287860"/>
                </a:lnTo>
                <a:lnTo>
                  <a:pt x="4893268" y="272057"/>
                </a:lnTo>
                <a:close/>
              </a:path>
              <a:path w="6441440" h="605155">
                <a:moveTo>
                  <a:pt x="4936292" y="261666"/>
                </a:moveTo>
                <a:lnTo>
                  <a:pt x="4923952" y="261666"/>
                </a:lnTo>
                <a:lnTo>
                  <a:pt x="4923952" y="344794"/>
                </a:lnTo>
                <a:lnTo>
                  <a:pt x="4936725" y="344794"/>
                </a:lnTo>
                <a:lnTo>
                  <a:pt x="4937627" y="285100"/>
                </a:lnTo>
                <a:lnTo>
                  <a:pt x="4955266" y="274222"/>
                </a:lnTo>
                <a:lnTo>
                  <a:pt x="4937158" y="274222"/>
                </a:lnTo>
                <a:lnTo>
                  <a:pt x="4936292" y="261666"/>
                </a:lnTo>
                <a:close/>
              </a:path>
              <a:path w="6441440" h="605155">
                <a:moveTo>
                  <a:pt x="4953826" y="260368"/>
                </a:moveTo>
                <a:lnTo>
                  <a:pt x="4937158" y="274222"/>
                </a:lnTo>
                <a:lnTo>
                  <a:pt x="4955266" y="274222"/>
                </a:lnTo>
                <a:lnTo>
                  <a:pt x="4957723" y="272707"/>
                </a:lnTo>
                <a:lnTo>
                  <a:pt x="4965516" y="260584"/>
                </a:lnTo>
                <a:lnTo>
                  <a:pt x="4953826" y="260368"/>
                </a:lnTo>
                <a:close/>
              </a:path>
              <a:path w="6441440" h="605155">
                <a:moveTo>
                  <a:pt x="4985401" y="327133"/>
                </a:moveTo>
                <a:lnTo>
                  <a:pt x="4970698" y="333248"/>
                </a:lnTo>
                <a:lnTo>
                  <a:pt x="4980440" y="345660"/>
                </a:lnTo>
                <a:lnTo>
                  <a:pt x="4985401" y="327133"/>
                </a:lnTo>
                <a:close/>
              </a:path>
              <a:path w="6441440" h="605155">
                <a:moveTo>
                  <a:pt x="5120706" y="245864"/>
                </a:moveTo>
                <a:lnTo>
                  <a:pt x="5107284" y="245864"/>
                </a:lnTo>
                <a:lnTo>
                  <a:pt x="5107284" y="344794"/>
                </a:lnTo>
                <a:lnTo>
                  <a:pt x="5120706" y="344794"/>
                </a:lnTo>
                <a:lnTo>
                  <a:pt x="5120706" y="245864"/>
                </a:lnTo>
                <a:close/>
              </a:path>
              <a:path w="6441440" h="605155">
                <a:moveTo>
                  <a:pt x="5155559" y="233957"/>
                </a:moveTo>
                <a:lnTo>
                  <a:pt x="5072432" y="233957"/>
                </a:lnTo>
                <a:lnTo>
                  <a:pt x="5072432" y="245864"/>
                </a:lnTo>
                <a:lnTo>
                  <a:pt x="5155559" y="245864"/>
                </a:lnTo>
                <a:lnTo>
                  <a:pt x="5155559" y="233957"/>
                </a:lnTo>
                <a:close/>
              </a:path>
              <a:path w="6441440" h="605155">
                <a:moveTo>
                  <a:pt x="5187313" y="233957"/>
                </a:moveTo>
                <a:lnTo>
                  <a:pt x="5174541" y="233957"/>
                </a:lnTo>
                <a:lnTo>
                  <a:pt x="5174541" y="344794"/>
                </a:lnTo>
                <a:lnTo>
                  <a:pt x="5187313" y="344794"/>
                </a:lnTo>
                <a:lnTo>
                  <a:pt x="5187313" y="294787"/>
                </a:lnTo>
                <a:lnTo>
                  <a:pt x="5192039" y="279057"/>
                </a:lnTo>
                <a:lnTo>
                  <a:pt x="5206606" y="274655"/>
                </a:lnTo>
                <a:lnTo>
                  <a:pt x="5188396" y="274655"/>
                </a:lnTo>
                <a:lnTo>
                  <a:pt x="5187313" y="233957"/>
                </a:lnTo>
                <a:close/>
              </a:path>
              <a:path w="6441440" h="605155">
                <a:moveTo>
                  <a:pt x="5235931" y="272057"/>
                </a:moveTo>
                <a:lnTo>
                  <a:pt x="5215203" y="272057"/>
                </a:lnTo>
                <a:lnTo>
                  <a:pt x="5226730" y="281131"/>
                </a:lnTo>
                <a:lnTo>
                  <a:pt x="5228444" y="344794"/>
                </a:lnTo>
                <a:lnTo>
                  <a:pt x="5241216" y="344794"/>
                </a:lnTo>
                <a:lnTo>
                  <a:pt x="5241216" y="291973"/>
                </a:lnTo>
                <a:lnTo>
                  <a:pt x="5235931" y="272057"/>
                </a:lnTo>
                <a:close/>
              </a:path>
              <a:path w="6441440" h="605155">
                <a:moveTo>
                  <a:pt x="5223483" y="261721"/>
                </a:moveTo>
                <a:lnTo>
                  <a:pt x="5201096" y="261865"/>
                </a:lnTo>
                <a:lnTo>
                  <a:pt x="5188396" y="274655"/>
                </a:lnTo>
                <a:lnTo>
                  <a:pt x="5206606" y="274655"/>
                </a:lnTo>
                <a:lnTo>
                  <a:pt x="5215203" y="272057"/>
                </a:lnTo>
                <a:lnTo>
                  <a:pt x="5235931" y="272057"/>
                </a:lnTo>
                <a:lnTo>
                  <a:pt x="5235299" y="269676"/>
                </a:lnTo>
                <a:lnTo>
                  <a:pt x="5223483" y="261721"/>
                </a:lnTo>
                <a:close/>
              </a:path>
              <a:path w="6441440" h="605155">
                <a:moveTo>
                  <a:pt x="5290632" y="260584"/>
                </a:moveTo>
                <a:lnTo>
                  <a:pt x="5272844" y="269748"/>
                </a:lnTo>
                <a:lnTo>
                  <a:pt x="5262237" y="287860"/>
                </a:lnTo>
                <a:lnTo>
                  <a:pt x="5260686" y="312394"/>
                </a:lnTo>
                <a:lnTo>
                  <a:pt x="5268479" y="332671"/>
                </a:lnTo>
                <a:lnTo>
                  <a:pt x="5284516" y="344758"/>
                </a:lnTo>
                <a:lnTo>
                  <a:pt x="5299435" y="346525"/>
                </a:lnTo>
                <a:lnTo>
                  <a:pt x="5319153" y="342160"/>
                </a:lnTo>
                <a:lnTo>
                  <a:pt x="5324880" y="335052"/>
                </a:lnTo>
                <a:lnTo>
                  <a:pt x="5294276" y="335052"/>
                </a:lnTo>
                <a:lnTo>
                  <a:pt x="5278906" y="326123"/>
                </a:lnTo>
                <a:lnTo>
                  <a:pt x="5276642" y="307560"/>
                </a:lnTo>
                <a:lnTo>
                  <a:pt x="5269778" y="307560"/>
                </a:lnTo>
                <a:lnTo>
                  <a:pt x="5269778" y="296519"/>
                </a:lnTo>
                <a:lnTo>
                  <a:pt x="5275295" y="296519"/>
                </a:lnTo>
                <a:lnTo>
                  <a:pt x="5274450" y="289592"/>
                </a:lnTo>
                <a:lnTo>
                  <a:pt x="5293049" y="272057"/>
                </a:lnTo>
                <a:lnTo>
                  <a:pt x="5322599" y="272057"/>
                </a:lnTo>
                <a:lnTo>
                  <a:pt x="5319026" y="266537"/>
                </a:lnTo>
                <a:lnTo>
                  <a:pt x="5290632" y="260584"/>
                </a:lnTo>
                <a:close/>
              </a:path>
              <a:path w="6441440" h="605155">
                <a:moveTo>
                  <a:pt x="5320217" y="322064"/>
                </a:moveTo>
                <a:lnTo>
                  <a:pt x="5319134" y="324950"/>
                </a:lnTo>
                <a:lnTo>
                  <a:pt x="5294276" y="335052"/>
                </a:lnTo>
                <a:lnTo>
                  <a:pt x="5324880" y="335052"/>
                </a:lnTo>
                <a:lnTo>
                  <a:pt x="5332556" y="325527"/>
                </a:lnTo>
                <a:lnTo>
                  <a:pt x="5320217" y="322064"/>
                </a:lnTo>
                <a:close/>
              </a:path>
              <a:path w="6441440" h="605155">
                <a:moveTo>
                  <a:pt x="5275295" y="296519"/>
                </a:moveTo>
                <a:lnTo>
                  <a:pt x="5269778" y="296519"/>
                </a:lnTo>
                <a:lnTo>
                  <a:pt x="5269778" y="307560"/>
                </a:lnTo>
                <a:lnTo>
                  <a:pt x="5276642" y="307560"/>
                </a:lnTo>
                <a:lnTo>
                  <a:pt x="5275295" y="296519"/>
                </a:lnTo>
                <a:close/>
              </a:path>
              <a:path w="6441440" h="605155">
                <a:moveTo>
                  <a:pt x="5322599" y="272057"/>
                </a:moveTo>
                <a:lnTo>
                  <a:pt x="5293049" y="272057"/>
                </a:lnTo>
                <a:lnTo>
                  <a:pt x="5313578" y="277379"/>
                </a:lnTo>
                <a:lnTo>
                  <a:pt x="5320866" y="296519"/>
                </a:lnTo>
                <a:lnTo>
                  <a:pt x="5275295" y="296519"/>
                </a:lnTo>
                <a:lnTo>
                  <a:pt x="5276642" y="307560"/>
                </a:lnTo>
                <a:lnTo>
                  <a:pt x="5333855" y="307560"/>
                </a:lnTo>
                <a:lnTo>
                  <a:pt x="5332917" y="289592"/>
                </a:lnTo>
                <a:lnTo>
                  <a:pt x="5332827" y="287860"/>
                </a:lnTo>
                <a:lnTo>
                  <a:pt x="5322599" y="272057"/>
                </a:lnTo>
                <a:close/>
              </a:path>
              <a:path w="6441440" h="605155">
                <a:moveTo>
                  <a:pt x="5429283" y="261666"/>
                </a:moveTo>
                <a:lnTo>
                  <a:pt x="5416944" y="261666"/>
                </a:lnTo>
                <a:lnTo>
                  <a:pt x="5416944" y="375966"/>
                </a:lnTo>
                <a:lnTo>
                  <a:pt x="5429716" y="375966"/>
                </a:lnTo>
                <a:lnTo>
                  <a:pt x="5429716" y="332022"/>
                </a:lnTo>
                <a:lnTo>
                  <a:pt x="5443040" y="332022"/>
                </a:lnTo>
                <a:lnTo>
                  <a:pt x="5436787" y="328341"/>
                </a:lnTo>
                <a:lnTo>
                  <a:pt x="5429499" y="303230"/>
                </a:lnTo>
                <a:lnTo>
                  <a:pt x="5436679" y="278606"/>
                </a:lnTo>
                <a:lnTo>
                  <a:pt x="5458724" y="272057"/>
                </a:lnTo>
                <a:lnTo>
                  <a:pt x="5480066" y="272057"/>
                </a:lnTo>
                <a:lnTo>
                  <a:pt x="5479484" y="271588"/>
                </a:lnTo>
                <a:lnTo>
                  <a:pt x="5433035" y="271588"/>
                </a:lnTo>
                <a:lnTo>
                  <a:pt x="5429283" y="261666"/>
                </a:lnTo>
                <a:close/>
              </a:path>
              <a:path w="6441440" h="605155">
                <a:moveTo>
                  <a:pt x="5443040" y="332022"/>
                </a:moveTo>
                <a:lnTo>
                  <a:pt x="5429716" y="332022"/>
                </a:lnTo>
                <a:lnTo>
                  <a:pt x="5461971" y="346525"/>
                </a:lnTo>
                <a:lnTo>
                  <a:pt x="5478694" y="337740"/>
                </a:lnTo>
                <a:lnTo>
                  <a:pt x="5480220" y="335052"/>
                </a:lnTo>
                <a:lnTo>
                  <a:pt x="5448189" y="335052"/>
                </a:lnTo>
                <a:lnTo>
                  <a:pt x="5443040" y="332022"/>
                </a:lnTo>
                <a:close/>
              </a:path>
              <a:path w="6441440" h="605155">
                <a:moveTo>
                  <a:pt x="5480066" y="272057"/>
                </a:moveTo>
                <a:lnTo>
                  <a:pt x="5458724" y="272057"/>
                </a:lnTo>
                <a:lnTo>
                  <a:pt x="5473084" y="282701"/>
                </a:lnTo>
                <a:lnTo>
                  <a:pt x="5476637" y="314523"/>
                </a:lnTo>
                <a:lnTo>
                  <a:pt x="5463107" y="333645"/>
                </a:lnTo>
                <a:lnTo>
                  <a:pt x="5448189" y="335052"/>
                </a:lnTo>
                <a:lnTo>
                  <a:pt x="5480220" y="335052"/>
                </a:lnTo>
                <a:lnTo>
                  <a:pt x="5488832" y="319881"/>
                </a:lnTo>
                <a:lnTo>
                  <a:pt x="5490329" y="294715"/>
                </a:lnTo>
                <a:lnTo>
                  <a:pt x="5482843" y="274294"/>
                </a:lnTo>
                <a:lnTo>
                  <a:pt x="5480066" y="272057"/>
                </a:lnTo>
                <a:close/>
              </a:path>
              <a:path w="6441440" h="605155">
                <a:moveTo>
                  <a:pt x="5449415" y="260584"/>
                </a:moveTo>
                <a:lnTo>
                  <a:pt x="5433035" y="271588"/>
                </a:lnTo>
                <a:lnTo>
                  <a:pt x="5479484" y="271588"/>
                </a:lnTo>
                <a:lnTo>
                  <a:pt x="5467996" y="262334"/>
                </a:lnTo>
                <a:lnTo>
                  <a:pt x="5449415" y="260584"/>
                </a:lnTo>
                <a:close/>
              </a:path>
              <a:path w="6441440" h="605155">
                <a:moveTo>
                  <a:pt x="5567188" y="273176"/>
                </a:moveTo>
                <a:lnTo>
                  <a:pt x="5531190" y="273176"/>
                </a:lnTo>
                <a:lnTo>
                  <a:pt x="5552332" y="273320"/>
                </a:lnTo>
                <a:lnTo>
                  <a:pt x="5559602" y="288726"/>
                </a:lnTo>
                <a:lnTo>
                  <a:pt x="5506854" y="312575"/>
                </a:lnTo>
                <a:lnTo>
                  <a:pt x="5512230" y="338841"/>
                </a:lnTo>
                <a:lnTo>
                  <a:pt x="5534274" y="346742"/>
                </a:lnTo>
                <a:lnTo>
                  <a:pt x="5539109" y="346742"/>
                </a:lnTo>
                <a:lnTo>
                  <a:pt x="5558087" y="335341"/>
                </a:lnTo>
                <a:lnTo>
                  <a:pt x="5531235" y="335341"/>
                </a:lnTo>
                <a:lnTo>
                  <a:pt x="5518688" y="326285"/>
                </a:lnTo>
                <a:lnTo>
                  <a:pt x="5522953" y="312575"/>
                </a:lnTo>
                <a:lnTo>
                  <a:pt x="5523054" y="312250"/>
                </a:lnTo>
                <a:lnTo>
                  <a:pt x="5572374" y="312250"/>
                </a:lnTo>
                <a:lnTo>
                  <a:pt x="5572374" y="283422"/>
                </a:lnTo>
                <a:lnTo>
                  <a:pt x="5567261" y="273320"/>
                </a:lnTo>
                <a:lnTo>
                  <a:pt x="5567188" y="273176"/>
                </a:lnTo>
                <a:close/>
              </a:path>
              <a:path w="6441440" h="605155">
                <a:moveTo>
                  <a:pt x="5572374" y="312250"/>
                </a:moveTo>
                <a:lnTo>
                  <a:pt x="5523054" y="312250"/>
                </a:lnTo>
                <a:lnTo>
                  <a:pt x="5559602" y="314703"/>
                </a:lnTo>
                <a:lnTo>
                  <a:pt x="5555129" y="327746"/>
                </a:lnTo>
                <a:lnTo>
                  <a:pt x="5536041" y="335341"/>
                </a:lnTo>
                <a:lnTo>
                  <a:pt x="5558087" y="335341"/>
                </a:lnTo>
                <a:lnTo>
                  <a:pt x="5559602" y="344794"/>
                </a:lnTo>
                <a:lnTo>
                  <a:pt x="5572374" y="344794"/>
                </a:lnTo>
                <a:lnTo>
                  <a:pt x="5572374" y="312250"/>
                </a:lnTo>
                <a:close/>
              </a:path>
              <a:path w="6441440" h="605155">
                <a:moveTo>
                  <a:pt x="5524569" y="263434"/>
                </a:moveTo>
                <a:lnTo>
                  <a:pt x="5508297" y="280067"/>
                </a:lnTo>
                <a:lnTo>
                  <a:pt x="5520420" y="284397"/>
                </a:lnTo>
                <a:lnTo>
                  <a:pt x="5531190" y="273176"/>
                </a:lnTo>
                <a:lnTo>
                  <a:pt x="5567188" y="273176"/>
                </a:lnTo>
                <a:lnTo>
                  <a:pt x="5564238" y="267349"/>
                </a:lnTo>
                <a:lnTo>
                  <a:pt x="5524569" y="263434"/>
                </a:lnTo>
                <a:close/>
              </a:path>
              <a:path w="6441440" h="605155">
                <a:moveTo>
                  <a:pt x="5614087" y="241750"/>
                </a:moveTo>
                <a:lnTo>
                  <a:pt x="5601315" y="241750"/>
                </a:lnTo>
                <a:lnTo>
                  <a:pt x="5601315" y="324445"/>
                </a:lnTo>
                <a:lnTo>
                  <a:pt x="5606943" y="339634"/>
                </a:lnTo>
                <a:lnTo>
                  <a:pt x="5628176" y="345696"/>
                </a:lnTo>
                <a:lnTo>
                  <a:pt x="5614087" y="241750"/>
                </a:lnTo>
                <a:close/>
              </a:path>
              <a:path w="6441440" h="605155">
                <a:moveTo>
                  <a:pt x="5601315" y="261666"/>
                </a:moveTo>
                <a:lnTo>
                  <a:pt x="5588759" y="261666"/>
                </a:lnTo>
                <a:lnTo>
                  <a:pt x="5588759" y="272490"/>
                </a:lnTo>
                <a:lnTo>
                  <a:pt x="5601315" y="272490"/>
                </a:lnTo>
                <a:lnTo>
                  <a:pt x="5601315" y="261666"/>
                </a:lnTo>
                <a:close/>
              </a:path>
              <a:path w="6441440" h="605155">
                <a:moveTo>
                  <a:pt x="5631838" y="261666"/>
                </a:moveTo>
                <a:lnTo>
                  <a:pt x="5616786" y="261666"/>
                </a:lnTo>
                <a:lnTo>
                  <a:pt x="5618254" y="272490"/>
                </a:lnTo>
                <a:lnTo>
                  <a:pt x="5631838" y="272490"/>
                </a:lnTo>
                <a:lnTo>
                  <a:pt x="5631838" y="261666"/>
                </a:lnTo>
                <a:close/>
              </a:path>
              <a:path w="6441440" h="605155">
                <a:moveTo>
                  <a:pt x="5663823" y="261666"/>
                </a:moveTo>
                <a:lnTo>
                  <a:pt x="5651050" y="261666"/>
                </a:lnTo>
                <a:lnTo>
                  <a:pt x="5651050" y="344794"/>
                </a:lnTo>
                <a:lnTo>
                  <a:pt x="5663823" y="344794"/>
                </a:lnTo>
                <a:lnTo>
                  <a:pt x="5663823" y="261666"/>
                </a:lnTo>
                <a:close/>
              </a:path>
              <a:path w="6441440" h="605155">
                <a:moveTo>
                  <a:pt x="5652909" y="231342"/>
                </a:moveTo>
                <a:lnTo>
                  <a:pt x="5657545" y="247812"/>
                </a:lnTo>
                <a:lnTo>
                  <a:pt x="5660034" y="247812"/>
                </a:lnTo>
                <a:lnTo>
                  <a:pt x="5666637" y="236772"/>
                </a:lnTo>
                <a:lnTo>
                  <a:pt x="5652909" y="231342"/>
                </a:lnTo>
                <a:close/>
              </a:path>
              <a:path w="6441440" h="605155">
                <a:moveTo>
                  <a:pt x="5713265" y="260584"/>
                </a:moveTo>
                <a:lnTo>
                  <a:pt x="5695478" y="269748"/>
                </a:lnTo>
                <a:lnTo>
                  <a:pt x="5684871" y="287860"/>
                </a:lnTo>
                <a:lnTo>
                  <a:pt x="5683319" y="312394"/>
                </a:lnTo>
                <a:lnTo>
                  <a:pt x="5691112" y="332671"/>
                </a:lnTo>
                <a:lnTo>
                  <a:pt x="5707150" y="344758"/>
                </a:lnTo>
                <a:lnTo>
                  <a:pt x="5722068" y="346525"/>
                </a:lnTo>
                <a:lnTo>
                  <a:pt x="5741786" y="342160"/>
                </a:lnTo>
                <a:lnTo>
                  <a:pt x="5747514" y="335052"/>
                </a:lnTo>
                <a:lnTo>
                  <a:pt x="5716909" y="335052"/>
                </a:lnTo>
                <a:lnTo>
                  <a:pt x="5701539" y="326123"/>
                </a:lnTo>
                <a:lnTo>
                  <a:pt x="5699275" y="307560"/>
                </a:lnTo>
                <a:lnTo>
                  <a:pt x="5692411" y="307560"/>
                </a:lnTo>
                <a:lnTo>
                  <a:pt x="5692411" y="296519"/>
                </a:lnTo>
                <a:lnTo>
                  <a:pt x="5697928" y="296519"/>
                </a:lnTo>
                <a:lnTo>
                  <a:pt x="5697083" y="289592"/>
                </a:lnTo>
                <a:lnTo>
                  <a:pt x="5715682" y="272057"/>
                </a:lnTo>
                <a:lnTo>
                  <a:pt x="5745232" y="272057"/>
                </a:lnTo>
                <a:lnTo>
                  <a:pt x="5741659" y="266537"/>
                </a:lnTo>
                <a:lnTo>
                  <a:pt x="5713265" y="260584"/>
                </a:lnTo>
                <a:close/>
              </a:path>
              <a:path w="6441440" h="605155">
                <a:moveTo>
                  <a:pt x="5742850" y="322064"/>
                </a:moveTo>
                <a:lnTo>
                  <a:pt x="5741768" y="324950"/>
                </a:lnTo>
                <a:lnTo>
                  <a:pt x="5716909" y="335052"/>
                </a:lnTo>
                <a:lnTo>
                  <a:pt x="5747514" y="335052"/>
                </a:lnTo>
                <a:lnTo>
                  <a:pt x="5755190" y="325527"/>
                </a:lnTo>
                <a:lnTo>
                  <a:pt x="5742850" y="322064"/>
                </a:lnTo>
                <a:close/>
              </a:path>
              <a:path w="6441440" h="605155">
                <a:moveTo>
                  <a:pt x="5697928" y="296519"/>
                </a:moveTo>
                <a:lnTo>
                  <a:pt x="5692411" y="296519"/>
                </a:lnTo>
                <a:lnTo>
                  <a:pt x="5692411" y="307560"/>
                </a:lnTo>
                <a:lnTo>
                  <a:pt x="5699275" y="307560"/>
                </a:lnTo>
                <a:lnTo>
                  <a:pt x="5697928" y="296519"/>
                </a:lnTo>
                <a:close/>
              </a:path>
              <a:path w="6441440" h="605155">
                <a:moveTo>
                  <a:pt x="5745232" y="272057"/>
                </a:moveTo>
                <a:lnTo>
                  <a:pt x="5715682" y="272057"/>
                </a:lnTo>
                <a:lnTo>
                  <a:pt x="5736212" y="277379"/>
                </a:lnTo>
                <a:lnTo>
                  <a:pt x="5743500" y="296519"/>
                </a:lnTo>
                <a:lnTo>
                  <a:pt x="5697928" y="296519"/>
                </a:lnTo>
                <a:lnTo>
                  <a:pt x="5699275" y="307560"/>
                </a:lnTo>
                <a:lnTo>
                  <a:pt x="5756488" y="307560"/>
                </a:lnTo>
                <a:lnTo>
                  <a:pt x="5755551" y="289592"/>
                </a:lnTo>
                <a:lnTo>
                  <a:pt x="5755460" y="287860"/>
                </a:lnTo>
                <a:lnTo>
                  <a:pt x="5745232" y="272057"/>
                </a:lnTo>
                <a:close/>
              </a:path>
              <a:path w="6441440" h="605155">
                <a:moveTo>
                  <a:pt x="5788263" y="261739"/>
                </a:moveTo>
                <a:lnTo>
                  <a:pt x="5775917" y="261739"/>
                </a:lnTo>
                <a:lnTo>
                  <a:pt x="5775917" y="344794"/>
                </a:lnTo>
                <a:lnTo>
                  <a:pt x="5788689" y="344794"/>
                </a:lnTo>
                <a:lnTo>
                  <a:pt x="5788689" y="294787"/>
                </a:lnTo>
                <a:lnTo>
                  <a:pt x="5793290" y="279057"/>
                </a:lnTo>
                <a:lnTo>
                  <a:pt x="5807459" y="274655"/>
                </a:lnTo>
                <a:lnTo>
                  <a:pt x="5789339" y="274655"/>
                </a:lnTo>
                <a:lnTo>
                  <a:pt x="5788275" y="261883"/>
                </a:lnTo>
                <a:lnTo>
                  <a:pt x="5788263" y="261739"/>
                </a:lnTo>
                <a:close/>
              </a:path>
              <a:path w="6441440" h="605155">
                <a:moveTo>
                  <a:pt x="5833919" y="272057"/>
                </a:moveTo>
                <a:lnTo>
                  <a:pt x="5815821" y="272057"/>
                </a:lnTo>
                <a:lnTo>
                  <a:pt x="5827258" y="281222"/>
                </a:lnTo>
                <a:lnTo>
                  <a:pt x="5828954" y="344794"/>
                </a:lnTo>
                <a:lnTo>
                  <a:pt x="5841726" y="344794"/>
                </a:lnTo>
                <a:lnTo>
                  <a:pt x="5840592" y="281222"/>
                </a:lnTo>
                <a:lnTo>
                  <a:pt x="5840554" y="279057"/>
                </a:lnTo>
                <a:lnTo>
                  <a:pt x="5833919" y="272057"/>
                </a:lnTo>
                <a:close/>
              </a:path>
              <a:path w="6441440" h="605155">
                <a:moveTo>
                  <a:pt x="5824138" y="261739"/>
                </a:moveTo>
                <a:lnTo>
                  <a:pt x="5802183" y="261883"/>
                </a:lnTo>
                <a:lnTo>
                  <a:pt x="5789339" y="274655"/>
                </a:lnTo>
                <a:lnTo>
                  <a:pt x="5807459" y="274655"/>
                </a:lnTo>
                <a:lnTo>
                  <a:pt x="5815821" y="272057"/>
                </a:lnTo>
                <a:lnTo>
                  <a:pt x="5833919" y="272057"/>
                </a:lnTo>
                <a:lnTo>
                  <a:pt x="5824138" y="261739"/>
                </a:lnTo>
                <a:close/>
              </a:path>
              <a:path w="6441440" h="605155">
                <a:moveTo>
                  <a:pt x="5883466" y="241750"/>
                </a:moveTo>
                <a:lnTo>
                  <a:pt x="5870694" y="241750"/>
                </a:lnTo>
                <a:lnTo>
                  <a:pt x="5870694" y="324445"/>
                </a:lnTo>
                <a:lnTo>
                  <a:pt x="5876322" y="339634"/>
                </a:lnTo>
                <a:lnTo>
                  <a:pt x="5897555" y="345696"/>
                </a:lnTo>
                <a:lnTo>
                  <a:pt x="5883466" y="241750"/>
                </a:lnTo>
                <a:close/>
              </a:path>
              <a:path w="6441440" h="605155">
                <a:moveTo>
                  <a:pt x="5870694" y="261666"/>
                </a:moveTo>
                <a:lnTo>
                  <a:pt x="5858138" y="261666"/>
                </a:lnTo>
                <a:lnTo>
                  <a:pt x="5858138" y="272490"/>
                </a:lnTo>
                <a:lnTo>
                  <a:pt x="5870694" y="272490"/>
                </a:lnTo>
                <a:lnTo>
                  <a:pt x="5870694" y="261666"/>
                </a:lnTo>
                <a:close/>
              </a:path>
              <a:path w="6441440" h="605155">
                <a:moveTo>
                  <a:pt x="5901217" y="261666"/>
                </a:moveTo>
                <a:lnTo>
                  <a:pt x="5886165" y="261666"/>
                </a:lnTo>
                <a:lnTo>
                  <a:pt x="5887632" y="272490"/>
                </a:lnTo>
                <a:lnTo>
                  <a:pt x="5901217" y="272490"/>
                </a:lnTo>
                <a:lnTo>
                  <a:pt x="5901217" y="261666"/>
                </a:lnTo>
                <a:close/>
              </a:path>
              <a:path w="6441440" h="605155">
                <a:moveTo>
                  <a:pt x="6008696" y="260584"/>
                </a:moveTo>
                <a:lnTo>
                  <a:pt x="5991847" y="269333"/>
                </a:lnTo>
                <a:lnTo>
                  <a:pt x="5981691" y="287139"/>
                </a:lnTo>
                <a:lnTo>
                  <a:pt x="5980193" y="312250"/>
                </a:lnTo>
                <a:lnTo>
                  <a:pt x="5987680" y="332761"/>
                </a:lnTo>
                <a:lnTo>
                  <a:pt x="6002571" y="344794"/>
                </a:lnTo>
                <a:lnTo>
                  <a:pt x="6015479" y="346525"/>
                </a:lnTo>
                <a:lnTo>
                  <a:pt x="6020819" y="346525"/>
                </a:lnTo>
                <a:lnTo>
                  <a:pt x="6036690" y="335052"/>
                </a:lnTo>
                <a:lnTo>
                  <a:pt x="6011871" y="335052"/>
                </a:lnTo>
                <a:lnTo>
                  <a:pt x="5997511" y="324156"/>
                </a:lnTo>
                <a:lnTo>
                  <a:pt x="5993849" y="292118"/>
                </a:lnTo>
                <a:lnTo>
                  <a:pt x="6007289" y="273446"/>
                </a:lnTo>
                <a:lnTo>
                  <a:pt x="6037604" y="273446"/>
                </a:lnTo>
                <a:lnTo>
                  <a:pt x="6008696" y="260584"/>
                </a:lnTo>
                <a:close/>
              </a:path>
              <a:path w="6441440" h="605155">
                <a:moveTo>
                  <a:pt x="6053579" y="333537"/>
                </a:moveTo>
                <a:lnTo>
                  <a:pt x="6038786" y="333537"/>
                </a:lnTo>
                <a:lnTo>
                  <a:pt x="6041240" y="344794"/>
                </a:lnTo>
                <a:lnTo>
                  <a:pt x="6053579" y="344794"/>
                </a:lnTo>
                <a:lnTo>
                  <a:pt x="6053579" y="333537"/>
                </a:lnTo>
                <a:close/>
              </a:path>
              <a:path w="6441440" h="605155">
                <a:moveTo>
                  <a:pt x="6037604" y="273446"/>
                </a:moveTo>
                <a:lnTo>
                  <a:pt x="6026825" y="273446"/>
                </a:lnTo>
                <a:lnTo>
                  <a:pt x="6040121" y="291594"/>
                </a:lnTo>
                <a:lnTo>
                  <a:pt x="6033735" y="328341"/>
                </a:lnTo>
                <a:lnTo>
                  <a:pt x="6017211" y="335052"/>
                </a:lnTo>
                <a:lnTo>
                  <a:pt x="6036690" y="335052"/>
                </a:lnTo>
                <a:lnTo>
                  <a:pt x="6038786" y="333537"/>
                </a:lnTo>
                <a:lnTo>
                  <a:pt x="6053579" y="333537"/>
                </a:lnTo>
                <a:lnTo>
                  <a:pt x="6053579" y="274872"/>
                </a:lnTo>
                <a:lnTo>
                  <a:pt x="6040807" y="274872"/>
                </a:lnTo>
                <a:lnTo>
                  <a:pt x="6037604" y="273446"/>
                </a:lnTo>
                <a:close/>
              </a:path>
              <a:path w="6441440" h="605155">
                <a:moveTo>
                  <a:pt x="6053579" y="233957"/>
                </a:moveTo>
                <a:lnTo>
                  <a:pt x="6040807" y="233957"/>
                </a:lnTo>
                <a:lnTo>
                  <a:pt x="6040807" y="274872"/>
                </a:lnTo>
                <a:lnTo>
                  <a:pt x="6053579" y="274872"/>
                </a:lnTo>
                <a:lnTo>
                  <a:pt x="6053579" y="233957"/>
                </a:lnTo>
                <a:close/>
              </a:path>
              <a:path w="6441440" h="605155">
                <a:moveTo>
                  <a:pt x="6104794" y="260584"/>
                </a:moveTo>
                <a:lnTo>
                  <a:pt x="6087007" y="269748"/>
                </a:lnTo>
                <a:lnTo>
                  <a:pt x="6076399" y="287860"/>
                </a:lnTo>
                <a:lnTo>
                  <a:pt x="6074848" y="312394"/>
                </a:lnTo>
                <a:lnTo>
                  <a:pt x="6082641" y="332671"/>
                </a:lnTo>
                <a:lnTo>
                  <a:pt x="6098678" y="344758"/>
                </a:lnTo>
                <a:lnTo>
                  <a:pt x="6113597" y="346525"/>
                </a:lnTo>
                <a:lnTo>
                  <a:pt x="6133315" y="342160"/>
                </a:lnTo>
                <a:lnTo>
                  <a:pt x="6139043" y="335052"/>
                </a:lnTo>
                <a:lnTo>
                  <a:pt x="6108438" y="335052"/>
                </a:lnTo>
                <a:lnTo>
                  <a:pt x="6093068" y="326123"/>
                </a:lnTo>
                <a:lnTo>
                  <a:pt x="6090804" y="307560"/>
                </a:lnTo>
                <a:lnTo>
                  <a:pt x="6083940" y="307560"/>
                </a:lnTo>
                <a:lnTo>
                  <a:pt x="6083940" y="296519"/>
                </a:lnTo>
                <a:lnTo>
                  <a:pt x="6089457" y="296519"/>
                </a:lnTo>
                <a:lnTo>
                  <a:pt x="6088612" y="289592"/>
                </a:lnTo>
                <a:lnTo>
                  <a:pt x="6107211" y="272057"/>
                </a:lnTo>
                <a:lnTo>
                  <a:pt x="6136761" y="272057"/>
                </a:lnTo>
                <a:lnTo>
                  <a:pt x="6133188" y="266537"/>
                </a:lnTo>
                <a:lnTo>
                  <a:pt x="6104794" y="260584"/>
                </a:lnTo>
                <a:close/>
              </a:path>
              <a:path w="6441440" h="605155">
                <a:moveTo>
                  <a:pt x="6134379" y="322064"/>
                </a:moveTo>
                <a:lnTo>
                  <a:pt x="6133297" y="324950"/>
                </a:lnTo>
                <a:lnTo>
                  <a:pt x="6108438" y="335052"/>
                </a:lnTo>
                <a:lnTo>
                  <a:pt x="6139043" y="335052"/>
                </a:lnTo>
                <a:lnTo>
                  <a:pt x="6146718" y="325527"/>
                </a:lnTo>
                <a:lnTo>
                  <a:pt x="6134379" y="322064"/>
                </a:lnTo>
                <a:close/>
              </a:path>
              <a:path w="6441440" h="605155">
                <a:moveTo>
                  <a:pt x="6089457" y="296519"/>
                </a:moveTo>
                <a:lnTo>
                  <a:pt x="6083940" y="296519"/>
                </a:lnTo>
                <a:lnTo>
                  <a:pt x="6083940" y="307560"/>
                </a:lnTo>
                <a:lnTo>
                  <a:pt x="6090804" y="307560"/>
                </a:lnTo>
                <a:lnTo>
                  <a:pt x="6089457" y="296519"/>
                </a:lnTo>
                <a:close/>
              </a:path>
              <a:path w="6441440" h="605155">
                <a:moveTo>
                  <a:pt x="6136761" y="272057"/>
                </a:moveTo>
                <a:lnTo>
                  <a:pt x="6107211" y="272057"/>
                </a:lnTo>
                <a:lnTo>
                  <a:pt x="6127741" y="277379"/>
                </a:lnTo>
                <a:lnTo>
                  <a:pt x="6135028" y="296519"/>
                </a:lnTo>
                <a:lnTo>
                  <a:pt x="6089457" y="296519"/>
                </a:lnTo>
                <a:lnTo>
                  <a:pt x="6090804" y="307560"/>
                </a:lnTo>
                <a:lnTo>
                  <a:pt x="6148017" y="307560"/>
                </a:lnTo>
                <a:lnTo>
                  <a:pt x="6147079" y="289592"/>
                </a:lnTo>
                <a:lnTo>
                  <a:pt x="6146989" y="287860"/>
                </a:lnTo>
                <a:lnTo>
                  <a:pt x="6136761" y="272057"/>
                </a:lnTo>
                <a:close/>
              </a:path>
              <a:path w="6441440" h="605155">
                <a:moveTo>
                  <a:pt x="6185847" y="241750"/>
                </a:moveTo>
                <a:lnTo>
                  <a:pt x="6173075" y="241750"/>
                </a:lnTo>
                <a:lnTo>
                  <a:pt x="6173075" y="324445"/>
                </a:lnTo>
                <a:lnTo>
                  <a:pt x="6178703" y="339634"/>
                </a:lnTo>
                <a:lnTo>
                  <a:pt x="6199936" y="345696"/>
                </a:lnTo>
                <a:lnTo>
                  <a:pt x="6185847" y="241750"/>
                </a:lnTo>
                <a:close/>
              </a:path>
              <a:path w="6441440" h="605155">
                <a:moveTo>
                  <a:pt x="6173075" y="261666"/>
                </a:moveTo>
                <a:lnTo>
                  <a:pt x="6160519" y="261666"/>
                </a:lnTo>
                <a:lnTo>
                  <a:pt x="6160519" y="272490"/>
                </a:lnTo>
                <a:lnTo>
                  <a:pt x="6173075" y="272490"/>
                </a:lnTo>
                <a:lnTo>
                  <a:pt x="6173075" y="261666"/>
                </a:lnTo>
                <a:close/>
              </a:path>
              <a:path w="6441440" h="605155">
                <a:moveTo>
                  <a:pt x="6203598" y="261666"/>
                </a:moveTo>
                <a:lnTo>
                  <a:pt x="6188546" y="261666"/>
                </a:lnTo>
                <a:lnTo>
                  <a:pt x="6190013" y="272490"/>
                </a:lnTo>
                <a:lnTo>
                  <a:pt x="6203598" y="272490"/>
                </a:lnTo>
                <a:lnTo>
                  <a:pt x="6203598" y="261666"/>
                </a:lnTo>
                <a:close/>
              </a:path>
              <a:path w="6441440" h="605155">
                <a:moveTo>
                  <a:pt x="6280185" y="273176"/>
                </a:moveTo>
                <a:lnTo>
                  <a:pt x="6244187" y="273176"/>
                </a:lnTo>
                <a:lnTo>
                  <a:pt x="6265330" y="273320"/>
                </a:lnTo>
                <a:lnTo>
                  <a:pt x="6272600" y="288726"/>
                </a:lnTo>
                <a:lnTo>
                  <a:pt x="6219852" y="312575"/>
                </a:lnTo>
                <a:lnTo>
                  <a:pt x="6225228" y="338841"/>
                </a:lnTo>
                <a:lnTo>
                  <a:pt x="6247272" y="346742"/>
                </a:lnTo>
                <a:lnTo>
                  <a:pt x="6252107" y="346742"/>
                </a:lnTo>
                <a:lnTo>
                  <a:pt x="6271084" y="335341"/>
                </a:lnTo>
                <a:lnTo>
                  <a:pt x="6244233" y="335341"/>
                </a:lnTo>
                <a:lnTo>
                  <a:pt x="6231686" y="326285"/>
                </a:lnTo>
                <a:lnTo>
                  <a:pt x="6235950" y="312575"/>
                </a:lnTo>
                <a:lnTo>
                  <a:pt x="6236051" y="312250"/>
                </a:lnTo>
                <a:lnTo>
                  <a:pt x="6285372" y="312250"/>
                </a:lnTo>
                <a:lnTo>
                  <a:pt x="6285372" y="283422"/>
                </a:lnTo>
                <a:lnTo>
                  <a:pt x="6280258" y="273320"/>
                </a:lnTo>
                <a:lnTo>
                  <a:pt x="6280185" y="273176"/>
                </a:lnTo>
                <a:close/>
              </a:path>
              <a:path w="6441440" h="605155">
                <a:moveTo>
                  <a:pt x="6285372" y="312250"/>
                </a:moveTo>
                <a:lnTo>
                  <a:pt x="6236051" y="312250"/>
                </a:lnTo>
                <a:lnTo>
                  <a:pt x="6272600" y="314703"/>
                </a:lnTo>
                <a:lnTo>
                  <a:pt x="6268126" y="327746"/>
                </a:lnTo>
                <a:lnTo>
                  <a:pt x="6249039" y="335341"/>
                </a:lnTo>
                <a:lnTo>
                  <a:pt x="6271084" y="335341"/>
                </a:lnTo>
                <a:lnTo>
                  <a:pt x="6272600" y="344794"/>
                </a:lnTo>
                <a:lnTo>
                  <a:pt x="6285372" y="344794"/>
                </a:lnTo>
                <a:lnTo>
                  <a:pt x="6285372" y="312250"/>
                </a:lnTo>
                <a:close/>
              </a:path>
              <a:path w="6441440" h="605155">
                <a:moveTo>
                  <a:pt x="6237567" y="263434"/>
                </a:moveTo>
                <a:lnTo>
                  <a:pt x="6221295" y="280067"/>
                </a:lnTo>
                <a:lnTo>
                  <a:pt x="6233417" y="284397"/>
                </a:lnTo>
                <a:lnTo>
                  <a:pt x="6244187" y="273176"/>
                </a:lnTo>
                <a:lnTo>
                  <a:pt x="6280185" y="273176"/>
                </a:lnTo>
                <a:lnTo>
                  <a:pt x="6277236" y="267349"/>
                </a:lnTo>
                <a:lnTo>
                  <a:pt x="6237567" y="263434"/>
                </a:lnTo>
                <a:close/>
              </a:path>
              <a:path w="6441440" h="605155">
                <a:moveTo>
                  <a:pt x="6321456" y="261666"/>
                </a:moveTo>
                <a:lnTo>
                  <a:pt x="6308684" y="261666"/>
                </a:lnTo>
                <a:lnTo>
                  <a:pt x="6308684" y="344794"/>
                </a:lnTo>
                <a:lnTo>
                  <a:pt x="6321456" y="344794"/>
                </a:lnTo>
                <a:lnTo>
                  <a:pt x="6321456" y="261666"/>
                </a:lnTo>
                <a:close/>
              </a:path>
              <a:path w="6441440" h="605155">
                <a:moveTo>
                  <a:pt x="6310542" y="231342"/>
                </a:moveTo>
                <a:lnTo>
                  <a:pt x="6315178" y="247812"/>
                </a:lnTo>
                <a:lnTo>
                  <a:pt x="6317668" y="247812"/>
                </a:lnTo>
                <a:lnTo>
                  <a:pt x="6324270" y="236772"/>
                </a:lnTo>
                <a:lnTo>
                  <a:pt x="6310542" y="231342"/>
                </a:lnTo>
                <a:close/>
              </a:path>
              <a:path w="6441440" h="605155">
                <a:moveTo>
                  <a:pt x="6357621" y="233957"/>
                </a:moveTo>
                <a:lnTo>
                  <a:pt x="6344849" y="233957"/>
                </a:lnTo>
                <a:lnTo>
                  <a:pt x="6344849" y="344794"/>
                </a:lnTo>
                <a:lnTo>
                  <a:pt x="6357621" y="344794"/>
                </a:lnTo>
                <a:lnTo>
                  <a:pt x="6357621" y="233957"/>
                </a:lnTo>
                <a:close/>
              </a:path>
              <a:path w="6441440" h="605155">
                <a:moveTo>
                  <a:pt x="6389457" y="321847"/>
                </a:moveTo>
                <a:lnTo>
                  <a:pt x="6377334" y="324878"/>
                </a:lnTo>
                <a:lnTo>
                  <a:pt x="6378814" y="331949"/>
                </a:lnTo>
                <a:lnTo>
                  <a:pt x="6393444" y="344685"/>
                </a:lnTo>
                <a:lnTo>
                  <a:pt x="6415398" y="346525"/>
                </a:lnTo>
                <a:lnTo>
                  <a:pt x="6434593" y="338155"/>
                </a:lnTo>
                <a:lnTo>
                  <a:pt x="6435815" y="334150"/>
                </a:lnTo>
                <a:lnTo>
                  <a:pt x="6399253" y="334150"/>
                </a:lnTo>
                <a:lnTo>
                  <a:pt x="6389457" y="321847"/>
                </a:lnTo>
                <a:close/>
              </a:path>
              <a:path w="6441440" h="605155">
                <a:moveTo>
                  <a:pt x="6410455" y="260584"/>
                </a:moveTo>
                <a:lnTo>
                  <a:pt x="6386553" y="268558"/>
                </a:lnTo>
                <a:lnTo>
                  <a:pt x="6379932" y="290350"/>
                </a:lnTo>
                <a:lnTo>
                  <a:pt x="6388808" y="302743"/>
                </a:lnTo>
                <a:lnTo>
                  <a:pt x="6423155" y="313044"/>
                </a:lnTo>
                <a:lnTo>
                  <a:pt x="6428206" y="325852"/>
                </a:lnTo>
                <a:lnTo>
                  <a:pt x="6419403" y="334006"/>
                </a:lnTo>
                <a:lnTo>
                  <a:pt x="6399253" y="334150"/>
                </a:lnTo>
                <a:lnTo>
                  <a:pt x="6435815" y="334150"/>
                </a:lnTo>
                <a:lnTo>
                  <a:pt x="6441412" y="315822"/>
                </a:lnTo>
                <a:lnTo>
                  <a:pt x="6432301" y="303681"/>
                </a:lnTo>
                <a:lnTo>
                  <a:pt x="6393859" y="289646"/>
                </a:lnTo>
                <a:lnTo>
                  <a:pt x="6394260" y="280283"/>
                </a:lnTo>
                <a:lnTo>
                  <a:pt x="6394382" y="277451"/>
                </a:lnTo>
                <a:lnTo>
                  <a:pt x="6414171" y="271624"/>
                </a:lnTo>
                <a:lnTo>
                  <a:pt x="6434988" y="271624"/>
                </a:lnTo>
                <a:lnTo>
                  <a:pt x="6425140" y="262388"/>
                </a:lnTo>
                <a:lnTo>
                  <a:pt x="6410455" y="260584"/>
                </a:lnTo>
                <a:close/>
              </a:path>
              <a:path w="6441440" h="605155">
                <a:moveTo>
                  <a:pt x="6434988" y="271624"/>
                </a:moveTo>
                <a:lnTo>
                  <a:pt x="6414171" y="271624"/>
                </a:lnTo>
                <a:lnTo>
                  <a:pt x="6428423" y="283531"/>
                </a:lnTo>
                <a:lnTo>
                  <a:pt x="6439896" y="280283"/>
                </a:lnTo>
                <a:lnTo>
                  <a:pt x="6437912" y="274366"/>
                </a:lnTo>
                <a:lnTo>
                  <a:pt x="6434988" y="271624"/>
                </a:lnTo>
                <a:close/>
              </a:path>
              <a:path w="6441440" h="605155">
                <a:moveTo>
                  <a:pt x="206113" y="501776"/>
                </a:moveTo>
                <a:lnTo>
                  <a:pt x="170115" y="501776"/>
                </a:lnTo>
                <a:lnTo>
                  <a:pt x="191257" y="501920"/>
                </a:lnTo>
                <a:lnTo>
                  <a:pt x="198527" y="517326"/>
                </a:lnTo>
                <a:lnTo>
                  <a:pt x="145779" y="541175"/>
                </a:lnTo>
                <a:lnTo>
                  <a:pt x="151155" y="567441"/>
                </a:lnTo>
                <a:lnTo>
                  <a:pt x="173199" y="575342"/>
                </a:lnTo>
                <a:lnTo>
                  <a:pt x="178034" y="575342"/>
                </a:lnTo>
                <a:lnTo>
                  <a:pt x="197012" y="563941"/>
                </a:lnTo>
                <a:lnTo>
                  <a:pt x="170160" y="563941"/>
                </a:lnTo>
                <a:lnTo>
                  <a:pt x="157613" y="554885"/>
                </a:lnTo>
                <a:lnTo>
                  <a:pt x="161878" y="541175"/>
                </a:lnTo>
                <a:lnTo>
                  <a:pt x="161979" y="540850"/>
                </a:lnTo>
                <a:lnTo>
                  <a:pt x="211299" y="540850"/>
                </a:lnTo>
                <a:lnTo>
                  <a:pt x="211299" y="512022"/>
                </a:lnTo>
                <a:lnTo>
                  <a:pt x="206186" y="501920"/>
                </a:lnTo>
                <a:lnTo>
                  <a:pt x="206113" y="501776"/>
                </a:lnTo>
                <a:close/>
              </a:path>
              <a:path w="6441440" h="605155">
                <a:moveTo>
                  <a:pt x="211299" y="540850"/>
                </a:moveTo>
                <a:lnTo>
                  <a:pt x="161979" y="540850"/>
                </a:lnTo>
                <a:lnTo>
                  <a:pt x="198527" y="543303"/>
                </a:lnTo>
                <a:lnTo>
                  <a:pt x="194053" y="556346"/>
                </a:lnTo>
                <a:lnTo>
                  <a:pt x="174966" y="563941"/>
                </a:lnTo>
                <a:lnTo>
                  <a:pt x="197012" y="563941"/>
                </a:lnTo>
                <a:lnTo>
                  <a:pt x="198527" y="573394"/>
                </a:lnTo>
                <a:lnTo>
                  <a:pt x="211299" y="573394"/>
                </a:lnTo>
                <a:lnTo>
                  <a:pt x="211299" y="540850"/>
                </a:lnTo>
                <a:close/>
              </a:path>
              <a:path w="6441440" h="605155">
                <a:moveTo>
                  <a:pt x="163494" y="492034"/>
                </a:moveTo>
                <a:lnTo>
                  <a:pt x="147222" y="508667"/>
                </a:lnTo>
                <a:lnTo>
                  <a:pt x="159345" y="512996"/>
                </a:lnTo>
                <a:lnTo>
                  <a:pt x="170115" y="501776"/>
                </a:lnTo>
                <a:lnTo>
                  <a:pt x="206113" y="501776"/>
                </a:lnTo>
                <a:lnTo>
                  <a:pt x="203163" y="495949"/>
                </a:lnTo>
                <a:lnTo>
                  <a:pt x="163494" y="492034"/>
                </a:lnTo>
                <a:close/>
              </a:path>
              <a:path w="6441440" h="605155">
                <a:moveTo>
                  <a:pt x="246950" y="490266"/>
                </a:moveTo>
                <a:lnTo>
                  <a:pt x="234611" y="490266"/>
                </a:lnTo>
                <a:lnTo>
                  <a:pt x="234611" y="573394"/>
                </a:lnTo>
                <a:lnTo>
                  <a:pt x="247383" y="573394"/>
                </a:lnTo>
                <a:lnTo>
                  <a:pt x="248285" y="513700"/>
                </a:lnTo>
                <a:lnTo>
                  <a:pt x="265925" y="502822"/>
                </a:lnTo>
                <a:lnTo>
                  <a:pt x="247816" y="502822"/>
                </a:lnTo>
                <a:lnTo>
                  <a:pt x="246950" y="490266"/>
                </a:lnTo>
                <a:close/>
              </a:path>
              <a:path w="6441440" h="605155">
                <a:moveTo>
                  <a:pt x="264485" y="488968"/>
                </a:moveTo>
                <a:lnTo>
                  <a:pt x="247816" y="502822"/>
                </a:lnTo>
                <a:lnTo>
                  <a:pt x="265925" y="502822"/>
                </a:lnTo>
                <a:lnTo>
                  <a:pt x="268382" y="501307"/>
                </a:lnTo>
                <a:lnTo>
                  <a:pt x="276175" y="489184"/>
                </a:lnTo>
                <a:lnTo>
                  <a:pt x="264485" y="488968"/>
                </a:lnTo>
                <a:close/>
              </a:path>
              <a:path w="6441440" h="605155">
                <a:moveTo>
                  <a:pt x="314834" y="489184"/>
                </a:moveTo>
                <a:lnTo>
                  <a:pt x="297047" y="498348"/>
                </a:lnTo>
                <a:lnTo>
                  <a:pt x="286440" y="516460"/>
                </a:lnTo>
                <a:lnTo>
                  <a:pt x="284888" y="540994"/>
                </a:lnTo>
                <a:lnTo>
                  <a:pt x="292681" y="561271"/>
                </a:lnTo>
                <a:lnTo>
                  <a:pt x="308719" y="573358"/>
                </a:lnTo>
                <a:lnTo>
                  <a:pt x="323638" y="575125"/>
                </a:lnTo>
                <a:lnTo>
                  <a:pt x="343355" y="570760"/>
                </a:lnTo>
                <a:lnTo>
                  <a:pt x="349083" y="563652"/>
                </a:lnTo>
                <a:lnTo>
                  <a:pt x="318478" y="563652"/>
                </a:lnTo>
                <a:lnTo>
                  <a:pt x="303108" y="554722"/>
                </a:lnTo>
                <a:lnTo>
                  <a:pt x="300844" y="536160"/>
                </a:lnTo>
                <a:lnTo>
                  <a:pt x="293980" y="536160"/>
                </a:lnTo>
                <a:lnTo>
                  <a:pt x="293980" y="525119"/>
                </a:lnTo>
                <a:lnTo>
                  <a:pt x="299497" y="525119"/>
                </a:lnTo>
                <a:lnTo>
                  <a:pt x="298652" y="518192"/>
                </a:lnTo>
                <a:lnTo>
                  <a:pt x="317251" y="500657"/>
                </a:lnTo>
                <a:lnTo>
                  <a:pt x="346801" y="500657"/>
                </a:lnTo>
                <a:lnTo>
                  <a:pt x="343229" y="495137"/>
                </a:lnTo>
                <a:lnTo>
                  <a:pt x="314834" y="489184"/>
                </a:lnTo>
                <a:close/>
              </a:path>
              <a:path w="6441440" h="605155">
                <a:moveTo>
                  <a:pt x="344419" y="550664"/>
                </a:moveTo>
                <a:lnTo>
                  <a:pt x="343337" y="553550"/>
                </a:lnTo>
                <a:lnTo>
                  <a:pt x="318478" y="563652"/>
                </a:lnTo>
                <a:lnTo>
                  <a:pt x="349083" y="563652"/>
                </a:lnTo>
                <a:lnTo>
                  <a:pt x="356759" y="554127"/>
                </a:lnTo>
                <a:lnTo>
                  <a:pt x="344419" y="550664"/>
                </a:lnTo>
                <a:close/>
              </a:path>
              <a:path w="6441440" h="605155">
                <a:moveTo>
                  <a:pt x="299497" y="525119"/>
                </a:moveTo>
                <a:lnTo>
                  <a:pt x="293980" y="525119"/>
                </a:lnTo>
                <a:lnTo>
                  <a:pt x="293980" y="536160"/>
                </a:lnTo>
                <a:lnTo>
                  <a:pt x="300844" y="536160"/>
                </a:lnTo>
                <a:lnTo>
                  <a:pt x="299497" y="525119"/>
                </a:lnTo>
                <a:close/>
              </a:path>
              <a:path w="6441440" h="605155">
                <a:moveTo>
                  <a:pt x="346801" y="500657"/>
                </a:moveTo>
                <a:lnTo>
                  <a:pt x="317251" y="500657"/>
                </a:lnTo>
                <a:lnTo>
                  <a:pt x="337781" y="505979"/>
                </a:lnTo>
                <a:lnTo>
                  <a:pt x="345069" y="525119"/>
                </a:lnTo>
                <a:lnTo>
                  <a:pt x="299497" y="525119"/>
                </a:lnTo>
                <a:lnTo>
                  <a:pt x="300844" y="536160"/>
                </a:lnTo>
                <a:lnTo>
                  <a:pt x="358057" y="536160"/>
                </a:lnTo>
                <a:lnTo>
                  <a:pt x="357120" y="518192"/>
                </a:lnTo>
                <a:lnTo>
                  <a:pt x="357029" y="516460"/>
                </a:lnTo>
                <a:lnTo>
                  <a:pt x="346801" y="500657"/>
                </a:lnTo>
                <a:close/>
              </a:path>
              <a:path w="6441440" h="605155">
                <a:moveTo>
                  <a:pt x="438749" y="470350"/>
                </a:moveTo>
                <a:lnTo>
                  <a:pt x="425977" y="470350"/>
                </a:lnTo>
                <a:lnTo>
                  <a:pt x="425977" y="553045"/>
                </a:lnTo>
                <a:lnTo>
                  <a:pt x="431606" y="568234"/>
                </a:lnTo>
                <a:lnTo>
                  <a:pt x="452838" y="574296"/>
                </a:lnTo>
                <a:lnTo>
                  <a:pt x="438749" y="470350"/>
                </a:lnTo>
                <a:close/>
              </a:path>
              <a:path w="6441440" h="605155">
                <a:moveTo>
                  <a:pt x="425977" y="490266"/>
                </a:moveTo>
                <a:lnTo>
                  <a:pt x="413421" y="490266"/>
                </a:lnTo>
                <a:lnTo>
                  <a:pt x="413421" y="501090"/>
                </a:lnTo>
                <a:lnTo>
                  <a:pt x="425977" y="501090"/>
                </a:lnTo>
                <a:lnTo>
                  <a:pt x="425977" y="490266"/>
                </a:lnTo>
                <a:close/>
              </a:path>
              <a:path w="6441440" h="605155">
                <a:moveTo>
                  <a:pt x="456500" y="490266"/>
                </a:moveTo>
                <a:lnTo>
                  <a:pt x="441449" y="490266"/>
                </a:lnTo>
                <a:lnTo>
                  <a:pt x="442916" y="501090"/>
                </a:lnTo>
                <a:lnTo>
                  <a:pt x="456500" y="501090"/>
                </a:lnTo>
                <a:lnTo>
                  <a:pt x="456500" y="490266"/>
                </a:lnTo>
                <a:close/>
              </a:path>
              <a:path w="6441440" h="605155">
                <a:moveTo>
                  <a:pt x="490271" y="462557"/>
                </a:moveTo>
                <a:lnTo>
                  <a:pt x="477499" y="462557"/>
                </a:lnTo>
                <a:lnTo>
                  <a:pt x="477499" y="573394"/>
                </a:lnTo>
                <a:lnTo>
                  <a:pt x="490271" y="573394"/>
                </a:lnTo>
                <a:lnTo>
                  <a:pt x="490271" y="523387"/>
                </a:lnTo>
                <a:lnTo>
                  <a:pt x="494997" y="507657"/>
                </a:lnTo>
                <a:lnTo>
                  <a:pt x="509564" y="503255"/>
                </a:lnTo>
                <a:lnTo>
                  <a:pt x="491353" y="503255"/>
                </a:lnTo>
                <a:lnTo>
                  <a:pt x="490271" y="462557"/>
                </a:lnTo>
                <a:close/>
              </a:path>
              <a:path w="6441440" h="605155">
                <a:moveTo>
                  <a:pt x="538889" y="500657"/>
                </a:moveTo>
                <a:lnTo>
                  <a:pt x="518160" y="500657"/>
                </a:lnTo>
                <a:lnTo>
                  <a:pt x="529688" y="509731"/>
                </a:lnTo>
                <a:lnTo>
                  <a:pt x="531402" y="573394"/>
                </a:lnTo>
                <a:lnTo>
                  <a:pt x="544174" y="573394"/>
                </a:lnTo>
                <a:lnTo>
                  <a:pt x="544174" y="520573"/>
                </a:lnTo>
                <a:lnTo>
                  <a:pt x="538889" y="500657"/>
                </a:lnTo>
                <a:close/>
              </a:path>
              <a:path w="6441440" h="605155">
                <a:moveTo>
                  <a:pt x="526441" y="490321"/>
                </a:moveTo>
                <a:lnTo>
                  <a:pt x="504053" y="490465"/>
                </a:lnTo>
                <a:lnTo>
                  <a:pt x="491353" y="503255"/>
                </a:lnTo>
                <a:lnTo>
                  <a:pt x="509564" y="503255"/>
                </a:lnTo>
                <a:lnTo>
                  <a:pt x="518160" y="500657"/>
                </a:lnTo>
                <a:lnTo>
                  <a:pt x="538889" y="500657"/>
                </a:lnTo>
                <a:lnTo>
                  <a:pt x="538257" y="498276"/>
                </a:lnTo>
                <a:lnTo>
                  <a:pt x="526441" y="490321"/>
                </a:lnTo>
                <a:close/>
              </a:path>
              <a:path w="6441440" h="605155">
                <a:moveTo>
                  <a:pt x="593589" y="489184"/>
                </a:moveTo>
                <a:lnTo>
                  <a:pt x="575802" y="498348"/>
                </a:lnTo>
                <a:lnTo>
                  <a:pt x="565195" y="516460"/>
                </a:lnTo>
                <a:lnTo>
                  <a:pt x="563643" y="540994"/>
                </a:lnTo>
                <a:lnTo>
                  <a:pt x="571436" y="561271"/>
                </a:lnTo>
                <a:lnTo>
                  <a:pt x="587474" y="573358"/>
                </a:lnTo>
                <a:lnTo>
                  <a:pt x="602393" y="575125"/>
                </a:lnTo>
                <a:lnTo>
                  <a:pt x="622110" y="570760"/>
                </a:lnTo>
                <a:lnTo>
                  <a:pt x="627838" y="563652"/>
                </a:lnTo>
                <a:lnTo>
                  <a:pt x="597233" y="563652"/>
                </a:lnTo>
                <a:lnTo>
                  <a:pt x="581863" y="554722"/>
                </a:lnTo>
                <a:lnTo>
                  <a:pt x="579599" y="536160"/>
                </a:lnTo>
                <a:lnTo>
                  <a:pt x="572735" y="536160"/>
                </a:lnTo>
                <a:lnTo>
                  <a:pt x="572735" y="525119"/>
                </a:lnTo>
                <a:lnTo>
                  <a:pt x="578253" y="525119"/>
                </a:lnTo>
                <a:lnTo>
                  <a:pt x="577408" y="518192"/>
                </a:lnTo>
                <a:lnTo>
                  <a:pt x="596007" y="500657"/>
                </a:lnTo>
                <a:lnTo>
                  <a:pt x="625556" y="500657"/>
                </a:lnTo>
                <a:lnTo>
                  <a:pt x="621984" y="495137"/>
                </a:lnTo>
                <a:lnTo>
                  <a:pt x="593589" y="489184"/>
                </a:lnTo>
                <a:close/>
              </a:path>
              <a:path w="6441440" h="605155">
                <a:moveTo>
                  <a:pt x="623174" y="550664"/>
                </a:moveTo>
                <a:lnTo>
                  <a:pt x="622092" y="553550"/>
                </a:lnTo>
                <a:lnTo>
                  <a:pt x="597233" y="563652"/>
                </a:lnTo>
                <a:lnTo>
                  <a:pt x="627838" y="563652"/>
                </a:lnTo>
                <a:lnTo>
                  <a:pt x="635514" y="554127"/>
                </a:lnTo>
                <a:lnTo>
                  <a:pt x="623174" y="550664"/>
                </a:lnTo>
                <a:close/>
              </a:path>
              <a:path w="6441440" h="605155">
                <a:moveTo>
                  <a:pt x="578253" y="525119"/>
                </a:moveTo>
                <a:lnTo>
                  <a:pt x="572735" y="525119"/>
                </a:lnTo>
                <a:lnTo>
                  <a:pt x="572735" y="536160"/>
                </a:lnTo>
                <a:lnTo>
                  <a:pt x="579599" y="536160"/>
                </a:lnTo>
                <a:lnTo>
                  <a:pt x="578253" y="525119"/>
                </a:lnTo>
                <a:close/>
              </a:path>
              <a:path w="6441440" h="605155">
                <a:moveTo>
                  <a:pt x="625556" y="500657"/>
                </a:moveTo>
                <a:lnTo>
                  <a:pt x="596007" y="500657"/>
                </a:lnTo>
                <a:lnTo>
                  <a:pt x="616536" y="505979"/>
                </a:lnTo>
                <a:lnTo>
                  <a:pt x="623824" y="525119"/>
                </a:lnTo>
                <a:lnTo>
                  <a:pt x="578253" y="525119"/>
                </a:lnTo>
                <a:lnTo>
                  <a:pt x="579599" y="536160"/>
                </a:lnTo>
                <a:lnTo>
                  <a:pt x="636812" y="536160"/>
                </a:lnTo>
                <a:lnTo>
                  <a:pt x="635875" y="518192"/>
                </a:lnTo>
                <a:lnTo>
                  <a:pt x="635784" y="516460"/>
                </a:lnTo>
                <a:lnTo>
                  <a:pt x="625556" y="500657"/>
                </a:lnTo>
                <a:close/>
              </a:path>
              <a:path w="6441440" h="605155">
                <a:moveTo>
                  <a:pt x="668587" y="490339"/>
                </a:moveTo>
                <a:lnTo>
                  <a:pt x="656241" y="490339"/>
                </a:lnTo>
                <a:lnTo>
                  <a:pt x="656241" y="573394"/>
                </a:lnTo>
                <a:lnTo>
                  <a:pt x="669013" y="573394"/>
                </a:lnTo>
                <a:lnTo>
                  <a:pt x="669013" y="523387"/>
                </a:lnTo>
                <a:lnTo>
                  <a:pt x="673614" y="507657"/>
                </a:lnTo>
                <a:lnTo>
                  <a:pt x="687783" y="503255"/>
                </a:lnTo>
                <a:lnTo>
                  <a:pt x="669663" y="503255"/>
                </a:lnTo>
                <a:lnTo>
                  <a:pt x="668599" y="490483"/>
                </a:lnTo>
                <a:lnTo>
                  <a:pt x="668587" y="490339"/>
                </a:lnTo>
                <a:close/>
              </a:path>
              <a:path w="6441440" h="605155">
                <a:moveTo>
                  <a:pt x="714243" y="500657"/>
                </a:moveTo>
                <a:lnTo>
                  <a:pt x="696145" y="500657"/>
                </a:lnTo>
                <a:lnTo>
                  <a:pt x="707583" y="509821"/>
                </a:lnTo>
                <a:lnTo>
                  <a:pt x="709278" y="573394"/>
                </a:lnTo>
                <a:lnTo>
                  <a:pt x="722050" y="573394"/>
                </a:lnTo>
                <a:lnTo>
                  <a:pt x="720916" y="509821"/>
                </a:lnTo>
                <a:lnTo>
                  <a:pt x="720878" y="507657"/>
                </a:lnTo>
                <a:lnTo>
                  <a:pt x="714243" y="500657"/>
                </a:lnTo>
                <a:close/>
              </a:path>
              <a:path w="6441440" h="605155">
                <a:moveTo>
                  <a:pt x="704462" y="490339"/>
                </a:moveTo>
                <a:lnTo>
                  <a:pt x="682507" y="490483"/>
                </a:lnTo>
                <a:lnTo>
                  <a:pt x="669663" y="503255"/>
                </a:lnTo>
                <a:lnTo>
                  <a:pt x="687783" y="503255"/>
                </a:lnTo>
                <a:lnTo>
                  <a:pt x="696145" y="500657"/>
                </a:lnTo>
                <a:lnTo>
                  <a:pt x="714243" y="500657"/>
                </a:lnTo>
                <a:lnTo>
                  <a:pt x="704462" y="490339"/>
                </a:lnTo>
                <a:close/>
              </a:path>
              <a:path w="6441440" h="605155">
                <a:moveTo>
                  <a:pt x="812858" y="489184"/>
                </a:moveTo>
                <a:lnTo>
                  <a:pt x="796009" y="497933"/>
                </a:lnTo>
                <a:lnTo>
                  <a:pt x="785853" y="515739"/>
                </a:lnTo>
                <a:lnTo>
                  <a:pt x="784355" y="540850"/>
                </a:lnTo>
                <a:lnTo>
                  <a:pt x="791842" y="561361"/>
                </a:lnTo>
                <a:lnTo>
                  <a:pt x="806733" y="573394"/>
                </a:lnTo>
                <a:lnTo>
                  <a:pt x="819641" y="575125"/>
                </a:lnTo>
                <a:lnTo>
                  <a:pt x="824981" y="575125"/>
                </a:lnTo>
                <a:lnTo>
                  <a:pt x="840852" y="563652"/>
                </a:lnTo>
                <a:lnTo>
                  <a:pt x="816033" y="563652"/>
                </a:lnTo>
                <a:lnTo>
                  <a:pt x="801673" y="552756"/>
                </a:lnTo>
                <a:lnTo>
                  <a:pt x="798011" y="520718"/>
                </a:lnTo>
                <a:lnTo>
                  <a:pt x="811451" y="502046"/>
                </a:lnTo>
                <a:lnTo>
                  <a:pt x="841766" y="502046"/>
                </a:lnTo>
                <a:lnTo>
                  <a:pt x="812858" y="489184"/>
                </a:lnTo>
                <a:close/>
              </a:path>
              <a:path w="6441440" h="605155">
                <a:moveTo>
                  <a:pt x="857741" y="562137"/>
                </a:moveTo>
                <a:lnTo>
                  <a:pt x="842948" y="562137"/>
                </a:lnTo>
                <a:lnTo>
                  <a:pt x="845402" y="573394"/>
                </a:lnTo>
                <a:lnTo>
                  <a:pt x="857741" y="573394"/>
                </a:lnTo>
                <a:lnTo>
                  <a:pt x="857741" y="562137"/>
                </a:lnTo>
                <a:close/>
              </a:path>
              <a:path w="6441440" h="605155">
                <a:moveTo>
                  <a:pt x="841766" y="502046"/>
                </a:moveTo>
                <a:lnTo>
                  <a:pt x="830987" y="502046"/>
                </a:lnTo>
                <a:lnTo>
                  <a:pt x="844283" y="520194"/>
                </a:lnTo>
                <a:lnTo>
                  <a:pt x="837897" y="556941"/>
                </a:lnTo>
                <a:lnTo>
                  <a:pt x="821373" y="563652"/>
                </a:lnTo>
                <a:lnTo>
                  <a:pt x="840852" y="563652"/>
                </a:lnTo>
                <a:lnTo>
                  <a:pt x="842948" y="562137"/>
                </a:lnTo>
                <a:lnTo>
                  <a:pt x="857741" y="562137"/>
                </a:lnTo>
                <a:lnTo>
                  <a:pt x="857741" y="503471"/>
                </a:lnTo>
                <a:lnTo>
                  <a:pt x="844969" y="503471"/>
                </a:lnTo>
                <a:lnTo>
                  <a:pt x="841766" y="502046"/>
                </a:lnTo>
                <a:close/>
              </a:path>
              <a:path w="6441440" h="605155">
                <a:moveTo>
                  <a:pt x="857741" y="462557"/>
                </a:moveTo>
                <a:lnTo>
                  <a:pt x="844969" y="462557"/>
                </a:lnTo>
                <a:lnTo>
                  <a:pt x="844969" y="503471"/>
                </a:lnTo>
                <a:lnTo>
                  <a:pt x="857741" y="503471"/>
                </a:lnTo>
                <a:lnTo>
                  <a:pt x="857741" y="462557"/>
                </a:lnTo>
                <a:close/>
              </a:path>
              <a:path w="6441440" h="605155">
                <a:moveTo>
                  <a:pt x="895679" y="490266"/>
                </a:moveTo>
                <a:lnTo>
                  <a:pt x="882907" y="490266"/>
                </a:lnTo>
                <a:lnTo>
                  <a:pt x="882907" y="573394"/>
                </a:lnTo>
                <a:lnTo>
                  <a:pt x="895679" y="573394"/>
                </a:lnTo>
                <a:lnTo>
                  <a:pt x="895679" y="490266"/>
                </a:lnTo>
                <a:close/>
              </a:path>
              <a:path w="6441440" h="605155">
                <a:moveTo>
                  <a:pt x="884765" y="459942"/>
                </a:moveTo>
                <a:lnTo>
                  <a:pt x="889401" y="476412"/>
                </a:lnTo>
                <a:lnTo>
                  <a:pt x="891890" y="476412"/>
                </a:lnTo>
                <a:lnTo>
                  <a:pt x="898493" y="465372"/>
                </a:lnTo>
                <a:lnTo>
                  <a:pt x="884765" y="459942"/>
                </a:lnTo>
                <a:close/>
              </a:path>
              <a:path w="6441440" h="605155">
                <a:moveTo>
                  <a:pt x="927514" y="550447"/>
                </a:moveTo>
                <a:lnTo>
                  <a:pt x="915392" y="553478"/>
                </a:lnTo>
                <a:lnTo>
                  <a:pt x="916871" y="560549"/>
                </a:lnTo>
                <a:lnTo>
                  <a:pt x="931501" y="573285"/>
                </a:lnTo>
                <a:lnTo>
                  <a:pt x="953456" y="575125"/>
                </a:lnTo>
                <a:lnTo>
                  <a:pt x="972650" y="566755"/>
                </a:lnTo>
                <a:lnTo>
                  <a:pt x="973873" y="562750"/>
                </a:lnTo>
                <a:lnTo>
                  <a:pt x="937310" y="562750"/>
                </a:lnTo>
                <a:lnTo>
                  <a:pt x="927514" y="550447"/>
                </a:lnTo>
                <a:close/>
              </a:path>
              <a:path w="6441440" h="605155">
                <a:moveTo>
                  <a:pt x="948513" y="489184"/>
                </a:moveTo>
                <a:lnTo>
                  <a:pt x="924610" y="497158"/>
                </a:lnTo>
                <a:lnTo>
                  <a:pt x="917989" y="518950"/>
                </a:lnTo>
                <a:lnTo>
                  <a:pt x="926865" y="531343"/>
                </a:lnTo>
                <a:lnTo>
                  <a:pt x="961213" y="541644"/>
                </a:lnTo>
                <a:lnTo>
                  <a:pt x="966264" y="554452"/>
                </a:lnTo>
                <a:lnTo>
                  <a:pt x="957460" y="562606"/>
                </a:lnTo>
                <a:lnTo>
                  <a:pt x="937310" y="562750"/>
                </a:lnTo>
                <a:lnTo>
                  <a:pt x="973873" y="562750"/>
                </a:lnTo>
                <a:lnTo>
                  <a:pt x="979469" y="544422"/>
                </a:lnTo>
                <a:lnTo>
                  <a:pt x="970359" y="532281"/>
                </a:lnTo>
                <a:lnTo>
                  <a:pt x="931916" y="518246"/>
                </a:lnTo>
                <a:lnTo>
                  <a:pt x="932318" y="508883"/>
                </a:lnTo>
                <a:lnTo>
                  <a:pt x="932439" y="506051"/>
                </a:lnTo>
                <a:lnTo>
                  <a:pt x="952229" y="500224"/>
                </a:lnTo>
                <a:lnTo>
                  <a:pt x="973045" y="500224"/>
                </a:lnTo>
                <a:lnTo>
                  <a:pt x="963197" y="490988"/>
                </a:lnTo>
                <a:lnTo>
                  <a:pt x="948513" y="489184"/>
                </a:lnTo>
                <a:close/>
              </a:path>
              <a:path w="6441440" h="605155">
                <a:moveTo>
                  <a:pt x="973045" y="500224"/>
                </a:moveTo>
                <a:lnTo>
                  <a:pt x="952229" y="500224"/>
                </a:lnTo>
                <a:lnTo>
                  <a:pt x="966480" y="512131"/>
                </a:lnTo>
                <a:lnTo>
                  <a:pt x="977954" y="508883"/>
                </a:lnTo>
                <a:lnTo>
                  <a:pt x="975969" y="502966"/>
                </a:lnTo>
                <a:lnTo>
                  <a:pt x="973045" y="500224"/>
                </a:lnTo>
                <a:close/>
              </a:path>
              <a:path w="6441440" h="605155">
                <a:moveTo>
                  <a:pt x="1011034" y="490266"/>
                </a:moveTo>
                <a:lnTo>
                  <a:pt x="998695" y="490266"/>
                </a:lnTo>
                <a:lnTo>
                  <a:pt x="998695" y="604566"/>
                </a:lnTo>
                <a:lnTo>
                  <a:pt x="1011467" y="604566"/>
                </a:lnTo>
                <a:lnTo>
                  <a:pt x="1011467" y="560622"/>
                </a:lnTo>
                <a:lnTo>
                  <a:pt x="1024791" y="560622"/>
                </a:lnTo>
                <a:lnTo>
                  <a:pt x="1018539" y="556941"/>
                </a:lnTo>
                <a:lnTo>
                  <a:pt x="1011250" y="531830"/>
                </a:lnTo>
                <a:lnTo>
                  <a:pt x="1018430" y="507206"/>
                </a:lnTo>
                <a:lnTo>
                  <a:pt x="1040475" y="500657"/>
                </a:lnTo>
                <a:lnTo>
                  <a:pt x="1061817" y="500657"/>
                </a:lnTo>
                <a:lnTo>
                  <a:pt x="1061235" y="500188"/>
                </a:lnTo>
                <a:lnTo>
                  <a:pt x="1014786" y="500188"/>
                </a:lnTo>
                <a:lnTo>
                  <a:pt x="1011034" y="490266"/>
                </a:lnTo>
                <a:close/>
              </a:path>
              <a:path w="6441440" h="605155">
                <a:moveTo>
                  <a:pt x="1024791" y="560622"/>
                </a:moveTo>
                <a:lnTo>
                  <a:pt x="1011467" y="560622"/>
                </a:lnTo>
                <a:lnTo>
                  <a:pt x="1043722" y="575125"/>
                </a:lnTo>
                <a:lnTo>
                  <a:pt x="1060445" y="566340"/>
                </a:lnTo>
                <a:lnTo>
                  <a:pt x="1061971" y="563652"/>
                </a:lnTo>
                <a:lnTo>
                  <a:pt x="1029940" y="563652"/>
                </a:lnTo>
                <a:lnTo>
                  <a:pt x="1024791" y="560622"/>
                </a:lnTo>
                <a:close/>
              </a:path>
              <a:path w="6441440" h="605155">
                <a:moveTo>
                  <a:pt x="1061817" y="500657"/>
                </a:moveTo>
                <a:lnTo>
                  <a:pt x="1040475" y="500657"/>
                </a:lnTo>
                <a:lnTo>
                  <a:pt x="1054835" y="511301"/>
                </a:lnTo>
                <a:lnTo>
                  <a:pt x="1058389" y="543123"/>
                </a:lnTo>
                <a:lnTo>
                  <a:pt x="1044859" y="562245"/>
                </a:lnTo>
                <a:lnTo>
                  <a:pt x="1029940" y="563652"/>
                </a:lnTo>
                <a:lnTo>
                  <a:pt x="1061971" y="563652"/>
                </a:lnTo>
                <a:lnTo>
                  <a:pt x="1070583" y="548481"/>
                </a:lnTo>
                <a:lnTo>
                  <a:pt x="1072081" y="523315"/>
                </a:lnTo>
                <a:lnTo>
                  <a:pt x="1064594" y="502894"/>
                </a:lnTo>
                <a:lnTo>
                  <a:pt x="1061817" y="500657"/>
                </a:lnTo>
                <a:close/>
              </a:path>
              <a:path w="6441440" h="605155">
                <a:moveTo>
                  <a:pt x="1031166" y="489184"/>
                </a:moveTo>
                <a:lnTo>
                  <a:pt x="1014786" y="500188"/>
                </a:lnTo>
                <a:lnTo>
                  <a:pt x="1061235" y="500188"/>
                </a:lnTo>
                <a:lnTo>
                  <a:pt x="1049747" y="490934"/>
                </a:lnTo>
                <a:lnTo>
                  <a:pt x="1031166" y="489184"/>
                </a:lnTo>
                <a:close/>
              </a:path>
              <a:path w="6441440" h="605155">
                <a:moveTo>
                  <a:pt x="1104336" y="462557"/>
                </a:moveTo>
                <a:lnTo>
                  <a:pt x="1091564" y="462557"/>
                </a:lnTo>
                <a:lnTo>
                  <a:pt x="1091564" y="573394"/>
                </a:lnTo>
                <a:lnTo>
                  <a:pt x="1104336" y="573394"/>
                </a:lnTo>
                <a:lnTo>
                  <a:pt x="1104336" y="462557"/>
                </a:lnTo>
                <a:close/>
              </a:path>
              <a:path w="6441440" h="605155">
                <a:moveTo>
                  <a:pt x="1185104" y="501776"/>
                </a:moveTo>
                <a:lnTo>
                  <a:pt x="1149106" y="501776"/>
                </a:lnTo>
                <a:lnTo>
                  <a:pt x="1170249" y="501920"/>
                </a:lnTo>
                <a:lnTo>
                  <a:pt x="1177519" y="517326"/>
                </a:lnTo>
                <a:lnTo>
                  <a:pt x="1124770" y="541175"/>
                </a:lnTo>
                <a:lnTo>
                  <a:pt x="1130146" y="567441"/>
                </a:lnTo>
                <a:lnTo>
                  <a:pt x="1152191" y="575342"/>
                </a:lnTo>
                <a:lnTo>
                  <a:pt x="1157025" y="575342"/>
                </a:lnTo>
                <a:lnTo>
                  <a:pt x="1176003" y="563941"/>
                </a:lnTo>
                <a:lnTo>
                  <a:pt x="1149152" y="563941"/>
                </a:lnTo>
                <a:lnTo>
                  <a:pt x="1136604" y="554885"/>
                </a:lnTo>
                <a:lnTo>
                  <a:pt x="1140869" y="541175"/>
                </a:lnTo>
                <a:lnTo>
                  <a:pt x="1140970" y="540850"/>
                </a:lnTo>
                <a:lnTo>
                  <a:pt x="1190291" y="540850"/>
                </a:lnTo>
                <a:lnTo>
                  <a:pt x="1190291" y="512022"/>
                </a:lnTo>
                <a:lnTo>
                  <a:pt x="1185177" y="501920"/>
                </a:lnTo>
                <a:lnTo>
                  <a:pt x="1185104" y="501776"/>
                </a:lnTo>
                <a:close/>
              </a:path>
              <a:path w="6441440" h="605155">
                <a:moveTo>
                  <a:pt x="1190291" y="540850"/>
                </a:moveTo>
                <a:lnTo>
                  <a:pt x="1140970" y="540850"/>
                </a:lnTo>
                <a:lnTo>
                  <a:pt x="1177519" y="543303"/>
                </a:lnTo>
                <a:lnTo>
                  <a:pt x="1173045" y="556346"/>
                </a:lnTo>
                <a:lnTo>
                  <a:pt x="1153958" y="563941"/>
                </a:lnTo>
                <a:lnTo>
                  <a:pt x="1176003" y="563941"/>
                </a:lnTo>
                <a:lnTo>
                  <a:pt x="1177519" y="573394"/>
                </a:lnTo>
                <a:lnTo>
                  <a:pt x="1190291" y="573394"/>
                </a:lnTo>
                <a:lnTo>
                  <a:pt x="1190291" y="540850"/>
                </a:lnTo>
                <a:close/>
              </a:path>
              <a:path w="6441440" h="605155">
                <a:moveTo>
                  <a:pt x="1142485" y="492034"/>
                </a:moveTo>
                <a:lnTo>
                  <a:pt x="1126214" y="508667"/>
                </a:lnTo>
                <a:lnTo>
                  <a:pt x="1138336" y="512996"/>
                </a:lnTo>
                <a:lnTo>
                  <a:pt x="1149106" y="501776"/>
                </a:lnTo>
                <a:lnTo>
                  <a:pt x="1185104" y="501776"/>
                </a:lnTo>
                <a:lnTo>
                  <a:pt x="1182155" y="495949"/>
                </a:lnTo>
                <a:lnTo>
                  <a:pt x="1142485" y="492034"/>
                </a:lnTo>
                <a:close/>
              </a:path>
              <a:path w="6441440" h="605155">
                <a:moveTo>
                  <a:pt x="1217986" y="490266"/>
                </a:moveTo>
                <a:lnTo>
                  <a:pt x="1204132" y="490266"/>
                </a:lnTo>
                <a:lnTo>
                  <a:pt x="1234872" y="573827"/>
                </a:lnTo>
                <a:lnTo>
                  <a:pt x="1229225" y="587591"/>
                </a:lnTo>
                <a:lnTo>
                  <a:pt x="1212791" y="591794"/>
                </a:lnTo>
                <a:lnTo>
                  <a:pt x="1209544" y="603051"/>
                </a:lnTo>
                <a:lnTo>
                  <a:pt x="1218852" y="604566"/>
                </a:lnTo>
                <a:lnTo>
                  <a:pt x="1232346" y="601139"/>
                </a:lnTo>
                <a:lnTo>
                  <a:pt x="1250965" y="556508"/>
                </a:lnTo>
                <a:lnTo>
                  <a:pt x="1241799" y="556508"/>
                </a:lnTo>
                <a:lnTo>
                  <a:pt x="1217986" y="490266"/>
                </a:lnTo>
                <a:close/>
              </a:path>
              <a:path w="6441440" h="605155">
                <a:moveTo>
                  <a:pt x="1278600" y="490266"/>
                </a:moveTo>
                <a:lnTo>
                  <a:pt x="1264745" y="490266"/>
                </a:lnTo>
                <a:lnTo>
                  <a:pt x="1241799" y="556508"/>
                </a:lnTo>
                <a:lnTo>
                  <a:pt x="1250965" y="556508"/>
                </a:lnTo>
                <a:lnTo>
                  <a:pt x="1278600" y="490266"/>
                </a:lnTo>
                <a:close/>
              </a:path>
              <a:path w="6441440" h="605155">
                <a:moveTo>
                  <a:pt x="1318531" y="489184"/>
                </a:moveTo>
                <a:lnTo>
                  <a:pt x="1300744" y="498348"/>
                </a:lnTo>
                <a:lnTo>
                  <a:pt x="1290136" y="516460"/>
                </a:lnTo>
                <a:lnTo>
                  <a:pt x="1288585" y="540994"/>
                </a:lnTo>
                <a:lnTo>
                  <a:pt x="1296378" y="561271"/>
                </a:lnTo>
                <a:lnTo>
                  <a:pt x="1312416" y="573358"/>
                </a:lnTo>
                <a:lnTo>
                  <a:pt x="1327334" y="575125"/>
                </a:lnTo>
                <a:lnTo>
                  <a:pt x="1347052" y="570760"/>
                </a:lnTo>
                <a:lnTo>
                  <a:pt x="1352780" y="563652"/>
                </a:lnTo>
                <a:lnTo>
                  <a:pt x="1322175" y="563652"/>
                </a:lnTo>
                <a:lnTo>
                  <a:pt x="1306805" y="554722"/>
                </a:lnTo>
                <a:lnTo>
                  <a:pt x="1304541" y="536160"/>
                </a:lnTo>
                <a:lnTo>
                  <a:pt x="1297677" y="536160"/>
                </a:lnTo>
                <a:lnTo>
                  <a:pt x="1297677" y="525119"/>
                </a:lnTo>
                <a:lnTo>
                  <a:pt x="1303194" y="525119"/>
                </a:lnTo>
                <a:lnTo>
                  <a:pt x="1302349" y="518192"/>
                </a:lnTo>
                <a:lnTo>
                  <a:pt x="1320948" y="500657"/>
                </a:lnTo>
                <a:lnTo>
                  <a:pt x="1350498" y="500657"/>
                </a:lnTo>
                <a:lnTo>
                  <a:pt x="1346926" y="495137"/>
                </a:lnTo>
                <a:lnTo>
                  <a:pt x="1318531" y="489184"/>
                </a:lnTo>
                <a:close/>
              </a:path>
              <a:path w="6441440" h="605155">
                <a:moveTo>
                  <a:pt x="1348116" y="550664"/>
                </a:moveTo>
                <a:lnTo>
                  <a:pt x="1347034" y="553550"/>
                </a:lnTo>
                <a:lnTo>
                  <a:pt x="1322175" y="563652"/>
                </a:lnTo>
                <a:lnTo>
                  <a:pt x="1352780" y="563652"/>
                </a:lnTo>
                <a:lnTo>
                  <a:pt x="1360455" y="554127"/>
                </a:lnTo>
                <a:lnTo>
                  <a:pt x="1348116" y="550664"/>
                </a:lnTo>
                <a:close/>
              </a:path>
              <a:path w="6441440" h="605155">
                <a:moveTo>
                  <a:pt x="1303194" y="525119"/>
                </a:moveTo>
                <a:lnTo>
                  <a:pt x="1297677" y="525119"/>
                </a:lnTo>
                <a:lnTo>
                  <a:pt x="1297677" y="536160"/>
                </a:lnTo>
                <a:lnTo>
                  <a:pt x="1304541" y="536160"/>
                </a:lnTo>
                <a:lnTo>
                  <a:pt x="1303194" y="525119"/>
                </a:lnTo>
                <a:close/>
              </a:path>
              <a:path w="6441440" h="605155">
                <a:moveTo>
                  <a:pt x="1350498" y="500657"/>
                </a:moveTo>
                <a:lnTo>
                  <a:pt x="1320948" y="500657"/>
                </a:lnTo>
                <a:lnTo>
                  <a:pt x="1341478" y="505979"/>
                </a:lnTo>
                <a:lnTo>
                  <a:pt x="1348766" y="525119"/>
                </a:lnTo>
                <a:lnTo>
                  <a:pt x="1303194" y="525119"/>
                </a:lnTo>
                <a:lnTo>
                  <a:pt x="1304541" y="536160"/>
                </a:lnTo>
                <a:lnTo>
                  <a:pt x="1361754" y="536160"/>
                </a:lnTo>
                <a:lnTo>
                  <a:pt x="1360816" y="518192"/>
                </a:lnTo>
                <a:lnTo>
                  <a:pt x="1360726" y="516460"/>
                </a:lnTo>
                <a:lnTo>
                  <a:pt x="1350498" y="500657"/>
                </a:lnTo>
                <a:close/>
              </a:path>
              <a:path w="6441440" h="605155">
                <a:moveTo>
                  <a:pt x="1405789" y="489184"/>
                </a:moveTo>
                <a:lnTo>
                  <a:pt x="1388940" y="497933"/>
                </a:lnTo>
                <a:lnTo>
                  <a:pt x="1378784" y="515739"/>
                </a:lnTo>
                <a:lnTo>
                  <a:pt x="1377287" y="540850"/>
                </a:lnTo>
                <a:lnTo>
                  <a:pt x="1384773" y="561361"/>
                </a:lnTo>
                <a:lnTo>
                  <a:pt x="1399664" y="573394"/>
                </a:lnTo>
                <a:lnTo>
                  <a:pt x="1412572" y="575125"/>
                </a:lnTo>
                <a:lnTo>
                  <a:pt x="1417912" y="575125"/>
                </a:lnTo>
                <a:lnTo>
                  <a:pt x="1433783" y="563652"/>
                </a:lnTo>
                <a:lnTo>
                  <a:pt x="1408964" y="563652"/>
                </a:lnTo>
                <a:lnTo>
                  <a:pt x="1394605" y="552756"/>
                </a:lnTo>
                <a:lnTo>
                  <a:pt x="1390943" y="520718"/>
                </a:lnTo>
                <a:lnTo>
                  <a:pt x="1404382" y="502046"/>
                </a:lnTo>
                <a:lnTo>
                  <a:pt x="1434697" y="502046"/>
                </a:lnTo>
                <a:lnTo>
                  <a:pt x="1405789" y="489184"/>
                </a:lnTo>
                <a:close/>
              </a:path>
              <a:path w="6441440" h="605155">
                <a:moveTo>
                  <a:pt x="1450672" y="562137"/>
                </a:moveTo>
                <a:lnTo>
                  <a:pt x="1435880" y="562137"/>
                </a:lnTo>
                <a:lnTo>
                  <a:pt x="1438333" y="573394"/>
                </a:lnTo>
                <a:lnTo>
                  <a:pt x="1450672" y="573394"/>
                </a:lnTo>
                <a:lnTo>
                  <a:pt x="1450672" y="562137"/>
                </a:lnTo>
                <a:close/>
              </a:path>
              <a:path w="6441440" h="605155">
                <a:moveTo>
                  <a:pt x="1434697" y="502046"/>
                </a:moveTo>
                <a:lnTo>
                  <a:pt x="1423918" y="502046"/>
                </a:lnTo>
                <a:lnTo>
                  <a:pt x="1437215" y="520194"/>
                </a:lnTo>
                <a:lnTo>
                  <a:pt x="1430829" y="556941"/>
                </a:lnTo>
                <a:lnTo>
                  <a:pt x="1414304" y="563652"/>
                </a:lnTo>
                <a:lnTo>
                  <a:pt x="1433783" y="563652"/>
                </a:lnTo>
                <a:lnTo>
                  <a:pt x="1435880" y="562137"/>
                </a:lnTo>
                <a:lnTo>
                  <a:pt x="1450672" y="562137"/>
                </a:lnTo>
                <a:lnTo>
                  <a:pt x="1450672" y="503471"/>
                </a:lnTo>
                <a:lnTo>
                  <a:pt x="1437900" y="503471"/>
                </a:lnTo>
                <a:lnTo>
                  <a:pt x="1434697" y="502046"/>
                </a:lnTo>
                <a:close/>
              </a:path>
              <a:path w="6441440" h="605155">
                <a:moveTo>
                  <a:pt x="1450672" y="462557"/>
                </a:moveTo>
                <a:lnTo>
                  <a:pt x="1437900" y="462557"/>
                </a:lnTo>
                <a:lnTo>
                  <a:pt x="1437900" y="503471"/>
                </a:lnTo>
                <a:lnTo>
                  <a:pt x="1450672" y="503471"/>
                </a:lnTo>
                <a:lnTo>
                  <a:pt x="1450672" y="462557"/>
                </a:lnTo>
                <a:close/>
              </a:path>
              <a:path w="6441440" h="605155">
                <a:moveTo>
                  <a:pt x="1531473" y="490266"/>
                </a:moveTo>
                <a:lnTo>
                  <a:pt x="1518700" y="490266"/>
                </a:lnTo>
                <a:lnTo>
                  <a:pt x="1518700" y="573394"/>
                </a:lnTo>
                <a:lnTo>
                  <a:pt x="1531473" y="573394"/>
                </a:lnTo>
                <a:lnTo>
                  <a:pt x="1531473" y="490266"/>
                </a:lnTo>
                <a:close/>
              </a:path>
              <a:path w="6441440" h="605155">
                <a:moveTo>
                  <a:pt x="1520558" y="459942"/>
                </a:moveTo>
                <a:lnTo>
                  <a:pt x="1525195" y="476412"/>
                </a:lnTo>
                <a:lnTo>
                  <a:pt x="1527684" y="476412"/>
                </a:lnTo>
                <a:lnTo>
                  <a:pt x="1534287" y="465372"/>
                </a:lnTo>
                <a:lnTo>
                  <a:pt x="1520558" y="459942"/>
                </a:lnTo>
                <a:close/>
              </a:path>
              <a:path w="6441440" h="605155">
                <a:moveTo>
                  <a:pt x="1567211" y="490339"/>
                </a:moveTo>
                <a:lnTo>
                  <a:pt x="1554866" y="490339"/>
                </a:lnTo>
                <a:lnTo>
                  <a:pt x="1554866" y="573394"/>
                </a:lnTo>
                <a:lnTo>
                  <a:pt x="1567638" y="573394"/>
                </a:lnTo>
                <a:lnTo>
                  <a:pt x="1567638" y="523387"/>
                </a:lnTo>
                <a:lnTo>
                  <a:pt x="1572238" y="507657"/>
                </a:lnTo>
                <a:lnTo>
                  <a:pt x="1586407" y="503255"/>
                </a:lnTo>
                <a:lnTo>
                  <a:pt x="1568287" y="503255"/>
                </a:lnTo>
                <a:lnTo>
                  <a:pt x="1567223" y="490483"/>
                </a:lnTo>
                <a:lnTo>
                  <a:pt x="1567211" y="490339"/>
                </a:lnTo>
                <a:close/>
              </a:path>
              <a:path w="6441440" h="605155">
                <a:moveTo>
                  <a:pt x="1612867" y="500657"/>
                </a:moveTo>
                <a:lnTo>
                  <a:pt x="1594770" y="500657"/>
                </a:lnTo>
                <a:lnTo>
                  <a:pt x="1606207" y="509821"/>
                </a:lnTo>
                <a:lnTo>
                  <a:pt x="1607902" y="573394"/>
                </a:lnTo>
                <a:lnTo>
                  <a:pt x="1620675" y="573394"/>
                </a:lnTo>
                <a:lnTo>
                  <a:pt x="1619541" y="509821"/>
                </a:lnTo>
                <a:lnTo>
                  <a:pt x="1619502" y="507657"/>
                </a:lnTo>
                <a:lnTo>
                  <a:pt x="1612867" y="500657"/>
                </a:lnTo>
                <a:close/>
              </a:path>
              <a:path w="6441440" h="605155">
                <a:moveTo>
                  <a:pt x="1603086" y="490339"/>
                </a:moveTo>
                <a:lnTo>
                  <a:pt x="1581131" y="490483"/>
                </a:lnTo>
                <a:lnTo>
                  <a:pt x="1568287" y="503255"/>
                </a:lnTo>
                <a:lnTo>
                  <a:pt x="1586407" y="503255"/>
                </a:lnTo>
                <a:lnTo>
                  <a:pt x="1594770" y="500657"/>
                </a:lnTo>
                <a:lnTo>
                  <a:pt x="1612867" y="500657"/>
                </a:lnTo>
                <a:lnTo>
                  <a:pt x="1603086" y="490339"/>
                </a:lnTo>
                <a:close/>
              </a:path>
              <a:path w="6441440" h="605155">
                <a:moveTo>
                  <a:pt x="1712925" y="489184"/>
                </a:moveTo>
                <a:lnTo>
                  <a:pt x="1695138" y="498348"/>
                </a:lnTo>
                <a:lnTo>
                  <a:pt x="1684531" y="516370"/>
                </a:lnTo>
                <a:lnTo>
                  <a:pt x="1682979" y="540561"/>
                </a:lnTo>
                <a:lnTo>
                  <a:pt x="1690556" y="560856"/>
                </a:lnTo>
                <a:lnTo>
                  <a:pt x="1706143" y="573285"/>
                </a:lnTo>
                <a:lnTo>
                  <a:pt x="1720647" y="575125"/>
                </a:lnTo>
                <a:lnTo>
                  <a:pt x="1741428" y="569407"/>
                </a:lnTo>
                <a:lnTo>
                  <a:pt x="1744810" y="563652"/>
                </a:lnTo>
                <a:lnTo>
                  <a:pt x="1715595" y="563652"/>
                </a:lnTo>
                <a:lnTo>
                  <a:pt x="1700839" y="553370"/>
                </a:lnTo>
                <a:lnTo>
                  <a:pt x="1696780" y="520086"/>
                </a:lnTo>
                <a:lnTo>
                  <a:pt x="1711302" y="501956"/>
                </a:lnTo>
                <a:lnTo>
                  <a:pt x="1746521" y="501956"/>
                </a:lnTo>
                <a:lnTo>
                  <a:pt x="1740923" y="494596"/>
                </a:lnTo>
                <a:lnTo>
                  <a:pt x="1712925" y="489184"/>
                </a:lnTo>
                <a:close/>
              </a:path>
              <a:path w="6441440" h="605155">
                <a:moveTo>
                  <a:pt x="1753335" y="549148"/>
                </a:moveTo>
                <a:lnTo>
                  <a:pt x="1740562" y="549148"/>
                </a:lnTo>
                <a:lnTo>
                  <a:pt x="1739769" y="552179"/>
                </a:lnTo>
                <a:lnTo>
                  <a:pt x="1715595" y="563652"/>
                </a:lnTo>
                <a:lnTo>
                  <a:pt x="1744810" y="563652"/>
                </a:lnTo>
                <a:lnTo>
                  <a:pt x="1753335" y="549148"/>
                </a:lnTo>
                <a:close/>
              </a:path>
              <a:path w="6441440" h="605155">
                <a:moveTo>
                  <a:pt x="1746521" y="501956"/>
                </a:moveTo>
                <a:lnTo>
                  <a:pt x="1711302" y="501956"/>
                </a:lnTo>
                <a:lnTo>
                  <a:pt x="1730749" y="502137"/>
                </a:lnTo>
                <a:lnTo>
                  <a:pt x="1740562" y="515161"/>
                </a:lnTo>
                <a:lnTo>
                  <a:pt x="1753335" y="515161"/>
                </a:lnTo>
                <a:lnTo>
                  <a:pt x="1752613" y="509966"/>
                </a:lnTo>
                <a:lnTo>
                  <a:pt x="1746521" y="501956"/>
                </a:lnTo>
                <a:close/>
              </a:path>
              <a:path w="6441440" h="605155">
                <a:moveTo>
                  <a:pt x="1829381" y="501776"/>
                </a:moveTo>
                <a:lnTo>
                  <a:pt x="1793383" y="501776"/>
                </a:lnTo>
                <a:lnTo>
                  <a:pt x="1814525" y="501920"/>
                </a:lnTo>
                <a:lnTo>
                  <a:pt x="1821796" y="517326"/>
                </a:lnTo>
                <a:lnTo>
                  <a:pt x="1769047" y="541175"/>
                </a:lnTo>
                <a:lnTo>
                  <a:pt x="1774423" y="567441"/>
                </a:lnTo>
                <a:lnTo>
                  <a:pt x="1796468" y="575342"/>
                </a:lnTo>
                <a:lnTo>
                  <a:pt x="1801302" y="575342"/>
                </a:lnTo>
                <a:lnTo>
                  <a:pt x="1820280" y="563941"/>
                </a:lnTo>
                <a:lnTo>
                  <a:pt x="1793429" y="563941"/>
                </a:lnTo>
                <a:lnTo>
                  <a:pt x="1780881" y="554885"/>
                </a:lnTo>
                <a:lnTo>
                  <a:pt x="1785146" y="541175"/>
                </a:lnTo>
                <a:lnTo>
                  <a:pt x="1785247" y="540850"/>
                </a:lnTo>
                <a:lnTo>
                  <a:pt x="1834568" y="540850"/>
                </a:lnTo>
                <a:lnTo>
                  <a:pt x="1834568" y="512022"/>
                </a:lnTo>
                <a:lnTo>
                  <a:pt x="1829454" y="501920"/>
                </a:lnTo>
                <a:lnTo>
                  <a:pt x="1829381" y="501776"/>
                </a:lnTo>
                <a:close/>
              </a:path>
              <a:path w="6441440" h="605155">
                <a:moveTo>
                  <a:pt x="1834568" y="540850"/>
                </a:moveTo>
                <a:lnTo>
                  <a:pt x="1785247" y="540850"/>
                </a:lnTo>
                <a:lnTo>
                  <a:pt x="1821796" y="543303"/>
                </a:lnTo>
                <a:lnTo>
                  <a:pt x="1817322" y="556346"/>
                </a:lnTo>
                <a:lnTo>
                  <a:pt x="1798235" y="563941"/>
                </a:lnTo>
                <a:lnTo>
                  <a:pt x="1820280" y="563941"/>
                </a:lnTo>
                <a:lnTo>
                  <a:pt x="1821796" y="573394"/>
                </a:lnTo>
                <a:lnTo>
                  <a:pt x="1834568" y="573394"/>
                </a:lnTo>
                <a:lnTo>
                  <a:pt x="1834568" y="540850"/>
                </a:lnTo>
                <a:close/>
              </a:path>
              <a:path w="6441440" h="605155">
                <a:moveTo>
                  <a:pt x="1786762" y="492034"/>
                </a:moveTo>
                <a:lnTo>
                  <a:pt x="1770490" y="508667"/>
                </a:lnTo>
                <a:lnTo>
                  <a:pt x="1782613" y="512996"/>
                </a:lnTo>
                <a:lnTo>
                  <a:pt x="1793383" y="501776"/>
                </a:lnTo>
                <a:lnTo>
                  <a:pt x="1829381" y="501776"/>
                </a:lnTo>
                <a:lnTo>
                  <a:pt x="1826432" y="495949"/>
                </a:lnTo>
                <a:lnTo>
                  <a:pt x="1786762" y="492034"/>
                </a:lnTo>
                <a:close/>
              </a:path>
              <a:path w="6441440" h="605155">
                <a:moveTo>
                  <a:pt x="1870219" y="490266"/>
                </a:moveTo>
                <a:lnTo>
                  <a:pt x="1857880" y="490266"/>
                </a:lnTo>
                <a:lnTo>
                  <a:pt x="1857880" y="573394"/>
                </a:lnTo>
                <a:lnTo>
                  <a:pt x="1870652" y="573394"/>
                </a:lnTo>
                <a:lnTo>
                  <a:pt x="1871554" y="513700"/>
                </a:lnTo>
                <a:lnTo>
                  <a:pt x="1889193" y="502822"/>
                </a:lnTo>
                <a:lnTo>
                  <a:pt x="1871085" y="502822"/>
                </a:lnTo>
                <a:lnTo>
                  <a:pt x="1870219" y="490266"/>
                </a:lnTo>
                <a:close/>
              </a:path>
              <a:path w="6441440" h="605155">
                <a:moveTo>
                  <a:pt x="1887754" y="488968"/>
                </a:moveTo>
                <a:lnTo>
                  <a:pt x="1871085" y="502822"/>
                </a:lnTo>
                <a:lnTo>
                  <a:pt x="1889193" y="502822"/>
                </a:lnTo>
                <a:lnTo>
                  <a:pt x="1891650" y="501307"/>
                </a:lnTo>
                <a:lnTo>
                  <a:pt x="1899443" y="489184"/>
                </a:lnTo>
                <a:lnTo>
                  <a:pt x="1887754" y="488968"/>
                </a:lnTo>
                <a:close/>
              </a:path>
              <a:path w="6441440" h="605155">
                <a:moveTo>
                  <a:pt x="1936659" y="489184"/>
                </a:moveTo>
                <a:lnTo>
                  <a:pt x="1919810" y="497933"/>
                </a:lnTo>
                <a:lnTo>
                  <a:pt x="1909654" y="515739"/>
                </a:lnTo>
                <a:lnTo>
                  <a:pt x="1908156" y="540850"/>
                </a:lnTo>
                <a:lnTo>
                  <a:pt x="1915643" y="561361"/>
                </a:lnTo>
                <a:lnTo>
                  <a:pt x="1930534" y="573394"/>
                </a:lnTo>
                <a:lnTo>
                  <a:pt x="1943442" y="575125"/>
                </a:lnTo>
                <a:lnTo>
                  <a:pt x="1948782" y="575125"/>
                </a:lnTo>
                <a:lnTo>
                  <a:pt x="1964653" y="563652"/>
                </a:lnTo>
                <a:lnTo>
                  <a:pt x="1939834" y="563652"/>
                </a:lnTo>
                <a:lnTo>
                  <a:pt x="1925475" y="552756"/>
                </a:lnTo>
                <a:lnTo>
                  <a:pt x="1921813" y="520718"/>
                </a:lnTo>
                <a:lnTo>
                  <a:pt x="1935252" y="502046"/>
                </a:lnTo>
                <a:lnTo>
                  <a:pt x="1965567" y="502046"/>
                </a:lnTo>
                <a:lnTo>
                  <a:pt x="1936659" y="489184"/>
                </a:lnTo>
                <a:close/>
              </a:path>
              <a:path w="6441440" h="605155">
                <a:moveTo>
                  <a:pt x="1981542" y="562137"/>
                </a:moveTo>
                <a:lnTo>
                  <a:pt x="1966750" y="562137"/>
                </a:lnTo>
                <a:lnTo>
                  <a:pt x="1969203" y="573394"/>
                </a:lnTo>
                <a:lnTo>
                  <a:pt x="1981542" y="573394"/>
                </a:lnTo>
                <a:lnTo>
                  <a:pt x="1981542" y="562137"/>
                </a:lnTo>
                <a:close/>
              </a:path>
              <a:path w="6441440" h="605155">
                <a:moveTo>
                  <a:pt x="1965567" y="502046"/>
                </a:moveTo>
                <a:lnTo>
                  <a:pt x="1954788" y="502046"/>
                </a:lnTo>
                <a:lnTo>
                  <a:pt x="1968085" y="520194"/>
                </a:lnTo>
                <a:lnTo>
                  <a:pt x="1961698" y="556941"/>
                </a:lnTo>
                <a:lnTo>
                  <a:pt x="1945174" y="563652"/>
                </a:lnTo>
                <a:lnTo>
                  <a:pt x="1964653" y="563652"/>
                </a:lnTo>
                <a:lnTo>
                  <a:pt x="1966750" y="562137"/>
                </a:lnTo>
                <a:lnTo>
                  <a:pt x="1981542" y="562137"/>
                </a:lnTo>
                <a:lnTo>
                  <a:pt x="1981542" y="503471"/>
                </a:lnTo>
                <a:lnTo>
                  <a:pt x="1968770" y="503471"/>
                </a:lnTo>
                <a:lnTo>
                  <a:pt x="1965567" y="502046"/>
                </a:lnTo>
                <a:close/>
              </a:path>
              <a:path w="6441440" h="605155">
                <a:moveTo>
                  <a:pt x="1981542" y="462557"/>
                </a:moveTo>
                <a:lnTo>
                  <a:pt x="1968770" y="462557"/>
                </a:lnTo>
                <a:lnTo>
                  <a:pt x="1968770" y="503471"/>
                </a:lnTo>
                <a:lnTo>
                  <a:pt x="1981542" y="503471"/>
                </a:lnTo>
                <a:lnTo>
                  <a:pt x="1981542" y="462557"/>
                </a:lnTo>
                <a:close/>
              </a:path>
              <a:path w="6441440" h="605155">
                <a:moveTo>
                  <a:pt x="2074609" y="457362"/>
                </a:moveTo>
                <a:lnTo>
                  <a:pt x="2056317" y="470062"/>
                </a:lnTo>
                <a:lnTo>
                  <a:pt x="2055199" y="573394"/>
                </a:lnTo>
                <a:lnTo>
                  <a:pt x="2067971" y="573394"/>
                </a:lnTo>
                <a:lnTo>
                  <a:pt x="2068891" y="474590"/>
                </a:lnTo>
                <a:lnTo>
                  <a:pt x="2079877" y="469268"/>
                </a:lnTo>
                <a:lnTo>
                  <a:pt x="2090701" y="459527"/>
                </a:lnTo>
                <a:lnTo>
                  <a:pt x="2074609" y="457362"/>
                </a:lnTo>
                <a:close/>
              </a:path>
              <a:path w="6441440" h="605155">
                <a:moveTo>
                  <a:pt x="2056098" y="490266"/>
                </a:moveTo>
                <a:lnTo>
                  <a:pt x="2041777" y="490266"/>
                </a:lnTo>
                <a:lnTo>
                  <a:pt x="2041777" y="501090"/>
                </a:lnTo>
                <a:lnTo>
                  <a:pt x="2055981" y="501090"/>
                </a:lnTo>
                <a:lnTo>
                  <a:pt x="2056098" y="490266"/>
                </a:lnTo>
                <a:close/>
              </a:path>
              <a:path w="6441440" h="605155">
                <a:moveTo>
                  <a:pt x="2086588" y="490266"/>
                </a:moveTo>
                <a:lnTo>
                  <a:pt x="2068745" y="490266"/>
                </a:lnTo>
                <a:lnTo>
                  <a:pt x="2068644" y="501090"/>
                </a:lnTo>
                <a:lnTo>
                  <a:pt x="2086588" y="501090"/>
                </a:lnTo>
                <a:lnTo>
                  <a:pt x="2086588" y="490266"/>
                </a:lnTo>
                <a:close/>
              </a:path>
              <a:path w="6441440" h="605155">
                <a:moveTo>
                  <a:pt x="2127331" y="489184"/>
                </a:moveTo>
                <a:lnTo>
                  <a:pt x="2109453" y="498114"/>
                </a:lnTo>
                <a:lnTo>
                  <a:pt x="2098738" y="516045"/>
                </a:lnTo>
                <a:lnTo>
                  <a:pt x="2097168" y="540850"/>
                </a:lnTo>
                <a:lnTo>
                  <a:pt x="2105052" y="561199"/>
                </a:lnTo>
                <a:lnTo>
                  <a:pt x="2120746" y="573340"/>
                </a:lnTo>
                <a:lnTo>
                  <a:pt x="2134835" y="575125"/>
                </a:lnTo>
                <a:lnTo>
                  <a:pt x="2142340" y="575125"/>
                </a:lnTo>
                <a:lnTo>
                  <a:pt x="2160199" y="566196"/>
                </a:lnTo>
                <a:lnTo>
                  <a:pt x="2161727" y="563652"/>
                </a:lnTo>
                <a:lnTo>
                  <a:pt x="2129135" y="563652"/>
                </a:lnTo>
                <a:lnTo>
                  <a:pt x="2117084" y="556346"/>
                </a:lnTo>
                <a:lnTo>
                  <a:pt x="2109940" y="526707"/>
                </a:lnTo>
                <a:lnTo>
                  <a:pt x="2124444" y="502137"/>
                </a:lnTo>
                <a:lnTo>
                  <a:pt x="2163320" y="502137"/>
                </a:lnTo>
                <a:lnTo>
                  <a:pt x="2148906" y="490970"/>
                </a:lnTo>
                <a:lnTo>
                  <a:pt x="2127331" y="489184"/>
                </a:lnTo>
                <a:close/>
              </a:path>
              <a:path w="6441440" h="605155">
                <a:moveTo>
                  <a:pt x="2163320" y="502137"/>
                </a:moveTo>
                <a:lnTo>
                  <a:pt x="2145226" y="502137"/>
                </a:lnTo>
                <a:lnTo>
                  <a:pt x="2158846" y="521529"/>
                </a:lnTo>
                <a:lnTo>
                  <a:pt x="2152586" y="556346"/>
                </a:lnTo>
                <a:lnTo>
                  <a:pt x="2134835" y="563652"/>
                </a:lnTo>
                <a:lnTo>
                  <a:pt x="2161727" y="563652"/>
                </a:lnTo>
                <a:lnTo>
                  <a:pt x="2170915" y="548354"/>
                </a:lnTo>
                <a:lnTo>
                  <a:pt x="2172502" y="523604"/>
                </a:lnTo>
                <a:lnTo>
                  <a:pt x="2164601" y="503129"/>
                </a:lnTo>
                <a:lnTo>
                  <a:pt x="2163320" y="502137"/>
                </a:lnTo>
                <a:close/>
              </a:path>
              <a:path w="6441440" h="605155">
                <a:moveTo>
                  <a:pt x="2204338" y="490266"/>
                </a:moveTo>
                <a:lnTo>
                  <a:pt x="2191999" y="490266"/>
                </a:lnTo>
                <a:lnTo>
                  <a:pt x="2191999" y="573394"/>
                </a:lnTo>
                <a:lnTo>
                  <a:pt x="2204771" y="573394"/>
                </a:lnTo>
                <a:lnTo>
                  <a:pt x="2205673" y="513700"/>
                </a:lnTo>
                <a:lnTo>
                  <a:pt x="2223312" y="502822"/>
                </a:lnTo>
                <a:lnTo>
                  <a:pt x="2205204" y="502822"/>
                </a:lnTo>
                <a:lnTo>
                  <a:pt x="2204338" y="490266"/>
                </a:lnTo>
                <a:close/>
              </a:path>
              <a:path w="6441440" h="605155">
                <a:moveTo>
                  <a:pt x="2221873" y="488968"/>
                </a:moveTo>
                <a:lnTo>
                  <a:pt x="2205204" y="502822"/>
                </a:lnTo>
                <a:lnTo>
                  <a:pt x="2223312" y="502822"/>
                </a:lnTo>
                <a:lnTo>
                  <a:pt x="2225769" y="501307"/>
                </a:lnTo>
                <a:lnTo>
                  <a:pt x="2233562" y="489184"/>
                </a:lnTo>
                <a:lnTo>
                  <a:pt x="2221873" y="488968"/>
                </a:lnTo>
                <a:close/>
              </a:path>
              <a:path w="6441440" h="605155">
                <a:moveTo>
                  <a:pt x="2261041" y="490266"/>
                </a:moveTo>
                <a:lnTo>
                  <a:pt x="2248702" y="490266"/>
                </a:lnTo>
                <a:lnTo>
                  <a:pt x="2248702" y="573394"/>
                </a:lnTo>
                <a:lnTo>
                  <a:pt x="2261474" y="573394"/>
                </a:lnTo>
                <a:lnTo>
                  <a:pt x="2261474" y="521439"/>
                </a:lnTo>
                <a:lnTo>
                  <a:pt x="2265715" y="507927"/>
                </a:lnTo>
                <a:lnTo>
                  <a:pt x="2265840" y="507530"/>
                </a:lnTo>
                <a:lnTo>
                  <a:pt x="2277847" y="503255"/>
                </a:lnTo>
                <a:lnTo>
                  <a:pt x="2262124" y="503255"/>
                </a:lnTo>
                <a:lnTo>
                  <a:pt x="2261058" y="490465"/>
                </a:lnTo>
                <a:lnTo>
                  <a:pt x="2261041" y="490266"/>
                </a:lnTo>
                <a:close/>
              </a:path>
              <a:path w="6441440" h="605155">
                <a:moveTo>
                  <a:pt x="2305057" y="500784"/>
                </a:moveTo>
                <a:lnTo>
                  <a:pt x="2285318" y="500784"/>
                </a:lnTo>
                <a:lnTo>
                  <a:pt x="2295227" y="507927"/>
                </a:lnTo>
                <a:lnTo>
                  <a:pt x="2296760" y="573394"/>
                </a:lnTo>
                <a:lnTo>
                  <a:pt x="2309749" y="573394"/>
                </a:lnTo>
                <a:lnTo>
                  <a:pt x="2309749" y="513898"/>
                </a:lnTo>
                <a:lnTo>
                  <a:pt x="2319841" y="503255"/>
                </a:lnTo>
                <a:lnTo>
                  <a:pt x="2307584" y="503255"/>
                </a:lnTo>
                <a:lnTo>
                  <a:pt x="2305057" y="500784"/>
                </a:lnTo>
                <a:close/>
              </a:path>
              <a:path w="6441440" h="605155">
                <a:moveTo>
                  <a:pt x="2355444" y="500784"/>
                </a:moveTo>
                <a:lnTo>
                  <a:pt x="2322708" y="500784"/>
                </a:lnTo>
                <a:lnTo>
                  <a:pt x="2343357" y="507242"/>
                </a:lnTo>
                <a:lnTo>
                  <a:pt x="2345035" y="573394"/>
                </a:lnTo>
                <a:lnTo>
                  <a:pt x="2357807" y="573394"/>
                </a:lnTo>
                <a:lnTo>
                  <a:pt x="2355524" y="503255"/>
                </a:lnTo>
                <a:lnTo>
                  <a:pt x="2355444" y="500784"/>
                </a:lnTo>
                <a:close/>
              </a:path>
              <a:path w="6441440" h="605155">
                <a:moveTo>
                  <a:pt x="2294506" y="490465"/>
                </a:moveTo>
                <a:lnTo>
                  <a:pt x="2274338" y="490465"/>
                </a:lnTo>
                <a:lnTo>
                  <a:pt x="2262124" y="503255"/>
                </a:lnTo>
                <a:lnTo>
                  <a:pt x="2277847" y="503255"/>
                </a:lnTo>
                <a:lnTo>
                  <a:pt x="2284788" y="500784"/>
                </a:lnTo>
                <a:lnTo>
                  <a:pt x="2305057" y="500784"/>
                </a:lnTo>
                <a:lnTo>
                  <a:pt x="2294506" y="490465"/>
                </a:lnTo>
                <a:close/>
              </a:path>
              <a:path w="6441440" h="605155">
                <a:moveTo>
                  <a:pt x="2339911" y="489184"/>
                </a:moveTo>
                <a:lnTo>
                  <a:pt x="2321421" y="490465"/>
                </a:lnTo>
                <a:lnTo>
                  <a:pt x="2307584" y="503255"/>
                </a:lnTo>
                <a:lnTo>
                  <a:pt x="2319841" y="503255"/>
                </a:lnTo>
                <a:lnTo>
                  <a:pt x="2322185" y="500784"/>
                </a:lnTo>
                <a:lnTo>
                  <a:pt x="2355444" y="500784"/>
                </a:lnTo>
                <a:lnTo>
                  <a:pt x="2339911" y="489184"/>
                </a:lnTo>
                <a:close/>
              </a:path>
              <a:path w="6441440" h="605155">
                <a:moveTo>
                  <a:pt x="2438535" y="501776"/>
                </a:moveTo>
                <a:lnTo>
                  <a:pt x="2402536" y="501776"/>
                </a:lnTo>
                <a:lnTo>
                  <a:pt x="2423679" y="501920"/>
                </a:lnTo>
                <a:lnTo>
                  <a:pt x="2430949" y="517326"/>
                </a:lnTo>
                <a:lnTo>
                  <a:pt x="2378201" y="541175"/>
                </a:lnTo>
                <a:lnTo>
                  <a:pt x="2383577" y="567441"/>
                </a:lnTo>
                <a:lnTo>
                  <a:pt x="2405621" y="575342"/>
                </a:lnTo>
                <a:lnTo>
                  <a:pt x="2410456" y="575342"/>
                </a:lnTo>
                <a:lnTo>
                  <a:pt x="2429434" y="563941"/>
                </a:lnTo>
                <a:lnTo>
                  <a:pt x="2402582" y="563941"/>
                </a:lnTo>
                <a:lnTo>
                  <a:pt x="2390035" y="554885"/>
                </a:lnTo>
                <a:lnTo>
                  <a:pt x="2394300" y="541175"/>
                </a:lnTo>
                <a:lnTo>
                  <a:pt x="2394401" y="540850"/>
                </a:lnTo>
                <a:lnTo>
                  <a:pt x="2443721" y="540850"/>
                </a:lnTo>
                <a:lnTo>
                  <a:pt x="2443721" y="512022"/>
                </a:lnTo>
                <a:lnTo>
                  <a:pt x="2438608" y="501920"/>
                </a:lnTo>
                <a:lnTo>
                  <a:pt x="2438535" y="501776"/>
                </a:lnTo>
                <a:close/>
              </a:path>
              <a:path w="6441440" h="605155">
                <a:moveTo>
                  <a:pt x="2443721" y="540850"/>
                </a:moveTo>
                <a:lnTo>
                  <a:pt x="2394401" y="540850"/>
                </a:lnTo>
                <a:lnTo>
                  <a:pt x="2430949" y="543303"/>
                </a:lnTo>
                <a:lnTo>
                  <a:pt x="2426475" y="556346"/>
                </a:lnTo>
                <a:lnTo>
                  <a:pt x="2407388" y="563941"/>
                </a:lnTo>
                <a:lnTo>
                  <a:pt x="2429434" y="563941"/>
                </a:lnTo>
                <a:lnTo>
                  <a:pt x="2430949" y="573394"/>
                </a:lnTo>
                <a:lnTo>
                  <a:pt x="2443721" y="573394"/>
                </a:lnTo>
                <a:lnTo>
                  <a:pt x="2443721" y="540850"/>
                </a:lnTo>
                <a:close/>
              </a:path>
              <a:path w="6441440" h="605155">
                <a:moveTo>
                  <a:pt x="2395916" y="492034"/>
                </a:moveTo>
                <a:lnTo>
                  <a:pt x="2379644" y="508667"/>
                </a:lnTo>
                <a:lnTo>
                  <a:pt x="2391767" y="512996"/>
                </a:lnTo>
                <a:lnTo>
                  <a:pt x="2402536" y="501776"/>
                </a:lnTo>
                <a:lnTo>
                  <a:pt x="2438535" y="501776"/>
                </a:lnTo>
                <a:lnTo>
                  <a:pt x="2435585" y="495949"/>
                </a:lnTo>
                <a:lnTo>
                  <a:pt x="2395916" y="492034"/>
                </a:lnTo>
                <a:close/>
              </a:path>
              <a:path w="6441440" h="605155">
                <a:moveTo>
                  <a:pt x="2485434" y="470350"/>
                </a:moveTo>
                <a:lnTo>
                  <a:pt x="2472661" y="470350"/>
                </a:lnTo>
                <a:lnTo>
                  <a:pt x="2472661" y="553045"/>
                </a:lnTo>
                <a:lnTo>
                  <a:pt x="2478290" y="568234"/>
                </a:lnTo>
                <a:lnTo>
                  <a:pt x="2499523" y="574296"/>
                </a:lnTo>
                <a:lnTo>
                  <a:pt x="2485434" y="470350"/>
                </a:lnTo>
                <a:close/>
              </a:path>
              <a:path w="6441440" h="605155">
                <a:moveTo>
                  <a:pt x="2472661" y="490266"/>
                </a:moveTo>
                <a:lnTo>
                  <a:pt x="2460106" y="490266"/>
                </a:lnTo>
                <a:lnTo>
                  <a:pt x="2460106" y="501090"/>
                </a:lnTo>
                <a:lnTo>
                  <a:pt x="2472661" y="501090"/>
                </a:lnTo>
                <a:lnTo>
                  <a:pt x="2472661" y="490266"/>
                </a:lnTo>
                <a:close/>
              </a:path>
              <a:path w="6441440" h="605155">
                <a:moveTo>
                  <a:pt x="2503185" y="490266"/>
                </a:moveTo>
                <a:lnTo>
                  <a:pt x="2488133" y="490266"/>
                </a:lnTo>
                <a:lnTo>
                  <a:pt x="2489600" y="501090"/>
                </a:lnTo>
                <a:lnTo>
                  <a:pt x="2503185" y="501090"/>
                </a:lnTo>
                <a:lnTo>
                  <a:pt x="2503185" y="490266"/>
                </a:lnTo>
                <a:close/>
              </a:path>
              <a:path w="6441440" h="605155">
                <a:moveTo>
                  <a:pt x="2536667" y="555733"/>
                </a:moveTo>
                <a:lnTo>
                  <a:pt x="2521964" y="561848"/>
                </a:lnTo>
                <a:lnTo>
                  <a:pt x="2531706" y="574260"/>
                </a:lnTo>
                <a:lnTo>
                  <a:pt x="2536667" y="555733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2654300"/>
            <a:ext cx="6436536" cy="3758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7338868"/>
            <a:ext cx="3796763" cy="57518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43000" y="3314700"/>
            <a:ext cx="1625600" cy="3467100"/>
            <a:chOff x="1143000" y="3314700"/>
            <a:chExt cx="1625600" cy="3467100"/>
          </a:xfrm>
        </p:grpSpPr>
        <p:sp>
          <p:nvSpPr>
            <p:cNvPr id="10" name="object 10" descr=""/>
            <p:cNvSpPr/>
            <p:nvPr/>
          </p:nvSpPr>
          <p:spPr>
            <a:xfrm>
              <a:off x="1143000" y="3314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67371" y="3338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5833" y="3367236"/>
              <a:ext cx="1507743" cy="332970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7033" y="3407643"/>
              <a:ext cx="85343" cy="8485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4787900" y="3314700"/>
            <a:ext cx="1638300" cy="3467100"/>
            <a:chOff x="4787900" y="3314700"/>
            <a:chExt cx="16383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4787900" y="33147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12474" y="33389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1143" y="3367236"/>
              <a:ext cx="151952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7899" y="3407643"/>
              <a:ext cx="86010" cy="8485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2971800" y="3340100"/>
            <a:ext cx="1625600" cy="3467100"/>
            <a:chOff x="2971800" y="3340100"/>
            <a:chExt cx="1625600" cy="3467100"/>
          </a:xfrm>
        </p:grpSpPr>
        <p:sp>
          <p:nvSpPr>
            <p:cNvPr id="20" name="object 20" descr=""/>
            <p:cNvSpPr/>
            <p:nvPr/>
          </p:nvSpPr>
          <p:spPr>
            <a:xfrm>
              <a:off x="2971800" y="3340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96171" y="3364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24633" y="3392636"/>
              <a:ext cx="1507743" cy="332970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35833" y="3433043"/>
              <a:ext cx="85344" cy="84859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1841500" y="37084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5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5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4787900" y="7010400"/>
            <a:ext cx="1638300" cy="3467100"/>
            <a:chOff x="4787900" y="7010400"/>
            <a:chExt cx="1638300" cy="3467100"/>
          </a:xfrm>
        </p:grpSpPr>
        <p:sp>
          <p:nvSpPr>
            <p:cNvPr id="26" name="object 26" descr=""/>
            <p:cNvSpPr/>
            <p:nvPr/>
          </p:nvSpPr>
          <p:spPr>
            <a:xfrm>
              <a:off x="4787900" y="70104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12474" y="70346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41143" y="7062936"/>
              <a:ext cx="1519523" cy="332970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7899" y="7103343"/>
              <a:ext cx="86010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60134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08" y="506641"/>
            <a:ext cx="118194" cy="10309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1864031"/>
            <a:ext cx="6438363" cy="60554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2654300"/>
            <a:ext cx="6436536" cy="3758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487" y="7338868"/>
            <a:ext cx="3796790" cy="604404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43000" y="3314700"/>
            <a:ext cx="1625600" cy="3467100"/>
            <a:chOff x="1143000" y="3314700"/>
            <a:chExt cx="1625600" cy="3467100"/>
          </a:xfrm>
        </p:grpSpPr>
        <p:sp>
          <p:nvSpPr>
            <p:cNvPr id="10" name="object 10" descr=""/>
            <p:cNvSpPr/>
            <p:nvPr/>
          </p:nvSpPr>
          <p:spPr>
            <a:xfrm>
              <a:off x="1143000" y="3314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67371" y="3338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5833" y="3367236"/>
              <a:ext cx="1507743" cy="332970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7033" y="3407643"/>
              <a:ext cx="85343" cy="8485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4787900" y="3314700"/>
            <a:ext cx="1638300" cy="3467100"/>
            <a:chOff x="4787900" y="3314700"/>
            <a:chExt cx="1638300" cy="3467100"/>
          </a:xfrm>
        </p:grpSpPr>
        <p:sp>
          <p:nvSpPr>
            <p:cNvPr id="15" name="object 15" descr=""/>
            <p:cNvSpPr/>
            <p:nvPr/>
          </p:nvSpPr>
          <p:spPr>
            <a:xfrm>
              <a:off x="4787900" y="33147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12474" y="33389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1143" y="3367236"/>
              <a:ext cx="1519523" cy="332970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7899" y="3407643"/>
              <a:ext cx="86010" cy="8485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2971800" y="3340100"/>
            <a:ext cx="1625600" cy="3467100"/>
            <a:chOff x="2971800" y="3340100"/>
            <a:chExt cx="1625600" cy="3467100"/>
          </a:xfrm>
        </p:grpSpPr>
        <p:sp>
          <p:nvSpPr>
            <p:cNvPr id="20" name="object 20" descr=""/>
            <p:cNvSpPr/>
            <p:nvPr/>
          </p:nvSpPr>
          <p:spPr>
            <a:xfrm>
              <a:off x="2971800" y="3340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96171" y="3364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4633" y="3392636"/>
              <a:ext cx="1507743" cy="332970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5833" y="3433043"/>
              <a:ext cx="85344" cy="84859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1841500" y="37084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5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5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4787900" y="7010400"/>
            <a:ext cx="1638300" cy="3467100"/>
            <a:chOff x="4787900" y="7010400"/>
            <a:chExt cx="1638300" cy="3467100"/>
          </a:xfrm>
        </p:grpSpPr>
        <p:sp>
          <p:nvSpPr>
            <p:cNvPr id="26" name="object 26" descr=""/>
            <p:cNvSpPr/>
            <p:nvPr/>
          </p:nvSpPr>
          <p:spPr>
            <a:xfrm>
              <a:off x="4787900" y="70104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12474" y="70346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41143" y="7062936"/>
              <a:ext cx="1519523" cy="332970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7899" y="7103343"/>
              <a:ext cx="86010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83359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3724" y="506780"/>
            <a:ext cx="152160" cy="102819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99551" y="1865005"/>
            <a:ext cx="6441440" cy="804545"/>
          </a:xfrm>
          <a:custGeom>
            <a:avLst/>
            <a:gdLst/>
            <a:ahLst/>
            <a:cxnLst/>
            <a:rect l="l" t="t" r="r" b="b"/>
            <a:pathLst>
              <a:path w="6441440" h="804544">
                <a:moveTo>
                  <a:pt x="18382" y="48220"/>
                </a:moveTo>
                <a:lnTo>
                  <a:pt x="0" y="63644"/>
                </a:lnTo>
                <a:lnTo>
                  <a:pt x="4293" y="87601"/>
                </a:lnTo>
                <a:lnTo>
                  <a:pt x="22748" y="95845"/>
                </a:lnTo>
                <a:lnTo>
                  <a:pt x="27149" y="95845"/>
                </a:lnTo>
                <a:lnTo>
                  <a:pt x="45478" y="80385"/>
                </a:lnTo>
                <a:lnTo>
                  <a:pt x="41184" y="56464"/>
                </a:lnTo>
                <a:lnTo>
                  <a:pt x="18382" y="48220"/>
                </a:lnTo>
                <a:close/>
              </a:path>
              <a:path w="6441440" h="804544">
                <a:moveTo>
                  <a:pt x="175560" y="7739"/>
                </a:moveTo>
                <a:lnTo>
                  <a:pt x="152472" y="30469"/>
                </a:lnTo>
                <a:lnTo>
                  <a:pt x="146535" y="69245"/>
                </a:lnTo>
                <a:lnTo>
                  <a:pt x="159981" y="102393"/>
                </a:lnTo>
                <a:lnTo>
                  <a:pt x="188170" y="117276"/>
                </a:lnTo>
                <a:lnTo>
                  <a:pt x="220211" y="111287"/>
                </a:lnTo>
                <a:lnTo>
                  <a:pt x="224223" y="105153"/>
                </a:lnTo>
                <a:lnTo>
                  <a:pt x="188353" y="105153"/>
                </a:lnTo>
                <a:lnTo>
                  <a:pt x="171413" y="96675"/>
                </a:lnTo>
                <a:lnTo>
                  <a:pt x="160716" y="78473"/>
                </a:lnTo>
                <a:lnTo>
                  <a:pt x="159128" y="51178"/>
                </a:lnTo>
                <a:lnTo>
                  <a:pt x="167102" y="29873"/>
                </a:lnTo>
                <a:lnTo>
                  <a:pt x="182273" y="18093"/>
                </a:lnTo>
                <a:lnTo>
                  <a:pt x="202279" y="16903"/>
                </a:lnTo>
                <a:lnTo>
                  <a:pt x="224643" y="16903"/>
                </a:lnTo>
                <a:lnTo>
                  <a:pt x="215755" y="7901"/>
                </a:lnTo>
                <a:lnTo>
                  <a:pt x="175560" y="7739"/>
                </a:lnTo>
                <a:close/>
              </a:path>
              <a:path w="6441440" h="804544">
                <a:moveTo>
                  <a:pt x="239658" y="81557"/>
                </a:moveTo>
                <a:lnTo>
                  <a:pt x="226236" y="81557"/>
                </a:lnTo>
                <a:lnTo>
                  <a:pt x="220121" y="94654"/>
                </a:lnTo>
                <a:lnTo>
                  <a:pt x="188353" y="105153"/>
                </a:lnTo>
                <a:lnTo>
                  <a:pt x="224223" y="105153"/>
                </a:lnTo>
                <a:lnTo>
                  <a:pt x="239658" y="81557"/>
                </a:lnTo>
                <a:close/>
              </a:path>
              <a:path w="6441440" h="804544">
                <a:moveTo>
                  <a:pt x="224643" y="16903"/>
                </a:moveTo>
                <a:lnTo>
                  <a:pt x="202279" y="16903"/>
                </a:lnTo>
                <a:lnTo>
                  <a:pt x="226236" y="39994"/>
                </a:lnTo>
                <a:lnTo>
                  <a:pt x="239658" y="39994"/>
                </a:lnTo>
                <a:lnTo>
                  <a:pt x="236808" y="29224"/>
                </a:lnTo>
                <a:lnTo>
                  <a:pt x="224643" y="16903"/>
                </a:lnTo>
                <a:close/>
              </a:path>
              <a:path w="6441440" h="804544">
                <a:moveTo>
                  <a:pt x="272387" y="5357"/>
                </a:moveTo>
                <a:lnTo>
                  <a:pt x="259614" y="5357"/>
                </a:lnTo>
                <a:lnTo>
                  <a:pt x="259614" y="116194"/>
                </a:lnTo>
                <a:lnTo>
                  <a:pt x="272387" y="116194"/>
                </a:lnTo>
                <a:lnTo>
                  <a:pt x="272387" y="5357"/>
                </a:lnTo>
                <a:close/>
              </a:path>
              <a:path w="6441440" h="804544">
                <a:moveTo>
                  <a:pt x="308552" y="33066"/>
                </a:moveTo>
                <a:lnTo>
                  <a:pt x="295780" y="33066"/>
                </a:lnTo>
                <a:lnTo>
                  <a:pt x="295780" y="116194"/>
                </a:lnTo>
                <a:lnTo>
                  <a:pt x="308552" y="116194"/>
                </a:lnTo>
                <a:lnTo>
                  <a:pt x="308552" y="33066"/>
                </a:lnTo>
                <a:close/>
              </a:path>
              <a:path w="6441440" h="804544">
                <a:moveTo>
                  <a:pt x="297638" y="2742"/>
                </a:moveTo>
                <a:lnTo>
                  <a:pt x="302274" y="19212"/>
                </a:lnTo>
                <a:lnTo>
                  <a:pt x="304763" y="19212"/>
                </a:lnTo>
                <a:lnTo>
                  <a:pt x="311366" y="8171"/>
                </a:lnTo>
                <a:lnTo>
                  <a:pt x="297638" y="2742"/>
                </a:lnTo>
                <a:close/>
              </a:path>
              <a:path w="6441440" h="804544">
                <a:moveTo>
                  <a:pt x="357994" y="31984"/>
                </a:moveTo>
                <a:lnTo>
                  <a:pt x="340207" y="41148"/>
                </a:lnTo>
                <a:lnTo>
                  <a:pt x="329600" y="59170"/>
                </a:lnTo>
                <a:lnTo>
                  <a:pt x="328048" y="83361"/>
                </a:lnTo>
                <a:lnTo>
                  <a:pt x="335625" y="103656"/>
                </a:lnTo>
                <a:lnTo>
                  <a:pt x="351211" y="116085"/>
                </a:lnTo>
                <a:lnTo>
                  <a:pt x="365715" y="117925"/>
                </a:lnTo>
                <a:lnTo>
                  <a:pt x="386497" y="112207"/>
                </a:lnTo>
                <a:lnTo>
                  <a:pt x="389879" y="106452"/>
                </a:lnTo>
                <a:lnTo>
                  <a:pt x="360664" y="106452"/>
                </a:lnTo>
                <a:lnTo>
                  <a:pt x="345908" y="96170"/>
                </a:lnTo>
                <a:lnTo>
                  <a:pt x="341849" y="62886"/>
                </a:lnTo>
                <a:lnTo>
                  <a:pt x="356371" y="44756"/>
                </a:lnTo>
                <a:lnTo>
                  <a:pt x="391590" y="44756"/>
                </a:lnTo>
                <a:lnTo>
                  <a:pt x="385992" y="37396"/>
                </a:lnTo>
                <a:lnTo>
                  <a:pt x="357994" y="31984"/>
                </a:lnTo>
                <a:close/>
              </a:path>
              <a:path w="6441440" h="804544">
                <a:moveTo>
                  <a:pt x="398403" y="91948"/>
                </a:moveTo>
                <a:lnTo>
                  <a:pt x="385631" y="91948"/>
                </a:lnTo>
                <a:lnTo>
                  <a:pt x="384837" y="94979"/>
                </a:lnTo>
                <a:lnTo>
                  <a:pt x="360664" y="106452"/>
                </a:lnTo>
                <a:lnTo>
                  <a:pt x="389879" y="106452"/>
                </a:lnTo>
                <a:lnTo>
                  <a:pt x="398403" y="91948"/>
                </a:lnTo>
                <a:close/>
              </a:path>
              <a:path w="6441440" h="804544">
                <a:moveTo>
                  <a:pt x="391590" y="44756"/>
                </a:moveTo>
                <a:lnTo>
                  <a:pt x="356371" y="44756"/>
                </a:lnTo>
                <a:lnTo>
                  <a:pt x="375818" y="44937"/>
                </a:lnTo>
                <a:lnTo>
                  <a:pt x="385631" y="57961"/>
                </a:lnTo>
                <a:lnTo>
                  <a:pt x="398403" y="57961"/>
                </a:lnTo>
                <a:lnTo>
                  <a:pt x="397682" y="52766"/>
                </a:lnTo>
                <a:lnTo>
                  <a:pt x="391590" y="44756"/>
                </a:lnTo>
                <a:close/>
              </a:path>
              <a:path w="6441440" h="804544">
                <a:moveTo>
                  <a:pt x="429847" y="5357"/>
                </a:moveTo>
                <a:lnTo>
                  <a:pt x="417075" y="5357"/>
                </a:lnTo>
                <a:lnTo>
                  <a:pt x="417075" y="116194"/>
                </a:lnTo>
                <a:lnTo>
                  <a:pt x="429847" y="116194"/>
                </a:lnTo>
                <a:lnTo>
                  <a:pt x="429847" y="85887"/>
                </a:lnTo>
                <a:lnTo>
                  <a:pt x="428981" y="85887"/>
                </a:lnTo>
                <a:lnTo>
                  <a:pt x="428969" y="85048"/>
                </a:lnTo>
                <a:lnTo>
                  <a:pt x="428853" y="76564"/>
                </a:lnTo>
                <a:lnTo>
                  <a:pt x="428764" y="70084"/>
                </a:lnTo>
                <a:lnTo>
                  <a:pt x="429847" y="69056"/>
                </a:lnTo>
                <a:lnTo>
                  <a:pt x="429847" y="5357"/>
                </a:lnTo>
                <a:close/>
              </a:path>
              <a:path w="6441440" h="804544">
                <a:moveTo>
                  <a:pt x="447736" y="67728"/>
                </a:moveTo>
                <a:lnTo>
                  <a:pt x="438609" y="76564"/>
                </a:lnTo>
                <a:lnTo>
                  <a:pt x="469895" y="116194"/>
                </a:lnTo>
                <a:lnTo>
                  <a:pt x="486131" y="116194"/>
                </a:lnTo>
                <a:lnTo>
                  <a:pt x="447736" y="67728"/>
                </a:lnTo>
                <a:close/>
              </a:path>
              <a:path w="6441440" h="804544">
                <a:moveTo>
                  <a:pt x="429847" y="69056"/>
                </a:moveTo>
                <a:lnTo>
                  <a:pt x="428764" y="70084"/>
                </a:lnTo>
                <a:lnTo>
                  <a:pt x="428853" y="76564"/>
                </a:lnTo>
                <a:lnTo>
                  <a:pt x="428969" y="85048"/>
                </a:lnTo>
                <a:lnTo>
                  <a:pt x="428981" y="85887"/>
                </a:lnTo>
                <a:lnTo>
                  <a:pt x="429847" y="85048"/>
                </a:lnTo>
                <a:lnTo>
                  <a:pt x="429847" y="69056"/>
                </a:lnTo>
                <a:close/>
              </a:path>
              <a:path w="6441440" h="804544">
                <a:moveTo>
                  <a:pt x="429847" y="85048"/>
                </a:moveTo>
                <a:lnTo>
                  <a:pt x="428981" y="85887"/>
                </a:lnTo>
                <a:lnTo>
                  <a:pt x="429847" y="85887"/>
                </a:lnTo>
                <a:lnTo>
                  <a:pt x="429847" y="85048"/>
                </a:lnTo>
                <a:close/>
              </a:path>
              <a:path w="6441440" h="804544">
                <a:moveTo>
                  <a:pt x="483533" y="33066"/>
                </a:moveTo>
                <a:lnTo>
                  <a:pt x="467730" y="33066"/>
                </a:lnTo>
                <a:lnTo>
                  <a:pt x="429847" y="69056"/>
                </a:lnTo>
                <a:lnTo>
                  <a:pt x="429847" y="85048"/>
                </a:lnTo>
                <a:lnTo>
                  <a:pt x="438609" y="76564"/>
                </a:lnTo>
                <a:lnTo>
                  <a:pt x="437423" y="75063"/>
                </a:lnTo>
                <a:lnTo>
                  <a:pt x="446515" y="66187"/>
                </a:lnTo>
                <a:lnTo>
                  <a:pt x="449326" y="66187"/>
                </a:lnTo>
                <a:lnTo>
                  <a:pt x="483533" y="33066"/>
                </a:lnTo>
                <a:close/>
              </a:path>
              <a:path w="6441440" h="804544">
                <a:moveTo>
                  <a:pt x="446515" y="66187"/>
                </a:moveTo>
                <a:lnTo>
                  <a:pt x="437423" y="75063"/>
                </a:lnTo>
                <a:lnTo>
                  <a:pt x="438609" y="76564"/>
                </a:lnTo>
                <a:lnTo>
                  <a:pt x="447736" y="67728"/>
                </a:lnTo>
                <a:lnTo>
                  <a:pt x="446515" y="66187"/>
                </a:lnTo>
                <a:close/>
              </a:path>
              <a:path w="6441440" h="804544">
                <a:moveTo>
                  <a:pt x="449326" y="66187"/>
                </a:moveTo>
                <a:lnTo>
                  <a:pt x="446515" y="66187"/>
                </a:lnTo>
                <a:lnTo>
                  <a:pt x="447736" y="67728"/>
                </a:lnTo>
                <a:lnTo>
                  <a:pt x="449326" y="66187"/>
                </a:lnTo>
                <a:close/>
              </a:path>
              <a:path w="6441440" h="804544">
                <a:moveTo>
                  <a:pt x="512744" y="33066"/>
                </a:moveTo>
                <a:lnTo>
                  <a:pt x="499972" y="33066"/>
                </a:lnTo>
                <a:lnTo>
                  <a:pt x="499972" y="116194"/>
                </a:lnTo>
                <a:lnTo>
                  <a:pt x="512744" y="116194"/>
                </a:lnTo>
                <a:lnTo>
                  <a:pt x="512744" y="33066"/>
                </a:lnTo>
                <a:close/>
              </a:path>
              <a:path w="6441440" h="804544">
                <a:moveTo>
                  <a:pt x="501830" y="2742"/>
                </a:moveTo>
                <a:lnTo>
                  <a:pt x="506466" y="19212"/>
                </a:lnTo>
                <a:lnTo>
                  <a:pt x="508956" y="19212"/>
                </a:lnTo>
                <a:lnTo>
                  <a:pt x="515558" y="8171"/>
                </a:lnTo>
                <a:lnTo>
                  <a:pt x="501830" y="2742"/>
                </a:lnTo>
                <a:close/>
              </a:path>
              <a:path w="6441440" h="804544">
                <a:moveTo>
                  <a:pt x="548482" y="33139"/>
                </a:moveTo>
                <a:lnTo>
                  <a:pt x="536137" y="33139"/>
                </a:lnTo>
                <a:lnTo>
                  <a:pt x="536137" y="116194"/>
                </a:lnTo>
                <a:lnTo>
                  <a:pt x="548909" y="116194"/>
                </a:lnTo>
                <a:lnTo>
                  <a:pt x="548909" y="66187"/>
                </a:lnTo>
                <a:lnTo>
                  <a:pt x="553509" y="50457"/>
                </a:lnTo>
                <a:lnTo>
                  <a:pt x="567679" y="46055"/>
                </a:lnTo>
                <a:lnTo>
                  <a:pt x="549559" y="46055"/>
                </a:lnTo>
                <a:lnTo>
                  <a:pt x="548494" y="33283"/>
                </a:lnTo>
                <a:lnTo>
                  <a:pt x="548482" y="33139"/>
                </a:lnTo>
                <a:close/>
              </a:path>
              <a:path w="6441440" h="804544">
                <a:moveTo>
                  <a:pt x="594139" y="43457"/>
                </a:moveTo>
                <a:lnTo>
                  <a:pt x="576041" y="43457"/>
                </a:lnTo>
                <a:lnTo>
                  <a:pt x="587478" y="52621"/>
                </a:lnTo>
                <a:lnTo>
                  <a:pt x="589174" y="116194"/>
                </a:lnTo>
                <a:lnTo>
                  <a:pt x="601946" y="116194"/>
                </a:lnTo>
                <a:lnTo>
                  <a:pt x="600812" y="52621"/>
                </a:lnTo>
                <a:lnTo>
                  <a:pt x="600774" y="50457"/>
                </a:lnTo>
                <a:lnTo>
                  <a:pt x="594139" y="43457"/>
                </a:lnTo>
                <a:close/>
              </a:path>
              <a:path w="6441440" h="804544">
                <a:moveTo>
                  <a:pt x="584357" y="33139"/>
                </a:moveTo>
                <a:lnTo>
                  <a:pt x="562403" y="33283"/>
                </a:lnTo>
                <a:lnTo>
                  <a:pt x="549559" y="46055"/>
                </a:lnTo>
                <a:lnTo>
                  <a:pt x="567679" y="46055"/>
                </a:lnTo>
                <a:lnTo>
                  <a:pt x="576041" y="43457"/>
                </a:lnTo>
                <a:lnTo>
                  <a:pt x="594139" y="43457"/>
                </a:lnTo>
                <a:lnTo>
                  <a:pt x="584357" y="33139"/>
                </a:lnTo>
                <a:close/>
              </a:path>
              <a:path w="6441440" h="804544">
                <a:moveTo>
                  <a:pt x="637642" y="128533"/>
                </a:moveTo>
                <a:lnTo>
                  <a:pt x="624852" y="132429"/>
                </a:lnTo>
                <a:lnTo>
                  <a:pt x="658839" y="149098"/>
                </a:lnTo>
                <a:lnTo>
                  <a:pt x="682363" y="143813"/>
                </a:lnTo>
                <a:lnTo>
                  <a:pt x="687606" y="137841"/>
                </a:lnTo>
                <a:lnTo>
                  <a:pt x="653824" y="137841"/>
                </a:lnTo>
                <a:lnTo>
                  <a:pt x="637642" y="128533"/>
                </a:lnTo>
                <a:close/>
              </a:path>
              <a:path w="6441440" h="804544">
                <a:moveTo>
                  <a:pt x="693601" y="104215"/>
                </a:moveTo>
                <a:lnTo>
                  <a:pt x="678647" y="104215"/>
                </a:lnTo>
                <a:lnTo>
                  <a:pt x="682002" y="124636"/>
                </a:lnTo>
                <a:lnTo>
                  <a:pt x="671088" y="136218"/>
                </a:lnTo>
                <a:lnTo>
                  <a:pt x="653824" y="137841"/>
                </a:lnTo>
                <a:lnTo>
                  <a:pt x="687606" y="137841"/>
                </a:lnTo>
                <a:lnTo>
                  <a:pt x="693151" y="131527"/>
                </a:lnTo>
                <a:lnTo>
                  <a:pt x="693601" y="104215"/>
                </a:lnTo>
                <a:close/>
              </a:path>
              <a:path w="6441440" h="804544">
                <a:moveTo>
                  <a:pt x="649891" y="31984"/>
                </a:moveTo>
                <a:lnTo>
                  <a:pt x="633042" y="40697"/>
                </a:lnTo>
                <a:lnTo>
                  <a:pt x="622886" y="58268"/>
                </a:lnTo>
                <a:lnTo>
                  <a:pt x="621388" y="82856"/>
                </a:lnTo>
                <a:lnTo>
                  <a:pt x="629091" y="102339"/>
                </a:lnTo>
                <a:lnTo>
                  <a:pt x="643938" y="113307"/>
                </a:lnTo>
                <a:lnTo>
                  <a:pt x="662086" y="114895"/>
                </a:lnTo>
                <a:lnTo>
                  <a:pt x="678647" y="104215"/>
                </a:lnTo>
                <a:lnTo>
                  <a:pt x="693601" y="104215"/>
                </a:lnTo>
                <a:lnTo>
                  <a:pt x="693614" y="103421"/>
                </a:lnTo>
                <a:lnTo>
                  <a:pt x="653066" y="103421"/>
                </a:lnTo>
                <a:lnTo>
                  <a:pt x="638707" y="93698"/>
                </a:lnTo>
                <a:lnTo>
                  <a:pt x="635045" y="63229"/>
                </a:lnTo>
                <a:lnTo>
                  <a:pt x="648484" y="44828"/>
                </a:lnTo>
                <a:lnTo>
                  <a:pt x="679148" y="44828"/>
                </a:lnTo>
                <a:lnTo>
                  <a:pt x="649891" y="31984"/>
                </a:lnTo>
                <a:close/>
              </a:path>
              <a:path w="6441440" h="804544">
                <a:moveTo>
                  <a:pt x="679148" y="44828"/>
                </a:moveTo>
                <a:lnTo>
                  <a:pt x="668021" y="44828"/>
                </a:lnTo>
                <a:lnTo>
                  <a:pt x="681317" y="62706"/>
                </a:lnTo>
                <a:lnTo>
                  <a:pt x="677676" y="93698"/>
                </a:lnTo>
                <a:lnTo>
                  <a:pt x="677618" y="94185"/>
                </a:lnTo>
                <a:lnTo>
                  <a:pt x="658406" y="103421"/>
                </a:lnTo>
                <a:lnTo>
                  <a:pt x="693614" y="103421"/>
                </a:lnTo>
                <a:lnTo>
                  <a:pt x="694557" y="46271"/>
                </a:lnTo>
                <a:lnTo>
                  <a:pt x="682435" y="46271"/>
                </a:lnTo>
                <a:lnTo>
                  <a:pt x="679148" y="44828"/>
                </a:lnTo>
                <a:close/>
              </a:path>
              <a:path w="6441440" h="804544">
                <a:moveTo>
                  <a:pt x="694774" y="33066"/>
                </a:moveTo>
                <a:lnTo>
                  <a:pt x="682435" y="33066"/>
                </a:lnTo>
                <a:lnTo>
                  <a:pt x="682435" y="46271"/>
                </a:lnTo>
                <a:lnTo>
                  <a:pt x="694557" y="46271"/>
                </a:lnTo>
                <a:lnTo>
                  <a:pt x="694648" y="40697"/>
                </a:lnTo>
                <a:lnTo>
                  <a:pt x="694774" y="33066"/>
                </a:lnTo>
                <a:close/>
              </a:path>
              <a:path w="6441440" h="804544">
                <a:moveTo>
                  <a:pt x="793019" y="31984"/>
                </a:moveTo>
                <a:lnTo>
                  <a:pt x="775142" y="40914"/>
                </a:lnTo>
                <a:lnTo>
                  <a:pt x="764426" y="58845"/>
                </a:lnTo>
                <a:lnTo>
                  <a:pt x="762857" y="83650"/>
                </a:lnTo>
                <a:lnTo>
                  <a:pt x="770740" y="103999"/>
                </a:lnTo>
                <a:lnTo>
                  <a:pt x="786435" y="116140"/>
                </a:lnTo>
                <a:lnTo>
                  <a:pt x="800524" y="117925"/>
                </a:lnTo>
                <a:lnTo>
                  <a:pt x="808028" y="117925"/>
                </a:lnTo>
                <a:lnTo>
                  <a:pt x="825888" y="108996"/>
                </a:lnTo>
                <a:lnTo>
                  <a:pt x="827415" y="106452"/>
                </a:lnTo>
                <a:lnTo>
                  <a:pt x="794823" y="106452"/>
                </a:lnTo>
                <a:lnTo>
                  <a:pt x="782773" y="99146"/>
                </a:lnTo>
                <a:lnTo>
                  <a:pt x="775629" y="69507"/>
                </a:lnTo>
                <a:lnTo>
                  <a:pt x="790133" y="44937"/>
                </a:lnTo>
                <a:lnTo>
                  <a:pt x="829009" y="44937"/>
                </a:lnTo>
                <a:lnTo>
                  <a:pt x="814595" y="33770"/>
                </a:lnTo>
                <a:lnTo>
                  <a:pt x="793019" y="31984"/>
                </a:lnTo>
                <a:close/>
              </a:path>
              <a:path w="6441440" h="804544">
                <a:moveTo>
                  <a:pt x="829009" y="44937"/>
                </a:moveTo>
                <a:lnTo>
                  <a:pt x="810915" y="44937"/>
                </a:lnTo>
                <a:lnTo>
                  <a:pt x="824535" y="64329"/>
                </a:lnTo>
                <a:lnTo>
                  <a:pt x="818275" y="99146"/>
                </a:lnTo>
                <a:lnTo>
                  <a:pt x="800524" y="106452"/>
                </a:lnTo>
                <a:lnTo>
                  <a:pt x="827415" y="106452"/>
                </a:lnTo>
                <a:lnTo>
                  <a:pt x="836603" y="91154"/>
                </a:lnTo>
                <a:lnTo>
                  <a:pt x="838191" y="66404"/>
                </a:lnTo>
                <a:lnTo>
                  <a:pt x="830289" y="45929"/>
                </a:lnTo>
                <a:lnTo>
                  <a:pt x="829009" y="44937"/>
                </a:lnTo>
                <a:close/>
              </a:path>
              <a:path w="6441440" h="804544">
                <a:moveTo>
                  <a:pt x="870032" y="33139"/>
                </a:moveTo>
                <a:lnTo>
                  <a:pt x="857687" y="33139"/>
                </a:lnTo>
                <a:lnTo>
                  <a:pt x="857687" y="116194"/>
                </a:lnTo>
                <a:lnTo>
                  <a:pt x="870459" y="116194"/>
                </a:lnTo>
                <a:lnTo>
                  <a:pt x="870459" y="66187"/>
                </a:lnTo>
                <a:lnTo>
                  <a:pt x="875060" y="50457"/>
                </a:lnTo>
                <a:lnTo>
                  <a:pt x="889229" y="46055"/>
                </a:lnTo>
                <a:lnTo>
                  <a:pt x="871109" y="46055"/>
                </a:lnTo>
                <a:lnTo>
                  <a:pt x="870045" y="33283"/>
                </a:lnTo>
                <a:lnTo>
                  <a:pt x="870032" y="33139"/>
                </a:lnTo>
                <a:close/>
              </a:path>
              <a:path w="6441440" h="804544">
                <a:moveTo>
                  <a:pt x="915689" y="43457"/>
                </a:moveTo>
                <a:lnTo>
                  <a:pt x="897591" y="43457"/>
                </a:lnTo>
                <a:lnTo>
                  <a:pt x="909028" y="52621"/>
                </a:lnTo>
                <a:lnTo>
                  <a:pt x="910724" y="116194"/>
                </a:lnTo>
                <a:lnTo>
                  <a:pt x="923496" y="116194"/>
                </a:lnTo>
                <a:lnTo>
                  <a:pt x="922362" y="52621"/>
                </a:lnTo>
                <a:lnTo>
                  <a:pt x="922324" y="50457"/>
                </a:lnTo>
                <a:lnTo>
                  <a:pt x="915689" y="43457"/>
                </a:lnTo>
                <a:close/>
              </a:path>
              <a:path w="6441440" h="804544">
                <a:moveTo>
                  <a:pt x="905908" y="33139"/>
                </a:moveTo>
                <a:lnTo>
                  <a:pt x="883953" y="33283"/>
                </a:lnTo>
                <a:lnTo>
                  <a:pt x="871109" y="46055"/>
                </a:lnTo>
                <a:lnTo>
                  <a:pt x="889229" y="46055"/>
                </a:lnTo>
                <a:lnTo>
                  <a:pt x="897591" y="43457"/>
                </a:lnTo>
                <a:lnTo>
                  <a:pt x="915689" y="43457"/>
                </a:lnTo>
                <a:lnTo>
                  <a:pt x="905908" y="33139"/>
                </a:lnTo>
                <a:close/>
              </a:path>
              <a:path w="6441440" h="804544">
                <a:moveTo>
                  <a:pt x="1013835" y="13150"/>
                </a:moveTo>
                <a:lnTo>
                  <a:pt x="1001063" y="13150"/>
                </a:lnTo>
                <a:lnTo>
                  <a:pt x="1001063" y="95845"/>
                </a:lnTo>
                <a:lnTo>
                  <a:pt x="1006692" y="111034"/>
                </a:lnTo>
                <a:lnTo>
                  <a:pt x="1027924" y="117096"/>
                </a:lnTo>
                <a:lnTo>
                  <a:pt x="1013835" y="13150"/>
                </a:lnTo>
                <a:close/>
              </a:path>
              <a:path w="6441440" h="804544">
                <a:moveTo>
                  <a:pt x="1001063" y="33066"/>
                </a:moveTo>
                <a:lnTo>
                  <a:pt x="988508" y="33066"/>
                </a:lnTo>
                <a:lnTo>
                  <a:pt x="988508" y="43890"/>
                </a:lnTo>
                <a:lnTo>
                  <a:pt x="1001063" y="43890"/>
                </a:lnTo>
                <a:lnTo>
                  <a:pt x="1001063" y="33066"/>
                </a:lnTo>
                <a:close/>
              </a:path>
              <a:path w="6441440" h="804544">
                <a:moveTo>
                  <a:pt x="1031586" y="33066"/>
                </a:moveTo>
                <a:lnTo>
                  <a:pt x="1016535" y="33066"/>
                </a:lnTo>
                <a:lnTo>
                  <a:pt x="1018002" y="43890"/>
                </a:lnTo>
                <a:lnTo>
                  <a:pt x="1031586" y="43890"/>
                </a:lnTo>
                <a:lnTo>
                  <a:pt x="1031586" y="33066"/>
                </a:lnTo>
                <a:close/>
              </a:path>
              <a:path w="6441440" h="804544">
                <a:moveTo>
                  <a:pt x="1065357" y="5357"/>
                </a:moveTo>
                <a:lnTo>
                  <a:pt x="1052585" y="5357"/>
                </a:lnTo>
                <a:lnTo>
                  <a:pt x="1052585" y="116194"/>
                </a:lnTo>
                <a:lnTo>
                  <a:pt x="1065357" y="116194"/>
                </a:lnTo>
                <a:lnTo>
                  <a:pt x="1065357" y="66187"/>
                </a:lnTo>
                <a:lnTo>
                  <a:pt x="1070083" y="50457"/>
                </a:lnTo>
                <a:lnTo>
                  <a:pt x="1084650" y="46055"/>
                </a:lnTo>
                <a:lnTo>
                  <a:pt x="1066439" y="46055"/>
                </a:lnTo>
                <a:lnTo>
                  <a:pt x="1065357" y="5357"/>
                </a:lnTo>
                <a:close/>
              </a:path>
              <a:path w="6441440" h="804544">
                <a:moveTo>
                  <a:pt x="1113975" y="43457"/>
                </a:moveTo>
                <a:lnTo>
                  <a:pt x="1093246" y="43457"/>
                </a:lnTo>
                <a:lnTo>
                  <a:pt x="1104774" y="52531"/>
                </a:lnTo>
                <a:lnTo>
                  <a:pt x="1106488" y="116194"/>
                </a:lnTo>
                <a:lnTo>
                  <a:pt x="1119260" y="116194"/>
                </a:lnTo>
                <a:lnTo>
                  <a:pt x="1119260" y="63373"/>
                </a:lnTo>
                <a:lnTo>
                  <a:pt x="1113975" y="43457"/>
                </a:lnTo>
                <a:close/>
              </a:path>
              <a:path w="6441440" h="804544">
                <a:moveTo>
                  <a:pt x="1101527" y="33120"/>
                </a:moveTo>
                <a:lnTo>
                  <a:pt x="1079139" y="33265"/>
                </a:lnTo>
                <a:lnTo>
                  <a:pt x="1066439" y="46055"/>
                </a:lnTo>
                <a:lnTo>
                  <a:pt x="1084650" y="46055"/>
                </a:lnTo>
                <a:lnTo>
                  <a:pt x="1093246" y="43457"/>
                </a:lnTo>
                <a:lnTo>
                  <a:pt x="1113975" y="43457"/>
                </a:lnTo>
                <a:lnTo>
                  <a:pt x="1113343" y="41076"/>
                </a:lnTo>
                <a:lnTo>
                  <a:pt x="1101527" y="33120"/>
                </a:lnTo>
                <a:close/>
              </a:path>
              <a:path w="6441440" h="804544">
                <a:moveTo>
                  <a:pt x="1168675" y="31984"/>
                </a:moveTo>
                <a:lnTo>
                  <a:pt x="1150888" y="41148"/>
                </a:lnTo>
                <a:lnTo>
                  <a:pt x="1140281" y="59260"/>
                </a:lnTo>
                <a:lnTo>
                  <a:pt x="1138729" y="83794"/>
                </a:lnTo>
                <a:lnTo>
                  <a:pt x="1146522" y="104071"/>
                </a:lnTo>
                <a:lnTo>
                  <a:pt x="1162560" y="116158"/>
                </a:lnTo>
                <a:lnTo>
                  <a:pt x="1177479" y="117925"/>
                </a:lnTo>
                <a:lnTo>
                  <a:pt x="1197196" y="113560"/>
                </a:lnTo>
                <a:lnTo>
                  <a:pt x="1202924" y="106452"/>
                </a:lnTo>
                <a:lnTo>
                  <a:pt x="1172319" y="106452"/>
                </a:lnTo>
                <a:lnTo>
                  <a:pt x="1156949" y="97523"/>
                </a:lnTo>
                <a:lnTo>
                  <a:pt x="1154685" y="78960"/>
                </a:lnTo>
                <a:lnTo>
                  <a:pt x="1147821" y="78960"/>
                </a:lnTo>
                <a:lnTo>
                  <a:pt x="1147821" y="67919"/>
                </a:lnTo>
                <a:lnTo>
                  <a:pt x="1153338" y="67919"/>
                </a:lnTo>
                <a:lnTo>
                  <a:pt x="1152494" y="60992"/>
                </a:lnTo>
                <a:lnTo>
                  <a:pt x="1171093" y="43457"/>
                </a:lnTo>
                <a:lnTo>
                  <a:pt x="1200643" y="43457"/>
                </a:lnTo>
                <a:lnTo>
                  <a:pt x="1197070" y="37937"/>
                </a:lnTo>
                <a:lnTo>
                  <a:pt x="1168675" y="31984"/>
                </a:lnTo>
                <a:close/>
              </a:path>
              <a:path w="6441440" h="804544">
                <a:moveTo>
                  <a:pt x="1198260" y="93464"/>
                </a:moveTo>
                <a:lnTo>
                  <a:pt x="1197178" y="96350"/>
                </a:lnTo>
                <a:lnTo>
                  <a:pt x="1172319" y="106452"/>
                </a:lnTo>
                <a:lnTo>
                  <a:pt x="1202924" y="106452"/>
                </a:lnTo>
                <a:lnTo>
                  <a:pt x="1210600" y="96927"/>
                </a:lnTo>
                <a:lnTo>
                  <a:pt x="1198260" y="93464"/>
                </a:lnTo>
                <a:close/>
              </a:path>
              <a:path w="6441440" h="804544">
                <a:moveTo>
                  <a:pt x="1153338" y="67919"/>
                </a:moveTo>
                <a:lnTo>
                  <a:pt x="1147821" y="67919"/>
                </a:lnTo>
                <a:lnTo>
                  <a:pt x="1147821" y="78960"/>
                </a:lnTo>
                <a:lnTo>
                  <a:pt x="1154685" y="78960"/>
                </a:lnTo>
                <a:lnTo>
                  <a:pt x="1153338" y="67919"/>
                </a:lnTo>
                <a:close/>
              </a:path>
              <a:path w="6441440" h="804544">
                <a:moveTo>
                  <a:pt x="1200643" y="43457"/>
                </a:moveTo>
                <a:lnTo>
                  <a:pt x="1171093" y="43457"/>
                </a:lnTo>
                <a:lnTo>
                  <a:pt x="1191622" y="48779"/>
                </a:lnTo>
                <a:lnTo>
                  <a:pt x="1198910" y="67919"/>
                </a:lnTo>
                <a:lnTo>
                  <a:pt x="1153338" y="67919"/>
                </a:lnTo>
                <a:lnTo>
                  <a:pt x="1154685" y="78960"/>
                </a:lnTo>
                <a:lnTo>
                  <a:pt x="1211899" y="78960"/>
                </a:lnTo>
                <a:lnTo>
                  <a:pt x="1210961" y="60992"/>
                </a:lnTo>
                <a:lnTo>
                  <a:pt x="1210870" y="59260"/>
                </a:lnTo>
                <a:lnTo>
                  <a:pt x="1200643" y="43457"/>
                </a:lnTo>
                <a:close/>
              </a:path>
              <a:path w="6441440" h="804544">
                <a:moveTo>
                  <a:pt x="1289235" y="2976"/>
                </a:moveTo>
                <a:lnTo>
                  <a:pt x="1286349" y="5285"/>
                </a:lnTo>
                <a:lnTo>
                  <a:pt x="1275597" y="39994"/>
                </a:lnTo>
                <a:lnTo>
                  <a:pt x="1287720" y="39994"/>
                </a:lnTo>
                <a:lnTo>
                  <a:pt x="1287720" y="30036"/>
                </a:lnTo>
                <a:lnTo>
                  <a:pt x="1296163" y="8604"/>
                </a:lnTo>
                <a:lnTo>
                  <a:pt x="1289235" y="2976"/>
                </a:lnTo>
                <a:close/>
              </a:path>
              <a:path w="6441440" h="804544">
                <a:moveTo>
                  <a:pt x="1316944" y="2976"/>
                </a:moveTo>
                <a:lnTo>
                  <a:pt x="1314058" y="5285"/>
                </a:lnTo>
                <a:lnTo>
                  <a:pt x="1303306" y="39994"/>
                </a:lnTo>
                <a:lnTo>
                  <a:pt x="1315429" y="39994"/>
                </a:lnTo>
                <a:lnTo>
                  <a:pt x="1315429" y="30036"/>
                </a:lnTo>
                <a:lnTo>
                  <a:pt x="1323872" y="8604"/>
                </a:lnTo>
                <a:lnTo>
                  <a:pt x="1316944" y="2976"/>
                </a:lnTo>
                <a:close/>
              </a:path>
              <a:path w="6441440" h="804544">
                <a:moveTo>
                  <a:pt x="1337212" y="5357"/>
                </a:moveTo>
                <a:lnTo>
                  <a:pt x="1337212" y="116194"/>
                </a:lnTo>
                <a:lnTo>
                  <a:pt x="1374771" y="116194"/>
                </a:lnTo>
                <a:lnTo>
                  <a:pt x="1397359" y="112449"/>
                </a:lnTo>
                <a:lnTo>
                  <a:pt x="1415258" y="98821"/>
                </a:lnTo>
                <a:lnTo>
                  <a:pt x="1357290" y="98821"/>
                </a:lnTo>
                <a:lnTo>
                  <a:pt x="1357290" y="22730"/>
                </a:lnTo>
                <a:lnTo>
                  <a:pt x="1415451" y="22730"/>
                </a:lnTo>
                <a:lnTo>
                  <a:pt x="1397670" y="9102"/>
                </a:lnTo>
                <a:lnTo>
                  <a:pt x="1337212" y="5357"/>
                </a:lnTo>
                <a:close/>
              </a:path>
              <a:path w="6441440" h="804544">
                <a:moveTo>
                  <a:pt x="1415451" y="22730"/>
                </a:moveTo>
                <a:lnTo>
                  <a:pt x="1381897" y="22730"/>
                </a:lnTo>
                <a:lnTo>
                  <a:pt x="1402155" y="33932"/>
                </a:lnTo>
                <a:lnTo>
                  <a:pt x="1408650" y="69146"/>
                </a:lnTo>
                <a:lnTo>
                  <a:pt x="1402155" y="87510"/>
                </a:lnTo>
                <a:lnTo>
                  <a:pt x="1387958" y="97414"/>
                </a:lnTo>
                <a:lnTo>
                  <a:pt x="1357290" y="98821"/>
                </a:lnTo>
                <a:lnTo>
                  <a:pt x="1415258" y="98821"/>
                </a:lnTo>
                <a:lnTo>
                  <a:pt x="1418577" y="96295"/>
                </a:lnTo>
                <a:lnTo>
                  <a:pt x="1428566" y="60667"/>
                </a:lnTo>
                <a:lnTo>
                  <a:pt x="1418641" y="25175"/>
                </a:lnTo>
                <a:lnTo>
                  <a:pt x="1415451" y="22730"/>
                </a:lnTo>
                <a:close/>
              </a:path>
              <a:path w="6441440" h="804544">
                <a:moveTo>
                  <a:pt x="1474919" y="31984"/>
                </a:moveTo>
                <a:lnTo>
                  <a:pt x="1455977" y="40914"/>
                </a:lnTo>
                <a:lnTo>
                  <a:pt x="1444828" y="58845"/>
                </a:lnTo>
                <a:lnTo>
                  <a:pt x="1443205" y="83542"/>
                </a:lnTo>
                <a:lnTo>
                  <a:pt x="1451359" y="103891"/>
                </a:lnTo>
                <a:lnTo>
                  <a:pt x="1467883" y="116031"/>
                </a:lnTo>
                <a:lnTo>
                  <a:pt x="1483037" y="117817"/>
                </a:lnTo>
                <a:lnTo>
                  <a:pt x="1491155" y="117817"/>
                </a:lnTo>
                <a:lnTo>
                  <a:pt x="1510096" y="108888"/>
                </a:lnTo>
                <a:lnTo>
                  <a:pt x="1514317" y="102123"/>
                </a:lnTo>
                <a:lnTo>
                  <a:pt x="1478635" y="102123"/>
                </a:lnTo>
                <a:lnTo>
                  <a:pt x="1466711" y="92760"/>
                </a:lnTo>
                <a:lnTo>
                  <a:pt x="1468930" y="53650"/>
                </a:lnTo>
                <a:lnTo>
                  <a:pt x="1487547" y="47516"/>
                </a:lnTo>
                <a:lnTo>
                  <a:pt x="1515331" y="47516"/>
                </a:lnTo>
                <a:lnTo>
                  <a:pt x="1514696" y="45929"/>
                </a:lnTo>
                <a:lnTo>
                  <a:pt x="1498190" y="33770"/>
                </a:lnTo>
                <a:lnTo>
                  <a:pt x="1474919" y="31984"/>
                </a:lnTo>
                <a:close/>
              </a:path>
              <a:path w="6441440" h="804544">
                <a:moveTo>
                  <a:pt x="1515331" y="47516"/>
                </a:moveTo>
                <a:lnTo>
                  <a:pt x="1487547" y="47516"/>
                </a:lnTo>
                <a:lnTo>
                  <a:pt x="1499345" y="56951"/>
                </a:lnTo>
                <a:lnTo>
                  <a:pt x="1499345" y="92760"/>
                </a:lnTo>
                <a:lnTo>
                  <a:pt x="1483145" y="102123"/>
                </a:lnTo>
                <a:lnTo>
                  <a:pt x="1514317" y="102123"/>
                </a:lnTo>
                <a:lnTo>
                  <a:pt x="1521227" y="91046"/>
                </a:lnTo>
                <a:lnTo>
                  <a:pt x="1522868" y="66368"/>
                </a:lnTo>
                <a:lnTo>
                  <a:pt x="1515331" y="47516"/>
                </a:lnTo>
                <a:close/>
              </a:path>
              <a:path w="6441440" h="804544">
                <a:moveTo>
                  <a:pt x="1567530" y="31984"/>
                </a:moveTo>
                <a:lnTo>
                  <a:pt x="1548625" y="41058"/>
                </a:lnTo>
                <a:lnTo>
                  <a:pt x="1537548" y="59062"/>
                </a:lnTo>
                <a:lnTo>
                  <a:pt x="1535925" y="83361"/>
                </a:lnTo>
                <a:lnTo>
                  <a:pt x="1543898" y="103674"/>
                </a:lnTo>
                <a:lnTo>
                  <a:pt x="1560332" y="115995"/>
                </a:lnTo>
                <a:lnTo>
                  <a:pt x="1575757" y="117817"/>
                </a:lnTo>
                <a:lnTo>
                  <a:pt x="1582720" y="117817"/>
                </a:lnTo>
                <a:lnTo>
                  <a:pt x="1603177" y="107931"/>
                </a:lnTo>
                <a:lnTo>
                  <a:pt x="1605648" y="101852"/>
                </a:lnTo>
                <a:lnTo>
                  <a:pt x="1571842" y="101852"/>
                </a:lnTo>
                <a:lnTo>
                  <a:pt x="1556616" y="85165"/>
                </a:lnTo>
                <a:lnTo>
                  <a:pt x="1562335" y="53163"/>
                </a:lnTo>
                <a:lnTo>
                  <a:pt x="1584416" y="49140"/>
                </a:lnTo>
                <a:lnTo>
                  <a:pt x="1606318" y="49140"/>
                </a:lnTo>
                <a:lnTo>
                  <a:pt x="1598793" y="38172"/>
                </a:lnTo>
                <a:lnTo>
                  <a:pt x="1567530" y="31984"/>
                </a:lnTo>
                <a:close/>
              </a:path>
              <a:path w="6441440" h="804544">
                <a:moveTo>
                  <a:pt x="1611367" y="87781"/>
                </a:moveTo>
                <a:lnTo>
                  <a:pt x="1592642" y="87781"/>
                </a:lnTo>
                <a:lnTo>
                  <a:pt x="1592064" y="90776"/>
                </a:lnTo>
                <a:lnTo>
                  <a:pt x="1571842" y="101852"/>
                </a:lnTo>
                <a:lnTo>
                  <a:pt x="1605648" y="101852"/>
                </a:lnTo>
                <a:lnTo>
                  <a:pt x="1611367" y="87781"/>
                </a:lnTo>
                <a:close/>
              </a:path>
              <a:path w="6441440" h="804544">
                <a:moveTo>
                  <a:pt x="1606318" y="49140"/>
                </a:moveTo>
                <a:lnTo>
                  <a:pt x="1584416" y="49140"/>
                </a:lnTo>
                <a:lnTo>
                  <a:pt x="1592642" y="61858"/>
                </a:lnTo>
                <a:lnTo>
                  <a:pt x="1611367" y="61858"/>
                </a:lnTo>
                <a:lnTo>
                  <a:pt x="1610934" y="55869"/>
                </a:lnTo>
                <a:lnTo>
                  <a:pt x="1606318" y="49140"/>
                </a:lnTo>
                <a:close/>
              </a:path>
              <a:path w="6441440" h="804544">
                <a:moveTo>
                  <a:pt x="1652565" y="13150"/>
                </a:moveTo>
                <a:lnTo>
                  <a:pt x="1632974" y="13150"/>
                </a:lnTo>
                <a:lnTo>
                  <a:pt x="1632938" y="99633"/>
                </a:lnTo>
                <a:lnTo>
                  <a:pt x="1641760" y="113452"/>
                </a:lnTo>
                <a:lnTo>
                  <a:pt x="1667935" y="116140"/>
                </a:lnTo>
                <a:lnTo>
                  <a:pt x="1652565" y="13150"/>
                </a:lnTo>
                <a:close/>
              </a:path>
              <a:path w="6441440" h="804544">
                <a:moveTo>
                  <a:pt x="1632966" y="33066"/>
                </a:moveTo>
                <a:lnTo>
                  <a:pt x="1621176" y="33066"/>
                </a:lnTo>
                <a:lnTo>
                  <a:pt x="1621176" y="48220"/>
                </a:lnTo>
                <a:lnTo>
                  <a:pt x="1632960" y="48220"/>
                </a:lnTo>
                <a:lnTo>
                  <a:pt x="1632966" y="33066"/>
                </a:lnTo>
                <a:close/>
              </a:path>
              <a:path w="6441440" h="804544">
                <a:moveTo>
                  <a:pt x="1668964" y="33066"/>
                </a:moveTo>
                <a:lnTo>
                  <a:pt x="1655538" y="33066"/>
                </a:lnTo>
                <a:lnTo>
                  <a:pt x="1657799" y="48220"/>
                </a:lnTo>
                <a:lnTo>
                  <a:pt x="1668964" y="48220"/>
                </a:lnTo>
                <a:lnTo>
                  <a:pt x="1668964" y="33066"/>
                </a:lnTo>
                <a:close/>
              </a:path>
              <a:path w="6441440" h="804544">
                <a:moveTo>
                  <a:pt x="1712597" y="31984"/>
                </a:moveTo>
                <a:lnTo>
                  <a:pt x="1693656" y="40914"/>
                </a:lnTo>
                <a:lnTo>
                  <a:pt x="1682507" y="58845"/>
                </a:lnTo>
                <a:lnTo>
                  <a:pt x="1680883" y="83542"/>
                </a:lnTo>
                <a:lnTo>
                  <a:pt x="1689037" y="103891"/>
                </a:lnTo>
                <a:lnTo>
                  <a:pt x="1705562" y="116031"/>
                </a:lnTo>
                <a:lnTo>
                  <a:pt x="1720715" y="117817"/>
                </a:lnTo>
                <a:lnTo>
                  <a:pt x="1728833" y="117817"/>
                </a:lnTo>
                <a:lnTo>
                  <a:pt x="1747775" y="108888"/>
                </a:lnTo>
                <a:lnTo>
                  <a:pt x="1751995" y="102123"/>
                </a:lnTo>
                <a:lnTo>
                  <a:pt x="1716313" y="102123"/>
                </a:lnTo>
                <a:lnTo>
                  <a:pt x="1704389" y="92760"/>
                </a:lnTo>
                <a:lnTo>
                  <a:pt x="1706608" y="53650"/>
                </a:lnTo>
                <a:lnTo>
                  <a:pt x="1725225" y="47516"/>
                </a:lnTo>
                <a:lnTo>
                  <a:pt x="1753010" y="47516"/>
                </a:lnTo>
                <a:lnTo>
                  <a:pt x="1752375" y="45929"/>
                </a:lnTo>
                <a:lnTo>
                  <a:pt x="1735869" y="33770"/>
                </a:lnTo>
                <a:lnTo>
                  <a:pt x="1712597" y="31984"/>
                </a:lnTo>
                <a:close/>
              </a:path>
              <a:path w="6441440" h="804544">
                <a:moveTo>
                  <a:pt x="1753010" y="47516"/>
                </a:moveTo>
                <a:lnTo>
                  <a:pt x="1725225" y="47516"/>
                </a:lnTo>
                <a:lnTo>
                  <a:pt x="1737023" y="56951"/>
                </a:lnTo>
                <a:lnTo>
                  <a:pt x="1737023" y="92760"/>
                </a:lnTo>
                <a:lnTo>
                  <a:pt x="1720823" y="102123"/>
                </a:lnTo>
                <a:lnTo>
                  <a:pt x="1751995" y="102123"/>
                </a:lnTo>
                <a:lnTo>
                  <a:pt x="1758905" y="91046"/>
                </a:lnTo>
                <a:lnTo>
                  <a:pt x="1760547" y="66368"/>
                </a:lnTo>
                <a:lnTo>
                  <a:pt x="1753010" y="47516"/>
                </a:lnTo>
                <a:close/>
              </a:path>
              <a:path w="6441440" h="804544">
                <a:moveTo>
                  <a:pt x="1796179" y="33193"/>
                </a:moveTo>
                <a:lnTo>
                  <a:pt x="1777175" y="33193"/>
                </a:lnTo>
                <a:lnTo>
                  <a:pt x="1777175" y="116194"/>
                </a:lnTo>
                <a:lnTo>
                  <a:pt x="1796766" y="116194"/>
                </a:lnTo>
                <a:lnTo>
                  <a:pt x="1797578" y="60667"/>
                </a:lnTo>
                <a:lnTo>
                  <a:pt x="1815492" y="49302"/>
                </a:lnTo>
                <a:lnTo>
                  <a:pt x="1816774" y="46921"/>
                </a:lnTo>
                <a:lnTo>
                  <a:pt x="1797037" y="46921"/>
                </a:lnTo>
                <a:lnTo>
                  <a:pt x="1796179" y="33193"/>
                </a:lnTo>
                <a:close/>
              </a:path>
              <a:path w="6441440" h="804544">
                <a:moveTo>
                  <a:pt x="1824584" y="32417"/>
                </a:moveTo>
                <a:lnTo>
                  <a:pt x="1808546" y="33193"/>
                </a:lnTo>
                <a:lnTo>
                  <a:pt x="1797037" y="46921"/>
                </a:lnTo>
                <a:lnTo>
                  <a:pt x="1816774" y="46921"/>
                </a:lnTo>
                <a:lnTo>
                  <a:pt x="1824584" y="32417"/>
                </a:lnTo>
                <a:close/>
              </a:path>
              <a:path w="6441440" h="804544">
                <a:moveTo>
                  <a:pt x="1961247" y="103999"/>
                </a:moveTo>
                <a:lnTo>
                  <a:pt x="1948889" y="112563"/>
                </a:lnTo>
                <a:lnTo>
                  <a:pt x="1958908" y="125719"/>
                </a:lnTo>
                <a:lnTo>
                  <a:pt x="1978391" y="125719"/>
                </a:lnTo>
                <a:lnTo>
                  <a:pt x="1961247" y="103999"/>
                </a:lnTo>
                <a:close/>
              </a:path>
              <a:path w="6441440" h="804544">
                <a:moveTo>
                  <a:pt x="1923027" y="4265"/>
                </a:moveTo>
                <a:lnTo>
                  <a:pt x="1893748" y="18874"/>
                </a:lnTo>
                <a:lnTo>
                  <a:pt x="1879606" y="52143"/>
                </a:lnTo>
                <a:lnTo>
                  <a:pt x="1885738" y="90722"/>
                </a:lnTo>
                <a:lnTo>
                  <a:pt x="1885847" y="91407"/>
                </a:lnTo>
                <a:lnTo>
                  <a:pt x="1909984" y="113904"/>
                </a:lnTo>
                <a:lnTo>
                  <a:pt x="1943904" y="116018"/>
                </a:lnTo>
                <a:lnTo>
                  <a:pt x="1948889" y="112563"/>
                </a:lnTo>
                <a:lnTo>
                  <a:pt x="1939083" y="99687"/>
                </a:lnTo>
                <a:lnTo>
                  <a:pt x="1924091" y="99687"/>
                </a:lnTo>
                <a:lnTo>
                  <a:pt x="1905907" y="87871"/>
                </a:lnTo>
                <a:lnTo>
                  <a:pt x="1899377" y="52369"/>
                </a:lnTo>
                <a:lnTo>
                  <a:pt x="1905907" y="33698"/>
                </a:lnTo>
                <a:lnTo>
                  <a:pt x="1918770" y="23361"/>
                </a:lnTo>
                <a:lnTo>
                  <a:pt x="1936142" y="21864"/>
                </a:lnTo>
                <a:lnTo>
                  <a:pt x="1966625" y="21864"/>
                </a:lnTo>
                <a:lnTo>
                  <a:pt x="1956148" y="10607"/>
                </a:lnTo>
                <a:lnTo>
                  <a:pt x="1923027" y="4265"/>
                </a:lnTo>
                <a:close/>
              </a:path>
              <a:path w="6441440" h="804544">
                <a:moveTo>
                  <a:pt x="1950766" y="90722"/>
                </a:moveTo>
                <a:lnTo>
                  <a:pt x="1941464" y="98208"/>
                </a:lnTo>
                <a:lnTo>
                  <a:pt x="1938170" y="98488"/>
                </a:lnTo>
                <a:lnTo>
                  <a:pt x="1948889" y="112563"/>
                </a:lnTo>
                <a:lnTo>
                  <a:pt x="1961247" y="103999"/>
                </a:lnTo>
                <a:lnTo>
                  <a:pt x="1950766" y="90722"/>
                </a:lnTo>
                <a:close/>
              </a:path>
              <a:path w="6441440" h="804544">
                <a:moveTo>
                  <a:pt x="1966625" y="21864"/>
                </a:moveTo>
                <a:lnTo>
                  <a:pt x="1936142" y="21864"/>
                </a:lnTo>
                <a:lnTo>
                  <a:pt x="1954308" y="33698"/>
                </a:lnTo>
                <a:lnTo>
                  <a:pt x="1960856" y="60775"/>
                </a:lnTo>
                <a:lnTo>
                  <a:pt x="1960856" y="69182"/>
                </a:lnTo>
                <a:lnTo>
                  <a:pt x="1954308" y="87871"/>
                </a:lnTo>
                <a:lnTo>
                  <a:pt x="1950766" y="90722"/>
                </a:lnTo>
                <a:lnTo>
                  <a:pt x="1961247" y="103999"/>
                </a:lnTo>
                <a:lnTo>
                  <a:pt x="1970699" y="97448"/>
                </a:lnTo>
                <a:lnTo>
                  <a:pt x="1981043" y="60775"/>
                </a:lnTo>
                <a:lnTo>
                  <a:pt x="1974332" y="30144"/>
                </a:lnTo>
                <a:lnTo>
                  <a:pt x="1966625" y="21864"/>
                </a:lnTo>
                <a:close/>
              </a:path>
              <a:path w="6441440" h="804544">
                <a:moveTo>
                  <a:pt x="1938170" y="98488"/>
                </a:moveTo>
                <a:lnTo>
                  <a:pt x="1924091" y="99687"/>
                </a:lnTo>
                <a:lnTo>
                  <a:pt x="1939083" y="99687"/>
                </a:lnTo>
                <a:lnTo>
                  <a:pt x="1938170" y="98488"/>
                </a:lnTo>
                <a:close/>
              </a:path>
              <a:path w="6441440" h="804544">
                <a:moveTo>
                  <a:pt x="1941482" y="78960"/>
                </a:moveTo>
                <a:lnTo>
                  <a:pt x="1923298" y="78960"/>
                </a:lnTo>
                <a:lnTo>
                  <a:pt x="1938170" y="98488"/>
                </a:lnTo>
                <a:lnTo>
                  <a:pt x="1941464" y="98208"/>
                </a:lnTo>
                <a:lnTo>
                  <a:pt x="1950766" y="90722"/>
                </a:lnTo>
                <a:lnTo>
                  <a:pt x="1941482" y="78960"/>
                </a:lnTo>
                <a:close/>
              </a:path>
              <a:path w="6441440" h="804544">
                <a:moveTo>
                  <a:pt x="2000174" y="5357"/>
                </a:moveTo>
                <a:lnTo>
                  <a:pt x="2000174" y="116194"/>
                </a:lnTo>
                <a:lnTo>
                  <a:pt x="2020252" y="116194"/>
                </a:lnTo>
                <a:lnTo>
                  <a:pt x="2020252" y="75604"/>
                </a:lnTo>
                <a:lnTo>
                  <a:pt x="2011864" y="75604"/>
                </a:lnTo>
                <a:lnTo>
                  <a:pt x="2011864" y="58935"/>
                </a:lnTo>
                <a:lnTo>
                  <a:pt x="2020252" y="57902"/>
                </a:lnTo>
                <a:lnTo>
                  <a:pt x="2020252" y="22134"/>
                </a:lnTo>
                <a:lnTo>
                  <a:pt x="2075677" y="22134"/>
                </a:lnTo>
                <a:lnTo>
                  <a:pt x="2073361" y="16903"/>
                </a:lnTo>
                <a:lnTo>
                  <a:pt x="2057396" y="6837"/>
                </a:lnTo>
                <a:lnTo>
                  <a:pt x="2000174" y="5357"/>
                </a:lnTo>
                <a:close/>
              </a:path>
              <a:path w="6441440" h="804544">
                <a:moveTo>
                  <a:pt x="2057432" y="65971"/>
                </a:moveTo>
                <a:lnTo>
                  <a:pt x="2035514" y="65971"/>
                </a:lnTo>
                <a:lnTo>
                  <a:pt x="2062465" y="116194"/>
                </a:lnTo>
                <a:lnTo>
                  <a:pt x="2084871" y="116194"/>
                </a:lnTo>
                <a:lnTo>
                  <a:pt x="2062695" y="75604"/>
                </a:lnTo>
                <a:lnTo>
                  <a:pt x="2049982" y="75604"/>
                </a:lnTo>
                <a:lnTo>
                  <a:pt x="2060535" y="71649"/>
                </a:lnTo>
                <a:lnTo>
                  <a:pt x="2057432" y="65971"/>
                </a:lnTo>
                <a:close/>
              </a:path>
              <a:path w="6441440" h="804544">
                <a:moveTo>
                  <a:pt x="2020252" y="57902"/>
                </a:moveTo>
                <a:lnTo>
                  <a:pt x="2011864" y="58935"/>
                </a:lnTo>
                <a:lnTo>
                  <a:pt x="2011864" y="75604"/>
                </a:lnTo>
                <a:lnTo>
                  <a:pt x="2020252" y="75604"/>
                </a:lnTo>
                <a:lnTo>
                  <a:pt x="2020252" y="57902"/>
                </a:lnTo>
                <a:close/>
              </a:path>
              <a:path w="6441440" h="804544">
                <a:moveTo>
                  <a:pt x="2075677" y="22134"/>
                </a:moveTo>
                <a:lnTo>
                  <a:pt x="2038653" y="22134"/>
                </a:lnTo>
                <a:lnTo>
                  <a:pt x="2056476" y="27925"/>
                </a:lnTo>
                <a:lnTo>
                  <a:pt x="2056512" y="53433"/>
                </a:lnTo>
                <a:lnTo>
                  <a:pt x="2020252" y="57902"/>
                </a:lnTo>
                <a:lnTo>
                  <a:pt x="2020252" y="75604"/>
                </a:lnTo>
                <a:lnTo>
                  <a:pt x="2040684" y="75604"/>
                </a:lnTo>
                <a:lnTo>
                  <a:pt x="2035514" y="65971"/>
                </a:lnTo>
                <a:lnTo>
                  <a:pt x="2070703" y="65971"/>
                </a:lnTo>
                <a:lnTo>
                  <a:pt x="2079297" y="54083"/>
                </a:lnTo>
                <a:lnTo>
                  <a:pt x="2080812" y="33734"/>
                </a:lnTo>
                <a:lnTo>
                  <a:pt x="2075677" y="22134"/>
                </a:lnTo>
                <a:close/>
              </a:path>
              <a:path w="6441440" h="804544">
                <a:moveTo>
                  <a:pt x="2060535" y="71649"/>
                </a:moveTo>
                <a:lnTo>
                  <a:pt x="2049982" y="75604"/>
                </a:lnTo>
                <a:lnTo>
                  <a:pt x="2062695" y="75604"/>
                </a:lnTo>
                <a:lnTo>
                  <a:pt x="2060535" y="71649"/>
                </a:lnTo>
                <a:close/>
              </a:path>
              <a:path w="6441440" h="804544">
                <a:moveTo>
                  <a:pt x="2070703" y="65971"/>
                </a:moveTo>
                <a:lnTo>
                  <a:pt x="2057432" y="65971"/>
                </a:lnTo>
                <a:lnTo>
                  <a:pt x="2060535" y="71649"/>
                </a:lnTo>
                <a:lnTo>
                  <a:pt x="2068851" y="68533"/>
                </a:lnTo>
                <a:lnTo>
                  <a:pt x="2070703" y="65971"/>
                </a:lnTo>
                <a:close/>
              </a:path>
              <a:path w="6441440" h="804544">
                <a:moveTo>
                  <a:pt x="2142833" y="5357"/>
                </a:moveTo>
                <a:lnTo>
                  <a:pt x="2142833" y="116194"/>
                </a:lnTo>
                <a:lnTo>
                  <a:pt x="2162911" y="116194"/>
                </a:lnTo>
                <a:lnTo>
                  <a:pt x="2162911" y="78743"/>
                </a:lnTo>
                <a:lnTo>
                  <a:pt x="2156579" y="78743"/>
                </a:lnTo>
                <a:lnTo>
                  <a:pt x="2156579" y="62237"/>
                </a:lnTo>
                <a:lnTo>
                  <a:pt x="2162911" y="61556"/>
                </a:lnTo>
                <a:lnTo>
                  <a:pt x="2162911" y="22134"/>
                </a:lnTo>
                <a:lnTo>
                  <a:pt x="2217941" y="22134"/>
                </a:lnTo>
                <a:lnTo>
                  <a:pt x="2216020" y="17660"/>
                </a:lnTo>
                <a:lnTo>
                  <a:pt x="2200055" y="6945"/>
                </a:lnTo>
                <a:lnTo>
                  <a:pt x="2142833" y="5357"/>
                </a:lnTo>
                <a:close/>
              </a:path>
              <a:path w="6441440" h="804544">
                <a:moveTo>
                  <a:pt x="2162911" y="61556"/>
                </a:moveTo>
                <a:lnTo>
                  <a:pt x="2156579" y="62237"/>
                </a:lnTo>
                <a:lnTo>
                  <a:pt x="2156579" y="78743"/>
                </a:lnTo>
                <a:lnTo>
                  <a:pt x="2162911" y="78743"/>
                </a:lnTo>
                <a:lnTo>
                  <a:pt x="2162911" y="61556"/>
                </a:lnTo>
                <a:close/>
              </a:path>
              <a:path w="6441440" h="804544">
                <a:moveTo>
                  <a:pt x="2217941" y="22134"/>
                </a:moveTo>
                <a:lnTo>
                  <a:pt x="2186327" y="22134"/>
                </a:lnTo>
                <a:lnTo>
                  <a:pt x="2202238" y="34654"/>
                </a:lnTo>
                <a:lnTo>
                  <a:pt x="2196826" y="57907"/>
                </a:lnTo>
                <a:lnTo>
                  <a:pt x="2162911" y="61556"/>
                </a:lnTo>
                <a:lnTo>
                  <a:pt x="2162911" y="78743"/>
                </a:lnTo>
                <a:lnTo>
                  <a:pt x="2192677" y="78743"/>
                </a:lnTo>
                <a:lnTo>
                  <a:pt x="2211564" y="70860"/>
                </a:lnTo>
                <a:lnTo>
                  <a:pt x="2221973" y="55472"/>
                </a:lnTo>
                <a:lnTo>
                  <a:pt x="2223471" y="35015"/>
                </a:lnTo>
                <a:lnTo>
                  <a:pt x="2217941" y="22134"/>
                </a:lnTo>
                <a:close/>
              </a:path>
              <a:path w="6441440" h="804544">
                <a:moveTo>
                  <a:pt x="2259049" y="33193"/>
                </a:moveTo>
                <a:lnTo>
                  <a:pt x="2240045" y="33193"/>
                </a:lnTo>
                <a:lnTo>
                  <a:pt x="2240045" y="116194"/>
                </a:lnTo>
                <a:lnTo>
                  <a:pt x="2259636" y="116194"/>
                </a:lnTo>
                <a:lnTo>
                  <a:pt x="2260448" y="60667"/>
                </a:lnTo>
                <a:lnTo>
                  <a:pt x="2278361" y="49302"/>
                </a:lnTo>
                <a:lnTo>
                  <a:pt x="2279644" y="46921"/>
                </a:lnTo>
                <a:lnTo>
                  <a:pt x="2259907" y="46921"/>
                </a:lnTo>
                <a:lnTo>
                  <a:pt x="2259049" y="33193"/>
                </a:lnTo>
                <a:close/>
              </a:path>
              <a:path w="6441440" h="804544">
                <a:moveTo>
                  <a:pt x="2287453" y="32417"/>
                </a:moveTo>
                <a:lnTo>
                  <a:pt x="2271416" y="33193"/>
                </a:lnTo>
                <a:lnTo>
                  <a:pt x="2259907" y="46921"/>
                </a:lnTo>
                <a:lnTo>
                  <a:pt x="2279644" y="46921"/>
                </a:lnTo>
                <a:lnTo>
                  <a:pt x="2287453" y="32417"/>
                </a:lnTo>
                <a:close/>
              </a:path>
              <a:path w="6441440" h="804544">
                <a:moveTo>
                  <a:pt x="2324881" y="31984"/>
                </a:moveTo>
                <a:lnTo>
                  <a:pt x="2306210" y="41058"/>
                </a:lnTo>
                <a:lnTo>
                  <a:pt x="2295098" y="59062"/>
                </a:lnTo>
                <a:lnTo>
                  <a:pt x="2293474" y="83812"/>
                </a:lnTo>
                <a:lnTo>
                  <a:pt x="2301592" y="104179"/>
                </a:lnTo>
                <a:lnTo>
                  <a:pt x="2318315" y="116085"/>
                </a:lnTo>
                <a:lnTo>
                  <a:pt x="2333847" y="117817"/>
                </a:lnTo>
                <a:lnTo>
                  <a:pt x="2356072" y="112910"/>
                </a:lnTo>
                <a:lnTo>
                  <a:pt x="2366986" y="98010"/>
                </a:lnTo>
                <a:lnTo>
                  <a:pt x="2319794" y="98010"/>
                </a:lnTo>
                <a:lnTo>
                  <a:pt x="2315659" y="79988"/>
                </a:lnTo>
                <a:lnTo>
                  <a:pt x="2302674" y="79988"/>
                </a:lnTo>
                <a:lnTo>
                  <a:pt x="2302674" y="66783"/>
                </a:lnTo>
                <a:lnTo>
                  <a:pt x="2313281" y="66783"/>
                </a:lnTo>
                <a:lnTo>
                  <a:pt x="2317142" y="54606"/>
                </a:lnTo>
                <a:lnTo>
                  <a:pt x="2340125" y="48094"/>
                </a:lnTo>
                <a:lnTo>
                  <a:pt x="2361967" y="48094"/>
                </a:lnTo>
                <a:lnTo>
                  <a:pt x="2355946" y="38623"/>
                </a:lnTo>
                <a:lnTo>
                  <a:pt x="2324881" y="31984"/>
                </a:lnTo>
                <a:close/>
              </a:path>
              <a:path w="6441440" h="804544">
                <a:moveTo>
                  <a:pt x="2351706" y="91840"/>
                </a:moveTo>
                <a:lnTo>
                  <a:pt x="2350947" y="93896"/>
                </a:lnTo>
                <a:lnTo>
                  <a:pt x="2350841" y="94185"/>
                </a:lnTo>
                <a:lnTo>
                  <a:pt x="2319794" y="98010"/>
                </a:lnTo>
                <a:lnTo>
                  <a:pt x="2366986" y="98010"/>
                </a:lnTo>
                <a:lnTo>
                  <a:pt x="2369999" y="93896"/>
                </a:lnTo>
                <a:lnTo>
                  <a:pt x="2351706" y="91840"/>
                </a:lnTo>
                <a:close/>
              </a:path>
              <a:path w="6441440" h="804544">
                <a:moveTo>
                  <a:pt x="2313281" y="66783"/>
                </a:moveTo>
                <a:lnTo>
                  <a:pt x="2302674" y="66783"/>
                </a:lnTo>
                <a:lnTo>
                  <a:pt x="2302674" y="79988"/>
                </a:lnTo>
                <a:lnTo>
                  <a:pt x="2315659" y="79988"/>
                </a:lnTo>
                <a:lnTo>
                  <a:pt x="2312903" y="67973"/>
                </a:lnTo>
                <a:lnTo>
                  <a:pt x="2313281" y="66783"/>
                </a:lnTo>
                <a:close/>
              </a:path>
              <a:path w="6441440" h="804544">
                <a:moveTo>
                  <a:pt x="2361967" y="48094"/>
                </a:moveTo>
                <a:lnTo>
                  <a:pt x="2340125" y="48094"/>
                </a:lnTo>
                <a:lnTo>
                  <a:pt x="2352031" y="66783"/>
                </a:lnTo>
                <a:lnTo>
                  <a:pt x="2313281" y="66783"/>
                </a:lnTo>
                <a:lnTo>
                  <a:pt x="2312903" y="67973"/>
                </a:lnTo>
                <a:lnTo>
                  <a:pt x="2315659" y="79988"/>
                </a:lnTo>
                <a:lnTo>
                  <a:pt x="2370811" y="79988"/>
                </a:lnTo>
                <a:lnTo>
                  <a:pt x="2369800" y="60415"/>
                </a:lnTo>
                <a:lnTo>
                  <a:pt x="2361967" y="48094"/>
                </a:lnTo>
                <a:close/>
              </a:path>
              <a:path w="6441440" h="804544">
                <a:moveTo>
                  <a:pt x="2402809" y="91678"/>
                </a:moveTo>
                <a:lnTo>
                  <a:pt x="2383705" y="93518"/>
                </a:lnTo>
                <a:lnTo>
                  <a:pt x="2388593" y="107138"/>
                </a:lnTo>
                <a:lnTo>
                  <a:pt x="2401005" y="115689"/>
                </a:lnTo>
                <a:lnTo>
                  <a:pt x="2432430" y="116699"/>
                </a:lnTo>
                <a:lnTo>
                  <a:pt x="2450760" y="103043"/>
                </a:lnTo>
                <a:lnTo>
                  <a:pt x="2414805" y="103043"/>
                </a:lnTo>
                <a:lnTo>
                  <a:pt x="2402809" y="91678"/>
                </a:lnTo>
                <a:close/>
              </a:path>
              <a:path w="6441440" h="804544">
                <a:moveTo>
                  <a:pt x="2407138" y="33030"/>
                </a:moveTo>
                <a:lnTo>
                  <a:pt x="2387385" y="47643"/>
                </a:lnTo>
                <a:lnTo>
                  <a:pt x="2385996" y="63265"/>
                </a:lnTo>
                <a:lnTo>
                  <a:pt x="2395539" y="76181"/>
                </a:lnTo>
                <a:lnTo>
                  <a:pt x="2427415" y="84444"/>
                </a:lnTo>
                <a:lnTo>
                  <a:pt x="2434793" y="95899"/>
                </a:lnTo>
                <a:lnTo>
                  <a:pt x="2414805" y="103043"/>
                </a:lnTo>
                <a:lnTo>
                  <a:pt x="2450760" y="103043"/>
                </a:lnTo>
                <a:lnTo>
                  <a:pt x="2453302" y="101149"/>
                </a:lnTo>
                <a:lnTo>
                  <a:pt x="2454835" y="85346"/>
                </a:lnTo>
                <a:lnTo>
                  <a:pt x="2445202" y="73169"/>
                </a:lnTo>
                <a:lnTo>
                  <a:pt x="2410061" y="63536"/>
                </a:lnTo>
                <a:lnTo>
                  <a:pt x="2412335" y="47967"/>
                </a:lnTo>
                <a:lnTo>
                  <a:pt x="2412406" y="47480"/>
                </a:lnTo>
                <a:lnTo>
                  <a:pt x="2451236" y="47480"/>
                </a:lnTo>
                <a:lnTo>
                  <a:pt x="2437048" y="34059"/>
                </a:lnTo>
                <a:lnTo>
                  <a:pt x="2407138" y="33030"/>
                </a:lnTo>
                <a:close/>
              </a:path>
              <a:path w="6441440" h="804544">
                <a:moveTo>
                  <a:pt x="2451236" y="47480"/>
                </a:moveTo>
                <a:lnTo>
                  <a:pt x="2412406" y="47480"/>
                </a:lnTo>
                <a:lnTo>
                  <a:pt x="2453086" y="55039"/>
                </a:lnTo>
                <a:lnTo>
                  <a:pt x="2451751" y="47967"/>
                </a:lnTo>
                <a:lnTo>
                  <a:pt x="2451236" y="47480"/>
                </a:lnTo>
                <a:close/>
              </a:path>
              <a:path w="6441440" h="804544">
                <a:moveTo>
                  <a:pt x="2499060" y="31984"/>
                </a:moveTo>
                <a:lnTo>
                  <a:pt x="2480154" y="41058"/>
                </a:lnTo>
                <a:lnTo>
                  <a:pt x="2469078" y="59062"/>
                </a:lnTo>
                <a:lnTo>
                  <a:pt x="2467454" y="83361"/>
                </a:lnTo>
                <a:lnTo>
                  <a:pt x="2475428" y="103674"/>
                </a:lnTo>
                <a:lnTo>
                  <a:pt x="2491862" y="115995"/>
                </a:lnTo>
                <a:lnTo>
                  <a:pt x="2507286" y="117817"/>
                </a:lnTo>
                <a:lnTo>
                  <a:pt x="2514249" y="117817"/>
                </a:lnTo>
                <a:lnTo>
                  <a:pt x="2534707" y="107931"/>
                </a:lnTo>
                <a:lnTo>
                  <a:pt x="2537177" y="101852"/>
                </a:lnTo>
                <a:lnTo>
                  <a:pt x="2503371" y="101852"/>
                </a:lnTo>
                <a:lnTo>
                  <a:pt x="2488146" y="85165"/>
                </a:lnTo>
                <a:lnTo>
                  <a:pt x="2493864" y="53163"/>
                </a:lnTo>
                <a:lnTo>
                  <a:pt x="2515945" y="49140"/>
                </a:lnTo>
                <a:lnTo>
                  <a:pt x="2537847" y="49140"/>
                </a:lnTo>
                <a:lnTo>
                  <a:pt x="2530323" y="38172"/>
                </a:lnTo>
                <a:lnTo>
                  <a:pt x="2499060" y="31984"/>
                </a:lnTo>
                <a:close/>
              </a:path>
              <a:path w="6441440" h="804544">
                <a:moveTo>
                  <a:pt x="2542897" y="87781"/>
                </a:moveTo>
                <a:lnTo>
                  <a:pt x="2524171" y="87781"/>
                </a:lnTo>
                <a:lnTo>
                  <a:pt x="2523594" y="90776"/>
                </a:lnTo>
                <a:lnTo>
                  <a:pt x="2503371" y="101852"/>
                </a:lnTo>
                <a:lnTo>
                  <a:pt x="2537177" y="101852"/>
                </a:lnTo>
                <a:lnTo>
                  <a:pt x="2542897" y="87781"/>
                </a:lnTo>
                <a:close/>
              </a:path>
              <a:path w="6441440" h="804544">
                <a:moveTo>
                  <a:pt x="2537847" y="49140"/>
                </a:moveTo>
                <a:lnTo>
                  <a:pt x="2515945" y="49140"/>
                </a:lnTo>
                <a:lnTo>
                  <a:pt x="2524171" y="61858"/>
                </a:lnTo>
                <a:lnTo>
                  <a:pt x="2542897" y="61858"/>
                </a:lnTo>
                <a:lnTo>
                  <a:pt x="2542464" y="55869"/>
                </a:lnTo>
                <a:lnTo>
                  <a:pt x="2537847" y="49140"/>
                </a:lnTo>
                <a:close/>
              </a:path>
              <a:path w="6441440" h="804544">
                <a:moveTo>
                  <a:pt x="2577987" y="33193"/>
                </a:moveTo>
                <a:lnTo>
                  <a:pt x="2558984" y="33193"/>
                </a:lnTo>
                <a:lnTo>
                  <a:pt x="2558984" y="116194"/>
                </a:lnTo>
                <a:lnTo>
                  <a:pt x="2578575" y="116194"/>
                </a:lnTo>
                <a:lnTo>
                  <a:pt x="2579386" y="60667"/>
                </a:lnTo>
                <a:lnTo>
                  <a:pt x="2597300" y="49302"/>
                </a:lnTo>
                <a:lnTo>
                  <a:pt x="2598582" y="46921"/>
                </a:lnTo>
                <a:lnTo>
                  <a:pt x="2578845" y="46921"/>
                </a:lnTo>
                <a:lnTo>
                  <a:pt x="2577987" y="33193"/>
                </a:lnTo>
                <a:close/>
              </a:path>
              <a:path w="6441440" h="804544">
                <a:moveTo>
                  <a:pt x="2606392" y="32417"/>
                </a:moveTo>
                <a:lnTo>
                  <a:pt x="2590355" y="33193"/>
                </a:lnTo>
                <a:lnTo>
                  <a:pt x="2578845" y="46921"/>
                </a:lnTo>
                <a:lnTo>
                  <a:pt x="2598582" y="46921"/>
                </a:lnTo>
                <a:lnTo>
                  <a:pt x="2606392" y="32417"/>
                </a:lnTo>
                <a:close/>
              </a:path>
              <a:path w="6441440" h="804544">
                <a:moveTo>
                  <a:pt x="2638999" y="33066"/>
                </a:moveTo>
                <a:lnTo>
                  <a:pt x="2619408" y="33066"/>
                </a:lnTo>
                <a:lnTo>
                  <a:pt x="2619408" y="116194"/>
                </a:lnTo>
                <a:lnTo>
                  <a:pt x="2638999" y="116194"/>
                </a:lnTo>
                <a:lnTo>
                  <a:pt x="2638999" y="33066"/>
                </a:lnTo>
                <a:close/>
              </a:path>
              <a:path w="6441440" h="804544">
                <a:moveTo>
                  <a:pt x="2626155" y="0"/>
                </a:moveTo>
                <a:lnTo>
                  <a:pt x="2617892" y="13583"/>
                </a:lnTo>
                <a:lnTo>
                  <a:pt x="2629257" y="21268"/>
                </a:lnTo>
                <a:lnTo>
                  <a:pt x="2632396" y="21268"/>
                </a:lnTo>
                <a:lnTo>
                  <a:pt x="2640623" y="7702"/>
                </a:lnTo>
                <a:lnTo>
                  <a:pt x="2626155" y="0"/>
                </a:lnTo>
                <a:close/>
              </a:path>
              <a:path w="6441440" h="804544">
                <a:moveTo>
                  <a:pt x="2678411" y="33066"/>
                </a:moveTo>
                <a:lnTo>
                  <a:pt x="2659145" y="33066"/>
                </a:lnTo>
                <a:lnTo>
                  <a:pt x="2659145" y="147366"/>
                </a:lnTo>
                <a:lnTo>
                  <a:pt x="2678736" y="147366"/>
                </a:lnTo>
                <a:lnTo>
                  <a:pt x="2678736" y="103097"/>
                </a:lnTo>
                <a:lnTo>
                  <a:pt x="2729574" y="103097"/>
                </a:lnTo>
                <a:lnTo>
                  <a:pt x="2731077" y="100463"/>
                </a:lnTo>
                <a:lnTo>
                  <a:pt x="2690209" y="100463"/>
                </a:lnTo>
                <a:lnTo>
                  <a:pt x="2678357" y="74630"/>
                </a:lnTo>
                <a:lnTo>
                  <a:pt x="2678357" y="69254"/>
                </a:lnTo>
                <a:lnTo>
                  <a:pt x="2690155" y="49158"/>
                </a:lnTo>
                <a:lnTo>
                  <a:pt x="2731543" y="49158"/>
                </a:lnTo>
                <a:lnTo>
                  <a:pt x="2729987" y="44973"/>
                </a:lnTo>
                <a:lnTo>
                  <a:pt x="2729757" y="44792"/>
                </a:lnTo>
                <a:lnTo>
                  <a:pt x="2680558" y="44792"/>
                </a:lnTo>
                <a:lnTo>
                  <a:pt x="2678514" y="33626"/>
                </a:lnTo>
                <a:lnTo>
                  <a:pt x="2678411" y="33066"/>
                </a:lnTo>
                <a:close/>
              </a:path>
              <a:path w="6441440" h="804544">
                <a:moveTo>
                  <a:pt x="2729574" y="103097"/>
                </a:moveTo>
                <a:lnTo>
                  <a:pt x="2678736" y="103097"/>
                </a:lnTo>
                <a:lnTo>
                  <a:pt x="2709891" y="117655"/>
                </a:lnTo>
                <a:lnTo>
                  <a:pt x="2726054" y="109266"/>
                </a:lnTo>
                <a:lnTo>
                  <a:pt x="2729574" y="103097"/>
                </a:lnTo>
                <a:close/>
              </a:path>
              <a:path w="6441440" h="804544">
                <a:moveTo>
                  <a:pt x="2731543" y="49158"/>
                </a:moveTo>
                <a:lnTo>
                  <a:pt x="2690155" y="49158"/>
                </a:lnTo>
                <a:lnTo>
                  <a:pt x="2711749" y="53740"/>
                </a:lnTo>
                <a:lnTo>
                  <a:pt x="2717648" y="79825"/>
                </a:lnTo>
                <a:lnTo>
                  <a:pt x="2705829" y="100463"/>
                </a:lnTo>
                <a:lnTo>
                  <a:pt x="2731077" y="100463"/>
                </a:lnTo>
                <a:lnTo>
                  <a:pt x="2736121" y="91624"/>
                </a:lnTo>
                <a:lnTo>
                  <a:pt x="2737618" y="65502"/>
                </a:lnTo>
                <a:lnTo>
                  <a:pt x="2731543" y="49158"/>
                </a:lnTo>
                <a:close/>
              </a:path>
              <a:path w="6441440" h="804544">
                <a:moveTo>
                  <a:pt x="2698435" y="31984"/>
                </a:moveTo>
                <a:lnTo>
                  <a:pt x="2680558" y="44792"/>
                </a:lnTo>
                <a:lnTo>
                  <a:pt x="2729757" y="44792"/>
                </a:lnTo>
                <a:lnTo>
                  <a:pt x="2715519" y="33626"/>
                </a:lnTo>
                <a:lnTo>
                  <a:pt x="2698435" y="31984"/>
                </a:lnTo>
                <a:close/>
              </a:path>
              <a:path w="6441440" h="804544">
                <a:moveTo>
                  <a:pt x="2779506" y="13150"/>
                </a:moveTo>
                <a:lnTo>
                  <a:pt x="2759915" y="13150"/>
                </a:lnTo>
                <a:lnTo>
                  <a:pt x="2759879" y="99633"/>
                </a:lnTo>
                <a:lnTo>
                  <a:pt x="2768700" y="113452"/>
                </a:lnTo>
                <a:lnTo>
                  <a:pt x="2794876" y="116140"/>
                </a:lnTo>
                <a:lnTo>
                  <a:pt x="2779506" y="13150"/>
                </a:lnTo>
                <a:close/>
              </a:path>
              <a:path w="6441440" h="804544">
                <a:moveTo>
                  <a:pt x="2759907" y="33066"/>
                </a:moveTo>
                <a:lnTo>
                  <a:pt x="2748117" y="33066"/>
                </a:lnTo>
                <a:lnTo>
                  <a:pt x="2748117" y="48220"/>
                </a:lnTo>
                <a:lnTo>
                  <a:pt x="2759900" y="48220"/>
                </a:lnTo>
                <a:lnTo>
                  <a:pt x="2759907" y="33066"/>
                </a:lnTo>
                <a:close/>
              </a:path>
              <a:path w="6441440" h="804544">
                <a:moveTo>
                  <a:pt x="2795904" y="33066"/>
                </a:moveTo>
                <a:lnTo>
                  <a:pt x="2782478" y="33066"/>
                </a:lnTo>
                <a:lnTo>
                  <a:pt x="2784740" y="48220"/>
                </a:lnTo>
                <a:lnTo>
                  <a:pt x="2795904" y="48220"/>
                </a:lnTo>
                <a:lnTo>
                  <a:pt x="2795904" y="33066"/>
                </a:lnTo>
                <a:close/>
              </a:path>
              <a:path w="6441440" h="804544">
                <a:moveTo>
                  <a:pt x="2831880" y="33066"/>
                </a:moveTo>
                <a:lnTo>
                  <a:pt x="2812289" y="33066"/>
                </a:lnTo>
                <a:lnTo>
                  <a:pt x="2812289" y="116194"/>
                </a:lnTo>
                <a:lnTo>
                  <a:pt x="2831880" y="116194"/>
                </a:lnTo>
                <a:lnTo>
                  <a:pt x="2831880" y="33066"/>
                </a:lnTo>
                <a:close/>
              </a:path>
              <a:path w="6441440" h="804544">
                <a:moveTo>
                  <a:pt x="2819036" y="0"/>
                </a:moveTo>
                <a:lnTo>
                  <a:pt x="2810774" y="13583"/>
                </a:lnTo>
                <a:lnTo>
                  <a:pt x="2822139" y="21268"/>
                </a:lnTo>
                <a:lnTo>
                  <a:pt x="2825278" y="21268"/>
                </a:lnTo>
                <a:lnTo>
                  <a:pt x="2833504" y="7702"/>
                </a:lnTo>
                <a:lnTo>
                  <a:pt x="2819036" y="0"/>
                </a:lnTo>
                <a:close/>
              </a:path>
              <a:path w="6441440" h="804544">
                <a:moveTo>
                  <a:pt x="2880168" y="31984"/>
                </a:moveTo>
                <a:lnTo>
                  <a:pt x="2861226" y="40914"/>
                </a:lnTo>
                <a:lnTo>
                  <a:pt x="2850078" y="58845"/>
                </a:lnTo>
                <a:lnTo>
                  <a:pt x="2848454" y="83542"/>
                </a:lnTo>
                <a:lnTo>
                  <a:pt x="2856608" y="103891"/>
                </a:lnTo>
                <a:lnTo>
                  <a:pt x="2873133" y="116031"/>
                </a:lnTo>
                <a:lnTo>
                  <a:pt x="2888286" y="117817"/>
                </a:lnTo>
                <a:lnTo>
                  <a:pt x="2896404" y="117817"/>
                </a:lnTo>
                <a:lnTo>
                  <a:pt x="2915346" y="108888"/>
                </a:lnTo>
                <a:lnTo>
                  <a:pt x="2919566" y="102123"/>
                </a:lnTo>
                <a:lnTo>
                  <a:pt x="2883884" y="102123"/>
                </a:lnTo>
                <a:lnTo>
                  <a:pt x="2871960" y="92760"/>
                </a:lnTo>
                <a:lnTo>
                  <a:pt x="2874179" y="53650"/>
                </a:lnTo>
                <a:lnTo>
                  <a:pt x="2892796" y="47516"/>
                </a:lnTo>
                <a:lnTo>
                  <a:pt x="2920581" y="47516"/>
                </a:lnTo>
                <a:lnTo>
                  <a:pt x="2919946" y="45929"/>
                </a:lnTo>
                <a:lnTo>
                  <a:pt x="2903439" y="33770"/>
                </a:lnTo>
                <a:lnTo>
                  <a:pt x="2880168" y="31984"/>
                </a:lnTo>
                <a:close/>
              </a:path>
              <a:path w="6441440" h="804544">
                <a:moveTo>
                  <a:pt x="2920581" y="47516"/>
                </a:moveTo>
                <a:lnTo>
                  <a:pt x="2892796" y="47516"/>
                </a:lnTo>
                <a:lnTo>
                  <a:pt x="2904594" y="56951"/>
                </a:lnTo>
                <a:lnTo>
                  <a:pt x="2904594" y="92760"/>
                </a:lnTo>
                <a:lnTo>
                  <a:pt x="2888394" y="102123"/>
                </a:lnTo>
                <a:lnTo>
                  <a:pt x="2919566" y="102123"/>
                </a:lnTo>
                <a:lnTo>
                  <a:pt x="2926476" y="91046"/>
                </a:lnTo>
                <a:lnTo>
                  <a:pt x="2928118" y="66368"/>
                </a:lnTo>
                <a:lnTo>
                  <a:pt x="2920581" y="47516"/>
                </a:lnTo>
                <a:close/>
              </a:path>
              <a:path w="6441440" h="804544">
                <a:moveTo>
                  <a:pt x="2963471" y="33066"/>
                </a:moveTo>
                <a:lnTo>
                  <a:pt x="2944746" y="33066"/>
                </a:lnTo>
                <a:lnTo>
                  <a:pt x="2944746" y="116194"/>
                </a:lnTo>
                <a:lnTo>
                  <a:pt x="2964337" y="116194"/>
                </a:lnTo>
                <a:lnTo>
                  <a:pt x="2964337" y="67486"/>
                </a:lnTo>
                <a:lnTo>
                  <a:pt x="2968071" y="54444"/>
                </a:lnTo>
                <a:lnTo>
                  <a:pt x="2986977" y="48545"/>
                </a:lnTo>
                <a:lnTo>
                  <a:pt x="3014288" y="48545"/>
                </a:lnTo>
                <a:lnTo>
                  <a:pt x="3013024" y="47192"/>
                </a:lnTo>
                <a:lnTo>
                  <a:pt x="2964445" y="47192"/>
                </a:lnTo>
                <a:lnTo>
                  <a:pt x="2963491" y="33355"/>
                </a:lnTo>
                <a:lnTo>
                  <a:pt x="2963471" y="33066"/>
                </a:lnTo>
                <a:close/>
              </a:path>
              <a:path w="6441440" h="804544">
                <a:moveTo>
                  <a:pt x="3014288" y="48545"/>
                </a:moveTo>
                <a:lnTo>
                  <a:pt x="2986977" y="48545"/>
                </a:lnTo>
                <a:lnTo>
                  <a:pt x="2996665" y="56392"/>
                </a:lnTo>
                <a:lnTo>
                  <a:pt x="2998108" y="116194"/>
                </a:lnTo>
                <a:lnTo>
                  <a:pt x="3017699" y="116194"/>
                </a:lnTo>
                <a:lnTo>
                  <a:pt x="3016657" y="56392"/>
                </a:lnTo>
                <a:lnTo>
                  <a:pt x="3016562" y="50980"/>
                </a:lnTo>
                <a:lnTo>
                  <a:pt x="3014288" y="48545"/>
                </a:lnTo>
                <a:close/>
              </a:path>
              <a:path w="6441440" h="804544">
                <a:moveTo>
                  <a:pt x="2999966" y="33211"/>
                </a:moveTo>
                <a:lnTo>
                  <a:pt x="2977813" y="33355"/>
                </a:lnTo>
                <a:lnTo>
                  <a:pt x="2964445" y="47192"/>
                </a:lnTo>
                <a:lnTo>
                  <a:pt x="3013024" y="47192"/>
                </a:lnTo>
                <a:lnTo>
                  <a:pt x="2999966" y="33211"/>
                </a:lnTo>
                <a:close/>
              </a:path>
              <a:path w="6441440" h="804544">
                <a:moveTo>
                  <a:pt x="3050495" y="5357"/>
                </a:moveTo>
                <a:lnTo>
                  <a:pt x="3038372" y="5357"/>
                </a:lnTo>
                <a:lnTo>
                  <a:pt x="3038372" y="15315"/>
                </a:lnTo>
                <a:lnTo>
                  <a:pt x="3029930" y="36746"/>
                </a:lnTo>
                <a:lnTo>
                  <a:pt x="3036857" y="42375"/>
                </a:lnTo>
                <a:lnTo>
                  <a:pt x="3039744" y="40066"/>
                </a:lnTo>
                <a:lnTo>
                  <a:pt x="3050495" y="5357"/>
                </a:lnTo>
                <a:close/>
              </a:path>
              <a:path w="6441440" h="804544">
                <a:moveTo>
                  <a:pt x="3078204" y="5357"/>
                </a:moveTo>
                <a:lnTo>
                  <a:pt x="3066081" y="5357"/>
                </a:lnTo>
                <a:lnTo>
                  <a:pt x="3066081" y="15315"/>
                </a:lnTo>
                <a:lnTo>
                  <a:pt x="3057639" y="36746"/>
                </a:lnTo>
                <a:lnTo>
                  <a:pt x="3064566" y="42375"/>
                </a:lnTo>
                <a:lnTo>
                  <a:pt x="3067453" y="40066"/>
                </a:lnTo>
                <a:lnTo>
                  <a:pt x="3078204" y="5357"/>
                </a:lnTo>
                <a:close/>
              </a:path>
              <a:path w="6441440" h="804544">
                <a:moveTo>
                  <a:pt x="3164281" y="13150"/>
                </a:moveTo>
                <a:lnTo>
                  <a:pt x="3151509" y="13150"/>
                </a:lnTo>
                <a:lnTo>
                  <a:pt x="3151509" y="95845"/>
                </a:lnTo>
                <a:lnTo>
                  <a:pt x="3157137" y="111034"/>
                </a:lnTo>
                <a:lnTo>
                  <a:pt x="3178370" y="117096"/>
                </a:lnTo>
                <a:lnTo>
                  <a:pt x="3164281" y="13150"/>
                </a:lnTo>
                <a:close/>
              </a:path>
              <a:path w="6441440" h="804544">
                <a:moveTo>
                  <a:pt x="3151509" y="33066"/>
                </a:moveTo>
                <a:lnTo>
                  <a:pt x="3138953" y="33066"/>
                </a:lnTo>
                <a:lnTo>
                  <a:pt x="3138953" y="43890"/>
                </a:lnTo>
                <a:lnTo>
                  <a:pt x="3151509" y="43890"/>
                </a:lnTo>
                <a:lnTo>
                  <a:pt x="3151509" y="33066"/>
                </a:lnTo>
                <a:close/>
              </a:path>
              <a:path w="6441440" h="804544">
                <a:moveTo>
                  <a:pt x="3182032" y="33066"/>
                </a:moveTo>
                <a:lnTo>
                  <a:pt x="3166981" y="33066"/>
                </a:lnTo>
                <a:lnTo>
                  <a:pt x="3168448" y="43890"/>
                </a:lnTo>
                <a:lnTo>
                  <a:pt x="3182032" y="43890"/>
                </a:lnTo>
                <a:lnTo>
                  <a:pt x="3182032" y="33066"/>
                </a:lnTo>
                <a:close/>
              </a:path>
              <a:path w="6441440" h="804544">
                <a:moveTo>
                  <a:pt x="3258620" y="44576"/>
                </a:moveTo>
                <a:lnTo>
                  <a:pt x="3222622" y="44576"/>
                </a:lnTo>
                <a:lnTo>
                  <a:pt x="3243765" y="44720"/>
                </a:lnTo>
                <a:lnTo>
                  <a:pt x="3251035" y="60126"/>
                </a:lnTo>
                <a:lnTo>
                  <a:pt x="3198286" y="83975"/>
                </a:lnTo>
                <a:lnTo>
                  <a:pt x="3203662" y="110241"/>
                </a:lnTo>
                <a:lnTo>
                  <a:pt x="3225707" y="118142"/>
                </a:lnTo>
                <a:lnTo>
                  <a:pt x="3230541" y="118142"/>
                </a:lnTo>
                <a:lnTo>
                  <a:pt x="3249519" y="106741"/>
                </a:lnTo>
                <a:lnTo>
                  <a:pt x="3222668" y="106741"/>
                </a:lnTo>
                <a:lnTo>
                  <a:pt x="3210121" y="97685"/>
                </a:lnTo>
                <a:lnTo>
                  <a:pt x="3214385" y="83975"/>
                </a:lnTo>
                <a:lnTo>
                  <a:pt x="3214486" y="83650"/>
                </a:lnTo>
                <a:lnTo>
                  <a:pt x="3263807" y="83650"/>
                </a:lnTo>
                <a:lnTo>
                  <a:pt x="3263807" y="54822"/>
                </a:lnTo>
                <a:lnTo>
                  <a:pt x="3258693" y="44720"/>
                </a:lnTo>
                <a:lnTo>
                  <a:pt x="3258620" y="44576"/>
                </a:lnTo>
                <a:close/>
              </a:path>
              <a:path w="6441440" h="804544">
                <a:moveTo>
                  <a:pt x="3263807" y="83650"/>
                </a:moveTo>
                <a:lnTo>
                  <a:pt x="3214486" y="83650"/>
                </a:lnTo>
                <a:lnTo>
                  <a:pt x="3251035" y="86103"/>
                </a:lnTo>
                <a:lnTo>
                  <a:pt x="3246561" y="99146"/>
                </a:lnTo>
                <a:lnTo>
                  <a:pt x="3227474" y="106741"/>
                </a:lnTo>
                <a:lnTo>
                  <a:pt x="3249519" y="106741"/>
                </a:lnTo>
                <a:lnTo>
                  <a:pt x="3251035" y="116194"/>
                </a:lnTo>
                <a:lnTo>
                  <a:pt x="3263807" y="116194"/>
                </a:lnTo>
                <a:lnTo>
                  <a:pt x="3263807" y="83650"/>
                </a:lnTo>
                <a:close/>
              </a:path>
              <a:path w="6441440" h="804544">
                <a:moveTo>
                  <a:pt x="3216002" y="34834"/>
                </a:moveTo>
                <a:lnTo>
                  <a:pt x="3199730" y="51467"/>
                </a:lnTo>
                <a:lnTo>
                  <a:pt x="3211852" y="55796"/>
                </a:lnTo>
                <a:lnTo>
                  <a:pt x="3222622" y="44576"/>
                </a:lnTo>
                <a:lnTo>
                  <a:pt x="3258620" y="44576"/>
                </a:lnTo>
                <a:lnTo>
                  <a:pt x="3255671" y="38749"/>
                </a:lnTo>
                <a:lnTo>
                  <a:pt x="3216002" y="34834"/>
                </a:lnTo>
                <a:close/>
              </a:path>
              <a:path w="6441440" h="804544">
                <a:moveTo>
                  <a:pt x="3314946" y="103421"/>
                </a:moveTo>
                <a:lnTo>
                  <a:pt x="3301190" y="103421"/>
                </a:lnTo>
                <a:lnTo>
                  <a:pt x="3333878" y="117925"/>
                </a:lnTo>
                <a:lnTo>
                  <a:pt x="3350601" y="109140"/>
                </a:lnTo>
                <a:lnTo>
                  <a:pt x="3352127" y="106452"/>
                </a:lnTo>
                <a:lnTo>
                  <a:pt x="3320095" y="106452"/>
                </a:lnTo>
                <a:lnTo>
                  <a:pt x="3314946" y="103421"/>
                </a:lnTo>
                <a:close/>
              </a:path>
              <a:path w="6441440" h="804544">
                <a:moveTo>
                  <a:pt x="3301623" y="5357"/>
                </a:moveTo>
                <a:lnTo>
                  <a:pt x="3288851" y="5357"/>
                </a:lnTo>
                <a:lnTo>
                  <a:pt x="3288851" y="116194"/>
                </a:lnTo>
                <a:lnTo>
                  <a:pt x="3301190" y="116194"/>
                </a:lnTo>
                <a:lnTo>
                  <a:pt x="3301190" y="103421"/>
                </a:lnTo>
                <a:lnTo>
                  <a:pt x="3314946" y="103421"/>
                </a:lnTo>
                <a:lnTo>
                  <a:pt x="3308694" y="99741"/>
                </a:lnTo>
                <a:lnTo>
                  <a:pt x="3301406" y="74630"/>
                </a:lnTo>
                <a:lnTo>
                  <a:pt x="3308586" y="50006"/>
                </a:lnTo>
                <a:lnTo>
                  <a:pt x="3330631" y="43457"/>
                </a:lnTo>
                <a:lnTo>
                  <a:pt x="3351973" y="43457"/>
                </a:lnTo>
                <a:lnTo>
                  <a:pt x="3351391" y="42988"/>
                </a:lnTo>
                <a:lnTo>
                  <a:pt x="3304942" y="42988"/>
                </a:lnTo>
                <a:lnTo>
                  <a:pt x="3301623" y="5357"/>
                </a:lnTo>
                <a:close/>
              </a:path>
              <a:path w="6441440" h="804544">
                <a:moveTo>
                  <a:pt x="3351973" y="43457"/>
                </a:moveTo>
                <a:lnTo>
                  <a:pt x="3330631" y="43457"/>
                </a:lnTo>
                <a:lnTo>
                  <a:pt x="3344991" y="54101"/>
                </a:lnTo>
                <a:lnTo>
                  <a:pt x="3348544" y="85923"/>
                </a:lnTo>
                <a:lnTo>
                  <a:pt x="3335014" y="105045"/>
                </a:lnTo>
                <a:lnTo>
                  <a:pt x="3320095" y="106452"/>
                </a:lnTo>
                <a:lnTo>
                  <a:pt x="3352127" y="106452"/>
                </a:lnTo>
                <a:lnTo>
                  <a:pt x="3360739" y="91281"/>
                </a:lnTo>
                <a:lnTo>
                  <a:pt x="3362236" y="66115"/>
                </a:lnTo>
                <a:lnTo>
                  <a:pt x="3354750" y="45694"/>
                </a:lnTo>
                <a:lnTo>
                  <a:pt x="3351973" y="43457"/>
                </a:lnTo>
                <a:close/>
              </a:path>
              <a:path w="6441440" h="804544">
                <a:moveTo>
                  <a:pt x="3321322" y="31984"/>
                </a:moveTo>
                <a:lnTo>
                  <a:pt x="3304942" y="42988"/>
                </a:lnTo>
                <a:lnTo>
                  <a:pt x="3351391" y="42988"/>
                </a:lnTo>
                <a:lnTo>
                  <a:pt x="3339903" y="33734"/>
                </a:lnTo>
                <a:lnTo>
                  <a:pt x="3321322" y="31984"/>
                </a:lnTo>
                <a:close/>
              </a:path>
              <a:path w="6441440" h="804544">
                <a:moveTo>
                  <a:pt x="3437300" y="33066"/>
                </a:moveTo>
                <a:lnTo>
                  <a:pt x="3423878" y="33066"/>
                </a:lnTo>
                <a:lnTo>
                  <a:pt x="3449206" y="116194"/>
                </a:lnTo>
                <a:lnTo>
                  <a:pt x="3461762" y="116194"/>
                </a:lnTo>
                <a:lnTo>
                  <a:pt x="3467310" y="96711"/>
                </a:lnTo>
                <a:lnTo>
                  <a:pt x="3456133" y="96711"/>
                </a:lnTo>
                <a:lnTo>
                  <a:pt x="3437300" y="33066"/>
                </a:lnTo>
                <a:close/>
              </a:path>
              <a:path w="6441440" h="804544">
                <a:moveTo>
                  <a:pt x="3493112" y="52333"/>
                </a:moveTo>
                <a:lnTo>
                  <a:pt x="3479946" y="52333"/>
                </a:lnTo>
                <a:lnTo>
                  <a:pt x="3499429" y="116194"/>
                </a:lnTo>
                <a:lnTo>
                  <a:pt x="3511985" y="116194"/>
                </a:lnTo>
                <a:lnTo>
                  <a:pt x="3517921" y="96711"/>
                </a:lnTo>
                <a:lnTo>
                  <a:pt x="3517987" y="96494"/>
                </a:lnTo>
                <a:lnTo>
                  <a:pt x="3505923" y="96494"/>
                </a:lnTo>
                <a:lnTo>
                  <a:pt x="3493112" y="52333"/>
                </a:lnTo>
                <a:close/>
              </a:path>
              <a:path w="6441440" h="804544">
                <a:moveTo>
                  <a:pt x="3487523" y="33066"/>
                </a:moveTo>
                <a:lnTo>
                  <a:pt x="3473885" y="33066"/>
                </a:lnTo>
                <a:lnTo>
                  <a:pt x="3456194" y="96494"/>
                </a:lnTo>
                <a:lnTo>
                  <a:pt x="3456133" y="96711"/>
                </a:lnTo>
                <a:lnTo>
                  <a:pt x="3467310" y="96711"/>
                </a:lnTo>
                <a:lnTo>
                  <a:pt x="3479946" y="52333"/>
                </a:lnTo>
                <a:lnTo>
                  <a:pt x="3493112" y="52333"/>
                </a:lnTo>
                <a:lnTo>
                  <a:pt x="3487523" y="33066"/>
                </a:lnTo>
                <a:close/>
              </a:path>
              <a:path w="6441440" h="804544">
                <a:moveTo>
                  <a:pt x="3537313" y="33066"/>
                </a:moveTo>
                <a:lnTo>
                  <a:pt x="3523891" y="33066"/>
                </a:lnTo>
                <a:lnTo>
                  <a:pt x="3505923" y="96494"/>
                </a:lnTo>
                <a:lnTo>
                  <a:pt x="3517987" y="96494"/>
                </a:lnTo>
                <a:lnTo>
                  <a:pt x="3537313" y="33066"/>
                </a:lnTo>
                <a:close/>
              </a:path>
              <a:path w="6441440" h="804544">
                <a:moveTo>
                  <a:pt x="3566970" y="33066"/>
                </a:moveTo>
                <a:lnTo>
                  <a:pt x="3554198" y="33066"/>
                </a:lnTo>
                <a:lnTo>
                  <a:pt x="3554198" y="116194"/>
                </a:lnTo>
                <a:lnTo>
                  <a:pt x="3566970" y="116194"/>
                </a:lnTo>
                <a:lnTo>
                  <a:pt x="3566970" y="33066"/>
                </a:lnTo>
                <a:close/>
              </a:path>
              <a:path w="6441440" h="804544">
                <a:moveTo>
                  <a:pt x="3556056" y="2742"/>
                </a:moveTo>
                <a:lnTo>
                  <a:pt x="3560692" y="19212"/>
                </a:lnTo>
                <a:lnTo>
                  <a:pt x="3563182" y="19212"/>
                </a:lnTo>
                <a:lnTo>
                  <a:pt x="3569784" y="8171"/>
                </a:lnTo>
                <a:lnTo>
                  <a:pt x="3556056" y="2742"/>
                </a:lnTo>
                <a:close/>
              </a:path>
              <a:path w="6441440" h="804544">
                <a:moveTo>
                  <a:pt x="3603135" y="5357"/>
                </a:moveTo>
                <a:lnTo>
                  <a:pt x="3590363" y="5357"/>
                </a:lnTo>
                <a:lnTo>
                  <a:pt x="3590363" y="116194"/>
                </a:lnTo>
                <a:lnTo>
                  <a:pt x="3603135" y="116194"/>
                </a:lnTo>
                <a:lnTo>
                  <a:pt x="3603135" y="5357"/>
                </a:lnTo>
                <a:close/>
              </a:path>
              <a:path w="6441440" h="804544">
                <a:moveTo>
                  <a:pt x="3639301" y="5357"/>
                </a:moveTo>
                <a:lnTo>
                  <a:pt x="3626528" y="5357"/>
                </a:lnTo>
                <a:lnTo>
                  <a:pt x="3626528" y="116194"/>
                </a:lnTo>
                <a:lnTo>
                  <a:pt x="3639301" y="116194"/>
                </a:lnTo>
                <a:lnTo>
                  <a:pt x="3639301" y="5357"/>
                </a:lnTo>
                <a:close/>
              </a:path>
              <a:path w="6441440" h="804544">
                <a:moveTo>
                  <a:pt x="3737559" y="31984"/>
                </a:moveTo>
                <a:lnTo>
                  <a:pt x="3719681" y="40914"/>
                </a:lnTo>
                <a:lnTo>
                  <a:pt x="3708966" y="58845"/>
                </a:lnTo>
                <a:lnTo>
                  <a:pt x="3707396" y="83650"/>
                </a:lnTo>
                <a:lnTo>
                  <a:pt x="3715280" y="103999"/>
                </a:lnTo>
                <a:lnTo>
                  <a:pt x="3730974" y="116140"/>
                </a:lnTo>
                <a:lnTo>
                  <a:pt x="3745063" y="117925"/>
                </a:lnTo>
                <a:lnTo>
                  <a:pt x="3752568" y="117925"/>
                </a:lnTo>
                <a:lnTo>
                  <a:pt x="3770427" y="108996"/>
                </a:lnTo>
                <a:lnTo>
                  <a:pt x="3771955" y="106452"/>
                </a:lnTo>
                <a:lnTo>
                  <a:pt x="3739363" y="106452"/>
                </a:lnTo>
                <a:lnTo>
                  <a:pt x="3727312" y="99146"/>
                </a:lnTo>
                <a:lnTo>
                  <a:pt x="3720168" y="69507"/>
                </a:lnTo>
                <a:lnTo>
                  <a:pt x="3734672" y="44937"/>
                </a:lnTo>
                <a:lnTo>
                  <a:pt x="3773548" y="44937"/>
                </a:lnTo>
                <a:lnTo>
                  <a:pt x="3759134" y="33770"/>
                </a:lnTo>
                <a:lnTo>
                  <a:pt x="3737559" y="31984"/>
                </a:lnTo>
                <a:close/>
              </a:path>
              <a:path w="6441440" h="804544">
                <a:moveTo>
                  <a:pt x="3773548" y="44937"/>
                </a:moveTo>
                <a:lnTo>
                  <a:pt x="3755454" y="44937"/>
                </a:lnTo>
                <a:lnTo>
                  <a:pt x="3769074" y="64329"/>
                </a:lnTo>
                <a:lnTo>
                  <a:pt x="3762814" y="99146"/>
                </a:lnTo>
                <a:lnTo>
                  <a:pt x="3745063" y="106452"/>
                </a:lnTo>
                <a:lnTo>
                  <a:pt x="3771955" y="106452"/>
                </a:lnTo>
                <a:lnTo>
                  <a:pt x="3781143" y="91154"/>
                </a:lnTo>
                <a:lnTo>
                  <a:pt x="3782730" y="66404"/>
                </a:lnTo>
                <a:lnTo>
                  <a:pt x="3774829" y="45929"/>
                </a:lnTo>
                <a:lnTo>
                  <a:pt x="3773548" y="44937"/>
                </a:lnTo>
                <a:close/>
              </a:path>
              <a:path w="6441440" h="804544">
                <a:moveTo>
                  <a:pt x="3814566" y="33066"/>
                </a:moveTo>
                <a:lnTo>
                  <a:pt x="3802227" y="33066"/>
                </a:lnTo>
                <a:lnTo>
                  <a:pt x="3802227" y="147366"/>
                </a:lnTo>
                <a:lnTo>
                  <a:pt x="3814999" y="147366"/>
                </a:lnTo>
                <a:lnTo>
                  <a:pt x="3814999" y="103421"/>
                </a:lnTo>
                <a:lnTo>
                  <a:pt x="3828323" y="103421"/>
                </a:lnTo>
                <a:lnTo>
                  <a:pt x="3822070" y="99741"/>
                </a:lnTo>
                <a:lnTo>
                  <a:pt x="3814782" y="74630"/>
                </a:lnTo>
                <a:lnTo>
                  <a:pt x="3821962" y="50006"/>
                </a:lnTo>
                <a:lnTo>
                  <a:pt x="3844007" y="43457"/>
                </a:lnTo>
                <a:lnTo>
                  <a:pt x="3865349" y="43457"/>
                </a:lnTo>
                <a:lnTo>
                  <a:pt x="3864767" y="42988"/>
                </a:lnTo>
                <a:lnTo>
                  <a:pt x="3818318" y="42988"/>
                </a:lnTo>
                <a:lnTo>
                  <a:pt x="3814566" y="33066"/>
                </a:lnTo>
                <a:close/>
              </a:path>
              <a:path w="6441440" h="804544">
                <a:moveTo>
                  <a:pt x="3828323" y="103421"/>
                </a:moveTo>
                <a:lnTo>
                  <a:pt x="3814999" y="103421"/>
                </a:lnTo>
                <a:lnTo>
                  <a:pt x="3847254" y="117925"/>
                </a:lnTo>
                <a:lnTo>
                  <a:pt x="3863977" y="109140"/>
                </a:lnTo>
                <a:lnTo>
                  <a:pt x="3865503" y="106452"/>
                </a:lnTo>
                <a:lnTo>
                  <a:pt x="3833472" y="106452"/>
                </a:lnTo>
                <a:lnTo>
                  <a:pt x="3828323" y="103421"/>
                </a:lnTo>
                <a:close/>
              </a:path>
              <a:path w="6441440" h="804544">
                <a:moveTo>
                  <a:pt x="3865349" y="43457"/>
                </a:moveTo>
                <a:lnTo>
                  <a:pt x="3844007" y="43457"/>
                </a:lnTo>
                <a:lnTo>
                  <a:pt x="3858367" y="54101"/>
                </a:lnTo>
                <a:lnTo>
                  <a:pt x="3861920" y="85923"/>
                </a:lnTo>
                <a:lnTo>
                  <a:pt x="3848390" y="105045"/>
                </a:lnTo>
                <a:lnTo>
                  <a:pt x="3833472" y="106452"/>
                </a:lnTo>
                <a:lnTo>
                  <a:pt x="3865503" y="106452"/>
                </a:lnTo>
                <a:lnTo>
                  <a:pt x="3874115" y="91281"/>
                </a:lnTo>
                <a:lnTo>
                  <a:pt x="3875612" y="66115"/>
                </a:lnTo>
                <a:lnTo>
                  <a:pt x="3868126" y="45694"/>
                </a:lnTo>
                <a:lnTo>
                  <a:pt x="3865349" y="43457"/>
                </a:lnTo>
                <a:close/>
              </a:path>
              <a:path w="6441440" h="804544">
                <a:moveTo>
                  <a:pt x="3834698" y="31984"/>
                </a:moveTo>
                <a:lnTo>
                  <a:pt x="3818318" y="42988"/>
                </a:lnTo>
                <a:lnTo>
                  <a:pt x="3864767" y="42988"/>
                </a:lnTo>
                <a:lnTo>
                  <a:pt x="3853279" y="33734"/>
                </a:lnTo>
                <a:lnTo>
                  <a:pt x="3834698" y="31984"/>
                </a:lnTo>
                <a:close/>
              </a:path>
              <a:path w="6441440" h="804544">
                <a:moveTo>
                  <a:pt x="3921145" y="31984"/>
                </a:moveTo>
                <a:lnTo>
                  <a:pt x="3903358" y="41148"/>
                </a:lnTo>
                <a:lnTo>
                  <a:pt x="3892751" y="59260"/>
                </a:lnTo>
                <a:lnTo>
                  <a:pt x="3891199" y="83794"/>
                </a:lnTo>
                <a:lnTo>
                  <a:pt x="3898992" y="104071"/>
                </a:lnTo>
                <a:lnTo>
                  <a:pt x="3915029" y="116158"/>
                </a:lnTo>
                <a:lnTo>
                  <a:pt x="3929948" y="117925"/>
                </a:lnTo>
                <a:lnTo>
                  <a:pt x="3949666" y="113560"/>
                </a:lnTo>
                <a:lnTo>
                  <a:pt x="3955394" y="106452"/>
                </a:lnTo>
                <a:lnTo>
                  <a:pt x="3924789" y="106452"/>
                </a:lnTo>
                <a:lnTo>
                  <a:pt x="3909419" y="97523"/>
                </a:lnTo>
                <a:lnTo>
                  <a:pt x="3907155" y="78960"/>
                </a:lnTo>
                <a:lnTo>
                  <a:pt x="3900291" y="78960"/>
                </a:lnTo>
                <a:lnTo>
                  <a:pt x="3900291" y="67919"/>
                </a:lnTo>
                <a:lnTo>
                  <a:pt x="3905808" y="67919"/>
                </a:lnTo>
                <a:lnTo>
                  <a:pt x="3904963" y="60992"/>
                </a:lnTo>
                <a:lnTo>
                  <a:pt x="3923562" y="43457"/>
                </a:lnTo>
                <a:lnTo>
                  <a:pt x="3953112" y="43457"/>
                </a:lnTo>
                <a:lnTo>
                  <a:pt x="3949539" y="37937"/>
                </a:lnTo>
                <a:lnTo>
                  <a:pt x="3921145" y="31984"/>
                </a:lnTo>
                <a:close/>
              </a:path>
              <a:path w="6441440" h="804544">
                <a:moveTo>
                  <a:pt x="3950730" y="93464"/>
                </a:moveTo>
                <a:lnTo>
                  <a:pt x="3949648" y="96350"/>
                </a:lnTo>
                <a:lnTo>
                  <a:pt x="3924789" y="106452"/>
                </a:lnTo>
                <a:lnTo>
                  <a:pt x="3955394" y="106452"/>
                </a:lnTo>
                <a:lnTo>
                  <a:pt x="3963070" y="96927"/>
                </a:lnTo>
                <a:lnTo>
                  <a:pt x="3950730" y="93464"/>
                </a:lnTo>
                <a:close/>
              </a:path>
              <a:path w="6441440" h="804544">
                <a:moveTo>
                  <a:pt x="3905808" y="67919"/>
                </a:moveTo>
                <a:lnTo>
                  <a:pt x="3900291" y="67919"/>
                </a:lnTo>
                <a:lnTo>
                  <a:pt x="3900291" y="78960"/>
                </a:lnTo>
                <a:lnTo>
                  <a:pt x="3907155" y="78960"/>
                </a:lnTo>
                <a:lnTo>
                  <a:pt x="3905808" y="67919"/>
                </a:lnTo>
                <a:close/>
              </a:path>
              <a:path w="6441440" h="804544">
                <a:moveTo>
                  <a:pt x="3953112" y="43457"/>
                </a:moveTo>
                <a:lnTo>
                  <a:pt x="3923562" y="43457"/>
                </a:lnTo>
                <a:lnTo>
                  <a:pt x="3944092" y="48779"/>
                </a:lnTo>
                <a:lnTo>
                  <a:pt x="3951380" y="67919"/>
                </a:lnTo>
                <a:lnTo>
                  <a:pt x="3905808" y="67919"/>
                </a:lnTo>
                <a:lnTo>
                  <a:pt x="3907155" y="78960"/>
                </a:lnTo>
                <a:lnTo>
                  <a:pt x="3964368" y="78960"/>
                </a:lnTo>
                <a:lnTo>
                  <a:pt x="3963430" y="60992"/>
                </a:lnTo>
                <a:lnTo>
                  <a:pt x="3963340" y="59260"/>
                </a:lnTo>
                <a:lnTo>
                  <a:pt x="3953112" y="43457"/>
                </a:lnTo>
                <a:close/>
              </a:path>
              <a:path w="6441440" h="804544">
                <a:moveTo>
                  <a:pt x="3996143" y="33139"/>
                </a:moveTo>
                <a:lnTo>
                  <a:pt x="3983797" y="33139"/>
                </a:lnTo>
                <a:lnTo>
                  <a:pt x="3983797" y="116194"/>
                </a:lnTo>
                <a:lnTo>
                  <a:pt x="3996569" y="116194"/>
                </a:lnTo>
                <a:lnTo>
                  <a:pt x="3996569" y="66187"/>
                </a:lnTo>
                <a:lnTo>
                  <a:pt x="4001170" y="50457"/>
                </a:lnTo>
                <a:lnTo>
                  <a:pt x="4015339" y="46055"/>
                </a:lnTo>
                <a:lnTo>
                  <a:pt x="3997219" y="46055"/>
                </a:lnTo>
                <a:lnTo>
                  <a:pt x="3996155" y="33283"/>
                </a:lnTo>
                <a:lnTo>
                  <a:pt x="3996143" y="33139"/>
                </a:lnTo>
                <a:close/>
              </a:path>
              <a:path w="6441440" h="804544">
                <a:moveTo>
                  <a:pt x="4041799" y="43457"/>
                </a:moveTo>
                <a:lnTo>
                  <a:pt x="4023701" y="43457"/>
                </a:lnTo>
                <a:lnTo>
                  <a:pt x="4035138" y="52621"/>
                </a:lnTo>
                <a:lnTo>
                  <a:pt x="4036834" y="116194"/>
                </a:lnTo>
                <a:lnTo>
                  <a:pt x="4049606" y="116194"/>
                </a:lnTo>
                <a:lnTo>
                  <a:pt x="4048472" y="52621"/>
                </a:lnTo>
                <a:lnTo>
                  <a:pt x="4048434" y="50457"/>
                </a:lnTo>
                <a:lnTo>
                  <a:pt x="4041799" y="43457"/>
                </a:lnTo>
                <a:close/>
              </a:path>
              <a:path w="6441440" h="804544">
                <a:moveTo>
                  <a:pt x="4032018" y="33139"/>
                </a:moveTo>
                <a:lnTo>
                  <a:pt x="4010063" y="33283"/>
                </a:lnTo>
                <a:lnTo>
                  <a:pt x="3997219" y="46055"/>
                </a:lnTo>
                <a:lnTo>
                  <a:pt x="4015339" y="46055"/>
                </a:lnTo>
                <a:lnTo>
                  <a:pt x="4023701" y="43457"/>
                </a:lnTo>
                <a:lnTo>
                  <a:pt x="4041799" y="43457"/>
                </a:lnTo>
                <a:lnTo>
                  <a:pt x="4032018" y="33139"/>
                </a:lnTo>
                <a:close/>
              </a:path>
              <a:path w="6441440" h="804544">
                <a:moveTo>
                  <a:pt x="4139946" y="13150"/>
                </a:moveTo>
                <a:lnTo>
                  <a:pt x="4127173" y="13150"/>
                </a:lnTo>
                <a:lnTo>
                  <a:pt x="4127173" y="95845"/>
                </a:lnTo>
                <a:lnTo>
                  <a:pt x="4132802" y="111034"/>
                </a:lnTo>
                <a:lnTo>
                  <a:pt x="4154035" y="117096"/>
                </a:lnTo>
                <a:lnTo>
                  <a:pt x="4139946" y="13150"/>
                </a:lnTo>
                <a:close/>
              </a:path>
              <a:path w="6441440" h="804544">
                <a:moveTo>
                  <a:pt x="4127173" y="33066"/>
                </a:moveTo>
                <a:lnTo>
                  <a:pt x="4114618" y="33066"/>
                </a:lnTo>
                <a:lnTo>
                  <a:pt x="4114618" y="43890"/>
                </a:lnTo>
                <a:lnTo>
                  <a:pt x="4127173" y="43890"/>
                </a:lnTo>
                <a:lnTo>
                  <a:pt x="4127173" y="33066"/>
                </a:lnTo>
                <a:close/>
              </a:path>
              <a:path w="6441440" h="804544">
                <a:moveTo>
                  <a:pt x="4157697" y="33066"/>
                </a:moveTo>
                <a:lnTo>
                  <a:pt x="4142645" y="33066"/>
                </a:lnTo>
                <a:lnTo>
                  <a:pt x="4144112" y="43890"/>
                </a:lnTo>
                <a:lnTo>
                  <a:pt x="4157697" y="43890"/>
                </a:lnTo>
                <a:lnTo>
                  <a:pt x="4157697" y="33066"/>
                </a:lnTo>
                <a:close/>
              </a:path>
              <a:path w="6441440" h="804544">
                <a:moveTo>
                  <a:pt x="4191467" y="5357"/>
                </a:moveTo>
                <a:lnTo>
                  <a:pt x="4178695" y="5357"/>
                </a:lnTo>
                <a:lnTo>
                  <a:pt x="4178695" y="116194"/>
                </a:lnTo>
                <a:lnTo>
                  <a:pt x="4191467" y="116194"/>
                </a:lnTo>
                <a:lnTo>
                  <a:pt x="4191467" y="66187"/>
                </a:lnTo>
                <a:lnTo>
                  <a:pt x="4196193" y="50457"/>
                </a:lnTo>
                <a:lnTo>
                  <a:pt x="4210760" y="46055"/>
                </a:lnTo>
                <a:lnTo>
                  <a:pt x="4192549" y="46055"/>
                </a:lnTo>
                <a:lnTo>
                  <a:pt x="4191467" y="5357"/>
                </a:lnTo>
                <a:close/>
              </a:path>
              <a:path w="6441440" h="804544">
                <a:moveTo>
                  <a:pt x="4240085" y="43457"/>
                </a:moveTo>
                <a:lnTo>
                  <a:pt x="4219357" y="43457"/>
                </a:lnTo>
                <a:lnTo>
                  <a:pt x="4230884" y="52531"/>
                </a:lnTo>
                <a:lnTo>
                  <a:pt x="4232598" y="116194"/>
                </a:lnTo>
                <a:lnTo>
                  <a:pt x="4245370" y="116194"/>
                </a:lnTo>
                <a:lnTo>
                  <a:pt x="4245370" y="63373"/>
                </a:lnTo>
                <a:lnTo>
                  <a:pt x="4240085" y="43457"/>
                </a:lnTo>
                <a:close/>
              </a:path>
              <a:path w="6441440" h="804544">
                <a:moveTo>
                  <a:pt x="4227637" y="33120"/>
                </a:moveTo>
                <a:lnTo>
                  <a:pt x="4205249" y="33265"/>
                </a:lnTo>
                <a:lnTo>
                  <a:pt x="4192549" y="46055"/>
                </a:lnTo>
                <a:lnTo>
                  <a:pt x="4210760" y="46055"/>
                </a:lnTo>
                <a:lnTo>
                  <a:pt x="4219357" y="43457"/>
                </a:lnTo>
                <a:lnTo>
                  <a:pt x="4240085" y="43457"/>
                </a:lnTo>
                <a:lnTo>
                  <a:pt x="4239453" y="41076"/>
                </a:lnTo>
                <a:lnTo>
                  <a:pt x="4227637" y="33120"/>
                </a:lnTo>
                <a:close/>
              </a:path>
              <a:path w="6441440" h="804544">
                <a:moveTo>
                  <a:pt x="4294785" y="31984"/>
                </a:moveTo>
                <a:lnTo>
                  <a:pt x="4276998" y="41148"/>
                </a:lnTo>
                <a:lnTo>
                  <a:pt x="4266391" y="59260"/>
                </a:lnTo>
                <a:lnTo>
                  <a:pt x="4264839" y="83794"/>
                </a:lnTo>
                <a:lnTo>
                  <a:pt x="4272632" y="104071"/>
                </a:lnTo>
                <a:lnTo>
                  <a:pt x="4288670" y="116158"/>
                </a:lnTo>
                <a:lnTo>
                  <a:pt x="4303589" y="117925"/>
                </a:lnTo>
                <a:lnTo>
                  <a:pt x="4323306" y="113560"/>
                </a:lnTo>
                <a:lnTo>
                  <a:pt x="4329034" y="106452"/>
                </a:lnTo>
                <a:lnTo>
                  <a:pt x="4298429" y="106452"/>
                </a:lnTo>
                <a:lnTo>
                  <a:pt x="4283060" y="97523"/>
                </a:lnTo>
                <a:lnTo>
                  <a:pt x="4280795" y="78960"/>
                </a:lnTo>
                <a:lnTo>
                  <a:pt x="4273932" y="78960"/>
                </a:lnTo>
                <a:lnTo>
                  <a:pt x="4273932" y="67919"/>
                </a:lnTo>
                <a:lnTo>
                  <a:pt x="4279449" y="67919"/>
                </a:lnTo>
                <a:lnTo>
                  <a:pt x="4278604" y="60992"/>
                </a:lnTo>
                <a:lnTo>
                  <a:pt x="4297203" y="43457"/>
                </a:lnTo>
                <a:lnTo>
                  <a:pt x="4326753" y="43457"/>
                </a:lnTo>
                <a:lnTo>
                  <a:pt x="4323180" y="37937"/>
                </a:lnTo>
                <a:lnTo>
                  <a:pt x="4294785" y="31984"/>
                </a:lnTo>
                <a:close/>
              </a:path>
              <a:path w="6441440" h="804544">
                <a:moveTo>
                  <a:pt x="4324371" y="93464"/>
                </a:moveTo>
                <a:lnTo>
                  <a:pt x="4323288" y="96350"/>
                </a:lnTo>
                <a:lnTo>
                  <a:pt x="4298429" y="106452"/>
                </a:lnTo>
                <a:lnTo>
                  <a:pt x="4329034" y="106452"/>
                </a:lnTo>
                <a:lnTo>
                  <a:pt x="4336710" y="96927"/>
                </a:lnTo>
                <a:lnTo>
                  <a:pt x="4324371" y="93464"/>
                </a:lnTo>
                <a:close/>
              </a:path>
              <a:path w="6441440" h="804544">
                <a:moveTo>
                  <a:pt x="4279449" y="67919"/>
                </a:moveTo>
                <a:lnTo>
                  <a:pt x="4273932" y="67919"/>
                </a:lnTo>
                <a:lnTo>
                  <a:pt x="4273932" y="78960"/>
                </a:lnTo>
                <a:lnTo>
                  <a:pt x="4280795" y="78960"/>
                </a:lnTo>
                <a:lnTo>
                  <a:pt x="4279449" y="67919"/>
                </a:lnTo>
                <a:close/>
              </a:path>
              <a:path w="6441440" h="804544">
                <a:moveTo>
                  <a:pt x="4326753" y="43457"/>
                </a:moveTo>
                <a:lnTo>
                  <a:pt x="4297203" y="43457"/>
                </a:lnTo>
                <a:lnTo>
                  <a:pt x="4317732" y="48779"/>
                </a:lnTo>
                <a:lnTo>
                  <a:pt x="4325020" y="67919"/>
                </a:lnTo>
                <a:lnTo>
                  <a:pt x="4279449" y="67919"/>
                </a:lnTo>
                <a:lnTo>
                  <a:pt x="4280795" y="78960"/>
                </a:lnTo>
                <a:lnTo>
                  <a:pt x="4338009" y="78960"/>
                </a:lnTo>
                <a:lnTo>
                  <a:pt x="4337071" y="60992"/>
                </a:lnTo>
                <a:lnTo>
                  <a:pt x="4336980" y="59260"/>
                </a:lnTo>
                <a:lnTo>
                  <a:pt x="4326753" y="43457"/>
                </a:lnTo>
                <a:close/>
              </a:path>
              <a:path w="6441440" h="804544">
                <a:moveTo>
                  <a:pt x="4480564" y="105153"/>
                </a:moveTo>
                <a:lnTo>
                  <a:pt x="4471072" y="112080"/>
                </a:lnTo>
                <a:lnTo>
                  <a:pt x="4482020" y="126585"/>
                </a:lnTo>
                <a:lnTo>
                  <a:pt x="4496741" y="126585"/>
                </a:lnTo>
                <a:lnTo>
                  <a:pt x="4480564" y="105153"/>
                </a:lnTo>
                <a:close/>
              </a:path>
              <a:path w="6441440" h="804544">
                <a:moveTo>
                  <a:pt x="4445469" y="4275"/>
                </a:moveTo>
                <a:lnTo>
                  <a:pt x="4417280" y="19158"/>
                </a:lnTo>
                <a:lnTo>
                  <a:pt x="4403835" y="52306"/>
                </a:lnTo>
                <a:lnTo>
                  <a:pt x="4409771" y="91082"/>
                </a:lnTo>
                <a:lnTo>
                  <a:pt x="4432860" y="113812"/>
                </a:lnTo>
                <a:lnTo>
                  <a:pt x="4465758" y="115977"/>
                </a:lnTo>
                <a:lnTo>
                  <a:pt x="4471072" y="112080"/>
                </a:lnTo>
                <a:lnTo>
                  <a:pt x="4465844" y="105153"/>
                </a:lnTo>
                <a:lnTo>
                  <a:pt x="4445652" y="105153"/>
                </a:lnTo>
                <a:lnTo>
                  <a:pt x="4428713" y="96675"/>
                </a:lnTo>
                <a:lnTo>
                  <a:pt x="4418015" y="78473"/>
                </a:lnTo>
                <a:lnTo>
                  <a:pt x="4416493" y="52306"/>
                </a:lnTo>
                <a:lnTo>
                  <a:pt x="4416428" y="51178"/>
                </a:lnTo>
                <a:lnTo>
                  <a:pt x="4424401" y="29873"/>
                </a:lnTo>
                <a:lnTo>
                  <a:pt x="4439573" y="18093"/>
                </a:lnTo>
                <a:lnTo>
                  <a:pt x="4459074" y="16398"/>
                </a:lnTo>
                <a:lnTo>
                  <a:pt x="4481880" y="16398"/>
                </a:lnTo>
                <a:lnTo>
                  <a:pt x="4477583" y="10769"/>
                </a:lnTo>
                <a:lnTo>
                  <a:pt x="4445469" y="4275"/>
                </a:lnTo>
                <a:close/>
              </a:path>
              <a:path w="6441440" h="804544">
                <a:moveTo>
                  <a:pt x="4462754" y="81557"/>
                </a:moveTo>
                <a:lnTo>
                  <a:pt x="4448033" y="81557"/>
                </a:lnTo>
                <a:lnTo>
                  <a:pt x="4471072" y="112080"/>
                </a:lnTo>
                <a:lnTo>
                  <a:pt x="4480517" y="105153"/>
                </a:lnTo>
                <a:lnTo>
                  <a:pt x="4479320" y="103504"/>
                </a:lnTo>
                <a:lnTo>
                  <a:pt x="4465075" y="103504"/>
                </a:lnTo>
                <a:lnTo>
                  <a:pt x="4474056" y="96531"/>
                </a:lnTo>
                <a:lnTo>
                  <a:pt x="4462754" y="81557"/>
                </a:lnTo>
                <a:close/>
              </a:path>
              <a:path w="6441440" h="804544">
                <a:moveTo>
                  <a:pt x="4464599" y="103504"/>
                </a:moveTo>
                <a:lnTo>
                  <a:pt x="4445652" y="105153"/>
                </a:lnTo>
                <a:lnTo>
                  <a:pt x="4465844" y="105153"/>
                </a:lnTo>
                <a:lnTo>
                  <a:pt x="4464599" y="103504"/>
                </a:lnTo>
                <a:close/>
              </a:path>
              <a:path w="6441440" h="804544">
                <a:moveTo>
                  <a:pt x="4481880" y="16398"/>
                </a:moveTo>
                <a:lnTo>
                  <a:pt x="4459074" y="16398"/>
                </a:lnTo>
                <a:lnTo>
                  <a:pt x="4480307" y="29873"/>
                </a:lnTo>
                <a:lnTo>
                  <a:pt x="4488298" y="60775"/>
                </a:lnTo>
                <a:lnTo>
                  <a:pt x="4488298" y="70373"/>
                </a:lnTo>
                <a:lnTo>
                  <a:pt x="4480307" y="91678"/>
                </a:lnTo>
                <a:lnTo>
                  <a:pt x="4474056" y="96531"/>
                </a:lnTo>
                <a:lnTo>
                  <a:pt x="4480564" y="105153"/>
                </a:lnTo>
                <a:lnTo>
                  <a:pt x="4482766" y="103504"/>
                </a:lnTo>
                <a:lnTo>
                  <a:pt x="4491495" y="97103"/>
                </a:lnTo>
                <a:lnTo>
                  <a:pt x="4501287" y="60775"/>
                </a:lnTo>
                <a:lnTo>
                  <a:pt x="4497725" y="37152"/>
                </a:lnTo>
                <a:lnTo>
                  <a:pt x="4481880" y="16398"/>
                </a:lnTo>
                <a:close/>
              </a:path>
              <a:path w="6441440" h="804544">
                <a:moveTo>
                  <a:pt x="4474056" y="96531"/>
                </a:moveTo>
                <a:lnTo>
                  <a:pt x="4465075" y="103504"/>
                </a:lnTo>
                <a:lnTo>
                  <a:pt x="4479320" y="103504"/>
                </a:lnTo>
                <a:lnTo>
                  <a:pt x="4474164" y="96675"/>
                </a:lnTo>
                <a:lnTo>
                  <a:pt x="4474056" y="96531"/>
                </a:lnTo>
                <a:close/>
              </a:path>
              <a:path w="6441440" h="804544">
                <a:moveTo>
                  <a:pt x="4523855" y="5357"/>
                </a:moveTo>
                <a:lnTo>
                  <a:pt x="4523855" y="116194"/>
                </a:lnTo>
                <a:lnTo>
                  <a:pt x="4537276" y="116194"/>
                </a:lnTo>
                <a:lnTo>
                  <a:pt x="4537276" y="72898"/>
                </a:lnTo>
                <a:lnTo>
                  <a:pt x="4531215" y="72898"/>
                </a:lnTo>
                <a:lnTo>
                  <a:pt x="4531215" y="60775"/>
                </a:lnTo>
                <a:lnTo>
                  <a:pt x="4537276" y="60227"/>
                </a:lnTo>
                <a:lnTo>
                  <a:pt x="4537276" y="17264"/>
                </a:lnTo>
                <a:lnTo>
                  <a:pt x="4592417" y="17264"/>
                </a:lnTo>
                <a:lnTo>
                  <a:pt x="4592297" y="16740"/>
                </a:lnTo>
                <a:lnTo>
                  <a:pt x="4577072" y="6837"/>
                </a:lnTo>
                <a:lnTo>
                  <a:pt x="4523855" y="5357"/>
                </a:lnTo>
                <a:close/>
              </a:path>
              <a:path w="6441440" h="804544">
                <a:moveTo>
                  <a:pt x="4576026" y="66404"/>
                </a:moveTo>
                <a:lnTo>
                  <a:pt x="4560872" y="66404"/>
                </a:lnTo>
                <a:lnTo>
                  <a:pt x="4587716" y="116194"/>
                </a:lnTo>
                <a:lnTo>
                  <a:pt x="4603302" y="116194"/>
                </a:lnTo>
                <a:lnTo>
                  <a:pt x="4579583" y="72898"/>
                </a:lnTo>
                <a:lnTo>
                  <a:pt x="4570108" y="72898"/>
                </a:lnTo>
                <a:lnTo>
                  <a:pt x="4577895" y="69816"/>
                </a:lnTo>
                <a:lnTo>
                  <a:pt x="4576026" y="66404"/>
                </a:lnTo>
                <a:close/>
              </a:path>
              <a:path w="6441440" h="804544">
                <a:moveTo>
                  <a:pt x="4537276" y="60227"/>
                </a:moveTo>
                <a:lnTo>
                  <a:pt x="4531215" y="60775"/>
                </a:lnTo>
                <a:lnTo>
                  <a:pt x="4531215" y="72898"/>
                </a:lnTo>
                <a:lnTo>
                  <a:pt x="4537276" y="72898"/>
                </a:lnTo>
                <a:lnTo>
                  <a:pt x="4537276" y="60227"/>
                </a:lnTo>
                <a:close/>
              </a:path>
              <a:path w="6441440" h="804544">
                <a:moveTo>
                  <a:pt x="4592417" y="17264"/>
                </a:moveTo>
                <a:lnTo>
                  <a:pt x="4537276" y="17264"/>
                </a:lnTo>
                <a:lnTo>
                  <a:pt x="4571678" y="18184"/>
                </a:lnTo>
                <a:lnTo>
                  <a:pt x="4584937" y="31028"/>
                </a:lnTo>
                <a:lnTo>
                  <a:pt x="4579020" y="56446"/>
                </a:lnTo>
                <a:lnTo>
                  <a:pt x="4537276" y="60227"/>
                </a:lnTo>
                <a:lnTo>
                  <a:pt x="4537276" y="72898"/>
                </a:lnTo>
                <a:lnTo>
                  <a:pt x="4564374" y="72898"/>
                </a:lnTo>
                <a:lnTo>
                  <a:pt x="4560872" y="66404"/>
                </a:lnTo>
                <a:lnTo>
                  <a:pt x="4586516" y="66404"/>
                </a:lnTo>
                <a:lnTo>
                  <a:pt x="4588203" y="65736"/>
                </a:lnTo>
                <a:lnTo>
                  <a:pt x="4598972" y="45875"/>
                </a:lnTo>
                <a:lnTo>
                  <a:pt x="4592417" y="17264"/>
                </a:lnTo>
                <a:close/>
              </a:path>
              <a:path w="6441440" h="804544">
                <a:moveTo>
                  <a:pt x="4577895" y="69816"/>
                </a:moveTo>
                <a:lnTo>
                  <a:pt x="4570108" y="72898"/>
                </a:lnTo>
                <a:lnTo>
                  <a:pt x="4579583" y="72898"/>
                </a:lnTo>
                <a:lnTo>
                  <a:pt x="4577895" y="69816"/>
                </a:lnTo>
                <a:close/>
              </a:path>
              <a:path w="6441440" h="804544">
                <a:moveTo>
                  <a:pt x="4586516" y="66404"/>
                </a:moveTo>
                <a:lnTo>
                  <a:pt x="4576026" y="66404"/>
                </a:lnTo>
                <a:lnTo>
                  <a:pt x="4577895" y="69816"/>
                </a:lnTo>
                <a:lnTo>
                  <a:pt x="4586516" y="66404"/>
                </a:lnTo>
                <a:close/>
              </a:path>
              <a:path w="6441440" h="804544">
                <a:moveTo>
                  <a:pt x="4680544" y="33066"/>
                </a:moveTo>
                <a:lnTo>
                  <a:pt x="4668204" y="33066"/>
                </a:lnTo>
                <a:lnTo>
                  <a:pt x="4668204" y="147366"/>
                </a:lnTo>
                <a:lnTo>
                  <a:pt x="4680977" y="147366"/>
                </a:lnTo>
                <a:lnTo>
                  <a:pt x="4680977" y="103421"/>
                </a:lnTo>
                <a:lnTo>
                  <a:pt x="4694300" y="103421"/>
                </a:lnTo>
                <a:lnTo>
                  <a:pt x="4688048" y="99741"/>
                </a:lnTo>
                <a:lnTo>
                  <a:pt x="4680760" y="74630"/>
                </a:lnTo>
                <a:lnTo>
                  <a:pt x="4687940" y="50006"/>
                </a:lnTo>
                <a:lnTo>
                  <a:pt x="4709985" y="43457"/>
                </a:lnTo>
                <a:lnTo>
                  <a:pt x="4731327" y="43457"/>
                </a:lnTo>
                <a:lnTo>
                  <a:pt x="4730745" y="42988"/>
                </a:lnTo>
                <a:lnTo>
                  <a:pt x="4684296" y="42988"/>
                </a:lnTo>
                <a:lnTo>
                  <a:pt x="4680544" y="33066"/>
                </a:lnTo>
                <a:close/>
              </a:path>
              <a:path w="6441440" h="804544">
                <a:moveTo>
                  <a:pt x="4694300" y="103421"/>
                </a:moveTo>
                <a:lnTo>
                  <a:pt x="4680977" y="103421"/>
                </a:lnTo>
                <a:lnTo>
                  <a:pt x="4713232" y="117925"/>
                </a:lnTo>
                <a:lnTo>
                  <a:pt x="4729955" y="109140"/>
                </a:lnTo>
                <a:lnTo>
                  <a:pt x="4731481" y="106452"/>
                </a:lnTo>
                <a:lnTo>
                  <a:pt x="4699449" y="106452"/>
                </a:lnTo>
                <a:lnTo>
                  <a:pt x="4694300" y="103421"/>
                </a:lnTo>
                <a:close/>
              </a:path>
              <a:path w="6441440" h="804544">
                <a:moveTo>
                  <a:pt x="4731327" y="43457"/>
                </a:moveTo>
                <a:lnTo>
                  <a:pt x="4709985" y="43457"/>
                </a:lnTo>
                <a:lnTo>
                  <a:pt x="4724344" y="54101"/>
                </a:lnTo>
                <a:lnTo>
                  <a:pt x="4727898" y="85923"/>
                </a:lnTo>
                <a:lnTo>
                  <a:pt x="4714368" y="105045"/>
                </a:lnTo>
                <a:lnTo>
                  <a:pt x="4699449" y="106452"/>
                </a:lnTo>
                <a:lnTo>
                  <a:pt x="4731481" y="106452"/>
                </a:lnTo>
                <a:lnTo>
                  <a:pt x="4740093" y="91281"/>
                </a:lnTo>
                <a:lnTo>
                  <a:pt x="4741590" y="66115"/>
                </a:lnTo>
                <a:lnTo>
                  <a:pt x="4734104" y="45694"/>
                </a:lnTo>
                <a:lnTo>
                  <a:pt x="4731327" y="43457"/>
                </a:lnTo>
                <a:close/>
              </a:path>
              <a:path w="6441440" h="804544">
                <a:moveTo>
                  <a:pt x="4700676" y="31984"/>
                </a:moveTo>
                <a:lnTo>
                  <a:pt x="4684296" y="42988"/>
                </a:lnTo>
                <a:lnTo>
                  <a:pt x="4730745" y="42988"/>
                </a:lnTo>
                <a:lnTo>
                  <a:pt x="4719257" y="33734"/>
                </a:lnTo>
                <a:lnTo>
                  <a:pt x="4700676" y="31984"/>
                </a:lnTo>
                <a:close/>
              </a:path>
              <a:path w="6441440" h="804544">
                <a:moveTo>
                  <a:pt x="4818449" y="44576"/>
                </a:moveTo>
                <a:lnTo>
                  <a:pt x="4782451" y="44576"/>
                </a:lnTo>
                <a:lnTo>
                  <a:pt x="4803593" y="44720"/>
                </a:lnTo>
                <a:lnTo>
                  <a:pt x="4810863" y="60126"/>
                </a:lnTo>
                <a:lnTo>
                  <a:pt x="4758115" y="83975"/>
                </a:lnTo>
                <a:lnTo>
                  <a:pt x="4763491" y="110241"/>
                </a:lnTo>
                <a:lnTo>
                  <a:pt x="4785535" y="118142"/>
                </a:lnTo>
                <a:lnTo>
                  <a:pt x="4790370" y="118142"/>
                </a:lnTo>
                <a:lnTo>
                  <a:pt x="4809348" y="106741"/>
                </a:lnTo>
                <a:lnTo>
                  <a:pt x="4782496" y="106741"/>
                </a:lnTo>
                <a:lnTo>
                  <a:pt x="4769949" y="97685"/>
                </a:lnTo>
                <a:lnTo>
                  <a:pt x="4774214" y="83975"/>
                </a:lnTo>
                <a:lnTo>
                  <a:pt x="4774315" y="83650"/>
                </a:lnTo>
                <a:lnTo>
                  <a:pt x="4823635" y="83650"/>
                </a:lnTo>
                <a:lnTo>
                  <a:pt x="4823635" y="54822"/>
                </a:lnTo>
                <a:lnTo>
                  <a:pt x="4818522" y="44720"/>
                </a:lnTo>
                <a:lnTo>
                  <a:pt x="4818449" y="44576"/>
                </a:lnTo>
                <a:close/>
              </a:path>
              <a:path w="6441440" h="804544">
                <a:moveTo>
                  <a:pt x="4823635" y="83650"/>
                </a:moveTo>
                <a:lnTo>
                  <a:pt x="4774315" y="83650"/>
                </a:lnTo>
                <a:lnTo>
                  <a:pt x="4810863" y="86103"/>
                </a:lnTo>
                <a:lnTo>
                  <a:pt x="4806389" y="99146"/>
                </a:lnTo>
                <a:lnTo>
                  <a:pt x="4787302" y="106741"/>
                </a:lnTo>
                <a:lnTo>
                  <a:pt x="4809348" y="106741"/>
                </a:lnTo>
                <a:lnTo>
                  <a:pt x="4810863" y="116194"/>
                </a:lnTo>
                <a:lnTo>
                  <a:pt x="4823635" y="116194"/>
                </a:lnTo>
                <a:lnTo>
                  <a:pt x="4823635" y="83650"/>
                </a:lnTo>
                <a:close/>
              </a:path>
              <a:path w="6441440" h="804544">
                <a:moveTo>
                  <a:pt x="4775830" y="34834"/>
                </a:moveTo>
                <a:lnTo>
                  <a:pt x="4759558" y="51467"/>
                </a:lnTo>
                <a:lnTo>
                  <a:pt x="4771681" y="55796"/>
                </a:lnTo>
                <a:lnTo>
                  <a:pt x="4782451" y="44576"/>
                </a:lnTo>
                <a:lnTo>
                  <a:pt x="4818449" y="44576"/>
                </a:lnTo>
                <a:lnTo>
                  <a:pt x="4815499" y="38749"/>
                </a:lnTo>
                <a:lnTo>
                  <a:pt x="4775830" y="34834"/>
                </a:lnTo>
                <a:close/>
              </a:path>
              <a:path w="6441440" h="804544">
                <a:moveTo>
                  <a:pt x="4859304" y="128533"/>
                </a:moveTo>
                <a:lnTo>
                  <a:pt x="4846514" y="132429"/>
                </a:lnTo>
                <a:lnTo>
                  <a:pt x="4880501" y="149098"/>
                </a:lnTo>
                <a:lnTo>
                  <a:pt x="4904025" y="143813"/>
                </a:lnTo>
                <a:lnTo>
                  <a:pt x="4909269" y="137841"/>
                </a:lnTo>
                <a:lnTo>
                  <a:pt x="4875486" y="137841"/>
                </a:lnTo>
                <a:lnTo>
                  <a:pt x="4859304" y="128533"/>
                </a:lnTo>
                <a:close/>
              </a:path>
              <a:path w="6441440" h="804544">
                <a:moveTo>
                  <a:pt x="4915263" y="104215"/>
                </a:moveTo>
                <a:lnTo>
                  <a:pt x="4900309" y="104215"/>
                </a:lnTo>
                <a:lnTo>
                  <a:pt x="4903664" y="124636"/>
                </a:lnTo>
                <a:lnTo>
                  <a:pt x="4892750" y="136218"/>
                </a:lnTo>
                <a:lnTo>
                  <a:pt x="4875486" y="137841"/>
                </a:lnTo>
                <a:lnTo>
                  <a:pt x="4909269" y="137841"/>
                </a:lnTo>
                <a:lnTo>
                  <a:pt x="4914813" y="131527"/>
                </a:lnTo>
                <a:lnTo>
                  <a:pt x="4915263" y="104215"/>
                </a:lnTo>
                <a:close/>
              </a:path>
              <a:path w="6441440" h="804544">
                <a:moveTo>
                  <a:pt x="4871554" y="31984"/>
                </a:moveTo>
                <a:lnTo>
                  <a:pt x="4854704" y="40697"/>
                </a:lnTo>
                <a:lnTo>
                  <a:pt x="4844548" y="58268"/>
                </a:lnTo>
                <a:lnTo>
                  <a:pt x="4843051" y="82856"/>
                </a:lnTo>
                <a:lnTo>
                  <a:pt x="4850753" y="102339"/>
                </a:lnTo>
                <a:lnTo>
                  <a:pt x="4865600" y="113307"/>
                </a:lnTo>
                <a:lnTo>
                  <a:pt x="4883748" y="114895"/>
                </a:lnTo>
                <a:lnTo>
                  <a:pt x="4900309" y="104215"/>
                </a:lnTo>
                <a:lnTo>
                  <a:pt x="4915263" y="104215"/>
                </a:lnTo>
                <a:lnTo>
                  <a:pt x="4915276" y="103421"/>
                </a:lnTo>
                <a:lnTo>
                  <a:pt x="4874729" y="103421"/>
                </a:lnTo>
                <a:lnTo>
                  <a:pt x="4860369" y="93698"/>
                </a:lnTo>
                <a:lnTo>
                  <a:pt x="4856707" y="63229"/>
                </a:lnTo>
                <a:lnTo>
                  <a:pt x="4870146" y="44828"/>
                </a:lnTo>
                <a:lnTo>
                  <a:pt x="4900810" y="44828"/>
                </a:lnTo>
                <a:lnTo>
                  <a:pt x="4871554" y="31984"/>
                </a:lnTo>
                <a:close/>
              </a:path>
              <a:path w="6441440" h="804544">
                <a:moveTo>
                  <a:pt x="4900810" y="44828"/>
                </a:moveTo>
                <a:lnTo>
                  <a:pt x="4889683" y="44828"/>
                </a:lnTo>
                <a:lnTo>
                  <a:pt x="4902979" y="62706"/>
                </a:lnTo>
                <a:lnTo>
                  <a:pt x="4899338" y="93698"/>
                </a:lnTo>
                <a:lnTo>
                  <a:pt x="4899281" y="94185"/>
                </a:lnTo>
                <a:lnTo>
                  <a:pt x="4880068" y="103421"/>
                </a:lnTo>
                <a:lnTo>
                  <a:pt x="4915276" y="103421"/>
                </a:lnTo>
                <a:lnTo>
                  <a:pt x="4916219" y="46271"/>
                </a:lnTo>
                <a:lnTo>
                  <a:pt x="4904097" y="46271"/>
                </a:lnTo>
                <a:lnTo>
                  <a:pt x="4900810" y="44828"/>
                </a:lnTo>
                <a:close/>
              </a:path>
              <a:path w="6441440" h="804544">
                <a:moveTo>
                  <a:pt x="4916437" y="33066"/>
                </a:moveTo>
                <a:lnTo>
                  <a:pt x="4904097" y="33066"/>
                </a:lnTo>
                <a:lnTo>
                  <a:pt x="4904097" y="46271"/>
                </a:lnTo>
                <a:lnTo>
                  <a:pt x="4916219" y="46271"/>
                </a:lnTo>
                <a:lnTo>
                  <a:pt x="4916311" y="40697"/>
                </a:lnTo>
                <a:lnTo>
                  <a:pt x="4916437" y="33066"/>
                </a:lnTo>
                <a:close/>
              </a:path>
              <a:path w="6441440" h="804544">
                <a:moveTo>
                  <a:pt x="4965865" y="31984"/>
                </a:moveTo>
                <a:lnTo>
                  <a:pt x="4948078" y="41148"/>
                </a:lnTo>
                <a:lnTo>
                  <a:pt x="4937471" y="59260"/>
                </a:lnTo>
                <a:lnTo>
                  <a:pt x="4935919" y="83794"/>
                </a:lnTo>
                <a:lnTo>
                  <a:pt x="4943712" y="104071"/>
                </a:lnTo>
                <a:lnTo>
                  <a:pt x="4959750" y="116158"/>
                </a:lnTo>
                <a:lnTo>
                  <a:pt x="4974669" y="117925"/>
                </a:lnTo>
                <a:lnTo>
                  <a:pt x="4994386" y="113560"/>
                </a:lnTo>
                <a:lnTo>
                  <a:pt x="5000114" y="106452"/>
                </a:lnTo>
                <a:lnTo>
                  <a:pt x="4969509" y="106452"/>
                </a:lnTo>
                <a:lnTo>
                  <a:pt x="4954140" y="97523"/>
                </a:lnTo>
                <a:lnTo>
                  <a:pt x="4951875" y="78960"/>
                </a:lnTo>
                <a:lnTo>
                  <a:pt x="4945012" y="78960"/>
                </a:lnTo>
                <a:lnTo>
                  <a:pt x="4945012" y="67919"/>
                </a:lnTo>
                <a:lnTo>
                  <a:pt x="4950529" y="67919"/>
                </a:lnTo>
                <a:lnTo>
                  <a:pt x="4949684" y="60992"/>
                </a:lnTo>
                <a:lnTo>
                  <a:pt x="4968283" y="43457"/>
                </a:lnTo>
                <a:lnTo>
                  <a:pt x="4997832" y="43457"/>
                </a:lnTo>
                <a:lnTo>
                  <a:pt x="4994260" y="37937"/>
                </a:lnTo>
                <a:lnTo>
                  <a:pt x="4965865" y="31984"/>
                </a:lnTo>
                <a:close/>
              </a:path>
              <a:path w="6441440" h="804544">
                <a:moveTo>
                  <a:pt x="4995451" y="93464"/>
                </a:moveTo>
                <a:lnTo>
                  <a:pt x="4994368" y="96350"/>
                </a:lnTo>
                <a:lnTo>
                  <a:pt x="4969509" y="106452"/>
                </a:lnTo>
                <a:lnTo>
                  <a:pt x="5000114" y="106452"/>
                </a:lnTo>
                <a:lnTo>
                  <a:pt x="5007790" y="96927"/>
                </a:lnTo>
                <a:lnTo>
                  <a:pt x="4995451" y="93464"/>
                </a:lnTo>
                <a:close/>
              </a:path>
              <a:path w="6441440" h="804544">
                <a:moveTo>
                  <a:pt x="4950529" y="67919"/>
                </a:moveTo>
                <a:lnTo>
                  <a:pt x="4945012" y="67919"/>
                </a:lnTo>
                <a:lnTo>
                  <a:pt x="4945012" y="78960"/>
                </a:lnTo>
                <a:lnTo>
                  <a:pt x="4951875" y="78960"/>
                </a:lnTo>
                <a:lnTo>
                  <a:pt x="4950529" y="67919"/>
                </a:lnTo>
                <a:close/>
              </a:path>
              <a:path w="6441440" h="804544">
                <a:moveTo>
                  <a:pt x="4997832" y="43457"/>
                </a:moveTo>
                <a:lnTo>
                  <a:pt x="4968283" y="43457"/>
                </a:lnTo>
                <a:lnTo>
                  <a:pt x="4988812" y="48779"/>
                </a:lnTo>
                <a:lnTo>
                  <a:pt x="4996100" y="67919"/>
                </a:lnTo>
                <a:lnTo>
                  <a:pt x="4950529" y="67919"/>
                </a:lnTo>
                <a:lnTo>
                  <a:pt x="4951875" y="78960"/>
                </a:lnTo>
                <a:lnTo>
                  <a:pt x="5009089" y="78960"/>
                </a:lnTo>
                <a:lnTo>
                  <a:pt x="5008151" y="60992"/>
                </a:lnTo>
                <a:lnTo>
                  <a:pt x="5008060" y="59260"/>
                </a:lnTo>
                <a:lnTo>
                  <a:pt x="4997832" y="43457"/>
                </a:lnTo>
                <a:close/>
              </a:path>
              <a:path w="6441440" h="804544">
                <a:moveTo>
                  <a:pt x="5047567" y="101040"/>
                </a:moveTo>
                <a:lnTo>
                  <a:pt x="5033713" y="101040"/>
                </a:lnTo>
                <a:lnTo>
                  <a:pt x="5027002" y="143253"/>
                </a:lnTo>
                <a:lnTo>
                  <a:pt x="5036744" y="143253"/>
                </a:lnTo>
                <a:lnTo>
                  <a:pt x="5047567" y="101040"/>
                </a:lnTo>
                <a:close/>
              </a:path>
              <a:path w="6441440" h="804544">
                <a:moveTo>
                  <a:pt x="5126758" y="33066"/>
                </a:moveTo>
                <a:lnTo>
                  <a:pt x="5113336" y="33066"/>
                </a:lnTo>
                <a:lnTo>
                  <a:pt x="5138664" y="116194"/>
                </a:lnTo>
                <a:lnTo>
                  <a:pt x="5151220" y="116194"/>
                </a:lnTo>
                <a:lnTo>
                  <a:pt x="5156767" y="96711"/>
                </a:lnTo>
                <a:lnTo>
                  <a:pt x="5145591" y="96711"/>
                </a:lnTo>
                <a:lnTo>
                  <a:pt x="5126758" y="33066"/>
                </a:lnTo>
                <a:close/>
              </a:path>
              <a:path w="6441440" h="804544">
                <a:moveTo>
                  <a:pt x="5182570" y="52333"/>
                </a:moveTo>
                <a:lnTo>
                  <a:pt x="5169404" y="52333"/>
                </a:lnTo>
                <a:lnTo>
                  <a:pt x="5188887" y="116194"/>
                </a:lnTo>
                <a:lnTo>
                  <a:pt x="5201442" y="116194"/>
                </a:lnTo>
                <a:lnTo>
                  <a:pt x="5207379" y="96711"/>
                </a:lnTo>
                <a:lnTo>
                  <a:pt x="5207445" y="96494"/>
                </a:lnTo>
                <a:lnTo>
                  <a:pt x="5195381" y="96494"/>
                </a:lnTo>
                <a:lnTo>
                  <a:pt x="5182570" y="52333"/>
                </a:lnTo>
                <a:close/>
              </a:path>
              <a:path w="6441440" h="804544">
                <a:moveTo>
                  <a:pt x="5176980" y="33066"/>
                </a:moveTo>
                <a:lnTo>
                  <a:pt x="5163342" y="33066"/>
                </a:lnTo>
                <a:lnTo>
                  <a:pt x="5145652" y="96494"/>
                </a:lnTo>
                <a:lnTo>
                  <a:pt x="5145591" y="96711"/>
                </a:lnTo>
                <a:lnTo>
                  <a:pt x="5156767" y="96711"/>
                </a:lnTo>
                <a:lnTo>
                  <a:pt x="5169404" y="52333"/>
                </a:lnTo>
                <a:lnTo>
                  <a:pt x="5182570" y="52333"/>
                </a:lnTo>
                <a:lnTo>
                  <a:pt x="5176980" y="33066"/>
                </a:lnTo>
                <a:close/>
              </a:path>
              <a:path w="6441440" h="804544">
                <a:moveTo>
                  <a:pt x="5226770" y="33066"/>
                </a:moveTo>
                <a:lnTo>
                  <a:pt x="5213349" y="33066"/>
                </a:lnTo>
                <a:lnTo>
                  <a:pt x="5195381" y="96494"/>
                </a:lnTo>
                <a:lnTo>
                  <a:pt x="5207445" y="96494"/>
                </a:lnTo>
                <a:lnTo>
                  <a:pt x="5226770" y="33066"/>
                </a:lnTo>
                <a:close/>
              </a:path>
              <a:path w="6441440" h="804544">
                <a:moveTo>
                  <a:pt x="5256428" y="5357"/>
                </a:moveTo>
                <a:lnTo>
                  <a:pt x="5243655" y="5357"/>
                </a:lnTo>
                <a:lnTo>
                  <a:pt x="5243655" y="116194"/>
                </a:lnTo>
                <a:lnTo>
                  <a:pt x="5256428" y="116194"/>
                </a:lnTo>
                <a:lnTo>
                  <a:pt x="5256428" y="66187"/>
                </a:lnTo>
                <a:lnTo>
                  <a:pt x="5261154" y="50457"/>
                </a:lnTo>
                <a:lnTo>
                  <a:pt x="5275721" y="46055"/>
                </a:lnTo>
                <a:lnTo>
                  <a:pt x="5257510" y="46055"/>
                </a:lnTo>
                <a:lnTo>
                  <a:pt x="5256428" y="5357"/>
                </a:lnTo>
                <a:close/>
              </a:path>
              <a:path w="6441440" h="804544">
                <a:moveTo>
                  <a:pt x="5305045" y="43457"/>
                </a:moveTo>
                <a:lnTo>
                  <a:pt x="5284317" y="43457"/>
                </a:lnTo>
                <a:lnTo>
                  <a:pt x="5295844" y="52531"/>
                </a:lnTo>
                <a:lnTo>
                  <a:pt x="5297558" y="116194"/>
                </a:lnTo>
                <a:lnTo>
                  <a:pt x="5310330" y="116194"/>
                </a:lnTo>
                <a:lnTo>
                  <a:pt x="5310330" y="63373"/>
                </a:lnTo>
                <a:lnTo>
                  <a:pt x="5305045" y="43457"/>
                </a:lnTo>
                <a:close/>
              </a:path>
              <a:path w="6441440" h="804544">
                <a:moveTo>
                  <a:pt x="5292597" y="33120"/>
                </a:moveTo>
                <a:lnTo>
                  <a:pt x="5270210" y="33265"/>
                </a:lnTo>
                <a:lnTo>
                  <a:pt x="5257510" y="46055"/>
                </a:lnTo>
                <a:lnTo>
                  <a:pt x="5275721" y="46055"/>
                </a:lnTo>
                <a:lnTo>
                  <a:pt x="5284317" y="43457"/>
                </a:lnTo>
                <a:lnTo>
                  <a:pt x="5305045" y="43457"/>
                </a:lnTo>
                <a:lnTo>
                  <a:pt x="5304413" y="41076"/>
                </a:lnTo>
                <a:lnTo>
                  <a:pt x="5292597" y="33120"/>
                </a:lnTo>
                <a:close/>
              </a:path>
              <a:path w="6441440" h="804544">
                <a:moveTo>
                  <a:pt x="5359746" y="31984"/>
                </a:moveTo>
                <a:lnTo>
                  <a:pt x="5341959" y="41148"/>
                </a:lnTo>
                <a:lnTo>
                  <a:pt x="5331352" y="59260"/>
                </a:lnTo>
                <a:lnTo>
                  <a:pt x="5329800" y="83794"/>
                </a:lnTo>
                <a:lnTo>
                  <a:pt x="5337593" y="104071"/>
                </a:lnTo>
                <a:lnTo>
                  <a:pt x="5353630" y="116158"/>
                </a:lnTo>
                <a:lnTo>
                  <a:pt x="5368549" y="117925"/>
                </a:lnTo>
                <a:lnTo>
                  <a:pt x="5388267" y="113560"/>
                </a:lnTo>
                <a:lnTo>
                  <a:pt x="5393995" y="106452"/>
                </a:lnTo>
                <a:lnTo>
                  <a:pt x="5363390" y="106452"/>
                </a:lnTo>
                <a:lnTo>
                  <a:pt x="5348020" y="97523"/>
                </a:lnTo>
                <a:lnTo>
                  <a:pt x="5345756" y="78960"/>
                </a:lnTo>
                <a:lnTo>
                  <a:pt x="5338892" y="78960"/>
                </a:lnTo>
                <a:lnTo>
                  <a:pt x="5338892" y="67919"/>
                </a:lnTo>
                <a:lnTo>
                  <a:pt x="5344409" y="67919"/>
                </a:lnTo>
                <a:lnTo>
                  <a:pt x="5343564" y="60992"/>
                </a:lnTo>
                <a:lnTo>
                  <a:pt x="5362163" y="43457"/>
                </a:lnTo>
                <a:lnTo>
                  <a:pt x="5391713" y="43457"/>
                </a:lnTo>
                <a:lnTo>
                  <a:pt x="5388140" y="37937"/>
                </a:lnTo>
                <a:lnTo>
                  <a:pt x="5359746" y="31984"/>
                </a:lnTo>
                <a:close/>
              </a:path>
              <a:path w="6441440" h="804544">
                <a:moveTo>
                  <a:pt x="5389331" y="93464"/>
                </a:moveTo>
                <a:lnTo>
                  <a:pt x="5388249" y="96350"/>
                </a:lnTo>
                <a:lnTo>
                  <a:pt x="5363390" y="106452"/>
                </a:lnTo>
                <a:lnTo>
                  <a:pt x="5393995" y="106452"/>
                </a:lnTo>
                <a:lnTo>
                  <a:pt x="5401670" y="96927"/>
                </a:lnTo>
                <a:lnTo>
                  <a:pt x="5389331" y="93464"/>
                </a:lnTo>
                <a:close/>
              </a:path>
              <a:path w="6441440" h="804544">
                <a:moveTo>
                  <a:pt x="5344409" y="67919"/>
                </a:moveTo>
                <a:lnTo>
                  <a:pt x="5338892" y="67919"/>
                </a:lnTo>
                <a:lnTo>
                  <a:pt x="5338892" y="78960"/>
                </a:lnTo>
                <a:lnTo>
                  <a:pt x="5345756" y="78960"/>
                </a:lnTo>
                <a:lnTo>
                  <a:pt x="5344409" y="67919"/>
                </a:lnTo>
                <a:close/>
              </a:path>
              <a:path w="6441440" h="804544">
                <a:moveTo>
                  <a:pt x="5391713" y="43457"/>
                </a:moveTo>
                <a:lnTo>
                  <a:pt x="5362163" y="43457"/>
                </a:lnTo>
                <a:lnTo>
                  <a:pt x="5382693" y="48779"/>
                </a:lnTo>
                <a:lnTo>
                  <a:pt x="5389981" y="67919"/>
                </a:lnTo>
                <a:lnTo>
                  <a:pt x="5344409" y="67919"/>
                </a:lnTo>
                <a:lnTo>
                  <a:pt x="5345756" y="78960"/>
                </a:lnTo>
                <a:lnTo>
                  <a:pt x="5402969" y="78960"/>
                </a:lnTo>
                <a:lnTo>
                  <a:pt x="5402031" y="60992"/>
                </a:lnTo>
                <a:lnTo>
                  <a:pt x="5401941" y="59260"/>
                </a:lnTo>
                <a:lnTo>
                  <a:pt x="5391713" y="43457"/>
                </a:lnTo>
                <a:close/>
              </a:path>
              <a:path w="6441440" h="804544">
                <a:moveTo>
                  <a:pt x="5434737" y="33066"/>
                </a:moveTo>
                <a:lnTo>
                  <a:pt x="5422398" y="33066"/>
                </a:lnTo>
                <a:lnTo>
                  <a:pt x="5422398" y="116194"/>
                </a:lnTo>
                <a:lnTo>
                  <a:pt x="5435170" y="116194"/>
                </a:lnTo>
                <a:lnTo>
                  <a:pt x="5436072" y="56500"/>
                </a:lnTo>
                <a:lnTo>
                  <a:pt x="5453711" y="45622"/>
                </a:lnTo>
                <a:lnTo>
                  <a:pt x="5435603" y="45622"/>
                </a:lnTo>
                <a:lnTo>
                  <a:pt x="5434737" y="33066"/>
                </a:lnTo>
                <a:close/>
              </a:path>
              <a:path w="6441440" h="804544">
                <a:moveTo>
                  <a:pt x="5452272" y="31768"/>
                </a:moveTo>
                <a:lnTo>
                  <a:pt x="5435603" y="45622"/>
                </a:lnTo>
                <a:lnTo>
                  <a:pt x="5453711" y="45622"/>
                </a:lnTo>
                <a:lnTo>
                  <a:pt x="5456169" y="44107"/>
                </a:lnTo>
                <a:lnTo>
                  <a:pt x="5463962" y="31984"/>
                </a:lnTo>
                <a:lnTo>
                  <a:pt x="5452272" y="31768"/>
                </a:lnTo>
                <a:close/>
              </a:path>
              <a:path w="6441440" h="804544">
                <a:moveTo>
                  <a:pt x="5502621" y="31984"/>
                </a:moveTo>
                <a:lnTo>
                  <a:pt x="5484834" y="41148"/>
                </a:lnTo>
                <a:lnTo>
                  <a:pt x="5474227" y="59260"/>
                </a:lnTo>
                <a:lnTo>
                  <a:pt x="5472675" y="83794"/>
                </a:lnTo>
                <a:lnTo>
                  <a:pt x="5480468" y="104071"/>
                </a:lnTo>
                <a:lnTo>
                  <a:pt x="5496505" y="116158"/>
                </a:lnTo>
                <a:lnTo>
                  <a:pt x="5511424" y="117925"/>
                </a:lnTo>
                <a:lnTo>
                  <a:pt x="5531142" y="113560"/>
                </a:lnTo>
                <a:lnTo>
                  <a:pt x="5536870" y="106452"/>
                </a:lnTo>
                <a:lnTo>
                  <a:pt x="5506265" y="106452"/>
                </a:lnTo>
                <a:lnTo>
                  <a:pt x="5490895" y="97523"/>
                </a:lnTo>
                <a:lnTo>
                  <a:pt x="5488631" y="78960"/>
                </a:lnTo>
                <a:lnTo>
                  <a:pt x="5481767" y="78960"/>
                </a:lnTo>
                <a:lnTo>
                  <a:pt x="5481767" y="67919"/>
                </a:lnTo>
                <a:lnTo>
                  <a:pt x="5487284" y="67919"/>
                </a:lnTo>
                <a:lnTo>
                  <a:pt x="5486439" y="60992"/>
                </a:lnTo>
                <a:lnTo>
                  <a:pt x="5505038" y="43457"/>
                </a:lnTo>
                <a:lnTo>
                  <a:pt x="5534588" y="43457"/>
                </a:lnTo>
                <a:lnTo>
                  <a:pt x="5531015" y="37937"/>
                </a:lnTo>
                <a:lnTo>
                  <a:pt x="5502621" y="31984"/>
                </a:lnTo>
                <a:close/>
              </a:path>
              <a:path w="6441440" h="804544">
                <a:moveTo>
                  <a:pt x="5532206" y="93464"/>
                </a:moveTo>
                <a:lnTo>
                  <a:pt x="5531124" y="96350"/>
                </a:lnTo>
                <a:lnTo>
                  <a:pt x="5506265" y="106452"/>
                </a:lnTo>
                <a:lnTo>
                  <a:pt x="5536870" y="106452"/>
                </a:lnTo>
                <a:lnTo>
                  <a:pt x="5544545" y="96927"/>
                </a:lnTo>
                <a:lnTo>
                  <a:pt x="5532206" y="93464"/>
                </a:lnTo>
                <a:close/>
              </a:path>
              <a:path w="6441440" h="804544">
                <a:moveTo>
                  <a:pt x="5487284" y="67919"/>
                </a:moveTo>
                <a:lnTo>
                  <a:pt x="5481767" y="67919"/>
                </a:lnTo>
                <a:lnTo>
                  <a:pt x="5481767" y="78960"/>
                </a:lnTo>
                <a:lnTo>
                  <a:pt x="5488631" y="78960"/>
                </a:lnTo>
                <a:lnTo>
                  <a:pt x="5487284" y="67919"/>
                </a:lnTo>
                <a:close/>
              </a:path>
              <a:path w="6441440" h="804544">
                <a:moveTo>
                  <a:pt x="5534588" y="43457"/>
                </a:moveTo>
                <a:lnTo>
                  <a:pt x="5505038" y="43457"/>
                </a:lnTo>
                <a:lnTo>
                  <a:pt x="5525568" y="48779"/>
                </a:lnTo>
                <a:lnTo>
                  <a:pt x="5532856" y="67919"/>
                </a:lnTo>
                <a:lnTo>
                  <a:pt x="5487284" y="67919"/>
                </a:lnTo>
                <a:lnTo>
                  <a:pt x="5488631" y="78960"/>
                </a:lnTo>
                <a:lnTo>
                  <a:pt x="5545844" y="78960"/>
                </a:lnTo>
                <a:lnTo>
                  <a:pt x="5544906" y="60992"/>
                </a:lnTo>
                <a:lnTo>
                  <a:pt x="5544816" y="59260"/>
                </a:lnTo>
                <a:lnTo>
                  <a:pt x="5534588" y="43457"/>
                </a:lnTo>
                <a:close/>
              </a:path>
              <a:path w="6441440" h="804544">
                <a:moveTo>
                  <a:pt x="5632273" y="13150"/>
                </a:moveTo>
                <a:lnTo>
                  <a:pt x="5619501" y="13150"/>
                </a:lnTo>
                <a:lnTo>
                  <a:pt x="5619501" y="95845"/>
                </a:lnTo>
                <a:lnTo>
                  <a:pt x="5625130" y="111034"/>
                </a:lnTo>
                <a:lnTo>
                  <a:pt x="5646363" y="117096"/>
                </a:lnTo>
                <a:lnTo>
                  <a:pt x="5632273" y="13150"/>
                </a:lnTo>
                <a:close/>
              </a:path>
              <a:path w="6441440" h="804544">
                <a:moveTo>
                  <a:pt x="5619501" y="33066"/>
                </a:moveTo>
                <a:lnTo>
                  <a:pt x="5606946" y="33066"/>
                </a:lnTo>
                <a:lnTo>
                  <a:pt x="5606946" y="43890"/>
                </a:lnTo>
                <a:lnTo>
                  <a:pt x="5619501" y="43890"/>
                </a:lnTo>
                <a:lnTo>
                  <a:pt x="5619501" y="33066"/>
                </a:lnTo>
                <a:close/>
              </a:path>
              <a:path w="6441440" h="804544">
                <a:moveTo>
                  <a:pt x="5650025" y="33066"/>
                </a:moveTo>
                <a:lnTo>
                  <a:pt x="5634973" y="33066"/>
                </a:lnTo>
                <a:lnTo>
                  <a:pt x="5636440" y="43890"/>
                </a:lnTo>
                <a:lnTo>
                  <a:pt x="5650025" y="43890"/>
                </a:lnTo>
                <a:lnTo>
                  <a:pt x="5650025" y="33066"/>
                </a:lnTo>
                <a:close/>
              </a:path>
              <a:path w="6441440" h="804544">
                <a:moveTo>
                  <a:pt x="5683795" y="5357"/>
                </a:moveTo>
                <a:lnTo>
                  <a:pt x="5671023" y="5357"/>
                </a:lnTo>
                <a:lnTo>
                  <a:pt x="5671023" y="116194"/>
                </a:lnTo>
                <a:lnTo>
                  <a:pt x="5683795" y="116194"/>
                </a:lnTo>
                <a:lnTo>
                  <a:pt x="5683795" y="66187"/>
                </a:lnTo>
                <a:lnTo>
                  <a:pt x="5688521" y="50457"/>
                </a:lnTo>
                <a:lnTo>
                  <a:pt x="5703088" y="46055"/>
                </a:lnTo>
                <a:lnTo>
                  <a:pt x="5684877" y="46055"/>
                </a:lnTo>
                <a:lnTo>
                  <a:pt x="5683795" y="5357"/>
                </a:lnTo>
                <a:close/>
              </a:path>
              <a:path w="6441440" h="804544">
                <a:moveTo>
                  <a:pt x="5732412" y="43457"/>
                </a:moveTo>
                <a:lnTo>
                  <a:pt x="5711685" y="43457"/>
                </a:lnTo>
                <a:lnTo>
                  <a:pt x="5723212" y="52531"/>
                </a:lnTo>
                <a:lnTo>
                  <a:pt x="5724926" y="116194"/>
                </a:lnTo>
                <a:lnTo>
                  <a:pt x="5737698" y="116194"/>
                </a:lnTo>
                <a:lnTo>
                  <a:pt x="5737698" y="63373"/>
                </a:lnTo>
                <a:lnTo>
                  <a:pt x="5732412" y="43457"/>
                </a:lnTo>
                <a:close/>
              </a:path>
              <a:path w="6441440" h="804544">
                <a:moveTo>
                  <a:pt x="5719965" y="33120"/>
                </a:moveTo>
                <a:lnTo>
                  <a:pt x="5697577" y="33265"/>
                </a:lnTo>
                <a:lnTo>
                  <a:pt x="5684877" y="46055"/>
                </a:lnTo>
                <a:lnTo>
                  <a:pt x="5703088" y="46055"/>
                </a:lnTo>
                <a:lnTo>
                  <a:pt x="5711685" y="43457"/>
                </a:lnTo>
                <a:lnTo>
                  <a:pt x="5732412" y="43457"/>
                </a:lnTo>
                <a:lnTo>
                  <a:pt x="5731781" y="41076"/>
                </a:lnTo>
                <a:lnTo>
                  <a:pt x="5719965" y="33120"/>
                </a:lnTo>
                <a:close/>
              </a:path>
              <a:path w="6441440" h="804544">
                <a:moveTo>
                  <a:pt x="5787113" y="31984"/>
                </a:moveTo>
                <a:lnTo>
                  <a:pt x="5769326" y="41148"/>
                </a:lnTo>
                <a:lnTo>
                  <a:pt x="5758719" y="59260"/>
                </a:lnTo>
                <a:lnTo>
                  <a:pt x="5757167" y="83794"/>
                </a:lnTo>
                <a:lnTo>
                  <a:pt x="5764960" y="104071"/>
                </a:lnTo>
                <a:lnTo>
                  <a:pt x="5780998" y="116158"/>
                </a:lnTo>
                <a:lnTo>
                  <a:pt x="5795917" y="117925"/>
                </a:lnTo>
                <a:lnTo>
                  <a:pt x="5815634" y="113560"/>
                </a:lnTo>
                <a:lnTo>
                  <a:pt x="5821362" y="106452"/>
                </a:lnTo>
                <a:lnTo>
                  <a:pt x="5790757" y="106452"/>
                </a:lnTo>
                <a:lnTo>
                  <a:pt x="5775388" y="97523"/>
                </a:lnTo>
                <a:lnTo>
                  <a:pt x="5773123" y="78960"/>
                </a:lnTo>
                <a:lnTo>
                  <a:pt x="5766259" y="78960"/>
                </a:lnTo>
                <a:lnTo>
                  <a:pt x="5766259" y="67919"/>
                </a:lnTo>
                <a:lnTo>
                  <a:pt x="5771777" y="67919"/>
                </a:lnTo>
                <a:lnTo>
                  <a:pt x="5770932" y="60992"/>
                </a:lnTo>
                <a:lnTo>
                  <a:pt x="5789531" y="43457"/>
                </a:lnTo>
                <a:lnTo>
                  <a:pt x="5819080" y="43457"/>
                </a:lnTo>
                <a:lnTo>
                  <a:pt x="5815508" y="37937"/>
                </a:lnTo>
                <a:lnTo>
                  <a:pt x="5787113" y="31984"/>
                </a:lnTo>
                <a:close/>
              </a:path>
              <a:path w="6441440" h="804544">
                <a:moveTo>
                  <a:pt x="5816699" y="93464"/>
                </a:moveTo>
                <a:lnTo>
                  <a:pt x="5815616" y="96350"/>
                </a:lnTo>
                <a:lnTo>
                  <a:pt x="5790757" y="106452"/>
                </a:lnTo>
                <a:lnTo>
                  <a:pt x="5821362" y="106452"/>
                </a:lnTo>
                <a:lnTo>
                  <a:pt x="5829038" y="96927"/>
                </a:lnTo>
                <a:lnTo>
                  <a:pt x="5816699" y="93464"/>
                </a:lnTo>
                <a:close/>
              </a:path>
              <a:path w="6441440" h="804544">
                <a:moveTo>
                  <a:pt x="5771777" y="67919"/>
                </a:moveTo>
                <a:lnTo>
                  <a:pt x="5766259" y="67919"/>
                </a:lnTo>
                <a:lnTo>
                  <a:pt x="5766259" y="78960"/>
                </a:lnTo>
                <a:lnTo>
                  <a:pt x="5773123" y="78960"/>
                </a:lnTo>
                <a:lnTo>
                  <a:pt x="5771777" y="67919"/>
                </a:lnTo>
                <a:close/>
              </a:path>
              <a:path w="6441440" h="804544">
                <a:moveTo>
                  <a:pt x="5819080" y="43457"/>
                </a:moveTo>
                <a:lnTo>
                  <a:pt x="5789531" y="43457"/>
                </a:lnTo>
                <a:lnTo>
                  <a:pt x="5810060" y="48779"/>
                </a:lnTo>
                <a:lnTo>
                  <a:pt x="5817348" y="67919"/>
                </a:lnTo>
                <a:lnTo>
                  <a:pt x="5771777" y="67919"/>
                </a:lnTo>
                <a:lnTo>
                  <a:pt x="5773123" y="78960"/>
                </a:lnTo>
                <a:lnTo>
                  <a:pt x="5830337" y="78960"/>
                </a:lnTo>
                <a:lnTo>
                  <a:pt x="5829399" y="60992"/>
                </a:lnTo>
                <a:lnTo>
                  <a:pt x="5829308" y="59260"/>
                </a:lnTo>
                <a:lnTo>
                  <a:pt x="5819080" y="43457"/>
                </a:lnTo>
                <a:close/>
              </a:path>
              <a:path w="6441440" h="804544">
                <a:moveTo>
                  <a:pt x="5916116" y="5357"/>
                </a:moveTo>
                <a:lnTo>
                  <a:pt x="5900097" y="5357"/>
                </a:lnTo>
                <a:lnTo>
                  <a:pt x="5900097" y="116194"/>
                </a:lnTo>
                <a:lnTo>
                  <a:pt x="5912652" y="116194"/>
                </a:lnTo>
                <a:lnTo>
                  <a:pt x="5912652" y="31984"/>
                </a:lnTo>
                <a:lnTo>
                  <a:pt x="5927393" y="31984"/>
                </a:lnTo>
                <a:lnTo>
                  <a:pt x="5916116" y="5357"/>
                </a:lnTo>
                <a:close/>
              </a:path>
              <a:path w="6441440" h="804544">
                <a:moveTo>
                  <a:pt x="5927393" y="31984"/>
                </a:moveTo>
                <a:lnTo>
                  <a:pt x="5912652" y="31984"/>
                </a:lnTo>
                <a:lnTo>
                  <a:pt x="5948371" y="116194"/>
                </a:lnTo>
                <a:lnTo>
                  <a:pt x="5960494" y="116194"/>
                </a:lnTo>
                <a:lnTo>
                  <a:pt x="5968240" y="97360"/>
                </a:lnTo>
                <a:lnTo>
                  <a:pt x="5955082" y="97360"/>
                </a:lnTo>
                <a:lnTo>
                  <a:pt x="5927393" y="31984"/>
                </a:lnTo>
                <a:close/>
              </a:path>
              <a:path w="6441440" h="804544">
                <a:moveTo>
                  <a:pt x="6008768" y="31984"/>
                </a:moveTo>
                <a:lnTo>
                  <a:pt x="5995130" y="31984"/>
                </a:lnTo>
                <a:lnTo>
                  <a:pt x="5996212" y="116194"/>
                </a:lnTo>
                <a:lnTo>
                  <a:pt x="6008768" y="116194"/>
                </a:lnTo>
                <a:lnTo>
                  <a:pt x="6008768" y="31984"/>
                </a:lnTo>
                <a:close/>
              </a:path>
              <a:path w="6441440" h="804544">
                <a:moveTo>
                  <a:pt x="6008768" y="5357"/>
                </a:moveTo>
                <a:lnTo>
                  <a:pt x="5992749" y="5357"/>
                </a:lnTo>
                <a:lnTo>
                  <a:pt x="5955082" y="97360"/>
                </a:lnTo>
                <a:lnTo>
                  <a:pt x="5968240" y="97360"/>
                </a:lnTo>
                <a:lnTo>
                  <a:pt x="5995130" y="31984"/>
                </a:lnTo>
                <a:lnTo>
                  <a:pt x="6008768" y="31984"/>
                </a:lnTo>
                <a:lnTo>
                  <a:pt x="6008768" y="5357"/>
                </a:lnTo>
                <a:close/>
              </a:path>
              <a:path w="6441440" h="804544">
                <a:moveTo>
                  <a:pt x="6059997" y="31984"/>
                </a:moveTo>
                <a:lnTo>
                  <a:pt x="6042209" y="41148"/>
                </a:lnTo>
                <a:lnTo>
                  <a:pt x="6031602" y="59260"/>
                </a:lnTo>
                <a:lnTo>
                  <a:pt x="6030051" y="83794"/>
                </a:lnTo>
                <a:lnTo>
                  <a:pt x="6037844" y="104071"/>
                </a:lnTo>
                <a:lnTo>
                  <a:pt x="6053881" y="116158"/>
                </a:lnTo>
                <a:lnTo>
                  <a:pt x="6068800" y="117925"/>
                </a:lnTo>
                <a:lnTo>
                  <a:pt x="6088518" y="113560"/>
                </a:lnTo>
                <a:lnTo>
                  <a:pt x="6094245" y="106452"/>
                </a:lnTo>
                <a:lnTo>
                  <a:pt x="6063641" y="106452"/>
                </a:lnTo>
                <a:lnTo>
                  <a:pt x="6048271" y="97523"/>
                </a:lnTo>
                <a:lnTo>
                  <a:pt x="6046007" y="78960"/>
                </a:lnTo>
                <a:lnTo>
                  <a:pt x="6039143" y="78960"/>
                </a:lnTo>
                <a:lnTo>
                  <a:pt x="6039143" y="67919"/>
                </a:lnTo>
                <a:lnTo>
                  <a:pt x="6044660" y="67919"/>
                </a:lnTo>
                <a:lnTo>
                  <a:pt x="6043815" y="60992"/>
                </a:lnTo>
                <a:lnTo>
                  <a:pt x="6062414" y="43457"/>
                </a:lnTo>
                <a:lnTo>
                  <a:pt x="6091964" y="43457"/>
                </a:lnTo>
                <a:lnTo>
                  <a:pt x="6088391" y="37937"/>
                </a:lnTo>
                <a:lnTo>
                  <a:pt x="6059997" y="31984"/>
                </a:lnTo>
                <a:close/>
              </a:path>
              <a:path w="6441440" h="804544">
                <a:moveTo>
                  <a:pt x="6089582" y="93464"/>
                </a:moveTo>
                <a:lnTo>
                  <a:pt x="6088500" y="96350"/>
                </a:lnTo>
                <a:lnTo>
                  <a:pt x="6063641" y="106452"/>
                </a:lnTo>
                <a:lnTo>
                  <a:pt x="6094245" y="106452"/>
                </a:lnTo>
                <a:lnTo>
                  <a:pt x="6101921" y="96927"/>
                </a:lnTo>
                <a:lnTo>
                  <a:pt x="6089582" y="93464"/>
                </a:lnTo>
                <a:close/>
              </a:path>
              <a:path w="6441440" h="804544">
                <a:moveTo>
                  <a:pt x="6044660" y="67919"/>
                </a:moveTo>
                <a:lnTo>
                  <a:pt x="6039143" y="67919"/>
                </a:lnTo>
                <a:lnTo>
                  <a:pt x="6039143" y="78960"/>
                </a:lnTo>
                <a:lnTo>
                  <a:pt x="6046007" y="78960"/>
                </a:lnTo>
                <a:lnTo>
                  <a:pt x="6044660" y="67919"/>
                </a:lnTo>
                <a:close/>
              </a:path>
              <a:path w="6441440" h="804544">
                <a:moveTo>
                  <a:pt x="6091964" y="43457"/>
                </a:moveTo>
                <a:lnTo>
                  <a:pt x="6062414" y="43457"/>
                </a:lnTo>
                <a:lnTo>
                  <a:pt x="6082943" y="48779"/>
                </a:lnTo>
                <a:lnTo>
                  <a:pt x="6090231" y="67919"/>
                </a:lnTo>
                <a:lnTo>
                  <a:pt x="6044660" y="67919"/>
                </a:lnTo>
                <a:lnTo>
                  <a:pt x="6046007" y="78960"/>
                </a:lnTo>
                <a:lnTo>
                  <a:pt x="6103220" y="78960"/>
                </a:lnTo>
                <a:lnTo>
                  <a:pt x="6102282" y="60992"/>
                </a:lnTo>
                <a:lnTo>
                  <a:pt x="6102192" y="59260"/>
                </a:lnTo>
                <a:lnTo>
                  <a:pt x="6091964" y="43457"/>
                </a:lnTo>
                <a:close/>
              </a:path>
              <a:path w="6441440" h="804544">
                <a:moveTo>
                  <a:pt x="6147255" y="31984"/>
                </a:moveTo>
                <a:lnTo>
                  <a:pt x="6130406" y="40733"/>
                </a:lnTo>
                <a:lnTo>
                  <a:pt x="6120250" y="58539"/>
                </a:lnTo>
                <a:lnTo>
                  <a:pt x="6118752" y="83650"/>
                </a:lnTo>
                <a:lnTo>
                  <a:pt x="6126239" y="104161"/>
                </a:lnTo>
                <a:lnTo>
                  <a:pt x="6141129" y="116194"/>
                </a:lnTo>
                <a:lnTo>
                  <a:pt x="6154038" y="117925"/>
                </a:lnTo>
                <a:lnTo>
                  <a:pt x="6159378" y="117925"/>
                </a:lnTo>
                <a:lnTo>
                  <a:pt x="6175249" y="106452"/>
                </a:lnTo>
                <a:lnTo>
                  <a:pt x="6150430" y="106452"/>
                </a:lnTo>
                <a:lnTo>
                  <a:pt x="6136070" y="95556"/>
                </a:lnTo>
                <a:lnTo>
                  <a:pt x="6132408" y="63518"/>
                </a:lnTo>
                <a:lnTo>
                  <a:pt x="6145848" y="44846"/>
                </a:lnTo>
                <a:lnTo>
                  <a:pt x="6176163" y="44846"/>
                </a:lnTo>
                <a:lnTo>
                  <a:pt x="6147255" y="31984"/>
                </a:lnTo>
                <a:close/>
              </a:path>
              <a:path w="6441440" h="804544">
                <a:moveTo>
                  <a:pt x="6192138" y="104937"/>
                </a:moveTo>
                <a:lnTo>
                  <a:pt x="6177345" y="104937"/>
                </a:lnTo>
                <a:lnTo>
                  <a:pt x="6179799" y="116194"/>
                </a:lnTo>
                <a:lnTo>
                  <a:pt x="6192138" y="116194"/>
                </a:lnTo>
                <a:lnTo>
                  <a:pt x="6192138" y="104937"/>
                </a:lnTo>
                <a:close/>
              </a:path>
              <a:path w="6441440" h="804544">
                <a:moveTo>
                  <a:pt x="6176163" y="44846"/>
                </a:moveTo>
                <a:lnTo>
                  <a:pt x="6165384" y="44846"/>
                </a:lnTo>
                <a:lnTo>
                  <a:pt x="6178680" y="62994"/>
                </a:lnTo>
                <a:lnTo>
                  <a:pt x="6172294" y="99741"/>
                </a:lnTo>
                <a:lnTo>
                  <a:pt x="6155770" y="106452"/>
                </a:lnTo>
                <a:lnTo>
                  <a:pt x="6175249" y="106452"/>
                </a:lnTo>
                <a:lnTo>
                  <a:pt x="6177345" y="104937"/>
                </a:lnTo>
                <a:lnTo>
                  <a:pt x="6192138" y="104937"/>
                </a:lnTo>
                <a:lnTo>
                  <a:pt x="6192138" y="46271"/>
                </a:lnTo>
                <a:lnTo>
                  <a:pt x="6179366" y="46271"/>
                </a:lnTo>
                <a:lnTo>
                  <a:pt x="6176163" y="44846"/>
                </a:lnTo>
                <a:close/>
              </a:path>
              <a:path w="6441440" h="804544">
                <a:moveTo>
                  <a:pt x="6192138" y="5357"/>
                </a:moveTo>
                <a:lnTo>
                  <a:pt x="6179366" y="5357"/>
                </a:lnTo>
                <a:lnTo>
                  <a:pt x="6179366" y="46271"/>
                </a:lnTo>
                <a:lnTo>
                  <a:pt x="6192138" y="46271"/>
                </a:lnTo>
                <a:lnTo>
                  <a:pt x="6192138" y="5357"/>
                </a:lnTo>
                <a:close/>
              </a:path>
              <a:path w="6441440" h="804544">
                <a:moveTo>
                  <a:pt x="6230076" y="33066"/>
                </a:moveTo>
                <a:lnTo>
                  <a:pt x="6217303" y="33066"/>
                </a:lnTo>
                <a:lnTo>
                  <a:pt x="6217303" y="116194"/>
                </a:lnTo>
                <a:lnTo>
                  <a:pt x="6230076" y="116194"/>
                </a:lnTo>
                <a:lnTo>
                  <a:pt x="6230076" y="33066"/>
                </a:lnTo>
                <a:close/>
              </a:path>
              <a:path w="6441440" h="804544">
                <a:moveTo>
                  <a:pt x="6219162" y="2742"/>
                </a:moveTo>
                <a:lnTo>
                  <a:pt x="6223798" y="19212"/>
                </a:lnTo>
                <a:lnTo>
                  <a:pt x="6226287" y="19212"/>
                </a:lnTo>
                <a:lnTo>
                  <a:pt x="6232890" y="8171"/>
                </a:lnTo>
                <a:lnTo>
                  <a:pt x="6219162" y="2742"/>
                </a:lnTo>
                <a:close/>
              </a:path>
              <a:path w="6441440" h="804544">
                <a:moveTo>
                  <a:pt x="6279518" y="31984"/>
                </a:moveTo>
                <a:lnTo>
                  <a:pt x="6261731" y="41148"/>
                </a:lnTo>
                <a:lnTo>
                  <a:pt x="6251124" y="59170"/>
                </a:lnTo>
                <a:lnTo>
                  <a:pt x="6249572" y="83361"/>
                </a:lnTo>
                <a:lnTo>
                  <a:pt x="6257149" y="103656"/>
                </a:lnTo>
                <a:lnTo>
                  <a:pt x="6272735" y="116085"/>
                </a:lnTo>
                <a:lnTo>
                  <a:pt x="6287239" y="117925"/>
                </a:lnTo>
                <a:lnTo>
                  <a:pt x="6308021" y="112207"/>
                </a:lnTo>
                <a:lnTo>
                  <a:pt x="6311403" y="106452"/>
                </a:lnTo>
                <a:lnTo>
                  <a:pt x="6282188" y="106452"/>
                </a:lnTo>
                <a:lnTo>
                  <a:pt x="6267432" y="96170"/>
                </a:lnTo>
                <a:lnTo>
                  <a:pt x="6263373" y="62886"/>
                </a:lnTo>
                <a:lnTo>
                  <a:pt x="6277895" y="44756"/>
                </a:lnTo>
                <a:lnTo>
                  <a:pt x="6313114" y="44756"/>
                </a:lnTo>
                <a:lnTo>
                  <a:pt x="6307516" y="37396"/>
                </a:lnTo>
                <a:lnTo>
                  <a:pt x="6279518" y="31984"/>
                </a:lnTo>
                <a:close/>
              </a:path>
              <a:path w="6441440" h="804544">
                <a:moveTo>
                  <a:pt x="6319927" y="91948"/>
                </a:moveTo>
                <a:lnTo>
                  <a:pt x="6307155" y="91948"/>
                </a:lnTo>
                <a:lnTo>
                  <a:pt x="6306361" y="94979"/>
                </a:lnTo>
                <a:lnTo>
                  <a:pt x="6282188" y="106452"/>
                </a:lnTo>
                <a:lnTo>
                  <a:pt x="6311403" y="106452"/>
                </a:lnTo>
                <a:lnTo>
                  <a:pt x="6319927" y="91948"/>
                </a:lnTo>
                <a:close/>
              </a:path>
              <a:path w="6441440" h="804544">
                <a:moveTo>
                  <a:pt x="6313114" y="44756"/>
                </a:moveTo>
                <a:lnTo>
                  <a:pt x="6277895" y="44756"/>
                </a:lnTo>
                <a:lnTo>
                  <a:pt x="6297341" y="44937"/>
                </a:lnTo>
                <a:lnTo>
                  <a:pt x="6307155" y="57961"/>
                </a:lnTo>
                <a:lnTo>
                  <a:pt x="6319927" y="57961"/>
                </a:lnTo>
                <a:lnTo>
                  <a:pt x="6319206" y="52766"/>
                </a:lnTo>
                <a:lnTo>
                  <a:pt x="6313114" y="44756"/>
                </a:lnTo>
                <a:close/>
              </a:path>
              <a:path w="6441440" h="804544">
                <a:moveTo>
                  <a:pt x="6395974" y="44576"/>
                </a:moveTo>
                <a:lnTo>
                  <a:pt x="6359976" y="44576"/>
                </a:lnTo>
                <a:lnTo>
                  <a:pt x="6381118" y="44720"/>
                </a:lnTo>
                <a:lnTo>
                  <a:pt x="6388388" y="60126"/>
                </a:lnTo>
                <a:lnTo>
                  <a:pt x="6335640" y="83975"/>
                </a:lnTo>
                <a:lnTo>
                  <a:pt x="6341016" y="110241"/>
                </a:lnTo>
                <a:lnTo>
                  <a:pt x="6363060" y="118142"/>
                </a:lnTo>
                <a:lnTo>
                  <a:pt x="6367895" y="118142"/>
                </a:lnTo>
                <a:lnTo>
                  <a:pt x="6386873" y="106741"/>
                </a:lnTo>
                <a:lnTo>
                  <a:pt x="6360021" y="106741"/>
                </a:lnTo>
                <a:lnTo>
                  <a:pt x="6347474" y="97685"/>
                </a:lnTo>
                <a:lnTo>
                  <a:pt x="6351739" y="83975"/>
                </a:lnTo>
                <a:lnTo>
                  <a:pt x="6351840" y="83650"/>
                </a:lnTo>
                <a:lnTo>
                  <a:pt x="6401160" y="83650"/>
                </a:lnTo>
                <a:lnTo>
                  <a:pt x="6401160" y="54822"/>
                </a:lnTo>
                <a:lnTo>
                  <a:pt x="6396047" y="44720"/>
                </a:lnTo>
                <a:lnTo>
                  <a:pt x="6395974" y="44576"/>
                </a:lnTo>
                <a:close/>
              </a:path>
              <a:path w="6441440" h="804544">
                <a:moveTo>
                  <a:pt x="6401160" y="83650"/>
                </a:moveTo>
                <a:lnTo>
                  <a:pt x="6351840" y="83650"/>
                </a:lnTo>
                <a:lnTo>
                  <a:pt x="6388388" y="86103"/>
                </a:lnTo>
                <a:lnTo>
                  <a:pt x="6383914" y="99146"/>
                </a:lnTo>
                <a:lnTo>
                  <a:pt x="6364827" y="106741"/>
                </a:lnTo>
                <a:lnTo>
                  <a:pt x="6386873" y="106741"/>
                </a:lnTo>
                <a:lnTo>
                  <a:pt x="6388388" y="116194"/>
                </a:lnTo>
                <a:lnTo>
                  <a:pt x="6401160" y="116194"/>
                </a:lnTo>
                <a:lnTo>
                  <a:pt x="6401160" y="83650"/>
                </a:lnTo>
                <a:close/>
              </a:path>
              <a:path w="6441440" h="804544">
                <a:moveTo>
                  <a:pt x="6353355" y="34834"/>
                </a:moveTo>
                <a:lnTo>
                  <a:pt x="6337083" y="51467"/>
                </a:lnTo>
                <a:lnTo>
                  <a:pt x="6349206" y="55796"/>
                </a:lnTo>
                <a:lnTo>
                  <a:pt x="6359976" y="44576"/>
                </a:lnTo>
                <a:lnTo>
                  <a:pt x="6395974" y="44576"/>
                </a:lnTo>
                <a:lnTo>
                  <a:pt x="6393024" y="38749"/>
                </a:lnTo>
                <a:lnTo>
                  <a:pt x="6353355" y="34834"/>
                </a:lnTo>
                <a:close/>
              </a:path>
              <a:path w="6441440" h="804544">
                <a:moveTo>
                  <a:pt x="6437244" y="5357"/>
                </a:moveTo>
                <a:lnTo>
                  <a:pt x="6424472" y="5357"/>
                </a:lnTo>
                <a:lnTo>
                  <a:pt x="6424472" y="116194"/>
                </a:lnTo>
                <a:lnTo>
                  <a:pt x="6437244" y="116194"/>
                </a:lnTo>
                <a:lnTo>
                  <a:pt x="6437244" y="5357"/>
                </a:lnTo>
                <a:close/>
              </a:path>
              <a:path w="6441440" h="804544">
                <a:moveTo>
                  <a:pt x="188170" y="232875"/>
                </a:moveTo>
                <a:lnTo>
                  <a:pt x="159981" y="247758"/>
                </a:lnTo>
                <a:lnTo>
                  <a:pt x="146535" y="280906"/>
                </a:lnTo>
                <a:lnTo>
                  <a:pt x="152472" y="319682"/>
                </a:lnTo>
                <a:lnTo>
                  <a:pt x="175560" y="342412"/>
                </a:lnTo>
                <a:lnTo>
                  <a:pt x="208458" y="344577"/>
                </a:lnTo>
                <a:lnTo>
                  <a:pt x="223218" y="333753"/>
                </a:lnTo>
                <a:lnTo>
                  <a:pt x="188353" y="333753"/>
                </a:lnTo>
                <a:lnTo>
                  <a:pt x="171413" y="325275"/>
                </a:lnTo>
                <a:lnTo>
                  <a:pt x="160716" y="307073"/>
                </a:lnTo>
                <a:lnTo>
                  <a:pt x="159194" y="280906"/>
                </a:lnTo>
                <a:lnTo>
                  <a:pt x="159128" y="279778"/>
                </a:lnTo>
                <a:lnTo>
                  <a:pt x="167102" y="258473"/>
                </a:lnTo>
                <a:lnTo>
                  <a:pt x="182273" y="246693"/>
                </a:lnTo>
                <a:lnTo>
                  <a:pt x="201774" y="244998"/>
                </a:lnTo>
                <a:lnTo>
                  <a:pt x="224580" y="244998"/>
                </a:lnTo>
                <a:lnTo>
                  <a:pt x="220283" y="239369"/>
                </a:lnTo>
                <a:lnTo>
                  <a:pt x="188170" y="232875"/>
                </a:lnTo>
                <a:close/>
              </a:path>
              <a:path w="6441440" h="804544">
                <a:moveTo>
                  <a:pt x="224580" y="244998"/>
                </a:moveTo>
                <a:lnTo>
                  <a:pt x="201774" y="244998"/>
                </a:lnTo>
                <a:lnTo>
                  <a:pt x="223007" y="258473"/>
                </a:lnTo>
                <a:lnTo>
                  <a:pt x="230999" y="289375"/>
                </a:lnTo>
                <a:lnTo>
                  <a:pt x="230999" y="298973"/>
                </a:lnTo>
                <a:lnTo>
                  <a:pt x="223007" y="320278"/>
                </a:lnTo>
                <a:lnTo>
                  <a:pt x="207836" y="332058"/>
                </a:lnTo>
                <a:lnTo>
                  <a:pt x="188353" y="333753"/>
                </a:lnTo>
                <a:lnTo>
                  <a:pt x="223218" y="333753"/>
                </a:lnTo>
                <a:lnTo>
                  <a:pt x="234195" y="325703"/>
                </a:lnTo>
                <a:lnTo>
                  <a:pt x="243987" y="289375"/>
                </a:lnTo>
                <a:lnTo>
                  <a:pt x="240426" y="265752"/>
                </a:lnTo>
                <a:lnTo>
                  <a:pt x="224580" y="244998"/>
                </a:lnTo>
                <a:close/>
              </a:path>
              <a:path w="6441440" h="804544">
                <a:moveTo>
                  <a:pt x="289863" y="228762"/>
                </a:moveTo>
                <a:lnTo>
                  <a:pt x="271570" y="241462"/>
                </a:lnTo>
                <a:lnTo>
                  <a:pt x="270452" y="344794"/>
                </a:lnTo>
                <a:lnTo>
                  <a:pt x="283224" y="344794"/>
                </a:lnTo>
                <a:lnTo>
                  <a:pt x="284144" y="245990"/>
                </a:lnTo>
                <a:lnTo>
                  <a:pt x="295130" y="240668"/>
                </a:lnTo>
                <a:lnTo>
                  <a:pt x="305954" y="230927"/>
                </a:lnTo>
                <a:lnTo>
                  <a:pt x="289863" y="228762"/>
                </a:lnTo>
                <a:close/>
              </a:path>
              <a:path w="6441440" h="804544">
                <a:moveTo>
                  <a:pt x="271352" y="261666"/>
                </a:moveTo>
                <a:lnTo>
                  <a:pt x="257030" y="261666"/>
                </a:lnTo>
                <a:lnTo>
                  <a:pt x="257030" y="272490"/>
                </a:lnTo>
                <a:lnTo>
                  <a:pt x="271234" y="272490"/>
                </a:lnTo>
                <a:lnTo>
                  <a:pt x="271352" y="261666"/>
                </a:lnTo>
                <a:close/>
              </a:path>
              <a:path w="6441440" h="804544">
                <a:moveTo>
                  <a:pt x="301841" y="261666"/>
                </a:moveTo>
                <a:lnTo>
                  <a:pt x="283998" y="261666"/>
                </a:lnTo>
                <a:lnTo>
                  <a:pt x="283897" y="272490"/>
                </a:lnTo>
                <a:lnTo>
                  <a:pt x="301841" y="272490"/>
                </a:lnTo>
                <a:lnTo>
                  <a:pt x="301841" y="261666"/>
                </a:lnTo>
                <a:close/>
              </a:path>
              <a:path w="6441440" h="804544">
                <a:moveTo>
                  <a:pt x="344780" y="228762"/>
                </a:moveTo>
                <a:lnTo>
                  <a:pt x="326488" y="241462"/>
                </a:lnTo>
                <a:lnTo>
                  <a:pt x="325369" y="344794"/>
                </a:lnTo>
                <a:lnTo>
                  <a:pt x="338142" y="344794"/>
                </a:lnTo>
                <a:lnTo>
                  <a:pt x="339062" y="245990"/>
                </a:lnTo>
                <a:lnTo>
                  <a:pt x="350048" y="240668"/>
                </a:lnTo>
                <a:lnTo>
                  <a:pt x="360872" y="230927"/>
                </a:lnTo>
                <a:lnTo>
                  <a:pt x="344780" y="228762"/>
                </a:lnTo>
                <a:close/>
              </a:path>
              <a:path w="6441440" h="804544">
                <a:moveTo>
                  <a:pt x="326269" y="261666"/>
                </a:moveTo>
                <a:lnTo>
                  <a:pt x="311948" y="261666"/>
                </a:lnTo>
                <a:lnTo>
                  <a:pt x="311948" y="272490"/>
                </a:lnTo>
                <a:lnTo>
                  <a:pt x="326152" y="272490"/>
                </a:lnTo>
                <a:lnTo>
                  <a:pt x="326269" y="261666"/>
                </a:lnTo>
                <a:close/>
              </a:path>
              <a:path w="6441440" h="804544">
                <a:moveTo>
                  <a:pt x="356759" y="261666"/>
                </a:moveTo>
                <a:lnTo>
                  <a:pt x="338916" y="261666"/>
                </a:lnTo>
                <a:lnTo>
                  <a:pt x="338815" y="272490"/>
                </a:lnTo>
                <a:lnTo>
                  <a:pt x="356759" y="272490"/>
                </a:lnTo>
                <a:lnTo>
                  <a:pt x="356759" y="261666"/>
                </a:lnTo>
                <a:close/>
              </a:path>
              <a:path w="6441440" h="804544">
                <a:moveTo>
                  <a:pt x="387431" y="261666"/>
                </a:moveTo>
                <a:lnTo>
                  <a:pt x="374659" y="261666"/>
                </a:lnTo>
                <a:lnTo>
                  <a:pt x="374659" y="344794"/>
                </a:lnTo>
                <a:lnTo>
                  <a:pt x="387431" y="344794"/>
                </a:lnTo>
                <a:lnTo>
                  <a:pt x="387431" y="261666"/>
                </a:lnTo>
                <a:close/>
              </a:path>
              <a:path w="6441440" h="804544">
                <a:moveTo>
                  <a:pt x="376517" y="231342"/>
                </a:moveTo>
                <a:lnTo>
                  <a:pt x="381153" y="247812"/>
                </a:lnTo>
                <a:lnTo>
                  <a:pt x="383642" y="247812"/>
                </a:lnTo>
                <a:lnTo>
                  <a:pt x="390245" y="236771"/>
                </a:lnTo>
                <a:lnTo>
                  <a:pt x="376517" y="231342"/>
                </a:lnTo>
                <a:close/>
              </a:path>
              <a:path w="6441440" h="804544">
                <a:moveTo>
                  <a:pt x="436873" y="260584"/>
                </a:moveTo>
                <a:lnTo>
                  <a:pt x="419086" y="269748"/>
                </a:lnTo>
                <a:lnTo>
                  <a:pt x="408479" y="287770"/>
                </a:lnTo>
                <a:lnTo>
                  <a:pt x="406927" y="311961"/>
                </a:lnTo>
                <a:lnTo>
                  <a:pt x="414504" y="332256"/>
                </a:lnTo>
                <a:lnTo>
                  <a:pt x="430090" y="344685"/>
                </a:lnTo>
                <a:lnTo>
                  <a:pt x="444594" y="346525"/>
                </a:lnTo>
                <a:lnTo>
                  <a:pt x="465376" y="340807"/>
                </a:lnTo>
                <a:lnTo>
                  <a:pt x="468758" y="335052"/>
                </a:lnTo>
                <a:lnTo>
                  <a:pt x="439543" y="335052"/>
                </a:lnTo>
                <a:lnTo>
                  <a:pt x="424787" y="324770"/>
                </a:lnTo>
                <a:lnTo>
                  <a:pt x="420728" y="291486"/>
                </a:lnTo>
                <a:lnTo>
                  <a:pt x="435250" y="273356"/>
                </a:lnTo>
                <a:lnTo>
                  <a:pt x="470469" y="273356"/>
                </a:lnTo>
                <a:lnTo>
                  <a:pt x="464871" y="265996"/>
                </a:lnTo>
                <a:lnTo>
                  <a:pt x="436873" y="260584"/>
                </a:lnTo>
                <a:close/>
              </a:path>
              <a:path w="6441440" h="804544">
                <a:moveTo>
                  <a:pt x="477282" y="320548"/>
                </a:moveTo>
                <a:lnTo>
                  <a:pt x="464510" y="320548"/>
                </a:lnTo>
                <a:lnTo>
                  <a:pt x="463716" y="323579"/>
                </a:lnTo>
                <a:lnTo>
                  <a:pt x="439543" y="335052"/>
                </a:lnTo>
                <a:lnTo>
                  <a:pt x="468758" y="335052"/>
                </a:lnTo>
                <a:lnTo>
                  <a:pt x="477282" y="320548"/>
                </a:lnTo>
                <a:close/>
              </a:path>
              <a:path w="6441440" h="804544">
                <a:moveTo>
                  <a:pt x="470469" y="273356"/>
                </a:moveTo>
                <a:lnTo>
                  <a:pt x="435250" y="273356"/>
                </a:lnTo>
                <a:lnTo>
                  <a:pt x="454696" y="273537"/>
                </a:lnTo>
                <a:lnTo>
                  <a:pt x="464510" y="286561"/>
                </a:lnTo>
                <a:lnTo>
                  <a:pt x="477282" y="286561"/>
                </a:lnTo>
                <a:lnTo>
                  <a:pt x="476561" y="281366"/>
                </a:lnTo>
                <a:lnTo>
                  <a:pt x="470469" y="273356"/>
                </a:lnTo>
                <a:close/>
              </a:path>
              <a:path w="6441440" h="804544">
                <a:moveTo>
                  <a:pt x="522003" y="260584"/>
                </a:moveTo>
                <a:lnTo>
                  <a:pt x="504216" y="269748"/>
                </a:lnTo>
                <a:lnTo>
                  <a:pt x="493608" y="287860"/>
                </a:lnTo>
                <a:lnTo>
                  <a:pt x="492057" y="312394"/>
                </a:lnTo>
                <a:lnTo>
                  <a:pt x="499850" y="332671"/>
                </a:lnTo>
                <a:lnTo>
                  <a:pt x="515887" y="344758"/>
                </a:lnTo>
                <a:lnTo>
                  <a:pt x="530806" y="346525"/>
                </a:lnTo>
                <a:lnTo>
                  <a:pt x="550524" y="342160"/>
                </a:lnTo>
                <a:lnTo>
                  <a:pt x="556252" y="335052"/>
                </a:lnTo>
                <a:lnTo>
                  <a:pt x="525647" y="335052"/>
                </a:lnTo>
                <a:lnTo>
                  <a:pt x="510277" y="326123"/>
                </a:lnTo>
                <a:lnTo>
                  <a:pt x="508013" y="307560"/>
                </a:lnTo>
                <a:lnTo>
                  <a:pt x="501149" y="307560"/>
                </a:lnTo>
                <a:lnTo>
                  <a:pt x="501149" y="296519"/>
                </a:lnTo>
                <a:lnTo>
                  <a:pt x="506666" y="296519"/>
                </a:lnTo>
                <a:lnTo>
                  <a:pt x="505821" y="289592"/>
                </a:lnTo>
                <a:lnTo>
                  <a:pt x="524420" y="272057"/>
                </a:lnTo>
                <a:lnTo>
                  <a:pt x="553970" y="272057"/>
                </a:lnTo>
                <a:lnTo>
                  <a:pt x="550397" y="266537"/>
                </a:lnTo>
                <a:lnTo>
                  <a:pt x="522003" y="260584"/>
                </a:lnTo>
                <a:close/>
              </a:path>
              <a:path w="6441440" h="804544">
                <a:moveTo>
                  <a:pt x="551588" y="322064"/>
                </a:moveTo>
                <a:lnTo>
                  <a:pt x="550506" y="324950"/>
                </a:lnTo>
                <a:lnTo>
                  <a:pt x="525647" y="335052"/>
                </a:lnTo>
                <a:lnTo>
                  <a:pt x="556252" y="335052"/>
                </a:lnTo>
                <a:lnTo>
                  <a:pt x="563927" y="325527"/>
                </a:lnTo>
                <a:lnTo>
                  <a:pt x="551588" y="322064"/>
                </a:lnTo>
                <a:close/>
              </a:path>
              <a:path w="6441440" h="804544">
                <a:moveTo>
                  <a:pt x="506666" y="296519"/>
                </a:moveTo>
                <a:lnTo>
                  <a:pt x="501149" y="296519"/>
                </a:lnTo>
                <a:lnTo>
                  <a:pt x="501149" y="307560"/>
                </a:lnTo>
                <a:lnTo>
                  <a:pt x="508013" y="307560"/>
                </a:lnTo>
                <a:lnTo>
                  <a:pt x="506666" y="296519"/>
                </a:lnTo>
                <a:close/>
              </a:path>
              <a:path w="6441440" h="804544">
                <a:moveTo>
                  <a:pt x="553970" y="272057"/>
                </a:moveTo>
                <a:lnTo>
                  <a:pt x="524420" y="272057"/>
                </a:lnTo>
                <a:lnTo>
                  <a:pt x="544949" y="277379"/>
                </a:lnTo>
                <a:lnTo>
                  <a:pt x="552238" y="296519"/>
                </a:lnTo>
                <a:lnTo>
                  <a:pt x="506666" y="296519"/>
                </a:lnTo>
                <a:lnTo>
                  <a:pt x="508013" y="307560"/>
                </a:lnTo>
                <a:lnTo>
                  <a:pt x="565226" y="307560"/>
                </a:lnTo>
                <a:lnTo>
                  <a:pt x="564288" y="289592"/>
                </a:lnTo>
                <a:lnTo>
                  <a:pt x="564198" y="287860"/>
                </a:lnTo>
                <a:lnTo>
                  <a:pt x="553970" y="272057"/>
                </a:lnTo>
                <a:close/>
              </a:path>
              <a:path w="6441440" h="804544">
                <a:moveTo>
                  <a:pt x="596994" y="261666"/>
                </a:moveTo>
                <a:lnTo>
                  <a:pt x="584655" y="261666"/>
                </a:lnTo>
                <a:lnTo>
                  <a:pt x="584655" y="344794"/>
                </a:lnTo>
                <a:lnTo>
                  <a:pt x="597427" y="344794"/>
                </a:lnTo>
                <a:lnTo>
                  <a:pt x="598329" y="285100"/>
                </a:lnTo>
                <a:lnTo>
                  <a:pt x="615968" y="274222"/>
                </a:lnTo>
                <a:lnTo>
                  <a:pt x="597860" y="274222"/>
                </a:lnTo>
                <a:lnTo>
                  <a:pt x="596994" y="261666"/>
                </a:lnTo>
                <a:close/>
              </a:path>
              <a:path w="6441440" h="804544">
                <a:moveTo>
                  <a:pt x="614529" y="260368"/>
                </a:moveTo>
                <a:lnTo>
                  <a:pt x="597860" y="274222"/>
                </a:lnTo>
                <a:lnTo>
                  <a:pt x="615968" y="274222"/>
                </a:lnTo>
                <a:lnTo>
                  <a:pt x="618425" y="272707"/>
                </a:lnTo>
                <a:lnTo>
                  <a:pt x="626219" y="260584"/>
                </a:lnTo>
                <a:lnTo>
                  <a:pt x="614529" y="260368"/>
                </a:lnTo>
                <a:close/>
              </a:path>
              <a:path w="6441440" h="804544">
                <a:moveTo>
                  <a:pt x="732885" y="220103"/>
                </a:moveTo>
                <a:lnTo>
                  <a:pt x="721628" y="220103"/>
                </a:lnTo>
                <a:lnTo>
                  <a:pt x="712861" y="235243"/>
                </a:lnTo>
                <a:lnTo>
                  <a:pt x="701063" y="289375"/>
                </a:lnTo>
                <a:lnTo>
                  <a:pt x="702389" y="309021"/>
                </a:lnTo>
                <a:lnTo>
                  <a:pt x="721628" y="358648"/>
                </a:lnTo>
                <a:lnTo>
                  <a:pt x="732885" y="358648"/>
                </a:lnTo>
                <a:lnTo>
                  <a:pt x="714891" y="302351"/>
                </a:lnTo>
                <a:lnTo>
                  <a:pt x="732885" y="220103"/>
                </a:lnTo>
                <a:close/>
              </a:path>
              <a:path w="6441440" h="804544">
                <a:moveTo>
                  <a:pt x="769483" y="233957"/>
                </a:moveTo>
                <a:lnTo>
                  <a:pt x="753464" y="233957"/>
                </a:lnTo>
                <a:lnTo>
                  <a:pt x="753464" y="344794"/>
                </a:lnTo>
                <a:lnTo>
                  <a:pt x="766020" y="344794"/>
                </a:lnTo>
                <a:lnTo>
                  <a:pt x="766020" y="260584"/>
                </a:lnTo>
                <a:lnTo>
                  <a:pt x="780761" y="260584"/>
                </a:lnTo>
                <a:lnTo>
                  <a:pt x="769483" y="233957"/>
                </a:lnTo>
                <a:close/>
              </a:path>
              <a:path w="6441440" h="804544">
                <a:moveTo>
                  <a:pt x="780761" y="260584"/>
                </a:moveTo>
                <a:lnTo>
                  <a:pt x="766020" y="260584"/>
                </a:lnTo>
                <a:lnTo>
                  <a:pt x="801739" y="344794"/>
                </a:lnTo>
                <a:lnTo>
                  <a:pt x="813861" y="344794"/>
                </a:lnTo>
                <a:lnTo>
                  <a:pt x="821608" y="325960"/>
                </a:lnTo>
                <a:lnTo>
                  <a:pt x="808449" y="325960"/>
                </a:lnTo>
                <a:lnTo>
                  <a:pt x="780761" y="260584"/>
                </a:lnTo>
                <a:close/>
              </a:path>
              <a:path w="6441440" h="804544">
                <a:moveTo>
                  <a:pt x="862136" y="260584"/>
                </a:moveTo>
                <a:lnTo>
                  <a:pt x="848498" y="260584"/>
                </a:lnTo>
                <a:lnTo>
                  <a:pt x="849580" y="344794"/>
                </a:lnTo>
                <a:lnTo>
                  <a:pt x="862136" y="344794"/>
                </a:lnTo>
                <a:lnTo>
                  <a:pt x="862136" y="260584"/>
                </a:lnTo>
                <a:close/>
              </a:path>
              <a:path w="6441440" h="804544">
                <a:moveTo>
                  <a:pt x="862136" y="233957"/>
                </a:moveTo>
                <a:lnTo>
                  <a:pt x="846116" y="233957"/>
                </a:lnTo>
                <a:lnTo>
                  <a:pt x="808449" y="325960"/>
                </a:lnTo>
                <a:lnTo>
                  <a:pt x="821608" y="325960"/>
                </a:lnTo>
                <a:lnTo>
                  <a:pt x="848498" y="260584"/>
                </a:lnTo>
                <a:lnTo>
                  <a:pt x="862136" y="260584"/>
                </a:lnTo>
                <a:lnTo>
                  <a:pt x="862136" y="233957"/>
                </a:lnTo>
                <a:close/>
              </a:path>
              <a:path w="6441440" h="804544">
                <a:moveTo>
                  <a:pt x="926747" y="232875"/>
                </a:moveTo>
                <a:lnTo>
                  <a:pt x="898558" y="247758"/>
                </a:lnTo>
                <a:lnTo>
                  <a:pt x="885113" y="280906"/>
                </a:lnTo>
                <a:lnTo>
                  <a:pt x="891049" y="319682"/>
                </a:lnTo>
                <a:lnTo>
                  <a:pt x="914138" y="342412"/>
                </a:lnTo>
                <a:lnTo>
                  <a:pt x="947035" y="344577"/>
                </a:lnTo>
                <a:lnTo>
                  <a:pt x="961795" y="333753"/>
                </a:lnTo>
                <a:lnTo>
                  <a:pt x="926930" y="333753"/>
                </a:lnTo>
                <a:lnTo>
                  <a:pt x="909991" y="325275"/>
                </a:lnTo>
                <a:lnTo>
                  <a:pt x="899293" y="307073"/>
                </a:lnTo>
                <a:lnTo>
                  <a:pt x="897771" y="280906"/>
                </a:lnTo>
                <a:lnTo>
                  <a:pt x="897706" y="279778"/>
                </a:lnTo>
                <a:lnTo>
                  <a:pt x="905679" y="258473"/>
                </a:lnTo>
                <a:lnTo>
                  <a:pt x="920851" y="246693"/>
                </a:lnTo>
                <a:lnTo>
                  <a:pt x="940352" y="244998"/>
                </a:lnTo>
                <a:lnTo>
                  <a:pt x="963158" y="244998"/>
                </a:lnTo>
                <a:lnTo>
                  <a:pt x="958860" y="239369"/>
                </a:lnTo>
                <a:lnTo>
                  <a:pt x="926747" y="232875"/>
                </a:lnTo>
                <a:close/>
              </a:path>
              <a:path w="6441440" h="804544">
                <a:moveTo>
                  <a:pt x="963158" y="244998"/>
                </a:moveTo>
                <a:lnTo>
                  <a:pt x="940352" y="244998"/>
                </a:lnTo>
                <a:lnTo>
                  <a:pt x="961584" y="258473"/>
                </a:lnTo>
                <a:lnTo>
                  <a:pt x="969576" y="289375"/>
                </a:lnTo>
                <a:lnTo>
                  <a:pt x="969576" y="298973"/>
                </a:lnTo>
                <a:lnTo>
                  <a:pt x="961584" y="320278"/>
                </a:lnTo>
                <a:lnTo>
                  <a:pt x="946413" y="332058"/>
                </a:lnTo>
                <a:lnTo>
                  <a:pt x="926930" y="333753"/>
                </a:lnTo>
                <a:lnTo>
                  <a:pt x="961795" y="333753"/>
                </a:lnTo>
                <a:lnTo>
                  <a:pt x="972772" y="325703"/>
                </a:lnTo>
                <a:lnTo>
                  <a:pt x="982565" y="289375"/>
                </a:lnTo>
                <a:lnTo>
                  <a:pt x="979003" y="265752"/>
                </a:lnTo>
                <a:lnTo>
                  <a:pt x="963158" y="244998"/>
                </a:lnTo>
                <a:close/>
              </a:path>
              <a:path w="6441440" h="804544">
                <a:moveTo>
                  <a:pt x="1010111" y="220103"/>
                </a:moveTo>
                <a:lnTo>
                  <a:pt x="998855" y="220103"/>
                </a:lnTo>
                <a:lnTo>
                  <a:pt x="1016849" y="276400"/>
                </a:lnTo>
                <a:lnTo>
                  <a:pt x="998855" y="358648"/>
                </a:lnTo>
                <a:lnTo>
                  <a:pt x="1010111" y="358648"/>
                </a:lnTo>
                <a:lnTo>
                  <a:pt x="1018865" y="343522"/>
                </a:lnTo>
                <a:lnTo>
                  <a:pt x="1030677" y="289375"/>
                </a:lnTo>
                <a:lnTo>
                  <a:pt x="1029337" y="269744"/>
                </a:lnTo>
                <a:lnTo>
                  <a:pt x="1010111" y="220103"/>
                </a:lnTo>
                <a:close/>
              </a:path>
              <a:path w="6441440" h="804544">
                <a:moveTo>
                  <a:pt x="1126114" y="261666"/>
                </a:moveTo>
                <a:lnTo>
                  <a:pt x="1113774" y="261666"/>
                </a:lnTo>
                <a:lnTo>
                  <a:pt x="1113774" y="344794"/>
                </a:lnTo>
                <a:lnTo>
                  <a:pt x="1126547" y="344794"/>
                </a:lnTo>
                <a:lnTo>
                  <a:pt x="1126547" y="292839"/>
                </a:lnTo>
                <a:lnTo>
                  <a:pt x="1130788" y="279327"/>
                </a:lnTo>
                <a:lnTo>
                  <a:pt x="1130912" y="278930"/>
                </a:lnTo>
                <a:lnTo>
                  <a:pt x="1142919" y="274655"/>
                </a:lnTo>
                <a:lnTo>
                  <a:pt x="1127196" y="274655"/>
                </a:lnTo>
                <a:lnTo>
                  <a:pt x="1126130" y="261865"/>
                </a:lnTo>
                <a:lnTo>
                  <a:pt x="1126114" y="261666"/>
                </a:lnTo>
                <a:close/>
              </a:path>
              <a:path w="6441440" h="804544">
                <a:moveTo>
                  <a:pt x="1170129" y="272184"/>
                </a:moveTo>
                <a:lnTo>
                  <a:pt x="1150390" y="272184"/>
                </a:lnTo>
                <a:lnTo>
                  <a:pt x="1160299" y="279327"/>
                </a:lnTo>
                <a:lnTo>
                  <a:pt x="1161832" y="344794"/>
                </a:lnTo>
                <a:lnTo>
                  <a:pt x="1174821" y="344794"/>
                </a:lnTo>
                <a:lnTo>
                  <a:pt x="1174821" y="285298"/>
                </a:lnTo>
                <a:lnTo>
                  <a:pt x="1184914" y="274655"/>
                </a:lnTo>
                <a:lnTo>
                  <a:pt x="1172656" y="274655"/>
                </a:lnTo>
                <a:lnTo>
                  <a:pt x="1170129" y="272184"/>
                </a:lnTo>
                <a:close/>
              </a:path>
              <a:path w="6441440" h="804544">
                <a:moveTo>
                  <a:pt x="1220516" y="272184"/>
                </a:moveTo>
                <a:lnTo>
                  <a:pt x="1187780" y="272184"/>
                </a:lnTo>
                <a:lnTo>
                  <a:pt x="1208429" y="278642"/>
                </a:lnTo>
                <a:lnTo>
                  <a:pt x="1210107" y="344794"/>
                </a:lnTo>
                <a:lnTo>
                  <a:pt x="1222879" y="344794"/>
                </a:lnTo>
                <a:lnTo>
                  <a:pt x="1220596" y="274655"/>
                </a:lnTo>
                <a:lnTo>
                  <a:pt x="1220516" y="272184"/>
                </a:lnTo>
                <a:close/>
              </a:path>
              <a:path w="6441440" h="804544">
                <a:moveTo>
                  <a:pt x="1159578" y="261865"/>
                </a:moveTo>
                <a:lnTo>
                  <a:pt x="1139411" y="261865"/>
                </a:lnTo>
                <a:lnTo>
                  <a:pt x="1127196" y="274655"/>
                </a:lnTo>
                <a:lnTo>
                  <a:pt x="1142919" y="274655"/>
                </a:lnTo>
                <a:lnTo>
                  <a:pt x="1149860" y="272184"/>
                </a:lnTo>
                <a:lnTo>
                  <a:pt x="1170129" y="272184"/>
                </a:lnTo>
                <a:lnTo>
                  <a:pt x="1159578" y="261865"/>
                </a:lnTo>
                <a:close/>
              </a:path>
              <a:path w="6441440" h="804544">
                <a:moveTo>
                  <a:pt x="1204984" y="260584"/>
                </a:moveTo>
                <a:lnTo>
                  <a:pt x="1186493" y="261865"/>
                </a:lnTo>
                <a:lnTo>
                  <a:pt x="1172656" y="274655"/>
                </a:lnTo>
                <a:lnTo>
                  <a:pt x="1184914" y="274655"/>
                </a:lnTo>
                <a:lnTo>
                  <a:pt x="1187257" y="272184"/>
                </a:lnTo>
                <a:lnTo>
                  <a:pt x="1220516" y="272184"/>
                </a:lnTo>
                <a:lnTo>
                  <a:pt x="1204984" y="260584"/>
                </a:lnTo>
                <a:close/>
              </a:path>
              <a:path w="6441440" h="804544">
                <a:moveTo>
                  <a:pt x="1259004" y="261666"/>
                </a:moveTo>
                <a:lnTo>
                  <a:pt x="1246232" y="261666"/>
                </a:lnTo>
                <a:lnTo>
                  <a:pt x="1247335" y="324517"/>
                </a:lnTo>
                <a:lnTo>
                  <a:pt x="1247386" y="327421"/>
                </a:lnTo>
                <a:lnTo>
                  <a:pt x="1263311" y="344794"/>
                </a:lnTo>
                <a:lnTo>
                  <a:pt x="1259714" y="344794"/>
                </a:lnTo>
                <a:lnTo>
                  <a:pt x="1284548" y="344415"/>
                </a:lnTo>
                <a:lnTo>
                  <a:pt x="1295039" y="333537"/>
                </a:lnTo>
                <a:lnTo>
                  <a:pt x="1271884" y="333537"/>
                </a:lnTo>
                <a:lnTo>
                  <a:pt x="1260699" y="324517"/>
                </a:lnTo>
                <a:lnTo>
                  <a:pt x="1259004" y="261666"/>
                </a:lnTo>
                <a:close/>
              </a:path>
              <a:path w="6441440" h="804544">
                <a:moveTo>
                  <a:pt x="1311391" y="330723"/>
                </a:moveTo>
                <a:lnTo>
                  <a:pt x="1297753" y="330723"/>
                </a:lnTo>
                <a:lnTo>
                  <a:pt x="1298596" y="344415"/>
                </a:lnTo>
                <a:lnTo>
                  <a:pt x="1298619" y="344794"/>
                </a:lnTo>
                <a:lnTo>
                  <a:pt x="1311391" y="344794"/>
                </a:lnTo>
                <a:lnTo>
                  <a:pt x="1311391" y="330723"/>
                </a:lnTo>
                <a:close/>
              </a:path>
              <a:path w="6441440" h="804544">
                <a:moveTo>
                  <a:pt x="1311391" y="261666"/>
                </a:moveTo>
                <a:lnTo>
                  <a:pt x="1298619" y="261666"/>
                </a:lnTo>
                <a:lnTo>
                  <a:pt x="1298619" y="310807"/>
                </a:lnTo>
                <a:lnTo>
                  <a:pt x="1292973" y="326988"/>
                </a:lnTo>
                <a:lnTo>
                  <a:pt x="1271884" y="333537"/>
                </a:lnTo>
                <a:lnTo>
                  <a:pt x="1295039" y="333537"/>
                </a:lnTo>
                <a:lnTo>
                  <a:pt x="1297753" y="330723"/>
                </a:lnTo>
                <a:lnTo>
                  <a:pt x="1311391" y="330723"/>
                </a:lnTo>
                <a:lnTo>
                  <a:pt x="1311391" y="261666"/>
                </a:lnTo>
                <a:close/>
              </a:path>
              <a:path w="6441440" h="804544">
                <a:moveTo>
                  <a:pt x="1343227" y="321847"/>
                </a:moveTo>
                <a:lnTo>
                  <a:pt x="1331104" y="324878"/>
                </a:lnTo>
                <a:lnTo>
                  <a:pt x="1332583" y="331949"/>
                </a:lnTo>
                <a:lnTo>
                  <a:pt x="1347214" y="344685"/>
                </a:lnTo>
                <a:lnTo>
                  <a:pt x="1369168" y="346525"/>
                </a:lnTo>
                <a:lnTo>
                  <a:pt x="1388362" y="338155"/>
                </a:lnTo>
                <a:lnTo>
                  <a:pt x="1389585" y="334150"/>
                </a:lnTo>
                <a:lnTo>
                  <a:pt x="1353022" y="334150"/>
                </a:lnTo>
                <a:lnTo>
                  <a:pt x="1343227" y="321847"/>
                </a:lnTo>
                <a:close/>
              </a:path>
              <a:path w="6441440" h="804544">
                <a:moveTo>
                  <a:pt x="1364225" y="260584"/>
                </a:moveTo>
                <a:lnTo>
                  <a:pt x="1340322" y="268558"/>
                </a:lnTo>
                <a:lnTo>
                  <a:pt x="1333702" y="290350"/>
                </a:lnTo>
                <a:lnTo>
                  <a:pt x="1342577" y="302743"/>
                </a:lnTo>
                <a:lnTo>
                  <a:pt x="1376925" y="313044"/>
                </a:lnTo>
                <a:lnTo>
                  <a:pt x="1381976" y="325852"/>
                </a:lnTo>
                <a:lnTo>
                  <a:pt x="1373173" y="334006"/>
                </a:lnTo>
                <a:lnTo>
                  <a:pt x="1353022" y="334150"/>
                </a:lnTo>
                <a:lnTo>
                  <a:pt x="1389585" y="334150"/>
                </a:lnTo>
                <a:lnTo>
                  <a:pt x="1395181" y="315822"/>
                </a:lnTo>
                <a:lnTo>
                  <a:pt x="1386071" y="303681"/>
                </a:lnTo>
                <a:lnTo>
                  <a:pt x="1347629" y="289646"/>
                </a:lnTo>
                <a:lnTo>
                  <a:pt x="1348030" y="280283"/>
                </a:lnTo>
                <a:lnTo>
                  <a:pt x="1348152" y="277451"/>
                </a:lnTo>
                <a:lnTo>
                  <a:pt x="1367941" y="271624"/>
                </a:lnTo>
                <a:lnTo>
                  <a:pt x="1388758" y="271624"/>
                </a:lnTo>
                <a:lnTo>
                  <a:pt x="1378910" y="262388"/>
                </a:lnTo>
                <a:lnTo>
                  <a:pt x="1364225" y="260584"/>
                </a:lnTo>
                <a:close/>
              </a:path>
              <a:path w="6441440" h="804544">
                <a:moveTo>
                  <a:pt x="1388758" y="271624"/>
                </a:moveTo>
                <a:lnTo>
                  <a:pt x="1367941" y="271624"/>
                </a:lnTo>
                <a:lnTo>
                  <a:pt x="1382193" y="283531"/>
                </a:lnTo>
                <a:lnTo>
                  <a:pt x="1393666" y="280283"/>
                </a:lnTo>
                <a:lnTo>
                  <a:pt x="1391682" y="274366"/>
                </a:lnTo>
                <a:lnTo>
                  <a:pt x="1388758" y="271624"/>
                </a:lnTo>
                <a:close/>
              </a:path>
              <a:path w="6441440" h="804544">
                <a:moveTo>
                  <a:pt x="1432808" y="241750"/>
                </a:moveTo>
                <a:lnTo>
                  <a:pt x="1420036" y="241750"/>
                </a:lnTo>
                <a:lnTo>
                  <a:pt x="1420036" y="324445"/>
                </a:lnTo>
                <a:lnTo>
                  <a:pt x="1425664" y="339634"/>
                </a:lnTo>
                <a:lnTo>
                  <a:pt x="1446897" y="345696"/>
                </a:lnTo>
                <a:lnTo>
                  <a:pt x="1432808" y="241750"/>
                </a:lnTo>
                <a:close/>
              </a:path>
              <a:path w="6441440" h="804544">
                <a:moveTo>
                  <a:pt x="1420036" y="261666"/>
                </a:moveTo>
                <a:lnTo>
                  <a:pt x="1407480" y="261666"/>
                </a:lnTo>
                <a:lnTo>
                  <a:pt x="1407480" y="272490"/>
                </a:lnTo>
                <a:lnTo>
                  <a:pt x="1420036" y="272490"/>
                </a:lnTo>
                <a:lnTo>
                  <a:pt x="1420036" y="261666"/>
                </a:lnTo>
                <a:close/>
              </a:path>
              <a:path w="6441440" h="804544">
                <a:moveTo>
                  <a:pt x="1450559" y="261666"/>
                </a:moveTo>
                <a:lnTo>
                  <a:pt x="1435507" y="261666"/>
                </a:lnTo>
                <a:lnTo>
                  <a:pt x="1436974" y="272490"/>
                </a:lnTo>
                <a:lnTo>
                  <a:pt x="1450559" y="272490"/>
                </a:lnTo>
                <a:lnTo>
                  <a:pt x="1450559" y="261666"/>
                </a:lnTo>
                <a:close/>
              </a:path>
              <a:path w="6441440" h="804544">
                <a:moveTo>
                  <a:pt x="1533372" y="321847"/>
                </a:moveTo>
                <a:lnTo>
                  <a:pt x="1521250" y="324878"/>
                </a:lnTo>
                <a:lnTo>
                  <a:pt x="1522729" y="331949"/>
                </a:lnTo>
                <a:lnTo>
                  <a:pt x="1537359" y="344685"/>
                </a:lnTo>
                <a:lnTo>
                  <a:pt x="1559314" y="346525"/>
                </a:lnTo>
                <a:lnTo>
                  <a:pt x="1578508" y="338155"/>
                </a:lnTo>
                <a:lnTo>
                  <a:pt x="1579731" y="334150"/>
                </a:lnTo>
                <a:lnTo>
                  <a:pt x="1543168" y="334150"/>
                </a:lnTo>
                <a:lnTo>
                  <a:pt x="1533372" y="321847"/>
                </a:lnTo>
                <a:close/>
              </a:path>
              <a:path w="6441440" h="804544">
                <a:moveTo>
                  <a:pt x="1554371" y="260584"/>
                </a:moveTo>
                <a:lnTo>
                  <a:pt x="1530468" y="268558"/>
                </a:lnTo>
                <a:lnTo>
                  <a:pt x="1523847" y="290350"/>
                </a:lnTo>
                <a:lnTo>
                  <a:pt x="1532723" y="302743"/>
                </a:lnTo>
                <a:lnTo>
                  <a:pt x="1567071" y="313044"/>
                </a:lnTo>
                <a:lnTo>
                  <a:pt x="1572122" y="325852"/>
                </a:lnTo>
                <a:lnTo>
                  <a:pt x="1563319" y="334006"/>
                </a:lnTo>
                <a:lnTo>
                  <a:pt x="1543168" y="334150"/>
                </a:lnTo>
                <a:lnTo>
                  <a:pt x="1579731" y="334150"/>
                </a:lnTo>
                <a:lnTo>
                  <a:pt x="1585327" y="315822"/>
                </a:lnTo>
                <a:lnTo>
                  <a:pt x="1576217" y="303681"/>
                </a:lnTo>
                <a:lnTo>
                  <a:pt x="1537774" y="289646"/>
                </a:lnTo>
                <a:lnTo>
                  <a:pt x="1538176" y="280283"/>
                </a:lnTo>
                <a:lnTo>
                  <a:pt x="1538297" y="277451"/>
                </a:lnTo>
                <a:lnTo>
                  <a:pt x="1558087" y="271624"/>
                </a:lnTo>
                <a:lnTo>
                  <a:pt x="1578904" y="271624"/>
                </a:lnTo>
                <a:lnTo>
                  <a:pt x="1569055" y="262388"/>
                </a:lnTo>
                <a:lnTo>
                  <a:pt x="1554371" y="260584"/>
                </a:lnTo>
                <a:close/>
              </a:path>
              <a:path w="6441440" h="804544">
                <a:moveTo>
                  <a:pt x="1578904" y="271624"/>
                </a:moveTo>
                <a:lnTo>
                  <a:pt x="1558087" y="271624"/>
                </a:lnTo>
                <a:lnTo>
                  <a:pt x="1572338" y="283531"/>
                </a:lnTo>
                <a:lnTo>
                  <a:pt x="1583812" y="280283"/>
                </a:lnTo>
                <a:lnTo>
                  <a:pt x="1581827" y="274366"/>
                </a:lnTo>
                <a:lnTo>
                  <a:pt x="1578904" y="271624"/>
                </a:lnTo>
                <a:close/>
              </a:path>
              <a:path w="6441440" h="804544">
                <a:moveTo>
                  <a:pt x="1630602" y="260584"/>
                </a:moveTo>
                <a:lnTo>
                  <a:pt x="1612815" y="269748"/>
                </a:lnTo>
                <a:lnTo>
                  <a:pt x="1602208" y="287770"/>
                </a:lnTo>
                <a:lnTo>
                  <a:pt x="1600656" y="311961"/>
                </a:lnTo>
                <a:lnTo>
                  <a:pt x="1608233" y="332256"/>
                </a:lnTo>
                <a:lnTo>
                  <a:pt x="1623819" y="344685"/>
                </a:lnTo>
                <a:lnTo>
                  <a:pt x="1638323" y="346525"/>
                </a:lnTo>
                <a:lnTo>
                  <a:pt x="1659105" y="340807"/>
                </a:lnTo>
                <a:lnTo>
                  <a:pt x="1662487" y="335052"/>
                </a:lnTo>
                <a:lnTo>
                  <a:pt x="1633272" y="335052"/>
                </a:lnTo>
                <a:lnTo>
                  <a:pt x="1618516" y="324770"/>
                </a:lnTo>
                <a:lnTo>
                  <a:pt x="1614457" y="291486"/>
                </a:lnTo>
                <a:lnTo>
                  <a:pt x="1628979" y="273356"/>
                </a:lnTo>
                <a:lnTo>
                  <a:pt x="1664198" y="273356"/>
                </a:lnTo>
                <a:lnTo>
                  <a:pt x="1658600" y="265996"/>
                </a:lnTo>
                <a:lnTo>
                  <a:pt x="1630602" y="260584"/>
                </a:lnTo>
                <a:close/>
              </a:path>
              <a:path w="6441440" h="804544">
                <a:moveTo>
                  <a:pt x="1671011" y="320548"/>
                </a:moveTo>
                <a:lnTo>
                  <a:pt x="1658239" y="320548"/>
                </a:lnTo>
                <a:lnTo>
                  <a:pt x="1657445" y="323579"/>
                </a:lnTo>
                <a:lnTo>
                  <a:pt x="1633272" y="335052"/>
                </a:lnTo>
                <a:lnTo>
                  <a:pt x="1662487" y="335052"/>
                </a:lnTo>
                <a:lnTo>
                  <a:pt x="1671011" y="320548"/>
                </a:lnTo>
                <a:close/>
              </a:path>
              <a:path w="6441440" h="804544">
                <a:moveTo>
                  <a:pt x="1664198" y="273356"/>
                </a:moveTo>
                <a:lnTo>
                  <a:pt x="1628979" y="273356"/>
                </a:lnTo>
                <a:lnTo>
                  <a:pt x="1648426" y="273537"/>
                </a:lnTo>
                <a:lnTo>
                  <a:pt x="1658239" y="286561"/>
                </a:lnTo>
                <a:lnTo>
                  <a:pt x="1671011" y="286561"/>
                </a:lnTo>
                <a:lnTo>
                  <a:pt x="1670290" y="281366"/>
                </a:lnTo>
                <a:lnTo>
                  <a:pt x="1664198" y="273356"/>
                </a:lnTo>
                <a:close/>
              </a:path>
              <a:path w="6441440" h="804544">
                <a:moveTo>
                  <a:pt x="1747058" y="273176"/>
                </a:moveTo>
                <a:lnTo>
                  <a:pt x="1711060" y="273176"/>
                </a:lnTo>
                <a:lnTo>
                  <a:pt x="1732202" y="273320"/>
                </a:lnTo>
                <a:lnTo>
                  <a:pt x="1739472" y="288726"/>
                </a:lnTo>
                <a:lnTo>
                  <a:pt x="1686724" y="312575"/>
                </a:lnTo>
                <a:lnTo>
                  <a:pt x="1692100" y="338841"/>
                </a:lnTo>
                <a:lnTo>
                  <a:pt x="1714144" y="346742"/>
                </a:lnTo>
                <a:lnTo>
                  <a:pt x="1718979" y="346742"/>
                </a:lnTo>
                <a:lnTo>
                  <a:pt x="1737957" y="335341"/>
                </a:lnTo>
                <a:lnTo>
                  <a:pt x="1711106" y="335341"/>
                </a:lnTo>
                <a:lnTo>
                  <a:pt x="1698558" y="326285"/>
                </a:lnTo>
                <a:lnTo>
                  <a:pt x="1702823" y="312575"/>
                </a:lnTo>
                <a:lnTo>
                  <a:pt x="1702924" y="312250"/>
                </a:lnTo>
                <a:lnTo>
                  <a:pt x="1752244" y="312250"/>
                </a:lnTo>
                <a:lnTo>
                  <a:pt x="1752244" y="283422"/>
                </a:lnTo>
                <a:lnTo>
                  <a:pt x="1747131" y="273320"/>
                </a:lnTo>
                <a:lnTo>
                  <a:pt x="1747058" y="273176"/>
                </a:lnTo>
                <a:close/>
              </a:path>
              <a:path w="6441440" h="804544">
                <a:moveTo>
                  <a:pt x="1752244" y="312250"/>
                </a:moveTo>
                <a:lnTo>
                  <a:pt x="1702924" y="312250"/>
                </a:lnTo>
                <a:lnTo>
                  <a:pt x="1739472" y="314703"/>
                </a:lnTo>
                <a:lnTo>
                  <a:pt x="1734998" y="327746"/>
                </a:lnTo>
                <a:lnTo>
                  <a:pt x="1715911" y="335341"/>
                </a:lnTo>
                <a:lnTo>
                  <a:pt x="1737957" y="335341"/>
                </a:lnTo>
                <a:lnTo>
                  <a:pt x="1739472" y="344794"/>
                </a:lnTo>
                <a:lnTo>
                  <a:pt x="1752244" y="344794"/>
                </a:lnTo>
                <a:lnTo>
                  <a:pt x="1752244" y="312250"/>
                </a:lnTo>
                <a:close/>
              </a:path>
              <a:path w="6441440" h="804544">
                <a:moveTo>
                  <a:pt x="1704439" y="263434"/>
                </a:moveTo>
                <a:lnTo>
                  <a:pt x="1688167" y="280067"/>
                </a:lnTo>
                <a:lnTo>
                  <a:pt x="1700290" y="284396"/>
                </a:lnTo>
                <a:lnTo>
                  <a:pt x="1711060" y="273176"/>
                </a:lnTo>
                <a:lnTo>
                  <a:pt x="1747058" y="273176"/>
                </a:lnTo>
                <a:lnTo>
                  <a:pt x="1744108" y="267349"/>
                </a:lnTo>
                <a:lnTo>
                  <a:pt x="1704439" y="263434"/>
                </a:lnTo>
                <a:close/>
              </a:path>
              <a:path w="6441440" h="804544">
                <a:moveTo>
                  <a:pt x="1787902" y="261739"/>
                </a:moveTo>
                <a:lnTo>
                  <a:pt x="1775556" y="261739"/>
                </a:lnTo>
                <a:lnTo>
                  <a:pt x="1775556" y="344794"/>
                </a:lnTo>
                <a:lnTo>
                  <a:pt x="1788328" y="344794"/>
                </a:lnTo>
                <a:lnTo>
                  <a:pt x="1788328" y="294787"/>
                </a:lnTo>
                <a:lnTo>
                  <a:pt x="1792929" y="279057"/>
                </a:lnTo>
                <a:lnTo>
                  <a:pt x="1807098" y="274655"/>
                </a:lnTo>
                <a:lnTo>
                  <a:pt x="1788978" y="274655"/>
                </a:lnTo>
                <a:lnTo>
                  <a:pt x="1787914" y="261883"/>
                </a:lnTo>
                <a:lnTo>
                  <a:pt x="1787902" y="261739"/>
                </a:lnTo>
                <a:close/>
              </a:path>
              <a:path w="6441440" h="804544">
                <a:moveTo>
                  <a:pt x="1833558" y="272057"/>
                </a:moveTo>
                <a:lnTo>
                  <a:pt x="1815460" y="272057"/>
                </a:lnTo>
                <a:lnTo>
                  <a:pt x="1826898" y="281221"/>
                </a:lnTo>
                <a:lnTo>
                  <a:pt x="1828593" y="344794"/>
                </a:lnTo>
                <a:lnTo>
                  <a:pt x="1841366" y="344794"/>
                </a:lnTo>
                <a:lnTo>
                  <a:pt x="1840232" y="281221"/>
                </a:lnTo>
                <a:lnTo>
                  <a:pt x="1840193" y="279057"/>
                </a:lnTo>
                <a:lnTo>
                  <a:pt x="1833558" y="272057"/>
                </a:lnTo>
                <a:close/>
              </a:path>
              <a:path w="6441440" h="804544">
                <a:moveTo>
                  <a:pt x="1823777" y="261739"/>
                </a:moveTo>
                <a:lnTo>
                  <a:pt x="1801822" y="261883"/>
                </a:lnTo>
                <a:lnTo>
                  <a:pt x="1788978" y="274655"/>
                </a:lnTo>
                <a:lnTo>
                  <a:pt x="1807098" y="274655"/>
                </a:lnTo>
                <a:lnTo>
                  <a:pt x="1815460" y="272057"/>
                </a:lnTo>
                <a:lnTo>
                  <a:pt x="1833558" y="272057"/>
                </a:lnTo>
                <a:lnTo>
                  <a:pt x="1823777" y="261739"/>
                </a:lnTo>
                <a:close/>
              </a:path>
              <a:path w="6441440" h="804544">
                <a:moveTo>
                  <a:pt x="1938264" y="241750"/>
                </a:moveTo>
                <a:lnTo>
                  <a:pt x="1925491" y="241750"/>
                </a:lnTo>
                <a:lnTo>
                  <a:pt x="1925491" y="324445"/>
                </a:lnTo>
                <a:lnTo>
                  <a:pt x="1931120" y="339634"/>
                </a:lnTo>
                <a:lnTo>
                  <a:pt x="1952353" y="345696"/>
                </a:lnTo>
                <a:lnTo>
                  <a:pt x="1938264" y="241750"/>
                </a:lnTo>
                <a:close/>
              </a:path>
              <a:path w="6441440" h="804544">
                <a:moveTo>
                  <a:pt x="1925491" y="261666"/>
                </a:moveTo>
                <a:lnTo>
                  <a:pt x="1912936" y="261666"/>
                </a:lnTo>
                <a:lnTo>
                  <a:pt x="1912936" y="272490"/>
                </a:lnTo>
                <a:lnTo>
                  <a:pt x="1925491" y="272490"/>
                </a:lnTo>
                <a:lnTo>
                  <a:pt x="1925491" y="261666"/>
                </a:lnTo>
                <a:close/>
              </a:path>
              <a:path w="6441440" h="804544">
                <a:moveTo>
                  <a:pt x="1956015" y="261666"/>
                </a:moveTo>
                <a:lnTo>
                  <a:pt x="1940963" y="261666"/>
                </a:lnTo>
                <a:lnTo>
                  <a:pt x="1942430" y="272490"/>
                </a:lnTo>
                <a:lnTo>
                  <a:pt x="1956015" y="272490"/>
                </a:lnTo>
                <a:lnTo>
                  <a:pt x="1956015" y="261666"/>
                </a:lnTo>
                <a:close/>
              </a:path>
              <a:path w="6441440" h="804544">
                <a:moveTo>
                  <a:pt x="1989785" y="233957"/>
                </a:moveTo>
                <a:lnTo>
                  <a:pt x="1977013" y="233957"/>
                </a:lnTo>
                <a:lnTo>
                  <a:pt x="1977013" y="344794"/>
                </a:lnTo>
                <a:lnTo>
                  <a:pt x="1989785" y="344794"/>
                </a:lnTo>
                <a:lnTo>
                  <a:pt x="1989785" y="294787"/>
                </a:lnTo>
                <a:lnTo>
                  <a:pt x="1994512" y="279057"/>
                </a:lnTo>
                <a:lnTo>
                  <a:pt x="2009078" y="274655"/>
                </a:lnTo>
                <a:lnTo>
                  <a:pt x="1990868" y="274655"/>
                </a:lnTo>
                <a:lnTo>
                  <a:pt x="1989785" y="233957"/>
                </a:lnTo>
                <a:close/>
              </a:path>
              <a:path w="6441440" h="804544">
                <a:moveTo>
                  <a:pt x="2038403" y="272057"/>
                </a:moveTo>
                <a:lnTo>
                  <a:pt x="2017675" y="272057"/>
                </a:lnTo>
                <a:lnTo>
                  <a:pt x="2029202" y="281131"/>
                </a:lnTo>
                <a:lnTo>
                  <a:pt x="2030916" y="344794"/>
                </a:lnTo>
                <a:lnTo>
                  <a:pt x="2043688" y="344794"/>
                </a:lnTo>
                <a:lnTo>
                  <a:pt x="2043688" y="291973"/>
                </a:lnTo>
                <a:lnTo>
                  <a:pt x="2038403" y="272057"/>
                </a:lnTo>
                <a:close/>
              </a:path>
              <a:path w="6441440" h="804544">
                <a:moveTo>
                  <a:pt x="2025955" y="261721"/>
                </a:moveTo>
                <a:lnTo>
                  <a:pt x="2003568" y="261865"/>
                </a:lnTo>
                <a:lnTo>
                  <a:pt x="1990868" y="274655"/>
                </a:lnTo>
                <a:lnTo>
                  <a:pt x="2009078" y="274655"/>
                </a:lnTo>
                <a:lnTo>
                  <a:pt x="2017675" y="272057"/>
                </a:lnTo>
                <a:lnTo>
                  <a:pt x="2038403" y="272057"/>
                </a:lnTo>
                <a:lnTo>
                  <a:pt x="2037771" y="269676"/>
                </a:lnTo>
                <a:lnTo>
                  <a:pt x="2025955" y="261721"/>
                </a:lnTo>
                <a:close/>
              </a:path>
              <a:path w="6441440" h="804544">
                <a:moveTo>
                  <a:pt x="2093103" y="260584"/>
                </a:moveTo>
                <a:lnTo>
                  <a:pt x="2075316" y="269748"/>
                </a:lnTo>
                <a:lnTo>
                  <a:pt x="2064709" y="287860"/>
                </a:lnTo>
                <a:lnTo>
                  <a:pt x="2063157" y="312394"/>
                </a:lnTo>
                <a:lnTo>
                  <a:pt x="2070951" y="332671"/>
                </a:lnTo>
                <a:lnTo>
                  <a:pt x="2086988" y="344758"/>
                </a:lnTo>
                <a:lnTo>
                  <a:pt x="2101907" y="346525"/>
                </a:lnTo>
                <a:lnTo>
                  <a:pt x="2121624" y="342160"/>
                </a:lnTo>
                <a:lnTo>
                  <a:pt x="2127352" y="335052"/>
                </a:lnTo>
                <a:lnTo>
                  <a:pt x="2096748" y="335052"/>
                </a:lnTo>
                <a:lnTo>
                  <a:pt x="2081378" y="326123"/>
                </a:lnTo>
                <a:lnTo>
                  <a:pt x="2079113" y="307560"/>
                </a:lnTo>
                <a:lnTo>
                  <a:pt x="2072249" y="307560"/>
                </a:lnTo>
                <a:lnTo>
                  <a:pt x="2072249" y="296519"/>
                </a:lnTo>
                <a:lnTo>
                  <a:pt x="2077767" y="296519"/>
                </a:lnTo>
                <a:lnTo>
                  <a:pt x="2076922" y="289592"/>
                </a:lnTo>
                <a:lnTo>
                  <a:pt x="2095521" y="272057"/>
                </a:lnTo>
                <a:lnTo>
                  <a:pt x="2125071" y="272057"/>
                </a:lnTo>
                <a:lnTo>
                  <a:pt x="2121498" y="266537"/>
                </a:lnTo>
                <a:lnTo>
                  <a:pt x="2093103" y="260584"/>
                </a:lnTo>
                <a:close/>
              </a:path>
              <a:path w="6441440" h="804544">
                <a:moveTo>
                  <a:pt x="2122689" y="322064"/>
                </a:moveTo>
                <a:lnTo>
                  <a:pt x="2121606" y="324950"/>
                </a:lnTo>
                <a:lnTo>
                  <a:pt x="2096748" y="335052"/>
                </a:lnTo>
                <a:lnTo>
                  <a:pt x="2127352" y="335052"/>
                </a:lnTo>
                <a:lnTo>
                  <a:pt x="2135028" y="325527"/>
                </a:lnTo>
                <a:lnTo>
                  <a:pt x="2122689" y="322064"/>
                </a:lnTo>
                <a:close/>
              </a:path>
              <a:path w="6441440" h="804544">
                <a:moveTo>
                  <a:pt x="2077767" y="296519"/>
                </a:moveTo>
                <a:lnTo>
                  <a:pt x="2072249" y="296519"/>
                </a:lnTo>
                <a:lnTo>
                  <a:pt x="2072249" y="307560"/>
                </a:lnTo>
                <a:lnTo>
                  <a:pt x="2079113" y="307560"/>
                </a:lnTo>
                <a:lnTo>
                  <a:pt x="2077767" y="296519"/>
                </a:lnTo>
                <a:close/>
              </a:path>
              <a:path w="6441440" h="804544">
                <a:moveTo>
                  <a:pt x="2125071" y="272057"/>
                </a:moveTo>
                <a:lnTo>
                  <a:pt x="2095521" y="272057"/>
                </a:lnTo>
                <a:lnTo>
                  <a:pt x="2116050" y="277379"/>
                </a:lnTo>
                <a:lnTo>
                  <a:pt x="2123338" y="296519"/>
                </a:lnTo>
                <a:lnTo>
                  <a:pt x="2077767" y="296519"/>
                </a:lnTo>
                <a:lnTo>
                  <a:pt x="2079113" y="307560"/>
                </a:lnTo>
                <a:lnTo>
                  <a:pt x="2136327" y="307560"/>
                </a:lnTo>
                <a:lnTo>
                  <a:pt x="2135389" y="289592"/>
                </a:lnTo>
                <a:lnTo>
                  <a:pt x="2135299" y="287860"/>
                </a:lnTo>
                <a:lnTo>
                  <a:pt x="2125071" y="272057"/>
                </a:lnTo>
                <a:close/>
              </a:path>
              <a:path w="6441440" h="804544">
                <a:moveTo>
                  <a:pt x="2285442" y="333753"/>
                </a:moveTo>
                <a:lnTo>
                  <a:pt x="2275949" y="340680"/>
                </a:lnTo>
                <a:lnTo>
                  <a:pt x="2286898" y="355185"/>
                </a:lnTo>
                <a:lnTo>
                  <a:pt x="2301618" y="355185"/>
                </a:lnTo>
                <a:lnTo>
                  <a:pt x="2285442" y="333753"/>
                </a:lnTo>
                <a:close/>
              </a:path>
              <a:path w="6441440" h="804544">
                <a:moveTo>
                  <a:pt x="2250347" y="232875"/>
                </a:moveTo>
                <a:lnTo>
                  <a:pt x="2222157" y="247758"/>
                </a:lnTo>
                <a:lnTo>
                  <a:pt x="2208712" y="280906"/>
                </a:lnTo>
                <a:lnTo>
                  <a:pt x="2214648" y="319682"/>
                </a:lnTo>
                <a:lnTo>
                  <a:pt x="2237737" y="342412"/>
                </a:lnTo>
                <a:lnTo>
                  <a:pt x="2270635" y="344577"/>
                </a:lnTo>
                <a:lnTo>
                  <a:pt x="2275949" y="340680"/>
                </a:lnTo>
                <a:lnTo>
                  <a:pt x="2270721" y="333753"/>
                </a:lnTo>
                <a:lnTo>
                  <a:pt x="2250530" y="333753"/>
                </a:lnTo>
                <a:lnTo>
                  <a:pt x="2233590" y="325275"/>
                </a:lnTo>
                <a:lnTo>
                  <a:pt x="2222892" y="307073"/>
                </a:lnTo>
                <a:lnTo>
                  <a:pt x="2221371" y="280906"/>
                </a:lnTo>
                <a:lnTo>
                  <a:pt x="2221305" y="279778"/>
                </a:lnTo>
                <a:lnTo>
                  <a:pt x="2229279" y="258473"/>
                </a:lnTo>
                <a:lnTo>
                  <a:pt x="2244450" y="246693"/>
                </a:lnTo>
                <a:lnTo>
                  <a:pt x="2263951" y="244998"/>
                </a:lnTo>
                <a:lnTo>
                  <a:pt x="2286757" y="244998"/>
                </a:lnTo>
                <a:lnTo>
                  <a:pt x="2282460" y="239369"/>
                </a:lnTo>
                <a:lnTo>
                  <a:pt x="2250347" y="232875"/>
                </a:lnTo>
                <a:close/>
              </a:path>
              <a:path w="6441440" h="804544">
                <a:moveTo>
                  <a:pt x="2267631" y="310157"/>
                </a:moveTo>
                <a:lnTo>
                  <a:pt x="2252911" y="310157"/>
                </a:lnTo>
                <a:lnTo>
                  <a:pt x="2275949" y="340680"/>
                </a:lnTo>
                <a:lnTo>
                  <a:pt x="2285394" y="333753"/>
                </a:lnTo>
                <a:lnTo>
                  <a:pt x="2284197" y="332104"/>
                </a:lnTo>
                <a:lnTo>
                  <a:pt x="2269952" y="332104"/>
                </a:lnTo>
                <a:lnTo>
                  <a:pt x="2278933" y="325131"/>
                </a:lnTo>
                <a:lnTo>
                  <a:pt x="2267631" y="310157"/>
                </a:lnTo>
                <a:close/>
              </a:path>
              <a:path w="6441440" h="804544">
                <a:moveTo>
                  <a:pt x="2269476" y="332104"/>
                </a:moveTo>
                <a:lnTo>
                  <a:pt x="2250530" y="333753"/>
                </a:lnTo>
                <a:lnTo>
                  <a:pt x="2270721" y="333753"/>
                </a:lnTo>
                <a:lnTo>
                  <a:pt x="2269476" y="332104"/>
                </a:lnTo>
                <a:close/>
              </a:path>
              <a:path w="6441440" h="804544">
                <a:moveTo>
                  <a:pt x="2286757" y="244998"/>
                </a:moveTo>
                <a:lnTo>
                  <a:pt x="2263951" y="244998"/>
                </a:lnTo>
                <a:lnTo>
                  <a:pt x="2285184" y="258473"/>
                </a:lnTo>
                <a:lnTo>
                  <a:pt x="2293175" y="289375"/>
                </a:lnTo>
                <a:lnTo>
                  <a:pt x="2293175" y="298973"/>
                </a:lnTo>
                <a:lnTo>
                  <a:pt x="2285184" y="320278"/>
                </a:lnTo>
                <a:lnTo>
                  <a:pt x="2278933" y="325131"/>
                </a:lnTo>
                <a:lnTo>
                  <a:pt x="2285442" y="333753"/>
                </a:lnTo>
                <a:lnTo>
                  <a:pt x="2287643" y="332104"/>
                </a:lnTo>
                <a:lnTo>
                  <a:pt x="2296372" y="325703"/>
                </a:lnTo>
                <a:lnTo>
                  <a:pt x="2306164" y="289375"/>
                </a:lnTo>
                <a:lnTo>
                  <a:pt x="2302602" y="265752"/>
                </a:lnTo>
                <a:lnTo>
                  <a:pt x="2286757" y="244998"/>
                </a:lnTo>
                <a:close/>
              </a:path>
              <a:path w="6441440" h="804544">
                <a:moveTo>
                  <a:pt x="2278933" y="325131"/>
                </a:moveTo>
                <a:lnTo>
                  <a:pt x="2269952" y="332104"/>
                </a:lnTo>
                <a:lnTo>
                  <a:pt x="2284197" y="332104"/>
                </a:lnTo>
                <a:lnTo>
                  <a:pt x="2279042" y="325275"/>
                </a:lnTo>
                <a:lnTo>
                  <a:pt x="2278933" y="325131"/>
                </a:lnTo>
                <a:close/>
              </a:path>
              <a:path w="6441440" h="804544">
                <a:moveTo>
                  <a:pt x="2328732" y="233957"/>
                </a:moveTo>
                <a:lnTo>
                  <a:pt x="2328732" y="344794"/>
                </a:lnTo>
                <a:lnTo>
                  <a:pt x="2342153" y="344794"/>
                </a:lnTo>
                <a:lnTo>
                  <a:pt x="2342153" y="301498"/>
                </a:lnTo>
                <a:lnTo>
                  <a:pt x="2336092" y="301498"/>
                </a:lnTo>
                <a:lnTo>
                  <a:pt x="2336092" y="289375"/>
                </a:lnTo>
                <a:lnTo>
                  <a:pt x="2342153" y="288827"/>
                </a:lnTo>
                <a:lnTo>
                  <a:pt x="2342153" y="245864"/>
                </a:lnTo>
                <a:lnTo>
                  <a:pt x="2397295" y="245864"/>
                </a:lnTo>
                <a:lnTo>
                  <a:pt x="2397175" y="245340"/>
                </a:lnTo>
                <a:lnTo>
                  <a:pt x="2381949" y="235437"/>
                </a:lnTo>
                <a:lnTo>
                  <a:pt x="2328732" y="233957"/>
                </a:lnTo>
                <a:close/>
              </a:path>
              <a:path w="6441440" h="804544">
                <a:moveTo>
                  <a:pt x="2380903" y="295004"/>
                </a:moveTo>
                <a:lnTo>
                  <a:pt x="2365749" y="295004"/>
                </a:lnTo>
                <a:lnTo>
                  <a:pt x="2392593" y="344794"/>
                </a:lnTo>
                <a:lnTo>
                  <a:pt x="2408179" y="344794"/>
                </a:lnTo>
                <a:lnTo>
                  <a:pt x="2384461" y="301498"/>
                </a:lnTo>
                <a:lnTo>
                  <a:pt x="2374986" y="301498"/>
                </a:lnTo>
                <a:lnTo>
                  <a:pt x="2382772" y="298416"/>
                </a:lnTo>
                <a:lnTo>
                  <a:pt x="2380903" y="295004"/>
                </a:lnTo>
                <a:close/>
              </a:path>
              <a:path w="6441440" h="804544">
                <a:moveTo>
                  <a:pt x="2342153" y="288827"/>
                </a:moveTo>
                <a:lnTo>
                  <a:pt x="2336092" y="289375"/>
                </a:lnTo>
                <a:lnTo>
                  <a:pt x="2336092" y="301498"/>
                </a:lnTo>
                <a:lnTo>
                  <a:pt x="2342153" y="301498"/>
                </a:lnTo>
                <a:lnTo>
                  <a:pt x="2342153" y="288827"/>
                </a:lnTo>
                <a:close/>
              </a:path>
              <a:path w="6441440" h="804544">
                <a:moveTo>
                  <a:pt x="2397295" y="245864"/>
                </a:moveTo>
                <a:lnTo>
                  <a:pt x="2342153" y="245864"/>
                </a:lnTo>
                <a:lnTo>
                  <a:pt x="2376555" y="246784"/>
                </a:lnTo>
                <a:lnTo>
                  <a:pt x="2389815" y="259628"/>
                </a:lnTo>
                <a:lnTo>
                  <a:pt x="2383898" y="285046"/>
                </a:lnTo>
                <a:lnTo>
                  <a:pt x="2342153" y="288827"/>
                </a:lnTo>
                <a:lnTo>
                  <a:pt x="2342153" y="301498"/>
                </a:lnTo>
                <a:lnTo>
                  <a:pt x="2369251" y="301498"/>
                </a:lnTo>
                <a:lnTo>
                  <a:pt x="2365749" y="295004"/>
                </a:lnTo>
                <a:lnTo>
                  <a:pt x="2391393" y="295004"/>
                </a:lnTo>
                <a:lnTo>
                  <a:pt x="2393080" y="294336"/>
                </a:lnTo>
                <a:lnTo>
                  <a:pt x="2403849" y="274475"/>
                </a:lnTo>
                <a:lnTo>
                  <a:pt x="2397295" y="245864"/>
                </a:lnTo>
                <a:close/>
              </a:path>
              <a:path w="6441440" h="804544">
                <a:moveTo>
                  <a:pt x="2382772" y="298416"/>
                </a:moveTo>
                <a:lnTo>
                  <a:pt x="2374986" y="301498"/>
                </a:lnTo>
                <a:lnTo>
                  <a:pt x="2384461" y="301498"/>
                </a:lnTo>
                <a:lnTo>
                  <a:pt x="2382772" y="298416"/>
                </a:lnTo>
                <a:close/>
              </a:path>
              <a:path w="6441440" h="804544">
                <a:moveTo>
                  <a:pt x="2391393" y="295004"/>
                </a:moveTo>
                <a:lnTo>
                  <a:pt x="2380903" y="295004"/>
                </a:lnTo>
                <a:lnTo>
                  <a:pt x="2382772" y="298416"/>
                </a:lnTo>
                <a:lnTo>
                  <a:pt x="2391393" y="295004"/>
                </a:lnTo>
                <a:close/>
              </a:path>
              <a:path w="6441440" h="804544">
                <a:moveTo>
                  <a:pt x="2505690" y="260584"/>
                </a:moveTo>
                <a:lnTo>
                  <a:pt x="2487903" y="269748"/>
                </a:lnTo>
                <a:lnTo>
                  <a:pt x="2477296" y="287770"/>
                </a:lnTo>
                <a:lnTo>
                  <a:pt x="2475744" y="311961"/>
                </a:lnTo>
                <a:lnTo>
                  <a:pt x="2483321" y="332256"/>
                </a:lnTo>
                <a:lnTo>
                  <a:pt x="2498908" y="344685"/>
                </a:lnTo>
                <a:lnTo>
                  <a:pt x="2513412" y="346525"/>
                </a:lnTo>
                <a:lnTo>
                  <a:pt x="2534193" y="340807"/>
                </a:lnTo>
                <a:lnTo>
                  <a:pt x="2537575" y="335052"/>
                </a:lnTo>
                <a:lnTo>
                  <a:pt x="2508360" y="335052"/>
                </a:lnTo>
                <a:lnTo>
                  <a:pt x="2493604" y="324770"/>
                </a:lnTo>
                <a:lnTo>
                  <a:pt x="2489545" y="291486"/>
                </a:lnTo>
                <a:lnTo>
                  <a:pt x="2504067" y="273356"/>
                </a:lnTo>
                <a:lnTo>
                  <a:pt x="2539286" y="273356"/>
                </a:lnTo>
                <a:lnTo>
                  <a:pt x="2533688" y="265996"/>
                </a:lnTo>
                <a:lnTo>
                  <a:pt x="2505690" y="260584"/>
                </a:lnTo>
                <a:close/>
              </a:path>
              <a:path w="6441440" h="804544">
                <a:moveTo>
                  <a:pt x="2546100" y="320548"/>
                </a:moveTo>
                <a:lnTo>
                  <a:pt x="2533327" y="320548"/>
                </a:lnTo>
                <a:lnTo>
                  <a:pt x="2532534" y="323579"/>
                </a:lnTo>
                <a:lnTo>
                  <a:pt x="2508360" y="335052"/>
                </a:lnTo>
                <a:lnTo>
                  <a:pt x="2537575" y="335052"/>
                </a:lnTo>
                <a:lnTo>
                  <a:pt x="2546100" y="320548"/>
                </a:lnTo>
                <a:close/>
              </a:path>
              <a:path w="6441440" h="804544">
                <a:moveTo>
                  <a:pt x="2539286" y="273356"/>
                </a:moveTo>
                <a:lnTo>
                  <a:pt x="2504067" y="273356"/>
                </a:lnTo>
                <a:lnTo>
                  <a:pt x="2523514" y="273537"/>
                </a:lnTo>
                <a:lnTo>
                  <a:pt x="2533327" y="286561"/>
                </a:lnTo>
                <a:lnTo>
                  <a:pt x="2546100" y="286561"/>
                </a:lnTo>
                <a:lnTo>
                  <a:pt x="2545378" y="281366"/>
                </a:lnTo>
                <a:lnTo>
                  <a:pt x="2539286" y="273356"/>
                </a:lnTo>
                <a:close/>
              </a:path>
              <a:path w="6441440" h="804544">
                <a:moveTo>
                  <a:pt x="2591037" y="260584"/>
                </a:moveTo>
                <a:lnTo>
                  <a:pt x="2573159" y="269514"/>
                </a:lnTo>
                <a:lnTo>
                  <a:pt x="2562444" y="287445"/>
                </a:lnTo>
                <a:lnTo>
                  <a:pt x="2560874" y="312250"/>
                </a:lnTo>
                <a:lnTo>
                  <a:pt x="2568758" y="332599"/>
                </a:lnTo>
                <a:lnTo>
                  <a:pt x="2584452" y="344740"/>
                </a:lnTo>
                <a:lnTo>
                  <a:pt x="2598541" y="346525"/>
                </a:lnTo>
                <a:lnTo>
                  <a:pt x="2606046" y="346525"/>
                </a:lnTo>
                <a:lnTo>
                  <a:pt x="2623905" y="337596"/>
                </a:lnTo>
                <a:lnTo>
                  <a:pt x="2625433" y="335052"/>
                </a:lnTo>
                <a:lnTo>
                  <a:pt x="2592841" y="335052"/>
                </a:lnTo>
                <a:lnTo>
                  <a:pt x="2580790" y="327746"/>
                </a:lnTo>
                <a:lnTo>
                  <a:pt x="2573646" y="298107"/>
                </a:lnTo>
                <a:lnTo>
                  <a:pt x="2588150" y="273537"/>
                </a:lnTo>
                <a:lnTo>
                  <a:pt x="2627026" y="273537"/>
                </a:lnTo>
                <a:lnTo>
                  <a:pt x="2612612" y="262370"/>
                </a:lnTo>
                <a:lnTo>
                  <a:pt x="2591037" y="260584"/>
                </a:lnTo>
                <a:close/>
              </a:path>
              <a:path w="6441440" h="804544">
                <a:moveTo>
                  <a:pt x="2627026" y="273537"/>
                </a:moveTo>
                <a:lnTo>
                  <a:pt x="2608932" y="273537"/>
                </a:lnTo>
                <a:lnTo>
                  <a:pt x="2622552" y="292929"/>
                </a:lnTo>
                <a:lnTo>
                  <a:pt x="2616292" y="327746"/>
                </a:lnTo>
                <a:lnTo>
                  <a:pt x="2598541" y="335052"/>
                </a:lnTo>
                <a:lnTo>
                  <a:pt x="2625433" y="335052"/>
                </a:lnTo>
                <a:lnTo>
                  <a:pt x="2634621" y="319754"/>
                </a:lnTo>
                <a:lnTo>
                  <a:pt x="2636208" y="295004"/>
                </a:lnTo>
                <a:lnTo>
                  <a:pt x="2628307" y="274529"/>
                </a:lnTo>
                <a:lnTo>
                  <a:pt x="2627026" y="273537"/>
                </a:lnTo>
                <a:close/>
              </a:path>
              <a:path w="6441440" h="804544">
                <a:moveTo>
                  <a:pt x="2680311" y="260584"/>
                </a:moveTo>
                <a:lnTo>
                  <a:pt x="2663462" y="269333"/>
                </a:lnTo>
                <a:lnTo>
                  <a:pt x="2653305" y="287139"/>
                </a:lnTo>
                <a:lnTo>
                  <a:pt x="2651808" y="312250"/>
                </a:lnTo>
                <a:lnTo>
                  <a:pt x="2659295" y="332761"/>
                </a:lnTo>
                <a:lnTo>
                  <a:pt x="2674186" y="344794"/>
                </a:lnTo>
                <a:lnTo>
                  <a:pt x="2687094" y="346525"/>
                </a:lnTo>
                <a:lnTo>
                  <a:pt x="2692434" y="346525"/>
                </a:lnTo>
                <a:lnTo>
                  <a:pt x="2708305" y="335052"/>
                </a:lnTo>
                <a:lnTo>
                  <a:pt x="2683486" y="335052"/>
                </a:lnTo>
                <a:lnTo>
                  <a:pt x="2669126" y="324156"/>
                </a:lnTo>
                <a:lnTo>
                  <a:pt x="2665464" y="292118"/>
                </a:lnTo>
                <a:lnTo>
                  <a:pt x="2678904" y="273446"/>
                </a:lnTo>
                <a:lnTo>
                  <a:pt x="2709219" y="273446"/>
                </a:lnTo>
                <a:lnTo>
                  <a:pt x="2680311" y="260584"/>
                </a:lnTo>
                <a:close/>
              </a:path>
              <a:path w="6441440" h="804544">
                <a:moveTo>
                  <a:pt x="2725194" y="333537"/>
                </a:moveTo>
                <a:lnTo>
                  <a:pt x="2710401" y="333537"/>
                </a:lnTo>
                <a:lnTo>
                  <a:pt x="2712855" y="344794"/>
                </a:lnTo>
                <a:lnTo>
                  <a:pt x="2725194" y="344794"/>
                </a:lnTo>
                <a:lnTo>
                  <a:pt x="2725194" y="333537"/>
                </a:lnTo>
                <a:close/>
              </a:path>
              <a:path w="6441440" h="804544">
                <a:moveTo>
                  <a:pt x="2709219" y="273446"/>
                </a:moveTo>
                <a:lnTo>
                  <a:pt x="2698440" y="273446"/>
                </a:lnTo>
                <a:lnTo>
                  <a:pt x="2711736" y="291594"/>
                </a:lnTo>
                <a:lnTo>
                  <a:pt x="2705350" y="328341"/>
                </a:lnTo>
                <a:lnTo>
                  <a:pt x="2688826" y="335052"/>
                </a:lnTo>
                <a:lnTo>
                  <a:pt x="2708305" y="335052"/>
                </a:lnTo>
                <a:lnTo>
                  <a:pt x="2710401" y="333537"/>
                </a:lnTo>
                <a:lnTo>
                  <a:pt x="2725194" y="333537"/>
                </a:lnTo>
                <a:lnTo>
                  <a:pt x="2725194" y="274871"/>
                </a:lnTo>
                <a:lnTo>
                  <a:pt x="2712422" y="274871"/>
                </a:lnTo>
                <a:lnTo>
                  <a:pt x="2709219" y="273446"/>
                </a:lnTo>
                <a:close/>
              </a:path>
              <a:path w="6441440" h="804544">
                <a:moveTo>
                  <a:pt x="2725194" y="233957"/>
                </a:moveTo>
                <a:lnTo>
                  <a:pt x="2712422" y="233957"/>
                </a:lnTo>
                <a:lnTo>
                  <a:pt x="2712422" y="274871"/>
                </a:lnTo>
                <a:lnTo>
                  <a:pt x="2725194" y="274871"/>
                </a:lnTo>
                <a:lnTo>
                  <a:pt x="2725194" y="233957"/>
                </a:lnTo>
                <a:close/>
              </a:path>
              <a:path w="6441440" h="804544">
                <a:moveTo>
                  <a:pt x="2776409" y="260584"/>
                </a:moveTo>
                <a:lnTo>
                  <a:pt x="2758622" y="269748"/>
                </a:lnTo>
                <a:lnTo>
                  <a:pt x="2748014" y="287860"/>
                </a:lnTo>
                <a:lnTo>
                  <a:pt x="2746463" y="312394"/>
                </a:lnTo>
                <a:lnTo>
                  <a:pt x="2754256" y="332671"/>
                </a:lnTo>
                <a:lnTo>
                  <a:pt x="2770293" y="344758"/>
                </a:lnTo>
                <a:lnTo>
                  <a:pt x="2785212" y="346525"/>
                </a:lnTo>
                <a:lnTo>
                  <a:pt x="2804930" y="342160"/>
                </a:lnTo>
                <a:lnTo>
                  <a:pt x="2810657" y="335052"/>
                </a:lnTo>
                <a:lnTo>
                  <a:pt x="2780053" y="335052"/>
                </a:lnTo>
                <a:lnTo>
                  <a:pt x="2764683" y="326123"/>
                </a:lnTo>
                <a:lnTo>
                  <a:pt x="2762419" y="307560"/>
                </a:lnTo>
                <a:lnTo>
                  <a:pt x="2755555" y="307560"/>
                </a:lnTo>
                <a:lnTo>
                  <a:pt x="2755555" y="296519"/>
                </a:lnTo>
                <a:lnTo>
                  <a:pt x="2761072" y="296519"/>
                </a:lnTo>
                <a:lnTo>
                  <a:pt x="2760227" y="289592"/>
                </a:lnTo>
                <a:lnTo>
                  <a:pt x="2778826" y="272057"/>
                </a:lnTo>
                <a:lnTo>
                  <a:pt x="2808376" y="272057"/>
                </a:lnTo>
                <a:lnTo>
                  <a:pt x="2804804" y="266537"/>
                </a:lnTo>
                <a:lnTo>
                  <a:pt x="2776409" y="260584"/>
                </a:lnTo>
                <a:close/>
              </a:path>
              <a:path w="6441440" h="804544">
                <a:moveTo>
                  <a:pt x="2805994" y="322064"/>
                </a:moveTo>
                <a:lnTo>
                  <a:pt x="2804912" y="324950"/>
                </a:lnTo>
                <a:lnTo>
                  <a:pt x="2780053" y="335052"/>
                </a:lnTo>
                <a:lnTo>
                  <a:pt x="2810657" y="335052"/>
                </a:lnTo>
                <a:lnTo>
                  <a:pt x="2818333" y="325527"/>
                </a:lnTo>
                <a:lnTo>
                  <a:pt x="2805994" y="322064"/>
                </a:lnTo>
                <a:close/>
              </a:path>
              <a:path w="6441440" h="804544">
                <a:moveTo>
                  <a:pt x="2761072" y="296519"/>
                </a:moveTo>
                <a:lnTo>
                  <a:pt x="2755555" y="296519"/>
                </a:lnTo>
                <a:lnTo>
                  <a:pt x="2755555" y="307560"/>
                </a:lnTo>
                <a:lnTo>
                  <a:pt x="2762419" y="307560"/>
                </a:lnTo>
                <a:lnTo>
                  <a:pt x="2761072" y="296519"/>
                </a:lnTo>
                <a:close/>
              </a:path>
              <a:path w="6441440" h="804544">
                <a:moveTo>
                  <a:pt x="2808376" y="272057"/>
                </a:moveTo>
                <a:lnTo>
                  <a:pt x="2778826" y="272057"/>
                </a:lnTo>
                <a:lnTo>
                  <a:pt x="2799355" y="277379"/>
                </a:lnTo>
                <a:lnTo>
                  <a:pt x="2806644" y="296519"/>
                </a:lnTo>
                <a:lnTo>
                  <a:pt x="2761072" y="296519"/>
                </a:lnTo>
                <a:lnTo>
                  <a:pt x="2762419" y="307560"/>
                </a:lnTo>
                <a:lnTo>
                  <a:pt x="2819632" y="307560"/>
                </a:lnTo>
                <a:lnTo>
                  <a:pt x="2818694" y="289592"/>
                </a:lnTo>
                <a:lnTo>
                  <a:pt x="2818604" y="287860"/>
                </a:lnTo>
                <a:lnTo>
                  <a:pt x="2808376" y="272057"/>
                </a:lnTo>
                <a:close/>
              </a:path>
              <a:path w="6441440" h="804544">
                <a:moveTo>
                  <a:pt x="2920485" y="260584"/>
                </a:moveTo>
                <a:lnTo>
                  <a:pt x="2902608" y="269514"/>
                </a:lnTo>
                <a:lnTo>
                  <a:pt x="2891892" y="287445"/>
                </a:lnTo>
                <a:lnTo>
                  <a:pt x="2890323" y="312250"/>
                </a:lnTo>
                <a:lnTo>
                  <a:pt x="2898206" y="332599"/>
                </a:lnTo>
                <a:lnTo>
                  <a:pt x="2913901" y="344740"/>
                </a:lnTo>
                <a:lnTo>
                  <a:pt x="2927990" y="346525"/>
                </a:lnTo>
                <a:lnTo>
                  <a:pt x="2935494" y="346525"/>
                </a:lnTo>
                <a:lnTo>
                  <a:pt x="2953354" y="337596"/>
                </a:lnTo>
                <a:lnTo>
                  <a:pt x="2954882" y="335052"/>
                </a:lnTo>
                <a:lnTo>
                  <a:pt x="2922289" y="335052"/>
                </a:lnTo>
                <a:lnTo>
                  <a:pt x="2910239" y="327746"/>
                </a:lnTo>
                <a:lnTo>
                  <a:pt x="2903095" y="298107"/>
                </a:lnTo>
                <a:lnTo>
                  <a:pt x="2917599" y="273537"/>
                </a:lnTo>
                <a:lnTo>
                  <a:pt x="2956475" y="273537"/>
                </a:lnTo>
                <a:lnTo>
                  <a:pt x="2942061" y="262370"/>
                </a:lnTo>
                <a:lnTo>
                  <a:pt x="2920485" y="260584"/>
                </a:lnTo>
                <a:close/>
              </a:path>
              <a:path w="6441440" h="804544">
                <a:moveTo>
                  <a:pt x="2956475" y="273537"/>
                </a:moveTo>
                <a:lnTo>
                  <a:pt x="2938381" y="273537"/>
                </a:lnTo>
                <a:lnTo>
                  <a:pt x="2952001" y="292929"/>
                </a:lnTo>
                <a:lnTo>
                  <a:pt x="2945741" y="327746"/>
                </a:lnTo>
                <a:lnTo>
                  <a:pt x="2927990" y="335052"/>
                </a:lnTo>
                <a:lnTo>
                  <a:pt x="2954882" y="335052"/>
                </a:lnTo>
                <a:lnTo>
                  <a:pt x="2964069" y="319754"/>
                </a:lnTo>
                <a:lnTo>
                  <a:pt x="2965657" y="295004"/>
                </a:lnTo>
                <a:lnTo>
                  <a:pt x="2957756" y="274529"/>
                </a:lnTo>
                <a:lnTo>
                  <a:pt x="2956475" y="273537"/>
                </a:lnTo>
                <a:close/>
              </a:path>
              <a:path w="6441440" h="804544">
                <a:moveTo>
                  <a:pt x="2997499" y="261739"/>
                </a:moveTo>
                <a:lnTo>
                  <a:pt x="2985153" y="261739"/>
                </a:lnTo>
                <a:lnTo>
                  <a:pt x="2985153" y="344794"/>
                </a:lnTo>
                <a:lnTo>
                  <a:pt x="2997926" y="344794"/>
                </a:lnTo>
                <a:lnTo>
                  <a:pt x="2997926" y="294787"/>
                </a:lnTo>
                <a:lnTo>
                  <a:pt x="3002526" y="279057"/>
                </a:lnTo>
                <a:lnTo>
                  <a:pt x="3016695" y="274655"/>
                </a:lnTo>
                <a:lnTo>
                  <a:pt x="2998575" y="274655"/>
                </a:lnTo>
                <a:lnTo>
                  <a:pt x="2997511" y="261883"/>
                </a:lnTo>
                <a:lnTo>
                  <a:pt x="2997499" y="261739"/>
                </a:lnTo>
                <a:close/>
              </a:path>
              <a:path w="6441440" h="804544">
                <a:moveTo>
                  <a:pt x="3043155" y="272057"/>
                </a:moveTo>
                <a:lnTo>
                  <a:pt x="3025057" y="272057"/>
                </a:lnTo>
                <a:lnTo>
                  <a:pt x="3036495" y="281221"/>
                </a:lnTo>
                <a:lnTo>
                  <a:pt x="3038190" y="344794"/>
                </a:lnTo>
                <a:lnTo>
                  <a:pt x="3050963" y="344794"/>
                </a:lnTo>
                <a:lnTo>
                  <a:pt x="3049829" y="281221"/>
                </a:lnTo>
                <a:lnTo>
                  <a:pt x="3049790" y="279057"/>
                </a:lnTo>
                <a:lnTo>
                  <a:pt x="3043155" y="272057"/>
                </a:lnTo>
                <a:close/>
              </a:path>
              <a:path w="6441440" h="804544">
                <a:moveTo>
                  <a:pt x="3033374" y="261739"/>
                </a:moveTo>
                <a:lnTo>
                  <a:pt x="3011419" y="261883"/>
                </a:lnTo>
                <a:lnTo>
                  <a:pt x="2998575" y="274655"/>
                </a:lnTo>
                <a:lnTo>
                  <a:pt x="3016695" y="274655"/>
                </a:lnTo>
                <a:lnTo>
                  <a:pt x="3025057" y="272057"/>
                </a:lnTo>
                <a:lnTo>
                  <a:pt x="3043155" y="272057"/>
                </a:lnTo>
                <a:lnTo>
                  <a:pt x="3033374" y="261739"/>
                </a:lnTo>
                <a:close/>
              </a:path>
              <a:path w="6441440" h="804544">
                <a:moveTo>
                  <a:pt x="3147861" y="241750"/>
                </a:moveTo>
                <a:lnTo>
                  <a:pt x="3135088" y="241750"/>
                </a:lnTo>
                <a:lnTo>
                  <a:pt x="3135088" y="324445"/>
                </a:lnTo>
                <a:lnTo>
                  <a:pt x="3140717" y="339634"/>
                </a:lnTo>
                <a:lnTo>
                  <a:pt x="3161949" y="345696"/>
                </a:lnTo>
                <a:lnTo>
                  <a:pt x="3147861" y="241750"/>
                </a:lnTo>
                <a:close/>
              </a:path>
              <a:path w="6441440" h="804544">
                <a:moveTo>
                  <a:pt x="3135088" y="261666"/>
                </a:moveTo>
                <a:lnTo>
                  <a:pt x="3122533" y="261666"/>
                </a:lnTo>
                <a:lnTo>
                  <a:pt x="3122533" y="272490"/>
                </a:lnTo>
                <a:lnTo>
                  <a:pt x="3135088" y="272490"/>
                </a:lnTo>
                <a:lnTo>
                  <a:pt x="3135088" y="261666"/>
                </a:lnTo>
                <a:close/>
              </a:path>
              <a:path w="6441440" h="804544">
                <a:moveTo>
                  <a:pt x="3165612" y="261666"/>
                </a:moveTo>
                <a:lnTo>
                  <a:pt x="3150560" y="261666"/>
                </a:lnTo>
                <a:lnTo>
                  <a:pt x="3152027" y="272490"/>
                </a:lnTo>
                <a:lnTo>
                  <a:pt x="3165612" y="272490"/>
                </a:lnTo>
                <a:lnTo>
                  <a:pt x="3165612" y="261666"/>
                </a:lnTo>
                <a:close/>
              </a:path>
              <a:path w="6441440" h="804544">
                <a:moveTo>
                  <a:pt x="3199382" y="233957"/>
                </a:moveTo>
                <a:lnTo>
                  <a:pt x="3186610" y="233957"/>
                </a:lnTo>
                <a:lnTo>
                  <a:pt x="3186610" y="344794"/>
                </a:lnTo>
                <a:lnTo>
                  <a:pt x="3199382" y="344794"/>
                </a:lnTo>
                <a:lnTo>
                  <a:pt x="3199382" y="294787"/>
                </a:lnTo>
                <a:lnTo>
                  <a:pt x="3204108" y="279057"/>
                </a:lnTo>
                <a:lnTo>
                  <a:pt x="3218675" y="274655"/>
                </a:lnTo>
                <a:lnTo>
                  <a:pt x="3200465" y="274655"/>
                </a:lnTo>
                <a:lnTo>
                  <a:pt x="3199382" y="233957"/>
                </a:lnTo>
                <a:close/>
              </a:path>
              <a:path w="6441440" h="804544">
                <a:moveTo>
                  <a:pt x="3248000" y="272057"/>
                </a:moveTo>
                <a:lnTo>
                  <a:pt x="3227272" y="272057"/>
                </a:lnTo>
                <a:lnTo>
                  <a:pt x="3238799" y="281131"/>
                </a:lnTo>
                <a:lnTo>
                  <a:pt x="3240513" y="344794"/>
                </a:lnTo>
                <a:lnTo>
                  <a:pt x="3253285" y="344794"/>
                </a:lnTo>
                <a:lnTo>
                  <a:pt x="3253285" y="291973"/>
                </a:lnTo>
                <a:lnTo>
                  <a:pt x="3248000" y="272057"/>
                </a:lnTo>
                <a:close/>
              </a:path>
              <a:path w="6441440" h="804544">
                <a:moveTo>
                  <a:pt x="3235552" y="261721"/>
                </a:moveTo>
                <a:lnTo>
                  <a:pt x="3213165" y="261865"/>
                </a:lnTo>
                <a:lnTo>
                  <a:pt x="3200465" y="274655"/>
                </a:lnTo>
                <a:lnTo>
                  <a:pt x="3218675" y="274655"/>
                </a:lnTo>
                <a:lnTo>
                  <a:pt x="3227272" y="272057"/>
                </a:lnTo>
                <a:lnTo>
                  <a:pt x="3248000" y="272057"/>
                </a:lnTo>
                <a:lnTo>
                  <a:pt x="3247368" y="269676"/>
                </a:lnTo>
                <a:lnTo>
                  <a:pt x="3235552" y="261721"/>
                </a:lnTo>
                <a:close/>
              </a:path>
              <a:path w="6441440" h="804544">
                <a:moveTo>
                  <a:pt x="3302701" y="260584"/>
                </a:moveTo>
                <a:lnTo>
                  <a:pt x="3284913" y="269748"/>
                </a:lnTo>
                <a:lnTo>
                  <a:pt x="3274306" y="287860"/>
                </a:lnTo>
                <a:lnTo>
                  <a:pt x="3272755" y="312394"/>
                </a:lnTo>
                <a:lnTo>
                  <a:pt x="3280548" y="332671"/>
                </a:lnTo>
                <a:lnTo>
                  <a:pt x="3296585" y="344758"/>
                </a:lnTo>
                <a:lnTo>
                  <a:pt x="3311504" y="346525"/>
                </a:lnTo>
                <a:lnTo>
                  <a:pt x="3331222" y="342160"/>
                </a:lnTo>
                <a:lnTo>
                  <a:pt x="3336949" y="335052"/>
                </a:lnTo>
                <a:lnTo>
                  <a:pt x="3306345" y="335052"/>
                </a:lnTo>
                <a:lnTo>
                  <a:pt x="3290975" y="326123"/>
                </a:lnTo>
                <a:lnTo>
                  <a:pt x="3288711" y="307560"/>
                </a:lnTo>
                <a:lnTo>
                  <a:pt x="3281847" y="307560"/>
                </a:lnTo>
                <a:lnTo>
                  <a:pt x="3281847" y="296519"/>
                </a:lnTo>
                <a:lnTo>
                  <a:pt x="3287364" y="296519"/>
                </a:lnTo>
                <a:lnTo>
                  <a:pt x="3286519" y="289592"/>
                </a:lnTo>
                <a:lnTo>
                  <a:pt x="3305118" y="272057"/>
                </a:lnTo>
                <a:lnTo>
                  <a:pt x="3334668" y="272057"/>
                </a:lnTo>
                <a:lnTo>
                  <a:pt x="3331095" y="266537"/>
                </a:lnTo>
                <a:lnTo>
                  <a:pt x="3302701" y="260584"/>
                </a:lnTo>
                <a:close/>
              </a:path>
              <a:path w="6441440" h="804544">
                <a:moveTo>
                  <a:pt x="3332286" y="322064"/>
                </a:moveTo>
                <a:lnTo>
                  <a:pt x="3331203" y="324950"/>
                </a:lnTo>
                <a:lnTo>
                  <a:pt x="3306345" y="335052"/>
                </a:lnTo>
                <a:lnTo>
                  <a:pt x="3336949" y="335052"/>
                </a:lnTo>
                <a:lnTo>
                  <a:pt x="3344625" y="325527"/>
                </a:lnTo>
                <a:lnTo>
                  <a:pt x="3332286" y="322064"/>
                </a:lnTo>
                <a:close/>
              </a:path>
              <a:path w="6441440" h="804544">
                <a:moveTo>
                  <a:pt x="3287364" y="296519"/>
                </a:moveTo>
                <a:lnTo>
                  <a:pt x="3281847" y="296519"/>
                </a:lnTo>
                <a:lnTo>
                  <a:pt x="3281847" y="307560"/>
                </a:lnTo>
                <a:lnTo>
                  <a:pt x="3288711" y="307560"/>
                </a:lnTo>
                <a:lnTo>
                  <a:pt x="3287364" y="296519"/>
                </a:lnTo>
                <a:close/>
              </a:path>
              <a:path w="6441440" h="804544">
                <a:moveTo>
                  <a:pt x="3334668" y="272057"/>
                </a:moveTo>
                <a:lnTo>
                  <a:pt x="3305118" y="272057"/>
                </a:lnTo>
                <a:lnTo>
                  <a:pt x="3325647" y="277379"/>
                </a:lnTo>
                <a:lnTo>
                  <a:pt x="3332935" y="296519"/>
                </a:lnTo>
                <a:lnTo>
                  <a:pt x="3287364" y="296519"/>
                </a:lnTo>
                <a:lnTo>
                  <a:pt x="3288711" y="307560"/>
                </a:lnTo>
                <a:lnTo>
                  <a:pt x="3345924" y="307560"/>
                </a:lnTo>
                <a:lnTo>
                  <a:pt x="3344986" y="289592"/>
                </a:lnTo>
                <a:lnTo>
                  <a:pt x="3344896" y="287860"/>
                </a:lnTo>
                <a:lnTo>
                  <a:pt x="3334668" y="272057"/>
                </a:lnTo>
                <a:close/>
              </a:path>
              <a:path w="6441440" h="804544">
                <a:moveTo>
                  <a:pt x="3432850" y="261666"/>
                </a:moveTo>
                <a:lnTo>
                  <a:pt x="3420511" y="261666"/>
                </a:lnTo>
                <a:lnTo>
                  <a:pt x="3420511" y="375966"/>
                </a:lnTo>
                <a:lnTo>
                  <a:pt x="3433283" y="375966"/>
                </a:lnTo>
                <a:lnTo>
                  <a:pt x="3433283" y="332021"/>
                </a:lnTo>
                <a:lnTo>
                  <a:pt x="3446607" y="332021"/>
                </a:lnTo>
                <a:lnTo>
                  <a:pt x="3440355" y="328341"/>
                </a:lnTo>
                <a:lnTo>
                  <a:pt x="3433067" y="303230"/>
                </a:lnTo>
                <a:lnTo>
                  <a:pt x="3440246" y="278606"/>
                </a:lnTo>
                <a:lnTo>
                  <a:pt x="3462291" y="272057"/>
                </a:lnTo>
                <a:lnTo>
                  <a:pt x="3483634" y="272057"/>
                </a:lnTo>
                <a:lnTo>
                  <a:pt x="3483051" y="271588"/>
                </a:lnTo>
                <a:lnTo>
                  <a:pt x="3436602" y="271588"/>
                </a:lnTo>
                <a:lnTo>
                  <a:pt x="3432850" y="261666"/>
                </a:lnTo>
                <a:close/>
              </a:path>
              <a:path w="6441440" h="804544">
                <a:moveTo>
                  <a:pt x="3446607" y="332021"/>
                </a:moveTo>
                <a:lnTo>
                  <a:pt x="3433283" y="332021"/>
                </a:lnTo>
                <a:lnTo>
                  <a:pt x="3465538" y="346525"/>
                </a:lnTo>
                <a:lnTo>
                  <a:pt x="3482261" y="337740"/>
                </a:lnTo>
                <a:lnTo>
                  <a:pt x="3483787" y="335052"/>
                </a:lnTo>
                <a:lnTo>
                  <a:pt x="3451756" y="335052"/>
                </a:lnTo>
                <a:lnTo>
                  <a:pt x="3446607" y="332021"/>
                </a:lnTo>
                <a:close/>
              </a:path>
              <a:path w="6441440" h="804544">
                <a:moveTo>
                  <a:pt x="3483634" y="272057"/>
                </a:moveTo>
                <a:lnTo>
                  <a:pt x="3462291" y="272057"/>
                </a:lnTo>
                <a:lnTo>
                  <a:pt x="3476651" y="282701"/>
                </a:lnTo>
                <a:lnTo>
                  <a:pt x="3480204" y="314523"/>
                </a:lnTo>
                <a:lnTo>
                  <a:pt x="3466675" y="333645"/>
                </a:lnTo>
                <a:lnTo>
                  <a:pt x="3451756" y="335052"/>
                </a:lnTo>
                <a:lnTo>
                  <a:pt x="3483787" y="335052"/>
                </a:lnTo>
                <a:lnTo>
                  <a:pt x="3492399" y="319881"/>
                </a:lnTo>
                <a:lnTo>
                  <a:pt x="3493897" y="294715"/>
                </a:lnTo>
                <a:lnTo>
                  <a:pt x="3486410" y="274294"/>
                </a:lnTo>
                <a:lnTo>
                  <a:pt x="3483634" y="272057"/>
                </a:lnTo>
                <a:close/>
              </a:path>
              <a:path w="6441440" h="804544">
                <a:moveTo>
                  <a:pt x="3452982" y="260584"/>
                </a:moveTo>
                <a:lnTo>
                  <a:pt x="3436602" y="271588"/>
                </a:lnTo>
                <a:lnTo>
                  <a:pt x="3483051" y="271588"/>
                </a:lnTo>
                <a:lnTo>
                  <a:pt x="3471563" y="262334"/>
                </a:lnTo>
                <a:lnTo>
                  <a:pt x="3452982" y="260584"/>
                </a:lnTo>
                <a:close/>
              </a:path>
              <a:path w="6441440" h="804544">
                <a:moveTo>
                  <a:pt x="3570755" y="273176"/>
                </a:moveTo>
                <a:lnTo>
                  <a:pt x="3534757" y="273176"/>
                </a:lnTo>
                <a:lnTo>
                  <a:pt x="3555899" y="273320"/>
                </a:lnTo>
                <a:lnTo>
                  <a:pt x="3563170" y="288726"/>
                </a:lnTo>
                <a:lnTo>
                  <a:pt x="3510421" y="312575"/>
                </a:lnTo>
                <a:lnTo>
                  <a:pt x="3515797" y="338841"/>
                </a:lnTo>
                <a:lnTo>
                  <a:pt x="3537842" y="346742"/>
                </a:lnTo>
                <a:lnTo>
                  <a:pt x="3542676" y="346742"/>
                </a:lnTo>
                <a:lnTo>
                  <a:pt x="3561654" y="335341"/>
                </a:lnTo>
                <a:lnTo>
                  <a:pt x="3534803" y="335341"/>
                </a:lnTo>
                <a:lnTo>
                  <a:pt x="3522255" y="326285"/>
                </a:lnTo>
                <a:lnTo>
                  <a:pt x="3526520" y="312575"/>
                </a:lnTo>
                <a:lnTo>
                  <a:pt x="3526621" y="312250"/>
                </a:lnTo>
                <a:lnTo>
                  <a:pt x="3575942" y="312250"/>
                </a:lnTo>
                <a:lnTo>
                  <a:pt x="3575942" y="283422"/>
                </a:lnTo>
                <a:lnTo>
                  <a:pt x="3570828" y="273320"/>
                </a:lnTo>
                <a:lnTo>
                  <a:pt x="3570755" y="273176"/>
                </a:lnTo>
                <a:close/>
              </a:path>
              <a:path w="6441440" h="804544">
                <a:moveTo>
                  <a:pt x="3575942" y="312250"/>
                </a:moveTo>
                <a:lnTo>
                  <a:pt x="3526621" y="312250"/>
                </a:lnTo>
                <a:lnTo>
                  <a:pt x="3563170" y="314703"/>
                </a:lnTo>
                <a:lnTo>
                  <a:pt x="3558696" y="327746"/>
                </a:lnTo>
                <a:lnTo>
                  <a:pt x="3539609" y="335341"/>
                </a:lnTo>
                <a:lnTo>
                  <a:pt x="3561654" y="335341"/>
                </a:lnTo>
                <a:lnTo>
                  <a:pt x="3563170" y="344794"/>
                </a:lnTo>
                <a:lnTo>
                  <a:pt x="3575942" y="344794"/>
                </a:lnTo>
                <a:lnTo>
                  <a:pt x="3575942" y="312250"/>
                </a:lnTo>
                <a:close/>
              </a:path>
              <a:path w="6441440" h="804544">
                <a:moveTo>
                  <a:pt x="3528136" y="263434"/>
                </a:moveTo>
                <a:lnTo>
                  <a:pt x="3511865" y="280067"/>
                </a:lnTo>
                <a:lnTo>
                  <a:pt x="3523987" y="284396"/>
                </a:lnTo>
                <a:lnTo>
                  <a:pt x="3534757" y="273176"/>
                </a:lnTo>
                <a:lnTo>
                  <a:pt x="3570755" y="273176"/>
                </a:lnTo>
                <a:lnTo>
                  <a:pt x="3567806" y="267349"/>
                </a:lnTo>
                <a:lnTo>
                  <a:pt x="3528136" y="263434"/>
                </a:lnTo>
                <a:close/>
              </a:path>
              <a:path w="6441440" h="804544">
                <a:moveTo>
                  <a:pt x="3617654" y="241750"/>
                </a:moveTo>
                <a:lnTo>
                  <a:pt x="3604882" y="241750"/>
                </a:lnTo>
                <a:lnTo>
                  <a:pt x="3604882" y="324445"/>
                </a:lnTo>
                <a:lnTo>
                  <a:pt x="3610510" y="339634"/>
                </a:lnTo>
                <a:lnTo>
                  <a:pt x="3631743" y="345696"/>
                </a:lnTo>
                <a:lnTo>
                  <a:pt x="3617654" y="241750"/>
                </a:lnTo>
                <a:close/>
              </a:path>
              <a:path w="6441440" h="804544">
                <a:moveTo>
                  <a:pt x="3604882" y="261666"/>
                </a:moveTo>
                <a:lnTo>
                  <a:pt x="3592326" y="261666"/>
                </a:lnTo>
                <a:lnTo>
                  <a:pt x="3592326" y="272490"/>
                </a:lnTo>
                <a:lnTo>
                  <a:pt x="3604882" y="272490"/>
                </a:lnTo>
                <a:lnTo>
                  <a:pt x="3604882" y="261666"/>
                </a:lnTo>
                <a:close/>
              </a:path>
              <a:path w="6441440" h="804544">
                <a:moveTo>
                  <a:pt x="3635405" y="261666"/>
                </a:moveTo>
                <a:lnTo>
                  <a:pt x="3620354" y="261666"/>
                </a:lnTo>
                <a:lnTo>
                  <a:pt x="3621821" y="272490"/>
                </a:lnTo>
                <a:lnTo>
                  <a:pt x="3635405" y="272490"/>
                </a:lnTo>
                <a:lnTo>
                  <a:pt x="3635405" y="261666"/>
                </a:lnTo>
                <a:close/>
              </a:path>
              <a:path w="6441440" h="804544">
                <a:moveTo>
                  <a:pt x="3667390" y="261666"/>
                </a:moveTo>
                <a:lnTo>
                  <a:pt x="3654617" y="261666"/>
                </a:lnTo>
                <a:lnTo>
                  <a:pt x="3654617" y="344794"/>
                </a:lnTo>
                <a:lnTo>
                  <a:pt x="3667390" y="344794"/>
                </a:lnTo>
                <a:lnTo>
                  <a:pt x="3667390" y="261666"/>
                </a:lnTo>
                <a:close/>
              </a:path>
              <a:path w="6441440" h="804544">
                <a:moveTo>
                  <a:pt x="3656476" y="231342"/>
                </a:moveTo>
                <a:lnTo>
                  <a:pt x="3661112" y="247812"/>
                </a:lnTo>
                <a:lnTo>
                  <a:pt x="3663601" y="247812"/>
                </a:lnTo>
                <a:lnTo>
                  <a:pt x="3670204" y="236771"/>
                </a:lnTo>
                <a:lnTo>
                  <a:pt x="3656476" y="231342"/>
                </a:lnTo>
                <a:close/>
              </a:path>
              <a:path w="6441440" h="804544">
                <a:moveTo>
                  <a:pt x="3716832" y="260584"/>
                </a:moveTo>
                <a:lnTo>
                  <a:pt x="3699045" y="269748"/>
                </a:lnTo>
                <a:lnTo>
                  <a:pt x="3688438" y="287860"/>
                </a:lnTo>
                <a:lnTo>
                  <a:pt x="3686886" y="312394"/>
                </a:lnTo>
                <a:lnTo>
                  <a:pt x="3694679" y="332671"/>
                </a:lnTo>
                <a:lnTo>
                  <a:pt x="3710717" y="344758"/>
                </a:lnTo>
                <a:lnTo>
                  <a:pt x="3725636" y="346525"/>
                </a:lnTo>
                <a:lnTo>
                  <a:pt x="3745353" y="342160"/>
                </a:lnTo>
                <a:lnTo>
                  <a:pt x="3751081" y="335052"/>
                </a:lnTo>
                <a:lnTo>
                  <a:pt x="3720476" y="335052"/>
                </a:lnTo>
                <a:lnTo>
                  <a:pt x="3705107" y="326123"/>
                </a:lnTo>
                <a:lnTo>
                  <a:pt x="3702842" y="307560"/>
                </a:lnTo>
                <a:lnTo>
                  <a:pt x="3695978" y="307560"/>
                </a:lnTo>
                <a:lnTo>
                  <a:pt x="3695978" y="296519"/>
                </a:lnTo>
                <a:lnTo>
                  <a:pt x="3701496" y="296519"/>
                </a:lnTo>
                <a:lnTo>
                  <a:pt x="3700651" y="289592"/>
                </a:lnTo>
                <a:lnTo>
                  <a:pt x="3719250" y="272057"/>
                </a:lnTo>
                <a:lnTo>
                  <a:pt x="3748799" y="272057"/>
                </a:lnTo>
                <a:lnTo>
                  <a:pt x="3745227" y="266537"/>
                </a:lnTo>
                <a:lnTo>
                  <a:pt x="3716832" y="260584"/>
                </a:lnTo>
                <a:close/>
              </a:path>
              <a:path w="6441440" h="804544">
                <a:moveTo>
                  <a:pt x="3746418" y="322064"/>
                </a:moveTo>
                <a:lnTo>
                  <a:pt x="3745335" y="324950"/>
                </a:lnTo>
                <a:lnTo>
                  <a:pt x="3720476" y="335052"/>
                </a:lnTo>
                <a:lnTo>
                  <a:pt x="3751081" y="335052"/>
                </a:lnTo>
                <a:lnTo>
                  <a:pt x="3758757" y="325527"/>
                </a:lnTo>
                <a:lnTo>
                  <a:pt x="3746418" y="322064"/>
                </a:lnTo>
                <a:close/>
              </a:path>
              <a:path w="6441440" h="804544">
                <a:moveTo>
                  <a:pt x="3701496" y="296519"/>
                </a:moveTo>
                <a:lnTo>
                  <a:pt x="3695978" y="296519"/>
                </a:lnTo>
                <a:lnTo>
                  <a:pt x="3695978" y="307560"/>
                </a:lnTo>
                <a:lnTo>
                  <a:pt x="3702842" y="307560"/>
                </a:lnTo>
                <a:lnTo>
                  <a:pt x="3701496" y="296519"/>
                </a:lnTo>
                <a:close/>
              </a:path>
              <a:path w="6441440" h="804544">
                <a:moveTo>
                  <a:pt x="3748799" y="272057"/>
                </a:moveTo>
                <a:lnTo>
                  <a:pt x="3719250" y="272057"/>
                </a:lnTo>
                <a:lnTo>
                  <a:pt x="3739779" y="277379"/>
                </a:lnTo>
                <a:lnTo>
                  <a:pt x="3747067" y="296519"/>
                </a:lnTo>
                <a:lnTo>
                  <a:pt x="3701496" y="296519"/>
                </a:lnTo>
                <a:lnTo>
                  <a:pt x="3702842" y="307560"/>
                </a:lnTo>
                <a:lnTo>
                  <a:pt x="3760056" y="307560"/>
                </a:lnTo>
                <a:lnTo>
                  <a:pt x="3759118" y="289592"/>
                </a:lnTo>
                <a:lnTo>
                  <a:pt x="3759027" y="287860"/>
                </a:lnTo>
                <a:lnTo>
                  <a:pt x="3748799" y="272057"/>
                </a:lnTo>
                <a:close/>
              </a:path>
              <a:path w="6441440" h="804544">
                <a:moveTo>
                  <a:pt x="3791830" y="261739"/>
                </a:moveTo>
                <a:lnTo>
                  <a:pt x="3779484" y="261739"/>
                </a:lnTo>
                <a:lnTo>
                  <a:pt x="3779484" y="344794"/>
                </a:lnTo>
                <a:lnTo>
                  <a:pt x="3792257" y="344794"/>
                </a:lnTo>
                <a:lnTo>
                  <a:pt x="3792257" y="294787"/>
                </a:lnTo>
                <a:lnTo>
                  <a:pt x="3796857" y="279057"/>
                </a:lnTo>
                <a:lnTo>
                  <a:pt x="3811026" y="274655"/>
                </a:lnTo>
                <a:lnTo>
                  <a:pt x="3792906" y="274655"/>
                </a:lnTo>
                <a:lnTo>
                  <a:pt x="3791842" y="261883"/>
                </a:lnTo>
                <a:lnTo>
                  <a:pt x="3791830" y="261739"/>
                </a:lnTo>
                <a:close/>
              </a:path>
              <a:path w="6441440" h="804544">
                <a:moveTo>
                  <a:pt x="3837486" y="272057"/>
                </a:moveTo>
                <a:lnTo>
                  <a:pt x="3819388" y="272057"/>
                </a:lnTo>
                <a:lnTo>
                  <a:pt x="3830826" y="281221"/>
                </a:lnTo>
                <a:lnTo>
                  <a:pt x="3832521" y="344794"/>
                </a:lnTo>
                <a:lnTo>
                  <a:pt x="3845293" y="344794"/>
                </a:lnTo>
                <a:lnTo>
                  <a:pt x="3844160" y="281221"/>
                </a:lnTo>
                <a:lnTo>
                  <a:pt x="3844121" y="279057"/>
                </a:lnTo>
                <a:lnTo>
                  <a:pt x="3837486" y="272057"/>
                </a:lnTo>
                <a:close/>
              </a:path>
              <a:path w="6441440" h="804544">
                <a:moveTo>
                  <a:pt x="3827705" y="261739"/>
                </a:moveTo>
                <a:lnTo>
                  <a:pt x="3805750" y="261883"/>
                </a:lnTo>
                <a:lnTo>
                  <a:pt x="3792906" y="274655"/>
                </a:lnTo>
                <a:lnTo>
                  <a:pt x="3811026" y="274655"/>
                </a:lnTo>
                <a:lnTo>
                  <a:pt x="3819388" y="272057"/>
                </a:lnTo>
                <a:lnTo>
                  <a:pt x="3837486" y="272057"/>
                </a:lnTo>
                <a:lnTo>
                  <a:pt x="3827705" y="261739"/>
                </a:lnTo>
                <a:close/>
              </a:path>
              <a:path w="6441440" h="804544">
                <a:moveTo>
                  <a:pt x="3887033" y="241750"/>
                </a:moveTo>
                <a:lnTo>
                  <a:pt x="3874261" y="241750"/>
                </a:lnTo>
                <a:lnTo>
                  <a:pt x="3874261" y="324445"/>
                </a:lnTo>
                <a:lnTo>
                  <a:pt x="3879889" y="339634"/>
                </a:lnTo>
                <a:lnTo>
                  <a:pt x="3901122" y="345696"/>
                </a:lnTo>
                <a:lnTo>
                  <a:pt x="3887033" y="241750"/>
                </a:lnTo>
                <a:close/>
              </a:path>
              <a:path w="6441440" h="804544">
                <a:moveTo>
                  <a:pt x="3874261" y="261666"/>
                </a:moveTo>
                <a:lnTo>
                  <a:pt x="3861705" y="261666"/>
                </a:lnTo>
                <a:lnTo>
                  <a:pt x="3861705" y="272490"/>
                </a:lnTo>
                <a:lnTo>
                  <a:pt x="3874261" y="272490"/>
                </a:lnTo>
                <a:lnTo>
                  <a:pt x="3874261" y="261666"/>
                </a:lnTo>
                <a:close/>
              </a:path>
              <a:path w="6441440" h="804544">
                <a:moveTo>
                  <a:pt x="3904784" y="261666"/>
                </a:moveTo>
                <a:lnTo>
                  <a:pt x="3889733" y="261666"/>
                </a:lnTo>
                <a:lnTo>
                  <a:pt x="3891200" y="272490"/>
                </a:lnTo>
                <a:lnTo>
                  <a:pt x="3904784" y="272490"/>
                </a:lnTo>
                <a:lnTo>
                  <a:pt x="3904784" y="261666"/>
                </a:lnTo>
                <a:close/>
              </a:path>
              <a:path w="6441440" h="804544">
                <a:moveTo>
                  <a:pt x="3939569" y="233957"/>
                </a:moveTo>
                <a:lnTo>
                  <a:pt x="3927447" y="233957"/>
                </a:lnTo>
                <a:lnTo>
                  <a:pt x="3927447" y="243915"/>
                </a:lnTo>
                <a:lnTo>
                  <a:pt x="3919004" y="265346"/>
                </a:lnTo>
                <a:lnTo>
                  <a:pt x="3925931" y="270975"/>
                </a:lnTo>
                <a:lnTo>
                  <a:pt x="3928817" y="268666"/>
                </a:lnTo>
                <a:lnTo>
                  <a:pt x="3939569" y="233957"/>
                </a:lnTo>
                <a:close/>
              </a:path>
              <a:path w="6441440" h="804544">
                <a:moveTo>
                  <a:pt x="3953126" y="321847"/>
                </a:moveTo>
                <a:lnTo>
                  <a:pt x="3941003" y="324878"/>
                </a:lnTo>
                <a:lnTo>
                  <a:pt x="3942483" y="331949"/>
                </a:lnTo>
                <a:lnTo>
                  <a:pt x="3957113" y="344685"/>
                </a:lnTo>
                <a:lnTo>
                  <a:pt x="3979067" y="346525"/>
                </a:lnTo>
                <a:lnTo>
                  <a:pt x="3998262" y="338155"/>
                </a:lnTo>
                <a:lnTo>
                  <a:pt x="3999485" y="334150"/>
                </a:lnTo>
                <a:lnTo>
                  <a:pt x="3962922" y="334150"/>
                </a:lnTo>
                <a:lnTo>
                  <a:pt x="3953126" y="321847"/>
                </a:lnTo>
                <a:close/>
              </a:path>
              <a:path w="6441440" h="804544">
                <a:moveTo>
                  <a:pt x="3974125" y="260584"/>
                </a:moveTo>
                <a:lnTo>
                  <a:pt x="3950222" y="268558"/>
                </a:lnTo>
                <a:lnTo>
                  <a:pt x="3943601" y="290350"/>
                </a:lnTo>
                <a:lnTo>
                  <a:pt x="3952477" y="302743"/>
                </a:lnTo>
                <a:lnTo>
                  <a:pt x="3986825" y="313044"/>
                </a:lnTo>
                <a:lnTo>
                  <a:pt x="3991876" y="325852"/>
                </a:lnTo>
                <a:lnTo>
                  <a:pt x="3983072" y="334006"/>
                </a:lnTo>
                <a:lnTo>
                  <a:pt x="3962922" y="334150"/>
                </a:lnTo>
                <a:lnTo>
                  <a:pt x="3999485" y="334150"/>
                </a:lnTo>
                <a:lnTo>
                  <a:pt x="4005081" y="315822"/>
                </a:lnTo>
                <a:lnTo>
                  <a:pt x="3995971" y="303681"/>
                </a:lnTo>
                <a:lnTo>
                  <a:pt x="3957528" y="289646"/>
                </a:lnTo>
                <a:lnTo>
                  <a:pt x="3957930" y="280283"/>
                </a:lnTo>
                <a:lnTo>
                  <a:pt x="3958051" y="277451"/>
                </a:lnTo>
                <a:lnTo>
                  <a:pt x="3977841" y="271624"/>
                </a:lnTo>
                <a:lnTo>
                  <a:pt x="3998657" y="271624"/>
                </a:lnTo>
                <a:lnTo>
                  <a:pt x="3988809" y="262388"/>
                </a:lnTo>
                <a:lnTo>
                  <a:pt x="3974125" y="260584"/>
                </a:lnTo>
                <a:close/>
              </a:path>
              <a:path w="6441440" h="804544">
                <a:moveTo>
                  <a:pt x="3998657" y="271624"/>
                </a:moveTo>
                <a:lnTo>
                  <a:pt x="3977841" y="271624"/>
                </a:lnTo>
                <a:lnTo>
                  <a:pt x="3992092" y="283531"/>
                </a:lnTo>
                <a:lnTo>
                  <a:pt x="4003566" y="280283"/>
                </a:lnTo>
                <a:lnTo>
                  <a:pt x="4001581" y="274366"/>
                </a:lnTo>
                <a:lnTo>
                  <a:pt x="3998657" y="271624"/>
                </a:lnTo>
                <a:close/>
              </a:path>
              <a:path w="6441440" h="804544">
                <a:moveTo>
                  <a:pt x="4087908" y="321847"/>
                </a:moveTo>
                <a:lnTo>
                  <a:pt x="4075785" y="324878"/>
                </a:lnTo>
                <a:lnTo>
                  <a:pt x="4077265" y="331949"/>
                </a:lnTo>
                <a:lnTo>
                  <a:pt x="4091895" y="344685"/>
                </a:lnTo>
                <a:lnTo>
                  <a:pt x="4113849" y="346525"/>
                </a:lnTo>
                <a:lnTo>
                  <a:pt x="4133044" y="338155"/>
                </a:lnTo>
                <a:lnTo>
                  <a:pt x="4134266" y="334150"/>
                </a:lnTo>
                <a:lnTo>
                  <a:pt x="4097704" y="334150"/>
                </a:lnTo>
                <a:lnTo>
                  <a:pt x="4087908" y="321847"/>
                </a:lnTo>
                <a:close/>
              </a:path>
              <a:path w="6441440" h="804544">
                <a:moveTo>
                  <a:pt x="4108906" y="260584"/>
                </a:moveTo>
                <a:lnTo>
                  <a:pt x="4085004" y="268558"/>
                </a:lnTo>
                <a:lnTo>
                  <a:pt x="4078383" y="290350"/>
                </a:lnTo>
                <a:lnTo>
                  <a:pt x="4087258" y="302743"/>
                </a:lnTo>
                <a:lnTo>
                  <a:pt x="4121606" y="313044"/>
                </a:lnTo>
                <a:lnTo>
                  <a:pt x="4126657" y="325852"/>
                </a:lnTo>
                <a:lnTo>
                  <a:pt x="4117854" y="334006"/>
                </a:lnTo>
                <a:lnTo>
                  <a:pt x="4097704" y="334150"/>
                </a:lnTo>
                <a:lnTo>
                  <a:pt x="4134266" y="334150"/>
                </a:lnTo>
                <a:lnTo>
                  <a:pt x="4139863" y="315822"/>
                </a:lnTo>
                <a:lnTo>
                  <a:pt x="4130752" y="303681"/>
                </a:lnTo>
                <a:lnTo>
                  <a:pt x="4092310" y="289646"/>
                </a:lnTo>
                <a:lnTo>
                  <a:pt x="4092711" y="280283"/>
                </a:lnTo>
                <a:lnTo>
                  <a:pt x="4092833" y="277451"/>
                </a:lnTo>
                <a:lnTo>
                  <a:pt x="4112622" y="271624"/>
                </a:lnTo>
                <a:lnTo>
                  <a:pt x="4133439" y="271624"/>
                </a:lnTo>
                <a:lnTo>
                  <a:pt x="4123591" y="262388"/>
                </a:lnTo>
                <a:lnTo>
                  <a:pt x="4108906" y="260584"/>
                </a:lnTo>
                <a:close/>
              </a:path>
              <a:path w="6441440" h="804544">
                <a:moveTo>
                  <a:pt x="4133439" y="271624"/>
                </a:moveTo>
                <a:lnTo>
                  <a:pt x="4112622" y="271624"/>
                </a:lnTo>
                <a:lnTo>
                  <a:pt x="4126874" y="283531"/>
                </a:lnTo>
                <a:lnTo>
                  <a:pt x="4138347" y="280283"/>
                </a:lnTo>
                <a:lnTo>
                  <a:pt x="4136363" y="274366"/>
                </a:lnTo>
                <a:lnTo>
                  <a:pt x="4133439" y="271624"/>
                </a:lnTo>
                <a:close/>
              </a:path>
              <a:path w="6441440" h="804544">
                <a:moveTo>
                  <a:pt x="4171861" y="233957"/>
                </a:moveTo>
                <a:lnTo>
                  <a:pt x="4159088" y="233957"/>
                </a:lnTo>
                <a:lnTo>
                  <a:pt x="4159088" y="344794"/>
                </a:lnTo>
                <a:lnTo>
                  <a:pt x="4171861" y="344794"/>
                </a:lnTo>
                <a:lnTo>
                  <a:pt x="4171861" y="233957"/>
                </a:lnTo>
                <a:close/>
              </a:path>
              <a:path w="6441440" h="804544">
                <a:moveTo>
                  <a:pt x="4208026" y="261666"/>
                </a:moveTo>
                <a:lnTo>
                  <a:pt x="4195253" y="261666"/>
                </a:lnTo>
                <a:lnTo>
                  <a:pt x="4195253" y="344794"/>
                </a:lnTo>
                <a:lnTo>
                  <a:pt x="4208026" y="344794"/>
                </a:lnTo>
                <a:lnTo>
                  <a:pt x="4208026" y="261666"/>
                </a:lnTo>
                <a:close/>
              </a:path>
              <a:path w="6441440" h="804544">
                <a:moveTo>
                  <a:pt x="4197112" y="231342"/>
                </a:moveTo>
                <a:lnTo>
                  <a:pt x="4201748" y="247812"/>
                </a:lnTo>
                <a:lnTo>
                  <a:pt x="4204237" y="247812"/>
                </a:lnTo>
                <a:lnTo>
                  <a:pt x="4210840" y="236771"/>
                </a:lnTo>
                <a:lnTo>
                  <a:pt x="4197112" y="231342"/>
                </a:lnTo>
                <a:close/>
              </a:path>
              <a:path w="6441440" h="804544">
                <a:moveTo>
                  <a:pt x="4243758" y="261666"/>
                </a:moveTo>
                <a:lnTo>
                  <a:pt x="4231419" y="261666"/>
                </a:lnTo>
                <a:lnTo>
                  <a:pt x="4231419" y="375966"/>
                </a:lnTo>
                <a:lnTo>
                  <a:pt x="4244191" y="375966"/>
                </a:lnTo>
                <a:lnTo>
                  <a:pt x="4244191" y="332021"/>
                </a:lnTo>
                <a:lnTo>
                  <a:pt x="4257515" y="332021"/>
                </a:lnTo>
                <a:lnTo>
                  <a:pt x="4251262" y="328341"/>
                </a:lnTo>
                <a:lnTo>
                  <a:pt x="4243974" y="303230"/>
                </a:lnTo>
                <a:lnTo>
                  <a:pt x="4251154" y="278606"/>
                </a:lnTo>
                <a:lnTo>
                  <a:pt x="4273199" y="272057"/>
                </a:lnTo>
                <a:lnTo>
                  <a:pt x="4294541" y="272057"/>
                </a:lnTo>
                <a:lnTo>
                  <a:pt x="4293959" y="271588"/>
                </a:lnTo>
                <a:lnTo>
                  <a:pt x="4247510" y="271588"/>
                </a:lnTo>
                <a:lnTo>
                  <a:pt x="4243758" y="261666"/>
                </a:lnTo>
                <a:close/>
              </a:path>
              <a:path w="6441440" h="804544">
                <a:moveTo>
                  <a:pt x="4257515" y="332021"/>
                </a:moveTo>
                <a:lnTo>
                  <a:pt x="4244191" y="332021"/>
                </a:lnTo>
                <a:lnTo>
                  <a:pt x="4276446" y="346525"/>
                </a:lnTo>
                <a:lnTo>
                  <a:pt x="4293169" y="337740"/>
                </a:lnTo>
                <a:lnTo>
                  <a:pt x="4294695" y="335052"/>
                </a:lnTo>
                <a:lnTo>
                  <a:pt x="4262664" y="335052"/>
                </a:lnTo>
                <a:lnTo>
                  <a:pt x="4257515" y="332021"/>
                </a:lnTo>
                <a:close/>
              </a:path>
              <a:path w="6441440" h="804544">
                <a:moveTo>
                  <a:pt x="4294541" y="272057"/>
                </a:moveTo>
                <a:lnTo>
                  <a:pt x="4273199" y="272057"/>
                </a:lnTo>
                <a:lnTo>
                  <a:pt x="4287559" y="282701"/>
                </a:lnTo>
                <a:lnTo>
                  <a:pt x="4291112" y="314523"/>
                </a:lnTo>
                <a:lnTo>
                  <a:pt x="4277583" y="333645"/>
                </a:lnTo>
                <a:lnTo>
                  <a:pt x="4262664" y="335052"/>
                </a:lnTo>
                <a:lnTo>
                  <a:pt x="4294695" y="335052"/>
                </a:lnTo>
                <a:lnTo>
                  <a:pt x="4303307" y="319881"/>
                </a:lnTo>
                <a:lnTo>
                  <a:pt x="4304804" y="294715"/>
                </a:lnTo>
                <a:lnTo>
                  <a:pt x="4297318" y="274294"/>
                </a:lnTo>
                <a:lnTo>
                  <a:pt x="4294541" y="272057"/>
                </a:lnTo>
                <a:close/>
              </a:path>
              <a:path w="6441440" h="804544">
                <a:moveTo>
                  <a:pt x="4263890" y="260584"/>
                </a:moveTo>
                <a:lnTo>
                  <a:pt x="4247510" y="271588"/>
                </a:lnTo>
                <a:lnTo>
                  <a:pt x="4293959" y="271588"/>
                </a:lnTo>
                <a:lnTo>
                  <a:pt x="4282471" y="262334"/>
                </a:lnTo>
                <a:lnTo>
                  <a:pt x="4263890" y="260584"/>
                </a:lnTo>
                <a:close/>
              </a:path>
              <a:path w="6441440" h="804544">
                <a:moveTo>
                  <a:pt x="4338557" y="327133"/>
                </a:moveTo>
                <a:lnTo>
                  <a:pt x="4323854" y="333248"/>
                </a:lnTo>
                <a:lnTo>
                  <a:pt x="4333596" y="345660"/>
                </a:lnTo>
                <a:lnTo>
                  <a:pt x="4338557" y="327133"/>
                </a:lnTo>
                <a:close/>
              </a:path>
              <a:path w="6441440" h="804544">
                <a:moveTo>
                  <a:pt x="4460848" y="232875"/>
                </a:moveTo>
                <a:lnTo>
                  <a:pt x="4432659" y="247758"/>
                </a:lnTo>
                <a:lnTo>
                  <a:pt x="4419214" y="280906"/>
                </a:lnTo>
                <a:lnTo>
                  <a:pt x="4425150" y="319682"/>
                </a:lnTo>
                <a:lnTo>
                  <a:pt x="4448239" y="342412"/>
                </a:lnTo>
                <a:lnTo>
                  <a:pt x="4481136" y="344577"/>
                </a:lnTo>
                <a:lnTo>
                  <a:pt x="4495896" y="333753"/>
                </a:lnTo>
                <a:lnTo>
                  <a:pt x="4461031" y="333753"/>
                </a:lnTo>
                <a:lnTo>
                  <a:pt x="4444092" y="325275"/>
                </a:lnTo>
                <a:lnTo>
                  <a:pt x="4433394" y="307073"/>
                </a:lnTo>
                <a:lnTo>
                  <a:pt x="4431872" y="280906"/>
                </a:lnTo>
                <a:lnTo>
                  <a:pt x="4431807" y="279778"/>
                </a:lnTo>
                <a:lnTo>
                  <a:pt x="4439780" y="258473"/>
                </a:lnTo>
                <a:lnTo>
                  <a:pt x="4454952" y="246693"/>
                </a:lnTo>
                <a:lnTo>
                  <a:pt x="4474453" y="244998"/>
                </a:lnTo>
                <a:lnTo>
                  <a:pt x="4497259" y="244998"/>
                </a:lnTo>
                <a:lnTo>
                  <a:pt x="4492962" y="239369"/>
                </a:lnTo>
                <a:lnTo>
                  <a:pt x="4460848" y="232875"/>
                </a:lnTo>
                <a:close/>
              </a:path>
              <a:path w="6441440" h="804544">
                <a:moveTo>
                  <a:pt x="4497259" y="244998"/>
                </a:moveTo>
                <a:lnTo>
                  <a:pt x="4474453" y="244998"/>
                </a:lnTo>
                <a:lnTo>
                  <a:pt x="4495685" y="258473"/>
                </a:lnTo>
                <a:lnTo>
                  <a:pt x="4503677" y="289375"/>
                </a:lnTo>
                <a:lnTo>
                  <a:pt x="4503677" y="298973"/>
                </a:lnTo>
                <a:lnTo>
                  <a:pt x="4495685" y="320278"/>
                </a:lnTo>
                <a:lnTo>
                  <a:pt x="4480514" y="332058"/>
                </a:lnTo>
                <a:lnTo>
                  <a:pt x="4461031" y="333753"/>
                </a:lnTo>
                <a:lnTo>
                  <a:pt x="4495896" y="333753"/>
                </a:lnTo>
                <a:lnTo>
                  <a:pt x="4506874" y="325703"/>
                </a:lnTo>
                <a:lnTo>
                  <a:pt x="4516666" y="289375"/>
                </a:lnTo>
                <a:lnTo>
                  <a:pt x="4513104" y="265752"/>
                </a:lnTo>
                <a:lnTo>
                  <a:pt x="4497259" y="244998"/>
                </a:lnTo>
                <a:close/>
              </a:path>
              <a:path w="6441440" h="804544">
                <a:moveTo>
                  <a:pt x="4549847" y="261739"/>
                </a:moveTo>
                <a:lnTo>
                  <a:pt x="4537502" y="261739"/>
                </a:lnTo>
                <a:lnTo>
                  <a:pt x="4537502" y="344794"/>
                </a:lnTo>
                <a:lnTo>
                  <a:pt x="4550274" y="344794"/>
                </a:lnTo>
                <a:lnTo>
                  <a:pt x="4550274" y="294787"/>
                </a:lnTo>
                <a:lnTo>
                  <a:pt x="4554874" y="279057"/>
                </a:lnTo>
                <a:lnTo>
                  <a:pt x="4569043" y="274655"/>
                </a:lnTo>
                <a:lnTo>
                  <a:pt x="4550923" y="274655"/>
                </a:lnTo>
                <a:lnTo>
                  <a:pt x="4549859" y="261883"/>
                </a:lnTo>
                <a:lnTo>
                  <a:pt x="4549847" y="261739"/>
                </a:lnTo>
                <a:close/>
              </a:path>
              <a:path w="6441440" h="804544">
                <a:moveTo>
                  <a:pt x="4595503" y="272057"/>
                </a:moveTo>
                <a:lnTo>
                  <a:pt x="4577406" y="272057"/>
                </a:lnTo>
                <a:lnTo>
                  <a:pt x="4588843" y="281221"/>
                </a:lnTo>
                <a:lnTo>
                  <a:pt x="4590539" y="344794"/>
                </a:lnTo>
                <a:lnTo>
                  <a:pt x="4603311" y="344794"/>
                </a:lnTo>
                <a:lnTo>
                  <a:pt x="4602177" y="281221"/>
                </a:lnTo>
                <a:lnTo>
                  <a:pt x="4602138" y="279057"/>
                </a:lnTo>
                <a:lnTo>
                  <a:pt x="4595503" y="272057"/>
                </a:lnTo>
                <a:close/>
              </a:path>
              <a:path w="6441440" h="804544">
                <a:moveTo>
                  <a:pt x="4585722" y="261739"/>
                </a:moveTo>
                <a:lnTo>
                  <a:pt x="4563768" y="261883"/>
                </a:lnTo>
                <a:lnTo>
                  <a:pt x="4550923" y="274655"/>
                </a:lnTo>
                <a:lnTo>
                  <a:pt x="4569043" y="274655"/>
                </a:lnTo>
                <a:lnTo>
                  <a:pt x="4577406" y="272057"/>
                </a:lnTo>
                <a:lnTo>
                  <a:pt x="4595503" y="272057"/>
                </a:lnTo>
                <a:lnTo>
                  <a:pt x="4585722" y="261739"/>
                </a:lnTo>
                <a:close/>
              </a:path>
              <a:path w="6441440" h="804544">
                <a:moveTo>
                  <a:pt x="4652699" y="260584"/>
                </a:moveTo>
                <a:lnTo>
                  <a:pt x="4634912" y="269748"/>
                </a:lnTo>
                <a:lnTo>
                  <a:pt x="4624305" y="287770"/>
                </a:lnTo>
                <a:lnTo>
                  <a:pt x="4622753" y="311961"/>
                </a:lnTo>
                <a:lnTo>
                  <a:pt x="4630330" y="332256"/>
                </a:lnTo>
                <a:lnTo>
                  <a:pt x="4645916" y="344685"/>
                </a:lnTo>
                <a:lnTo>
                  <a:pt x="4660420" y="346525"/>
                </a:lnTo>
                <a:lnTo>
                  <a:pt x="4681202" y="340807"/>
                </a:lnTo>
                <a:lnTo>
                  <a:pt x="4684584" y="335052"/>
                </a:lnTo>
                <a:lnTo>
                  <a:pt x="4655369" y="335052"/>
                </a:lnTo>
                <a:lnTo>
                  <a:pt x="4640613" y="324770"/>
                </a:lnTo>
                <a:lnTo>
                  <a:pt x="4636554" y="291486"/>
                </a:lnTo>
                <a:lnTo>
                  <a:pt x="4651076" y="273356"/>
                </a:lnTo>
                <a:lnTo>
                  <a:pt x="4686295" y="273356"/>
                </a:lnTo>
                <a:lnTo>
                  <a:pt x="4680697" y="265996"/>
                </a:lnTo>
                <a:lnTo>
                  <a:pt x="4652699" y="260584"/>
                </a:lnTo>
                <a:close/>
              </a:path>
              <a:path w="6441440" h="804544">
                <a:moveTo>
                  <a:pt x="4693108" y="320548"/>
                </a:moveTo>
                <a:lnTo>
                  <a:pt x="4680336" y="320548"/>
                </a:lnTo>
                <a:lnTo>
                  <a:pt x="4679542" y="323579"/>
                </a:lnTo>
                <a:lnTo>
                  <a:pt x="4655369" y="335052"/>
                </a:lnTo>
                <a:lnTo>
                  <a:pt x="4684584" y="335052"/>
                </a:lnTo>
                <a:lnTo>
                  <a:pt x="4693108" y="320548"/>
                </a:lnTo>
                <a:close/>
              </a:path>
              <a:path w="6441440" h="804544">
                <a:moveTo>
                  <a:pt x="4686295" y="273356"/>
                </a:moveTo>
                <a:lnTo>
                  <a:pt x="4651076" y="273356"/>
                </a:lnTo>
                <a:lnTo>
                  <a:pt x="4670522" y="273537"/>
                </a:lnTo>
                <a:lnTo>
                  <a:pt x="4680336" y="286561"/>
                </a:lnTo>
                <a:lnTo>
                  <a:pt x="4693108" y="286561"/>
                </a:lnTo>
                <a:lnTo>
                  <a:pt x="4692387" y="281366"/>
                </a:lnTo>
                <a:lnTo>
                  <a:pt x="4686295" y="273356"/>
                </a:lnTo>
                <a:close/>
              </a:path>
              <a:path w="6441440" h="804544">
                <a:moveTo>
                  <a:pt x="4737829" y="260584"/>
                </a:moveTo>
                <a:lnTo>
                  <a:pt x="4720042" y="269748"/>
                </a:lnTo>
                <a:lnTo>
                  <a:pt x="4709434" y="287860"/>
                </a:lnTo>
                <a:lnTo>
                  <a:pt x="4707883" y="312394"/>
                </a:lnTo>
                <a:lnTo>
                  <a:pt x="4715676" y="332671"/>
                </a:lnTo>
                <a:lnTo>
                  <a:pt x="4731713" y="344758"/>
                </a:lnTo>
                <a:lnTo>
                  <a:pt x="4746632" y="346525"/>
                </a:lnTo>
                <a:lnTo>
                  <a:pt x="4766350" y="342160"/>
                </a:lnTo>
                <a:lnTo>
                  <a:pt x="4772078" y="335052"/>
                </a:lnTo>
                <a:lnTo>
                  <a:pt x="4741473" y="335052"/>
                </a:lnTo>
                <a:lnTo>
                  <a:pt x="4726103" y="326123"/>
                </a:lnTo>
                <a:lnTo>
                  <a:pt x="4723839" y="307560"/>
                </a:lnTo>
                <a:lnTo>
                  <a:pt x="4716975" y="307560"/>
                </a:lnTo>
                <a:lnTo>
                  <a:pt x="4716975" y="296519"/>
                </a:lnTo>
                <a:lnTo>
                  <a:pt x="4722492" y="296519"/>
                </a:lnTo>
                <a:lnTo>
                  <a:pt x="4721647" y="289592"/>
                </a:lnTo>
                <a:lnTo>
                  <a:pt x="4740246" y="272057"/>
                </a:lnTo>
                <a:lnTo>
                  <a:pt x="4769796" y="272057"/>
                </a:lnTo>
                <a:lnTo>
                  <a:pt x="4766223" y="266537"/>
                </a:lnTo>
                <a:lnTo>
                  <a:pt x="4737829" y="260584"/>
                </a:lnTo>
                <a:close/>
              </a:path>
              <a:path w="6441440" h="804544">
                <a:moveTo>
                  <a:pt x="4767414" y="322064"/>
                </a:moveTo>
                <a:lnTo>
                  <a:pt x="4766332" y="324950"/>
                </a:lnTo>
                <a:lnTo>
                  <a:pt x="4741473" y="335052"/>
                </a:lnTo>
                <a:lnTo>
                  <a:pt x="4772078" y="335052"/>
                </a:lnTo>
                <a:lnTo>
                  <a:pt x="4779753" y="325527"/>
                </a:lnTo>
                <a:lnTo>
                  <a:pt x="4767414" y="322064"/>
                </a:lnTo>
                <a:close/>
              </a:path>
              <a:path w="6441440" h="804544">
                <a:moveTo>
                  <a:pt x="4722492" y="296519"/>
                </a:moveTo>
                <a:lnTo>
                  <a:pt x="4716975" y="296519"/>
                </a:lnTo>
                <a:lnTo>
                  <a:pt x="4716975" y="307560"/>
                </a:lnTo>
                <a:lnTo>
                  <a:pt x="4723839" y="307560"/>
                </a:lnTo>
                <a:lnTo>
                  <a:pt x="4722492" y="296519"/>
                </a:lnTo>
                <a:close/>
              </a:path>
              <a:path w="6441440" h="804544">
                <a:moveTo>
                  <a:pt x="4769796" y="272057"/>
                </a:moveTo>
                <a:lnTo>
                  <a:pt x="4740246" y="272057"/>
                </a:lnTo>
                <a:lnTo>
                  <a:pt x="4760776" y="277379"/>
                </a:lnTo>
                <a:lnTo>
                  <a:pt x="4768063" y="296519"/>
                </a:lnTo>
                <a:lnTo>
                  <a:pt x="4722492" y="296519"/>
                </a:lnTo>
                <a:lnTo>
                  <a:pt x="4723839" y="307560"/>
                </a:lnTo>
                <a:lnTo>
                  <a:pt x="4781052" y="307560"/>
                </a:lnTo>
                <a:lnTo>
                  <a:pt x="4780114" y="289592"/>
                </a:lnTo>
                <a:lnTo>
                  <a:pt x="4780024" y="287860"/>
                </a:lnTo>
                <a:lnTo>
                  <a:pt x="4769796" y="272057"/>
                </a:lnTo>
                <a:close/>
              </a:path>
              <a:path w="6441440" h="804544">
                <a:moveTo>
                  <a:pt x="4864082" y="321847"/>
                </a:moveTo>
                <a:lnTo>
                  <a:pt x="4851959" y="324878"/>
                </a:lnTo>
                <a:lnTo>
                  <a:pt x="4853439" y="331949"/>
                </a:lnTo>
                <a:lnTo>
                  <a:pt x="4868069" y="344685"/>
                </a:lnTo>
                <a:lnTo>
                  <a:pt x="4890023" y="346525"/>
                </a:lnTo>
                <a:lnTo>
                  <a:pt x="4909218" y="338155"/>
                </a:lnTo>
                <a:lnTo>
                  <a:pt x="4910441" y="334150"/>
                </a:lnTo>
                <a:lnTo>
                  <a:pt x="4873878" y="334150"/>
                </a:lnTo>
                <a:lnTo>
                  <a:pt x="4864082" y="321847"/>
                </a:lnTo>
                <a:close/>
              </a:path>
              <a:path w="6441440" h="804544">
                <a:moveTo>
                  <a:pt x="4885081" y="260584"/>
                </a:moveTo>
                <a:lnTo>
                  <a:pt x="4861178" y="268558"/>
                </a:lnTo>
                <a:lnTo>
                  <a:pt x="4854557" y="290350"/>
                </a:lnTo>
                <a:lnTo>
                  <a:pt x="4863433" y="302743"/>
                </a:lnTo>
                <a:lnTo>
                  <a:pt x="4897781" y="313044"/>
                </a:lnTo>
                <a:lnTo>
                  <a:pt x="4902832" y="325852"/>
                </a:lnTo>
                <a:lnTo>
                  <a:pt x="4894028" y="334006"/>
                </a:lnTo>
                <a:lnTo>
                  <a:pt x="4873878" y="334150"/>
                </a:lnTo>
                <a:lnTo>
                  <a:pt x="4910441" y="334150"/>
                </a:lnTo>
                <a:lnTo>
                  <a:pt x="4916037" y="315822"/>
                </a:lnTo>
                <a:lnTo>
                  <a:pt x="4906927" y="303681"/>
                </a:lnTo>
                <a:lnTo>
                  <a:pt x="4868484" y="289646"/>
                </a:lnTo>
                <a:lnTo>
                  <a:pt x="4868886" y="280283"/>
                </a:lnTo>
                <a:lnTo>
                  <a:pt x="4869007" y="277451"/>
                </a:lnTo>
                <a:lnTo>
                  <a:pt x="4888797" y="271624"/>
                </a:lnTo>
                <a:lnTo>
                  <a:pt x="4909613" y="271624"/>
                </a:lnTo>
                <a:lnTo>
                  <a:pt x="4899765" y="262388"/>
                </a:lnTo>
                <a:lnTo>
                  <a:pt x="4885081" y="260584"/>
                </a:lnTo>
                <a:close/>
              </a:path>
              <a:path w="6441440" h="804544">
                <a:moveTo>
                  <a:pt x="4909613" y="271624"/>
                </a:moveTo>
                <a:lnTo>
                  <a:pt x="4888797" y="271624"/>
                </a:lnTo>
                <a:lnTo>
                  <a:pt x="4903048" y="283531"/>
                </a:lnTo>
                <a:lnTo>
                  <a:pt x="4914522" y="280283"/>
                </a:lnTo>
                <a:lnTo>
                  <a:pt x="4912537" y="274366"/>
                </a:lnTo>
                <a:lnTo>
                  <a:pt x="4909613" y="271624"/>
                </a:lnTo>
                <a:close/>
              </a:path>
              <a:path w="6441440" h="804544">
                <a:moveTo>
                  <a:pt x="4961312" y="260584"/>
                </a:moveTo>
                <a:lnTo>
                  <a:pt x="4943525" y="269748"/>
                </a:lnTo>
                <a:lnTo>
                  <a:pt x="4932918" y="287770"/>
                </a:lnTo>
                <a:lnTo>
                  <a:pt x="4931366" y="311961"/>
                </a:lnTo>
                <a:lnTo>
                  <a:pt x="4938943" y="332256"/>
                </a:lnTo>
                <a:lnTo>
                  <a:pt x="4954529" y="344685"/>
                </a:lnTo>
                <a:lnTo>
                  <a:pt x="4969033" y="346525"/>
                </a:lnTo>
                <a:lnTo>
                  <a:pt x="4989815" y="340807"/>
                </a:lnTo>
                <a:lnTo>
                  <a:pt x="4993197" y="335052"/>
                </a:lnTo>
                <a:lnTo>
                  <a:pt x="4963982" y="335052"/>
                </a:lnTo>
                <a:lnTo>
                  <a:pt x="4949226" y="324770"/>
                </a:lnTo>
                <a:lnTo>
                  <a:pt x="4945167" y="291486"/>
                </a:lnTo>
                <a:lnTo>
                  <a:pt x="4959689" y="273356"/>
                </a:lnTo>
                <a:lnTo>
                  <a:pt x="4994908" y="273356"/>
                </a:lnTo>
                <a:lnTo>
                  <a:pt x="4989310" y="265996"/>
                </a:lnTo>
                <a:lnTo>
                  <a:pt x="4961312" y="260584"/>
                </a:lnTo>
                <a:close/>
              </a:path>
              <a:path w="6441440" h="804544">
                <a:moveTo>
                  <a:pt x="5001721" y="320548"/>
                </a:moveTo>
                <a:lnTo>
                  <a:pt x="4988949" y="320548"/>
                </a:lnTo>
                <a:lnTo>
                  <a:pt x="4988155" y="323579"/>
                </a:lnTo>
                <a:lnTo>
                  <a:pt x="4963982" y="335052"/>
                </a:lnTo>
                <a:lnTo>
                  <a:pt x="4993197" y="335052"/>
                </a:lnTo>
                <a:lnTo>
                  <a:pt x="5001721" y="320548"/>
                </a:lnTo>
                <a:close/>
              </a:path>
              <a:path w="6441440" h="804544">
                <a:moveTo>
                  <a:pt x="4994908" y="273356"/>
                </a:moveTo>
                <a:lnTo>
                  <a:pt x="4959689" y="273356"/>
                </a:lnTo>
                <a:lnTo>
                  <a:pt x="4979135" y="273537"/>
                </a:lnTo>
                <a:lnTo>
                  <a:pt x="4988949" y="286561"/>
                </a:lnTo>
                <a:lnTo>
                  <a:pt x="5001721" y="286561"/>
                </a:lnTo>
                <a:lnTo>
                  <a:pt x="5001000" y="281366"/>
                </a:lnTo>
                <a:lnTo>
                  <a:pt x="4994908" y="273356"/>
                </a:lnTo>
                <a:close/>
              </a:path>
              <a:path w="6441440" h="804544">
                <a:moveTo>
                  <a:pt x="5077768" y="273176"/>
                </a:moveTo>
                <a:lnTo>
                  <a:pt x="5041770" y="273176"/>
                </a:lnTo>
                <a:lnTo>
                  <a:pt x="5062912" y="273320"/>
                </a:lnTo>
                <a:lnTo>
                  <a:pt x="5070182" y="288726"/>
                </a:lnTo>
                <a:lnTo>
                  <a:pt x="5017434" y="312575"/>
                </a:lnTo>
                <a:lnTo>
                  <a:pt x="5022810" y="338841"/>
                </a:lnTo>
                <a:lnTo>
                  <a:pt x="5044854" y="346742"/>
                </a:lnTo>
                <a:lnTo>
                  <a:pt x="5049689" y="346742"/>
                </a:lnTo>
                <a:lnTo>
                  <a:pt x="5068667" y="335341"/>
                </a:lnTo>
                <a:lnTo>
                  <a:pt x="5041815" y="335341"/>
                </a:lnTo>
                <a:lnTo>
                  <a:pt x="5029268" y="326285"/>
                </a:lnTo>
                <a:lnTo>
                  <a:pt x="5033533" y="312575"/>
                </a:lnTo>
                <a:lnTo>
                  <a:pt x="5033634" y="312250"/>
                </a:lnTo>
                <a:lnTo>
                  <a:pt x="5082954" y="312250"/>
                </a:lnTo>
                <a:lnTo>
                  <a:pt x="5082954" y="283422"/>
                </a:lnTo>
                <a:lnTo>
                  <a:pt x="5077841" y="273320"/>
                </a:lnTo>
                <a:lnTo>
                  <a:pt x="5077768" y="273176"/>
                </a:lnTo>
                <a:close/>
              </a:path>
              <a:path w="6441440" h="804544">
                <a:moveTo>
                  <a:pt x="5082954" y="312250"/>
                </a:moveTo>
                <a:lnTo>
                  <a:pt x="5033634" y="312250"/>
                </a:lnTo>
                <a:lnTo>
                  <a:pt x="5070182" y="314703"/>
                </a:lnTo>
                <a:lnTo>
                  <a:pt x="5065708" y="327746"/>
                </a:lnTo>
                <a:lnTo>
                  <a:pt x="5046621" y="335341"/>
                </a:lnTo>
                <a:lnTo>
                  <a:pt x="5068667" y="335341"/>
                </a:lnTo>
                <a:lnTo>
                  <a:pt x="5070182" y="344794"/>
                </a:lnTo>
                <a:lnTo>
                  <a:pt x="5082954" y="344794"/>
                </a:lnTo>
                <a:lnTo>
                  <a:pt x="5082954" y="312250"/>
                </a:lnTo>
                <a:close/>
              </a:path>
              <a:path w="6441440" h="804544">
                <a:moveTo>
                  <a:pt x="5035149" y="263434"/>
                </a:moveTo>
                <a:lnTo>
                  <a:pt x="5018877" y="280067"/>
                </a:lnTo>
                <a:lnTo>
                  <a:pt x="5031000" y="284396"/>
                </a:lnTo>
                <a:lnTo>
                  <a:pt x="5041770" y="273176"/>
                </a:lnTo>
                <a:lnTo>
                  <a:pt x="5077768" y="273176"/>
                </a:lnTo>
                <a:lnTo>
                  <a:pt x="5074818" y="267349"/>
                </a:lnTo>
                <a:lnTo>
                  <a:pt x="5035149" y="263434"/>
                </a:lnTo>
                <a:close/>
              </a:path>
              <a:path w="6441440" h="804544">
                <a:moveTo>
                  <a:pt x="5118612" y="261739"/>
                </a:moveTo>
                <a:lnTo>
                  <a:pt x="5106266" y="261739"/>
                </a:lnTo>
                <a:lnTo>
                  <a:pt x="5106266" y="344794"/>
                </a:lnTo>
                <a:lnTo>
                  <a:pt x="5119039" y="344794"/>
                </a:lnTo>
                <a:lnTo>
                  <a:pt x="5119039" y="294787"/>
                </a:lnTo>
                <a:lnTo>
                  <a:pt x="5123639" y="279057"/>
                </a:lnTo>
                <a:lnTo>
                  <a:pt x="5137808" y="274655"/>
                </a:lnTo>
                <a:lnTo>
                  <a:pt x="5119688" y="274655"/>
                </a:lnTo>
                <a:lnTo>
                  <a:pt x="5118624" y="261883"/>
                </a:lnTo>
                <a:lnTo>
                  <a:pt x="5118612" y="261739"/>
                </a:lnTo>
                <a:close/>
              </a:path>
              <a:path w="6441440" h="804544">
                <a:moveTo>
                  <a:pt x="5164268" y="272057"/>
                </a:moveTo>
                <a:lnTo>
                  <a:pt x="5146170" y="272057"/>
                </a:lnTo>
                <a:lnTo>
                  <a:pt x="5157607" y="281221"/>
                </a:lnTo>
                <a:lnTo>
                  <a:pt x="5159303" y="344794"/>
                </a:lnTo>
                <a:lnTo>
                  <a:pt x="5172075" y="344794"/>
                </a:lnTo>
                <a:lnTo>
                  <a:pt x="5170941" y="281221"/>
                </a:lnTo>
                <a:lnTo>
                  <a:pt x="5170903" y="279057"/>
                </a:lnTo>
                <a:lnTo>
                  <a:pt x="5164268" y="272057"/>
                </a:lnTo>
                <a:close/>
              </a:path>
              <a:path w="6441440" h="804544">
                <a:moveTo>
                  <a:pt x="5154487" y="261739"/>
                </a:moveTo>
                <a:lnTo>
                  <a:pt x="5132532" y="261883"/>
                </a:lnTo>
                <a:lnTo>
                  <a:pt x="5119688" y="274655"/>
                </a:lnTo>
                <a:lnTo>
                  <a:pt x="5137808" y="274655"/>
                </a:lnTo>
                <a:lnTo>
                  <a:pt x="5146170" y="272057"/>
                </a:lnTo>
                <a:lnTo>
                  <a:pt x="5164268" y="272057"/>
                </a:lnTo>
                <a:lnTo>
                  <a:pt x="5154487" y="261739"/>
                </a:lnTo>
                <a:close/>
              </a:path>
              <a:path w="6441440" h="804544">
                <a:moveTo>
                  <a:pt x="5207760" y="261739"/>
                </a:moveTo>
                <a:lnTo>
                  <a:pt x="5195414" y="261739"/>
                </a:lnTo>
                <a:lnTo>
                  <a:pt x="5195414" y="344794"/>
                </a:lnTo>
                <a:lnTo>
                  <a:pt x="5208187" y="344794"/>
                </a:lnTo>
                <a:lnTo>
                  <a:pt x="5208187" y="294787"/>
                </a:lnTo>
                <a:lnTo>
                  <a:pt x="5212787" y="279057"/>
                </a:lnTo>
                <a:lnTo>
                  <a:pt x="5226956" y="274655"/>
                </a:lnTo>
                <a:lnTo>
                  <a:pt x="5208836" y="274655"/>
                </a:lnTo>
                <a:lnTo>
                  <a:pt x="5207772" y="261883"/>
                </a:lnTo>
                <a:lnTo>
                  <a:pt x="5207760" y="261739"/>
                </a:lnTo>
                <a:close/>
              </a:path>
              <a:path w="6441440" h="804544">
                <a:moveTo>
                  <a:pt x="5253416" y="272057"/>
                </a:moveTo>
                <a:lnTo>
                  <a:pt x="5235318" y="272057"/>
                </a:lnTo>
                <a:lnTo>
                  <a:pt x="5246756" y="281221"/>
                </a:lnTo>
                <a:lnTo>
                  <a:pt x="5248451" y="344794"/>
                </a:lnTo>
                <a:lnTo>
                  <a:pt x="5261223" y="344794"/>
                </a:lnTo>
                <a:lnTo>
                  <a:pt x="5260089" y="281221"/>
                </a:lnTo>
                <a:lnTo>
                  <a:pt x="5260051" y="279057"/>
                </a:lnTo>
                <a:lnTo>
                  <a:pt x="5253416" y="272057"/>
                </a:lnTo>
                <a:close/>
              </a:path>
              <a:path w="6441440" h="804544">
                <a:moveTo>
                  <a:pt x="5243635" y="261739"/>
                </a:moveTo>
                <a:lnTo>
                  <a:pt x="5221680" y="261883"/>
                </a:lnTo>
                <a:lnTo>
                  <a:pt x="5208836" y="274655"/>
                </a:lnTo>
                <a:lnTo>
                  <a:pt x="5226956" y="274655"/>
                </a:lnTo>
                <a:lnTo>
                  <a:pt x="5235318" y="272057"/>
                </a:lnTo>
                <a:lnTo>
                  <a:pt x="5253416" y="272057"/>
                </a:lnTo>
                <a:lnTo>
                  <a:pt x="5243635" y="261739"/>
                </a:lnTo>
                <a:close/>
              </a:path>
              <a:path w="6441440" h="804544">
                <a:moveTo>
                  <a:pt x="5310612" y="260584"/>
                </a:moveTo>
                <a:lnTo>
                  <a:pt x="5292824" y="269748"/>
                </a:lnTo>
                <a:lnTo>
                  <a:pt x="5282217" y="287860"/>
                </a:lnTo>
                <a:lnTo>
                  <a:pt x="5280666" y="312394"/>
                </a:lnTo>
                <a:lnTo>
                  <a:pt x="5288459" y="332671"/>
                </a:lnTo>
                <a:lnTo>
                  <a:pt x="5304496" y="344758"/>
                </a:lnTo>
                <a:lnTo>
                  <a:pt x="5319415" y="346525"/>
                </a:lnTo>
                <a:lnTo>
                  <a:pt x="5339133" y="342160"/>
                </a:lnTo>
                <a:lnTo>
                  <a:pt x="5344861" y="335052"/>
                </a:lnTo>
                <a:lnTo>
                  <a:pt x="5314256" y="335052"/>
                </a:lnTo>
                <a:lnTo>
                  <a:pt x="5298886" y="326123"/>
                </a:lnTo>
                <a:lnTo>
                  <a:pt x="5296622" y="307560"/>
                </a:lnTo>
                <a:lnTo>
                  <a:pt x="5289758" y="307560"/>
                </a:lnTo>
                <a:lnTo>
                  <a:pt x="5289758" y="296519"/>
                </a:lnTo>
                <a:lnTo>
                  <a:pt x="5295275" y="296519"/>
                </a:lnTo>
                <a:lnTo>
                  <a:pt x="5294430" y="289592"/>
                </a:lnTo>
                <a:lnTo>
                  <a:pt x="5313029" y="272057"/>
                </a:lnTo>
                <a:lnTo>
                  <a:pt x="5342579" y="272057"/>
                </a:lnTo>
                <a:lnTo>
                  <a:pt x="5339006" y="266537"/>
                </a:lnTo>
                <a:lnTo>
                  <a:pt x="5310612" y="260584"/>
                </a:lnTo>
                <a:close/>
              </a:path>
              <a:path w="6441440" h="804544">
                <a:moveTo>
                  <a:pt x="5340197" y="322064"/>
                </a:moveTo>
                <a:lnTo>
                  <a:pt x="5339115" y="324950"/>
                </a:lnTo>
                <a:lnTo>
                  <a:pt x="5314256" y="335052"/>
                </a:lnTo>
                <a:lnTo>
                  <a:pt x="5344861" y="335052"/>
                </a:lnTo>
                <a:lnTo>
                  <a:pt x="5352536" y="325527"/>
                </a:lnTo>
                <a:lnTo>
                  <a:pt x="5340197" y="322064"/>
                </a:lnTo>
                <a:close/>
              </a:path>
              <a:path w="6441440" h="804544">
                <a:moveTo>
                  <a:pt x="5295275" y="296519"/>
                </a:moveTo>
                <a:lnTo>
                  <a:pt x="5289758" y="296519"/>
                </a:lnTo>
                <a:lnTo>
                  <a:pt x="5289758" y="307560"/>
                </a:lnTo>
                <a:lnTo>
                  <a:pt x="5296622" y="307560"/>
                </a:lnTo>
                <a:lnTo>
                  <a:pt x="5295275" y="296519"/>
                </a:lnTo>
                <a:close/>
              </a:path>
              <a:path w="6441440" h="804544">
                <a:moveTo>
                  <a:pt x="5342579" y="272057"/>
                </a:moveTo>
                <a:lnTo>
                  <a:pt x="5313029" y="272057"/>
                </a:lnTo>
                <a:lnTo>
                  <a:pt x="5333558" y="277379"/>
                </a:lnTo>
                <a:lnTo>
                  <a:pt x="5340846" y="296519"/>
                </a:lnTo>
                <a:lnTo>
                  <a:pt x="5295275" y="296519"/>
                </a:lnTo>
                <a:lnTo>
                  <a:pt x="5296622" y="307560"/>
                </a:lnTo>
                <a:lnTo>
                  <a:pt x="5353835" y="307560"/>
                </a:lnTo>
                <a:lnTo>
                  <a:pt x="5352897" y="289592"/>
                </a:lnTo>
                <a:lnTo>
                  <a:pt x="5352807" y="287860"/>
                </a:lnTo>
                <a:lnTo>
                  <a:pt x="5342579" y="272057"/>
                </a:lnTo>
                <a:close/>
              </a:path>
              <a:path w="6441440" h="804544">
                <a:moveTo>
                  <a:pt x="5397870" y="260584"/>
                </a:moveTo>
                <a:lnTo>
                  <a:pt x="5381021" y="269333"/>
                </a:lnTo>
                <a:lnTo>
                  <a:pt x="5370865" y="287139"/>
                </a:lnTo>
                <a:lnTo>
                  <a:pt x="5369367" y="312250"/>
                </a:lnTo>
                <a:lnTo>
                  <a:pt x="5376854" y="332761"/>
                </a:lnTo>
                <a:lnTo>
                  <a:pt x="5391745" y="344794"/>
                </a:lnTo>
                <a:lnTo>
                  <a:pt x="5404653" y="346525"/>
                </a:lnTo>
                <a:lnTo>
                  <a:pt x="5409993" y="346525"/>
                </a:lnTo>
                <a:lnTo>
                  <a:pt x="5425864" y="335052"/>
                </a:lnTo>
                <a:lnTo>
                  <a:pt x="5401045" y="335052"/>
                </a:lnTo>
                <a:lnTo>
                  <a:pt x="5386685" y="324156"/>
                </a:lnTo>
                <a:lnTo>
                  <a:pt x="5383024" y="292118"/>
                </a:lnTo>
                <a:lnTo>
                  <a:pt x="5396463" y="273446"/>
                </a:lnTo>
                <a:lnTo>
                  <a:pt x="5426778" y="273446"/>
                </a:lnTo>
                <a:lnTo>
                  <a:pt x="5397870" y="260584"/>
                </a:lnTo>
                <a:close/>
              </a:path>
              <a:path w="6441440" h="804544">
                <a:moveTo>
                  <a:pt x="5442753" y="333537"/>
                </a:moveTo>
                <a:lnTo>
                  <a:pt x="5427960" y="333537"/>
                </a:lnTo>
                <a:lnTo>
                  <a:pt x="5430414" y="344794"/>
                </a:lnTo>
                <a:lnTo>
                  <a:pt x="5442753" y="344794"/>
                </a:lnTo>
                <a:lnTo>
                  <a:pt x="5442753" y="333537"/>
                </a:lnTo>
                <a:close/>
              </a:path>
              <a:path w="6441440" h="804544">
                <a:moveTo>
                  <a:pt x="5426778" y="273446"/>
                </a:moveTo>
                <a:lnTo>
                  <a:pt x="5415999" y="273446"/>
                </a:lnTo>
                <a:lnTo>
                  <a:pt x="5429296" y="291594"/>
                </a:lnTo>
                <a:lnTo>
                  <a:pt x="5422910" y="328341"/>
                </a:lnTo>
                <a:lnTo>
                  <a:pt x="5406385" y="335052"/>
                </a:lnTo>
                <a:lnTo>
                  <a:pt x="5425864" y="335052"/>
                </a:lnTo>
                <a:lnTo>
                  <a:pt x="5427960" y="333537"/>
                </a:lnTo>
                <a:lnTo>
                  <a:pt x="5442753" y="333537"/>
                </a:lnTo>
                <a:lnTo>
                  <a:pt x="5442753" y="274871"/>
                </a:lnTo>
                <a:lnTo>
                  <a:pt x="5429981" y="274871"/>
                </a:lnTo>
                <a:lnTo>
                  <a:pt x="5426778" y="273446"/>
                </a:lnTo>
                <a:close/>
              </a:path>
              <a:path w="6441440" h="804544">
                <a:moveTo>
                  <a:pt x="5442753" y="233957"/>
                </a:moveTo>
                <a:lnTo>
                  <a:pt x="5429981" y="233957"/>
                </a:lnTo>
                <a:lnTo>
                  <a:pt x="5429981" y="274871"/>
                </a:lnTo>
                <a:lnTo>
                  <a:pt x="5442753" y="274871"/>
                </a:lnTo>
                <a:lnTo>
                  <a:pt x="5442753" y="233957"/>
                </a:lnTo>
                <a:close/>
              </a:path>
              <a:path w="6441440" h="804544">
                <a:moveTo>
                  <a:pt x="5486968" y="329640"/>
                </a:moveTo>
                <a:lnTo>
                  <a:pt x="5473114" y="329640"/>
                </a:lnTo>
                <a:lnTo>
                  <a:pt x="5466403" y="371853"/>
                </a:lnTo>
                <a:lnTo>
                  <a:pt x="5476145" y="371853"/>
                </a:lnTo>
                <a:lnTo>
                  <a:pt x="5486968" y="329640"/>
                </a:lnTo>
                <a:close/>
              </a:path>
              <a:path w="6441440" h="804544">
                <a:moveTo>
                  <a:pt x="5584191" y="241750"/>
                </a:moveTo>
                <a:lnTo>
                  <a:pt x="5571419" y="241750"/>
                </a:lnTo>
                <a:lnTo>
                  <a:pt x="5571419" y="324445"/>
                </a:lnTo>
                <a:lnTo>
                  <a:pt x="5577047" y="339634"/>
                </a:lnTo>
                <a:lnTo>
                  <a:pt x="5598280" y="345696"/>
                </a:lnTo>
                <a:lnTo>
                  <a:pt x="5584191" y="241750"/>
                </a:lnTo>
                <a:close/>
              </a:path>
              <a:path w="6441440" h="804544">
                <a:moveTo>
                  <a:pt x="5571419" y="261666"/>
                </a:moveTo>
                <a:lnTo>
                  <a:pt x="5558863" y="261666"/>
                </a:lnTo>
                <a:lnTo>
                  <a:pt x="5558863" y="272490"/>
                </a:lnTo>
                <a:lnTo>
                  <a:pt x="5571419" y="272490"/>
                </a:lnTo>
                <a:lnTo>
                  <a:pt x="5571419" y="261666"/>
                </a:lnTo>
                <a:close/>
              </a:path>
              <a:path w="6441440" h="804544">
                <a:moveTo>
                  <a:pt x="5601942" y="261666"/>
                </a:moveTo>
                <a:lnTo>
                  <a:pt x="5586891" y="261666"/>
                </a:lnTo>
                <a:lnTo>
                  <a:pt x="5588358" y="272490"/>
                </a:lnTo>
                <a:lnTo>
                  <a:pt x="5601942" y="272490"/>
                </a:lnTo>
                <a:lnTo>
                  <a:pt x="5601942" y="261666"/>
                </a:lnTo>
                <a:close/>
              </a:path>
              <a:path w="6441440" h="804544">
                <a:moveTo>
                  <a:pt x="5635713" y="233957"/>
                </a:moveTo>
                <a:lnTo>
                  <a:pt x="5622940" y="233957"/>
                </a:lnTo>
                <a:lnTo>
                  <a:pt x="5622940" y="344794"/>
                </a:lnTo>
                <a:lnTo>
                  <a:pt x="5635713" y="344794"/>
                </a:lnTo>
                <a:lnTo>
                  <a:pt x="5635713" y="294787"/>
                </a:lnTo>
                <a:lnTo>
                  <a:pt x="5640439" y="279057"/>
                </a:lnTo>
                <a:lnTo>
                  <a:pt x="5655005" y="274655"/>
                </a:lnTo>
                <a:lnTo>
                  <a:pt x="5636795" y="274655"/>
                </a:lnTo>
                <a:lnTo>
                  <a:pt x="5635713" y="233957"/>
                </a:lnTo>
                <a:close/>
              </a:path>
              <a:path w="6441440" h="804544">
                <a:moveTo>
                  <a:pt x="5684330" y="272057"/>
                </a:moveTo>
                <a:lnTo>
                  <a:pt x="5663602" y="272057"/>
                </a:lnTo>
                <a:lnTo>
                  <a:pt x="5675129" y="281131"/>
                </a:lnTo>
                <a:lnTo>
                  <a:pt x="5676843" y="344794"/>
                </a:lnTo>
                <a:lnTo>
                  <a:pt x="5689615" y="344794"/>
                </a:lnTo>
                <a:lnTo>
                  <a:pt x="5689615" y="291973"/>
                </a:lnTo>
                <a:lnTo>
                  <a:pt x="5684330" y="272057"/>
                </a:lnTo>
                <a:close/>
              </a:path>
              <a:path w="6441440" h="804544">
                <a:moveTo>
                  <a:pt x="5671882" y="261721"/>
                </a:moveTo>
                <a:lnTo>
                  <a:pt x="5649495" y="261865"/>
                </a:lnTo>
                <a:lnTo>
                  <a:pt x="5636795" y="274655"/>
                </a:lnTo>
                <a:lnTo>
                  <a:pt x="5655005" y="274655"/>
                </a:lnTo>
                <a:lnTo>
                  <a:pt x="5663602" y="272057"/>
                </a:lnTo>
                <a:lnTo>
                  <a:pt x="5684330" y="272057"/>
                </a:lnTo>
                <a:lnTo>
                  <a:pt x="5683698" y="269676"/>
                </a:lnTo>
                <a:lnTo>
                  <a:pt x="5671882" y="261721"/>
                </a:lnTo>
                <a:close/>
              </a:path>
              <a:path w="6441440" h="804544">
                <a:moveTo>
                  <a:pt x="5739031" y="260584"/>
                </a:moveTo>
                <a:lnTo>
                  <a:pt x="5721244" y="269748"/>
                </a:lnTo>
                <a:lnTo>
                  <a:pt x="5710637" y="287860"/>
                </a:lnTo>
                <a:lnTo>
                  <a:pt x="5709085" y="312394"/>
                </a:lnTo>
                <a:lnTo>
                  <a:pt x="5716878" y="332671"/>
                </a:lnTo>
                <a:lnTo>
                  <a:pt x="5732915" y="344758"/>
                </a:lnTo>
                <a:lnTo>
                  <a:pt x="5747834" y="346525"/>
                </a:lnTo>
                <a:lnTo>
                  <a:pt x="5767552" y="342160"/>
                </a:lnTo>
                <a:lnTo>
                  <a:pt x="5773280" y="335052"/>
                </a:lnTo>
                <a:lnTo>
                  <a:pt x="5742675" y="335052"/>
                </a:lnTo>
                <a:lnTo>
                  <a:pt x="5727305" y="326123"/>
                </a:lnTo>
                <a:lnTo>
                  <a:pt x="5725041" y="307560"/>
                </a:lnTo>
                <a:lnTo>
                  <a:pt x="5718177" y="307560"/>
                </a:lnTo>
                <a:lnTo>
                  <a:pt x="5718177" y="296519"/>
                </a:lnTo>
                <a:lnTo>
                  <a:pt x="5723694" y="296519"/>
                </a:lnTo>
                <a:lnTo>
                  <a:pt x="5722849" y="289592"/>
                </a:lnTo>
                <a:lnTo>
                  <a:pt x="5741448" y="272057"/>
                </a:lnTo>
                <a:lnTo>
                  <a:pt x="5770998" y="272057"/>
                </a:lnTo>
                <a:lnTo>
                  <a:pt x="5767425" y="266537"/>
                </a:lnTo>
                <a:lnTo>
                  <a:pt x="5739031" y="260584"/>
                </a:lnTo>
                <a:close/>
              </a:path>
              <a:path w="6441440" h="804544">
                <a:moveTo>
                  <a:pt x="5768616" y="322064"/>
                </a:moveTo>
                <a:lnTo>
                  <a:pt x="5767534" y="324950"/>
                </a:lnTo>
                <a:lnTo>
                  <a:pt x="5742675" y="335052"/>
                </a:lnTo>
                <a:lnTo>
                  <a:pt x="5773280" y="335052"/>
                </a:lnTo>
                <a:lnTo>
                  <a:pt x="5780955" y="325527"/>
                </a:lnTo>
                <a:lnTo>
                  <a:pt x="5768616" y="322064"/>
                </a:lnTo>
                <a:close/>
              </a:path>
              <a:path w="6441440" h="804544">
                <a:moveTo>
                  <a:pt x="5723694" y="296519"/>
                </a:moveTo>
                <a:lnTo>
                  <a:pt x="5718177" y="296519"/>
                </a:lnTo>
                <a:lnTo>
                  <a:pt x="5718177" y="307560"/>
                </a:lnTo>
                <a:lnTo>
                  <a:pt x="5725041" y="307560"/>
                </a:lnTo>
                <a:lnTo>
                  <a:pt x="5723694" y="296519"/>
                </a:lnTo>
                <a:close/>
              </a:path>
              <a:path w="6441440" h="804544">
                <a:moveTo>
                  <a:pt x="5770998" y="272057"/>
                </a:moveTo>
                <a:lnTo>
                  <a:pt x="5741448" y="272057"/>
                </a:lnTo>
                <a:lnTo>
                  <a:pt x="5761978" y="277379"/>
                </a:lnTo>
                <a:lnTo>
                  <a:pt x="5769265" y="296519"/>
                </a:lnTo>
                <a:lnTo>
                  <a:pt x="5723694" y="296519"/>
                </a:lnTo>
                <a:lnTo>
                  <a:pt x="5725041" y="307560"/>
                </a:lnTo>
                <a:lnTo>
                  <a:pt x="5782254" y="307560"/>
                </a:lnTo>
                <a:lnTo>
                  <a:pt x="5781316" y="289592"/>
                </a:lnTo>
                <a:lnTo>
                  <a:pt x="5781226" y="287860"/>
                </a:lnTo>
                <a:lnTo>
                  <a:pt x="5770998" y="272057"/>
                </a:lnTo>
                <a:close/>
              </a:path>
              <a:path w="6441440" h="804544">
                <a:moveTo>
                  <a:pt x="5869181" y="261666"/>
                </a:moveTo>
                <a:lnTo>
                  <a:pt x="5856842" y="261666"/>
                </a:lnTo>
                <a:lnTo>
                  <a:pt x="5856842" y="375966"/>
                </a:lnTo>
                <a:lnTo>
                  <a:pt x="5869614" y="375966"/>
                </a:lnTo>
                <a:lnTo>
                  <a:pt x="5869614" y="332021"/>
                </a:lnTo>
                <a:lnTo>
                  <a:pt x="5882938" y="332021"/>
                </a:lnTo>
                <a:lnTo>
                  <a:pt x="5876685" y="328341"/>
                </a:lnTo>
                <a:lnTo>
                  <a:pt x="5869397" y="303230"/>
                </a:lnTo>
                <a:lnTo>
                  <a:pt x="5876577" y="278606"/>
                </a:lnTo>
                <a:lnTo>
                  <a:pt x="5898622" y="272057"/>
                </a:lnTo>
                <a:lnTo>
                  <a:pt x="5919964" y="272057"/>
                </a:lnTo>
                <a:lnTo>
                  <a:pt x="5919382" y="271588"/>
                </a:lnTo>
                <a:lnTo>
                  <a:pt x="5872933" y="271588"/>
                </a:lnTo>
                <a:lnTo>
                  <a:pt x="5869181" y="261666"/>
                </a:lnTo>
                <a:close/>
              </a:path>
              <a:path w="6441440" h="804544">
                <a:moveTo>
                  <a:pt x="5882938" y="332021"/>
                </a:moveTo>
                <a:lnTo>
                  <a:pt x="5869614" y="332021"/>
                </a:lnTo>
                <a:lnTo>
                  <a:pt x="5901869" y="346525"/>
                </a:lnTo>
                <a:lnTo>
                  <a:pt x="5918592" y="337740"/>
                </a:lnTo>
                <a:lnTo>
                  <a:pt x="5920118" y="335052"/>
                </a:lnTo>
                <a:lnTo>
                  <a:pt x="5888087" y="335052"/>
                </a:lnTo>
                <a:lnTo>
                  <a:pt x="5882938" y="332021"/>
                </a:lnTo>
                <a:close/>
              </a:path>
              <a:path w="6441440" h="804544">
                <a:moveTo>
                  <a:pt x="5919964" y="272057"/>
                </a:moveTo>
                <a:lnTo>
                  <a:pt x="5898622" y="272057"/>
                </a:lnTo>
                <a:lnTo>
                  <a:pt x="5912982" y="282701"/>
                </a:lnTo>
                <a:lnTo>
                  <a:pt x="5916535" y="314523"/>
                </a:lnTo>
                <a:lnTo>
                  <a:pt x="5903005" y="333645"/>
                </a:lnTo>
                <a:lnTo>
                  <a:pt x="5888087" y="335052"/>
                </a:lnTo>
                <a:lnTo>
                  <a:pt x="5920118" y="335052"/>
                </a:lnTo>
                <a:lnTo>
                  <a:pt x="5928730" y="319881"/>
                </a:lnTo>
                <a:lnTo>
                  <a:pt x="5930227" y="294715"/>
                </a:lnTo>
                <a:lnTo>
                  <a:pt x="5922741" y="274294"/>
                </a:lnTo>
                <a:lnTo>
                  <a:pt x="5919964" y="272057"/>
                </a:lnTo>
                <a:close/>
              </a:path>
              <a:path w="6441440" h="804544">
                <a:moveTo>
                  <a:pt x="5889313" y="260584"/>
                </a:moveTo>
                <a:lnTo>
                  <a:pt x="5872933" y="271588"/>
                </a:lnTo>
                <a:lnTo>
                  <a:pt x="5919382" y="271588"/>
                </a:lnTo>
                <a:lnTo>
                  <a:pt x="5907894" y="262334"/>
                </a:lnTo>
                <a:lnTo>
                  <a:pt x="5889313" y="260584"/>
                </a:lnTo>
                <a:close/>
              </a:path>
              <a:path w="6441440" h="804544">
                <a:moveTo>
                  <a:pt x="6007086" y="273176"/>
                </a:moveTo>
                <a:lnTo>
                  <a:pt x="5971088" y="273176"/>
                </a:lnTo>
                <a:lnTo>
                  <a:pt x="5992230" y="273320"/>
                </a:lnTo>
                <a:lnTo>
                  <a:pt x="5999500" y="288726"/>
                </a:lnTo>
                <a:lnTo>
                  <a:pt x="5946752" y="312575"/>
                </a:lnTo>
                <a:lnTo>
                  <a:pt x="5952128" y="338841"/>
                </a:lnTo>
                <a:lnTo>
                  <a:pt x="5974172" y="346742"/>
                </a:lnTo>
                <a:lnTo>
                  <a:pt x="5979007" y="346742"/>
                </a:lnTo>
                <a:lnTo>
                  <a:pt x="5997985" y="335341"/>
                </a:lnTo>
                <a:lnTo>
                  <a:pt x="5971133" y="335341"/>
                </a:lnTo>
                <a:lnTo>
                  <a:pt x="5958586" y="326285"/>
                </a:lnTo>
                <a:lnTo>
                  <a:pt x="5962851" y="312575"/>
                </a:lnTo>
                <a:lnTo>
                  <a:pt x="5962952" y="312250"/>
                </a:lnTo>
                <a:lnTo>
                  <a:pt x="6012272" y="312250"/>
                </a:lnTo>
                <a:lnTo>
                  <a:pt x="6012272" y="283422"/>
                </a:lnTo>
                <a:lnTo>
                  <a:pt x="6007159" y="273320"/>
                </a:lnTo>
                <a:lnTo>
                  <a:pt x="6007086" y="273176"/>
                </a:lnTo>
                <a:close/>
              </a:path>
              <a:path w="6441440" h="804544">
                <a:moveTo>
                  <a:pt x="6012272" y="312250"/>
                </a:moveTo>
                <a:lnTo>
                  <a:pt x="5962952" y="312250"/>
                </a:lnTo>
                <a:lnTo>
                  <a:pt x="5999500" y="314703"/>
                </a:lnTo>
                <a:lnTo>
                  <a:pt x="5995027" y="327746"/>
                </a:lnTo>
                <a:lnTo>
                  <a:pt x="5975939" y="335341"/>
                </a:lnTo>
                <a:lnTo>
                  <a:pt x="5997985" y="335341"/>
                </a:lnTo>
                <a:lnTo>
                  <a:pt x="5999500" y="344794"/>
                </a:lnTo>
                <a:lnTo>
                  <a:pt x="6012272" y="344794"/>
                </a:lnTo>
                <a:lnTo>
                  <a:pt x="6012272" y="312250"/>
                </a:lnTo>
                <a:close/>
              </a:path>
              <a:path w="6441440" h="804544">
                <a:moveTo>
                  <a:pt x="5964467" y="263434"/>
                </a:moveTo>
                <a:lnTo>
                  <a:pt x="5948195" y="280067"/>
                </a:lnTo>
                <a:lnTo>
                  <a:pt x="5960318" y="284396"/>
                </a:lnTo>
                <a:lnTo>
                  <a:pt x="5971088" y="273176"/>
                </a:lnTo>
                <a:lnTo>
                  <a:pt x="6007086" y="273176"/>
                </a:lnTo>
                <a:lnTo>
                  <a:pt x="6004136" y="267349"/>
                </a:lnTo>
                <a:lnTo>
                  <a:pt x="5964467" y="263434"/>
                </a:lnTo>
                <a:close/>
              </a:path>
              <a:path w="6441440" h="804544">
                <a:moveTo>
                  <a:pt x="6053985" y="241750"/>
                </a:moveTo>
                <a:lnTo>
                  <a:pt x="6041213" y="241750"/>
                </a:lnTo>
                <a:lnTo>
                  <a:pt x="6041213" y="324445"/>
                </a:lnTo>
                <a:lnTo>
                  <a:pt x="6046841" y="339634"/>
                </a:lnTo>
                <a:lnTo>
                  <a:pt x="6068074" y="345696"/>
                </a:lnTo>
                <a:lnTo>
                  <a:pt x="6053985" y="241750"/>
                </a:lnTo>
                <a:close/>
              </a:path>
              <a:path w="6441440" h="804544">
                <a:moveTo>
                  <a:pt x="6041213" y="261666"/>
                </a:moveTo>
                <a:lnTo>
                  <a:pt x="6028657" y="261666"/>
                </a:lnTo>
                <a:lnTo>
                  <a:pt x="6028657" y="272490"/>
                </a:lnTo>
                <a:lnTo>
                  <a:pt x="6041213" y="272490"/>
                </a:lnTo>
                <a:lnTo>
                  <a:pt x="6041213" y="261666"/>
                </a:lnTo>
                <a:close/>
              </a:path>
              <a:path w="6441440" h="804544">
                <a:moveTo>
                  <a:pt x="6071736" y="261666"/>
                </a:moveTo>
                <a:lnTo>
                  <a:pt x="6056684" y="261666"/>
                </a:lnTo>
                <a:lnTo>
                  <a:pt x="6058152" y="272490"/>
                </a:lnTo>
                <a:lnTo>
                  <a:pt x="6071736" y="272490"/>
                </a:lnTo>
                <a:lnTo>
                  <a:pt x="6071736" y="261666"/>
                </a:lnTo>
                <a:close/>
              </a:path>
              <a:path w="6441440" h="804544">
                <a:moveTo>
                  <a:pt x="6103721" y="261666"/>
                </a:moveTo>
                <a:lnTo>
                  <a:pt x="6090948" y="261666"/>
                </a:lnTo>
                <a:lnTo>
                  <a:pt x="6090948" y="344794"/>
                </a:lnTo>
                <a:lnTo>
                  <a:pt x="6103721" y="344794"/>
                </a:lnTo>
                <a:lnTo>
                  <a:pt x="6103721" y="261666"/>
                </a:lnTo>
                <a:close/>
              </a:path>
              <a:path w="6441440" h="804544">
                <a:moveTo>
                  <a:pt x="6092807" y="231342"/>
                </a:moveTo>
                <a:lnTo>
                  <a:pt x="6097443" y="247812"/>
                </a:lnTo>
                <a:lnTo>
                  <a:pt x="6099932" y="247812"/>
                </a:lnTo>
                <a:lnTo>
                  <a:pt x="6106535" y="236771"/>
                </a:lnTo>
                <a:lnTo>
                  <a:pt x="6092807" y="231342"/>
                </a:lnTo>
                <a:close/>
              </a:path>
              <a:path w="6441440" h="804544">
                <a:moveTo>
                  <a:pt x="6153163" y="260584"/>
                </a:moveTo>
                <a:lnTo>
                  <a:pt x="6135376" y="269748"/>
                </a:lnTo>
                <a:lnTo>
                  <a:pt x="6124769" y="287860"/>
                </a:lnTo>
                <a:lnTo>
                  <a:pt x="6123217" y="312394"/>
                </a:lnTo>
                <a:lnTo>
                  <a:pt x="6131010" y="332671"/>
                </a:lnTo>
                <a:lnTo>
                  <a:pt x="6147047" y="344758"/>
                </a:lnTo>
                <a:lnTo>
                  <a:pt x="6161966" y="346525"/>
                </a:lnTo>
                <a:lnTo>
                  <a:pt x="6181684" y="342160"/>
                </a:lnTo>
                <a:lnTo>
                  <a:pt x="6187412" y="335052"/>
                </a:lnTo>
                <a:lnTo>
                  <a:pt x="6156807" y="335052"/>
                </a:lnTo>
                <a:lnTo>
                  <a:pt x="6141437" y="326123"/>
                </a:lnTo>
                <a:lnTo>
                  <a:pt x="6139173" y="307560"/>
                </a:lnTo>
                <a:lnTo>
                  <a:pt x="6132309" y="307560"/>
                </a:lnTo>
                <a:lnTo>
                  <a:pt x="6132309" y="296519"/>
                </a:lnTo>
                <a:lnTo>
                  <a:pt x="6137826" y="296519"/>
                </a:lnTo>
                <a:lnTo>
                  <a:pt x="6136981" y="289592"/>
                </a:lnTo>
                <a:lnTo>
                  <a:pt x="6155580" y="272057"/>
                </a:lnTo>
                <a:lnTo>
                  <a:pt x="6185130" y="272057"/>
                </a:lnTo>
                <a:lnTo>
                  <a:pt x="6181557" y="266537"/>
                </a:lnTo>
                <a:lnTo>
                  <a:pt x="6153163" y="260584"/>
                </a:lnTo>
                <a:close/>
              </a:path>
              <a:path w="6441440" h="804544">
                <a:moveTo>
                  <a:pt x="6182748" y="322064"/>
                </a:moveTo>
                <a:lnTo>
                  <a:pt x="6181666" y="324950"/>
                </a:lnTo>
                <a:lnTo>
                  <a:pt x="6156807" y="335052"/>
                </a:lnTo>
                <a:lnTo>
                  <a:pt x="6187412" y="335052"/>
                </a:lnTo>
                <a:lnTo>
                  <a:pt x="6195088" y="325527"/>
                </a:lnTo>
                <a:lnTo>
                  <a:pt x="6182748" y="322064"/>
                </a:lnTo>
                <a:close/>
              </a:path>
              <a:path w="6441440" h="804544">
                <a:moveTo>
                  <a:pt x="6137826" y="296519"/>
                </a:moveTo>
                <a:lnTo>
                  <a:pt x="6132309" y="296519"/>
                </a:lnTo>
                <a:lnTo>
                  <a:pt x="6132309" y="307560"/>
                </a:lnTo>
                <a:lnTo>
                  <a:pt x="6139173" y="307560"/>
                </a:lnTo>
                <a:lnTo>
                  <a:pt x="6137826" y="296519"/>
                </a:lnTo>
                <a:close/>
              </a:path>
              <a:path w="6441440" h="804544">
                <a:moveTo>
                  <a:pt x="6185130" y="272057"/>
                </a:moveTo>
                <a:lnTo>
                  <a:pt x="6155580" y="272057"/>
                </a:lnTo>
                <a:lnTo>
                  <a:pt x="6176110" y="277379"/>
                </a:lnTo>
                <a:lnTo>
                  <a:pt x="6183398" y="296519"/>
                </a:lnTo>
                <a:lnTo>
                  <a:pt x="6137826" y="296519"/>
                </a:lnTo>
                <a:lnTo>
                  <a:pt x="6139173" y="307560"/>
                </a:lnTo>
                <a:lnTo>
                  <a:pt x="6196386" y="307560"/>
                </a:lnTo>
                <a:lnTo>
                  <a:pt x="6195448" y="289592"/>
                </a:lnTo>
                <a:lnTo>
                  <a:pt x="6195358" y="287860"/>
                </a:lnTo>
                <a:lnTo>
                  <a:pt x="6185130" y="272057"/>
                </a:lnTo>
                <a:close/>
              </a:path>
              <a:path w="6441440" h="804544">
                <a:moveTo>
                  <a:pt x="6228161" y="261739"/>
                </a:moveTo>
                <a:lnTo>
                  <a:pt x="6215815" y="261739"/>
                </a:lnTo>
                <a:lnTo>
                  <a:pt x="6215815" y="344794"/>
                </a:lnTo>
                <a:lnTo>
                  <a:pt x="6228587" y="344794"/>
                </a:lnTo>
                <a:lnTo>
                  <a:pt x="6228587" y="294787"/>
                </a:lnTo>
                <a:lnTo>
                  <a:pt x="6233188" y="279057"/>
                </a:lnTo>
                <a:lnTo>
                  <a:pt x="6247357" y="274655"/>
                </a:lnTo>
                <a:lnTo>
                  <a:pt x="6229237" y="274655"/>
                </a:lnTo>
                <a:lnTo>
                  <a:pt x="6228173" y="261883"/>
                </a:lnTo>
                <a:lnTo>
                  <a:pt x="6228161" y="261739"/>
                </a:lnTo>
                <a:close/>
              </a:path>
              <a:path w="6441440" h="804544">
                <a:moveTo>
                  <a:pt x="6273817" y="272057"/>
                </a:moveTo>
                <a:lnTo>
                  <a:pt x="6255719" y="272057"/>
                </a:lnTo>
                <a:lnTo>
                  <a:pt x="6267156" y="281221"/>
                </a:lnTo>
                <a:lnTo>
                  <a:pt x="6268852" y="344794"/>
                </a:lnTo>
                <a:lnTo>
                  <a:pt x="6281624" y="344794"/>
                </a:lnTo>
                <a:lnTo>
                  <a:pt x="6280490" y="281221"/>
                </a:lnTo>
                <a:lnTo>
                  <a:pt x="6280452" y="279057"/>
                </a:lnTo>
                <a:lnTo>
                  <a:pt x="6273817" y="272057"/>
                </a:lnTo>
                <a:close/>
              </a:path>
              <a:path w="6441440" h="804544">
                <a:moveTo>
                  <a:pt x="6264036" y="261739"/>
                </a:moveTo>
                <a:lnTo>
                  <a:pt x="6242081" y="261883"/>
                </a:lnTo>
                <a:lnTo>
                  <a:pt x="6229237" y="274655"/>
                </a:lnTo>
                <a:lnTo>
                  <a:pt x="6247357" y="274655"/>
                </a:lnTo>
                <a:lnTo>
                  <a:pt x="6255719" y="272057"/>
                </a:lnTo>
                <a:lnTo>
                  <a:pt x="6273817" y="272057"/>
                </a:lnTo>
                <a:lnTo>
                  <a:pt x="6264036" y="261739"/>
                </a:lnTo>
                <a:close/>
              </a:path>
              <a:path w="6441440" h="804544">
                <a:moveTo>
                  <a:pt x="6323364" y="241750"/>
                </a:moveTo>
                <a:lnTo>
                  <a:pt x="6310592" y="241750"/>
                </a:lnTo>
                <a:lnTo>
                  <a:pt x="6310592" y="324445"/>
                </a:lnTo>
                <a:lnTo>
                  <a:pt x="6316220" y="339634"/>
                </a:lnTo>
                <a:lnTo>
                  <a:pt x="6337453" y="345696"/>
                </a:lnTo>
                <a:lnTo>
                  <a:pt x="6323364" y="241750"/>
                </a:lnTo>
                <a:close/>
              </a:path>
              <a:path w="6441440" h="804544">
                <a:moveTo>
                  <a:pt x="6310592" y="261666"/>
                </a:moveTo>
                <a:lnTo>
                  <a:pt x="6298036" y="261666"/>
                </a:lnTo>
                <a:lnTo>
                  <a:pt x="6298036" y="272490"/>
                </a:lnTo>
                <a:lnTo>
                  <a:pt x="6310592" y="272490"/>
                </a:lnTo>
                <a:lnTo>
                  <a:pt x="6310592" y="261666"/>
                </a:lnTo>
                <a:close/>
              </a:path>
              <a:path w="6441440" h="804544">
                <a:moveTo>
                  <a:pt x="6341115" y="261666"/>
                </a:moveTo>
                <a:lnTo>
                  <a:pt x="6326063" y="261666"/>
                </a:lnTo>
                <a:lnTo>
                  <a:pt x="6327530" y="272490"/>
                </a:lnTo>
                <a:lnTo>
                  <a:pt x="6341115" y="272490"/>
                </a:lnTo>
                <a:lnTo>
                  <a:pt x="6341115" y="261666"/>
                </a:lnTo>
                <a:close/>
              </a:path>
              <a:path w="6441440" h="804544">
                <a:moveTo>
                  <a:pt x="6375900" y="233957"/>
                </a:moveTo>
                <a:lnTo>
                  <a:pt x="6363777" y="233957"/>
                </a:lnTo>
                <a:lnTo>
                  <a:pt x="6363777" y="243915"/>
                </a:lnTo>
                <a:lnTo>
                  <a:pt x="6355335" y="265346"/>
                </a:lnTo>
                <a:lnTo>
                  <a:pt x="6362262" y="270975"/>
                </a:lnTo>
                <a:lnTo>
                  <a:pt x="6365148" y="268666"/>
                </a:lnTo>
                <a:lnTo>
                  <a:pt x="6375900" y="233957"/>
                </a:lnTo>
                <a:close/>
              </a:path>
              <a:path w="6441440" h="804544">
                <a:moveTo>
                  <a:pt x="6389457" y="321847"/>
                </a:moveTo>
                <a:lnTo>
                  <a:pt x="6377334" y="324878"/>
                </a:lnTo>
                <a:lnTo>
                  <a:pt x="6378814" y="331949"/>
                </a:lnTo>
                <a:lnTo>
                  <a:pt x="6393444" y="344685"/>
                </a:lnTo>
                <a:lnTo>
                  <a:pt x="6415398" y="346525"/>
                </a:lnTo>
                <a:lnTo>
                  <a:pt x="6434593" y="338155"/>
                </a:lnTo>
                <a:lnTo>
                  <a:pt x="6435815" y="334150"/>
                </a:lnTo>
                <a:lnTo>
                  <a:pt x="6399253" y="334150"/>
                </a:lnTo>
                <a:lnTo>
                  <a:pt x="6389457" y="321847"/>
                </a:lnTo>
                <a:close/>
              </a:path>
              <a:path w="6441440" h="804544">
                <a:moveTo>
                  <a:pt x="6410455" y="260584"/>
                </a:moveTo>
                <a:lnTo>
                  <a:pt x="6386553" y="268558"/>
                </a:lnTo>
                <a:lnTo>
                  <a:pt x="6379932" y="290350"/>
                </a:lnTo>
                <a:lnTo>
                  <a:pt x="6388808" y="302743"/>
                </a:lnTo>
                <a:lnTo>
                  <a:pt x="6423155" y="313044"/>
                </a:lnTo>
                <a:lnTo>
                  <a:pt x="6428206" y="325852"/>
                </a:lnTo>
                <a:lnTo>
                  <a:pt x="6419403" y="334006"/>
                </a:lnTo>
                <a:lnTo>
                  <a:pt x="6399253" y="334150"/>
                </a:lnTo>
                <a:lnTo>
                  <a:pt x="6435815" y="334150"/>
                </a:lnTo>
                <a:lnTo>
                  <a:pt x="6441412" y="315822"/>
                </a:lnTo>
                <a:lnTo>
                  <a:pt x="6432301" y="303681"/>
                </a:lnTo>
                <a:lnTo>
                  <a:pt x="6393859" y="289646"/>
                </a:lnTo>
                <a:lnTo>
                  <a:pt x="6394260" y="280283"/>
                </a:lnTo>
                <a:lnTo>
                  <a:pt x="6394382" y="277451"/>
                </a:lnTo>
                <a:lnTo>
                  <a:pt x="6414171" y="271624"/>
                </a:lnTo>
                <a:lnTo>
                  <a:pt x="6434988" y="271624"/>
                </a:lnTo>
                <a:lnTo>
                  <a:pt x="6425140" y="262388"/>
                </a:lnTo>
                <a:lnTo>
                  <a:pt x="6410455" y="260584"/>
                </a:lnTo>
                <a:close/>
              </a:path>
              <a:path w="6441440" h="804544">
                <a:moveTo>
                  <a:pt x="6434988" y="271624"/>
                </a:moveTo>
                <a:lnTo>
                  <a:pt x="6414171" y="271624"/>
                </a:lnTo>
                <a:lnTo>
                  <a:pt x="6428423" y="283531"/>
                </a:lnTo>
                <a:lnTo>
                  <a:pt x="6439896" y="280283"/>
                </a:lnTo>
                <a:lnTo>
                  <a:pt x="6437912" y="274366"/>
                </a:lnTo>
                <a:lnTo>
                  <a:pt x="6434988" y="271624"/>
                </a:lnTo>
                <a:close/>
              </a:path>
              <a:path w="6441440" h="804544">
                <a:moveTo>
                  <a:pt x="173344" y="489184"/>
                </a:moveTo>
                <a:lnTo>
                  <a:pt x="156495" y="497933"/>
                </a:lnTo>
                <a:lnTo>
                  <a:pt x="146338" y="515739"/>
                </a:lnTo>
                <a:lnTo>
                  <a:pt x="144841" y="540850"/>
                </a:lnTo>
                <a:lnTo>
                  <a:pt x="152327" y="561361"/>
                </a:lnTo>
                <a:lnTo>
                  <a:pt x="167218" y="573394"/>
                </a:lnTo>
                <a:lnTo>
                  <a:pt x="180127" y="575125"/>
                </a:lnTo>
                <a:lnTo>
                  <a:pt x="185466" y="575125"/>
                </a:lnTo>
                <a:lnTo>
                  <a:pt x="201338" y="563652"/>
                </a:lnTo>
                <a:lnTo>
                  <a:pt x="176519" y="563652"/>
                </a:lnTo>
                <a:lnTo>
                  <a:pt x="162159" y="552756"/>
                </a:lnTo>
                <a:lnTo>
                  <a:pt x="158497" y="520718"/>
                </a:lnTo>
                <a:lnTo>
                  <a:pt x="171937" y="502046"/>
                </a:lnTo>
                <a:lnTo>
                  <a:pt x="202252" y="502046"/>
                </a:lnTo>
                <a:lnTo>
                  <a:pt x="173344" y="489184"/>
                </a:lnTo>
                <a:close/>
              </a:path>
              <a:path w="6441440" h="804544">
                <a:moveTo>
                  <a:pt x="218227" y="562137"/>
                </a:moveTo>
                <a:lnTo>
                  <a:pt x="203434" y="562137"/>
                </a:lnTo>
                <a:lnTo>
                  <a:pt x="205887" y="573394"/>
                </a:lnTo>
                <a:lnTo>
                  <a:pt x="218227" y="573394"/>
                </a:lnTo>
                <a:lnTo>
                  <a:pt x="218227" y="562137"/>
                </a:lnTo>
                <a:close/>
              </a:path>
              <a:path w="6441440" h="804544">
                <a:moveTo>
                  <a:pt x="202252" y="502046"/>
                </a:moveTo>
                <a:lnTo>
                  <a:pt x="191472" y="502046"/>
                </a:lnTo>
                <a:lnTo>
                  <a:pt x="204769" y="520194"/>
                </a:lnTo>
                <a:lnTo>
                  <a:pt x="198383" y="556941"/>
                </a:lnTo>
                <a:lnTo>
                  <a:pt x="181858" y="563652"/>
                </a:lnTo>
                <a:lnTo>
                  <a:pt x="201338" y="563652"/>
                </a:lnTo>
                <a:lnTo>
                  <a:pt x="203434" y="562137"/>
                </a:lnTo>
                <a:lnTo>
                  <a:pt x="218227" y="562137"/>
                </a:lnTo>
                <a:lnTo>
                  <a:pt x="218227" y="503471"/>
                </a:lnTo>
                <a:lnTo>
                  <a:pt x="205454" y="503471"/>
                </a:lnTo>
                <a:lnTo>
                  <a:pt x="202252" y="502046"/>
                </a:lnTo>
                <a:close/>
              </a:path>
              <a:path w="6441440" h="804544">
                <a:moveTo>
                  <a:pt x="218227" y="462557"/>
                </a:moveTo>
                <a:lnTo>
                  <a:pt x="205454" y="462557"/>
                </a:lnTo>
                <a:lnTo>
                  <a:pt x="205454" y="503471"/>
                </a:lnTo>
                <a:lnTo>
                  <a:pt x="218227" y="503471"/>
                </a:lnTo>
                <a:lnTo>
                  <a:pt x="218227" y="462557"/>
                </a:lnTo>
                <a:close/>
              </a:path>
              <a:path w="6441440" h="804544">
                <a:moveTo>
                  <a:pt x="269442" y="489184"/>
                </a:moveTo>
                <a:lnTo>
                  <a:pt x="251654" y="498348"/>
                </a:lnTo>
                <a:lnTo>
                  <a:pt x="241047" y="516460"/>
                </a:lnTo>
                <a:lnTo>
                  <a:pt x="239496" y="540994"/>
                </a:lnTo>
                <a:lnTo>
                  <a:pt x="247289" y="561271"/>
                </a:lnTo>
                <a:lnTo>
                  <a:pt x="263326" y="573358"/>
                </a:lnTo>
                <a:lnTo>
                  <a:pt x="278245" y="575125"/>
                </a:lnTo>
                <a:lnTo>
                  <a:pt x="297962" y="570760"/>
                </a:lnTo>
                <a:lnTo>
                  <a:pt x="303690" y="563652"/>
                </a:lnTo>
                <a:lnTo>
                  <a:pt x="273086" y="563652"/>
                </a:lnTo>
                <a:lnTo>
                  <a:pt x="257716" y="554722"/>
                </a:lnTo>
                <a:lnTo>
                  <a:pt x="255451" y="536160"/>
                </a:lnTo>
                <a:lnTo>
                  <a:pt x="248588" y="536160"/>
                </a:lnTo>
                <a:lnTo>
                  <a:pt x="248588" y="525119"/>
                </a:lnTo>
                <a:lnTo>
                  <a:pt x="254105" y="525119"/>
                </a:lnTo>
                <a:lnTo>
                  <a:pt x="253260" y="518192"/>
                </a:lnTo>
                <a:lnTo>
                  <a:pt x="271859" y="500657"/>
                </a:lnTo>
                <a:lnTo>
                  <a:pt x="301409" y="500657"/>
                </a:lnTo>
                <a:lnTo>
                  <a:pt x="297836" y="495137"/>
                </a:lnTo>
                <a:lnTo>
                  <a:pt x="269442" y="489184"/>
                </a:lnTo>
                <a:close/>
              </a:path>
              <a:path w="6441440" h="804544">
                <a:moveTo>
                  <a:pt x="299027" y="550664"/>
                </a:moveTo>
                <a:lnTo>
                  <a:pt x="297944" y="553550"/>
                </a:lnTo>
                <a:lnTo>
                  <a:pt x="273086" y="563652"/>
                </a:lnTo>
                <a:lnTo>
                  <a:pt x="303690" y="563652"/>
                </a:lnTo>
                <a:lnTo>
                  <a:pt x="311366" y="554127"/>
                </a:lnTo>
                <a:lnTo>
                  <a:pt x="299027" y="550664"/>
                </a:lnTo>
                <a:close/>
              </a:path>
              <a:path w="6441440" h="804544">
                <a:moveTo>
                  <a:pt x="254105" y="525119"/>
                </a:moveTo>
                <a:lnTo>
                  <a:pt x="248588" y="525119"/>
                </a:lnTo>
                <a:lnTo>
                  <a:pt x="248588" y="536160"/>
                </a:lnTo>
                <a:lnTo>
                  <a:pt x="255451" y="536160"/>
                </a:lnTo>
                <a:lnTo>
                  <a:pt x="254105" y="525119"/>
                </a:lnTo>
                <a:close/>
              </a:path>
              <a:path w="6441440" h="804544">
                <a:moveTo>
                  <a:pt x="301409" y="500657"/>
                </a:moveTo>
                <a:lnTo>
                  <a:pt x="271859" y="500657"/>
                </a:lnTo>
                <a:lnTo>
                  <a:pt x="292388" y="505979"/>
                </a:lnTo>
                <a:lnTo>
                  <a:pt x="299676" y="525119"/>
                </a:lnTo>
                <a:lnTo>
                  <a:pt x="254105" y="525119"/>
                </a:lnTo>
                <a:lnTo>
                  <a:pt x="255451" y="536160"/>
                </a:lnTo>
                <a:lnTo>
                  <a:pt x="312665" y="536160"/>
                </a:lnTo>
                <a:lnTo>
                  <a:pt x="311727" y="518192"/>
                </a:lnTo>
                <a:lnTo>
                  <a:pt x="311637" y="516460"/>
                </a:lnTo>
                <a:lnTo>
                  <a:pt x="301409" y="500657"/>
                </a:lnTo>
                <a:close/>
              </a:path>
              <a:path w="6441440" h="804544">
                <a:moveTo>
                  <a:pt x="350494" y="470350"/>
                </a:moveTo>
                <a:lnTo>
                  <a:pt x="337722" y="470350"/>
                </a:lnTo>
                <a:lnTo>
                  <a:pt x="337722" y="553045"/>
                </a:lnTo>
                <a:lnTo>
                  <a:pt x="343350" y="568234"/>
                </a:lnTo>
                <a:lnTo>
                  <a:pt x="364583" y="574296"/>
                </a:lnTo>
                <a:lnTo>
                  <a:pt x="350494" y="470350"/>
                </a:lnTo>
                <a:close/>
              </a:path>
              <a:path w="6441440" h="804544">
                <a:moveTo>
                  <a:pt x="337722" y="490266"/>
                </a:moveTo>
                <a:lnTo>
                  <a:pt x="325166" y="490266"/>
                </a:lnTo>
                <a:lnTo>
                  <a:pt x="325166" y="501090"/>
                </a:lnTo>
                <a:lnTo>
                  <a:pt x="337722" y="501090"/>
                </a:lnTo>
                <a:lnTo>
                  <a:pt x="337722" y="490266"/>
                </a:lnTo>
                <a:close/>
              </a:path>
              <a:path w="6441440" h="804544">
                <a:moveTo>
                  <a:pt x="368245" y="490266"/>
                </a:moveTo>
                <a:lnTo>
                  <a:pt x="353194" y="490266"/>
                </a:lnTo>
                <a:lnTo>
                  <a:pt x="354661" y="501090"/>
                </a:lnTo>
                <a:lnTo>
                  <a:pt x="368245" y="501090"/>
                </a:lnTo>
                <a:lnTo>
                  <a:pt x="368245" y="490266"/>
                </a:lnTo>
                <a:close/>
              </a:path>
              <a:path w="6441440" h="804544">
                <a:moveTo>
                  <a:pt x="444833" y="501776"/>
                </a:moveTo>
                <a:lnTo>
                  <a:pt x="408835" y="501776"/>
                </a:lnTo>
                <a:lnTo>
                  <a:pt x="429977" y="501920"/>
                </a:lnTo>
                <a:lnTo>
                  <a:pt x="437247" y="517326"/>
                </a:lnTo>
                <a:lnTo>
                  <a:pt x="384499" y="541175"/>
                </a:lnTo>
                <a:lnTo>
                  <a:pt x="389875" y="567441"/>
                </a:lnTo>
                <a:lnTo>
                  <a:pt x="411920" y="575342"/>
                </a:lnTo>
                <a:lnTo>
                  <a:pt x="416754" y="575342"/>
                </a:lnTo>
                <a:lnTo>
                  <a:pt x="435732" y="563941"/>
                </a:lnTo>
                <a:lnTo>
                  <a:pt x="408881" y="563941"/>
                </a:lnTo>
                <a:lnTo>
                  <a:pt x="396333" y="554885"/>
                </a:lnTo>
                <a:lnTo>
                  <a:pt x="400598" y="541175"/>
                </a:lnTo>
                <a:lnTo>
                  <a:pt x="400699" y="540850"/>
                </a:lnTo>
                <a:lnTo>
                  <a:pt x="450020" y="540850"/>
                </a:lnTo>
                <a:lnTo>
                  <a:pt x="450020" y="512022"/>
                </a:lnTo>
                <a:lnTo>
                  <a:pt x="444906" y="501920"/>
                </a:lnTo>
                <a:lnTo>
                  <a:pt x="444833" y="501776"/>
                </a:lnTo>
                <a:close/>
              </a:path>
              <a:path w="6441440" h="804544">
                <a:moveTo>
                  <a:pt x="450020" y="540850"/>
                </a:moveTo>
                <a:lnTo>
                  <a:pt x="400699" y="540850"/>
                </a:lnTo>
                <a:lnTo>
                  <a:pt x="437247" y="543303"/>
                </a:lnTo>
                <a:lnTo>
                  <a:pt x="432774" y="556346"/>
                </a:lnTo>
                <a:lnTo>
                  <a:pt x="413687" y="563941"/>
                </a:lnTo>
                <a:lnTo>
                  <a:pt x="435732" y="563941"/>
                </a:lnTo>
                <a:lnTo>
                  <a:pt x="437247" y="573394"/>
                </a:lnTo>
                <a:lnTo>
                  <a:pt x="450020" y="573394"/>
                </a:lnTo>
                <a:lnTo>
                  <a:pt x="450020" y="540850"/>
                </a:lnTo>
                <a:close/>
              </a:path>
              <a:path w="6441440" h="804544">
                <a:moveTo>
                  <a:pt x="402214" y="492034"/>
                </a:moveTo>
                <a:lnTo>
                  <a:pt x="385942" y="508667"/>
                </a:lnTo>
                <a:lnTo>
                  <a:pt x="398065" y="512996"/>
                </a:lnTo>
                <a:lnTo>
                  <a:pt x="408835" y="501776"/>
                </a:lnTo>
                <a:lnTo>
                  <a:pt x="444833" y="501776"/>
                </a:lnTo>
                <a:lnTo>
                  <a:pt x="441884" y="495949"/>
                </a:lnTo>
                <a:lnTo>
                  <a:pt x="402214" y="492034"/>
                </a:lnTo>
                <a:close/>
              </a:path>
              <a:path w="6441440" h="804544">
                <a:moveTo>
                  <a:pt x="486104" y="490266"/>
                </a:moveTo>
                <a:lnTo>
                  <a:pt x="473332" y="490266"/>
                </a:lnTo>
                <a:lnTo>
                  <a:pt x="473332" y="573394"/>
                </a:lnTo>
                <a:lnTo>
                  <a:pt x="486104" y="573394"/>
                </a:lnTo>
                <a:lnTo>
                  <a:pt x="486104" y="490266"/>
                </a:lnTo>
                <a:close/>
              </a:path>
              <a:path w="6441440" h="804544">
                <a:moveTo>
                  <a:pt x="475190" y="459942"/>
                </a:moveTo>
                <a:lnTo>
                  <a:pt x="479826" y="476412"/>
                </a:lnTo>
                <a:lnTo>
                  <a:pt x="482315" y="476412"/>
                </a:lnTo>
                <a:lnTo>
                  <a:pt x="488918" y="465372"/>
                </a:lnTo>
                <a:lnTo>
                  <a:pt x="475190" y="459942"/>
                </a:lnTo>
                <a:close/>
              </a:path>
              <a:path w="6441440" h="804544">
                <a:moveTo>
                  <a:pt x="522269" y="462557"/>
                </a:moveTo>
                <a:lnTo>
                  <a:pt x="509497" y="462557"/>
                </a:lnTo>
                <a:lnTo>
                  <a:pt x="509497" y="573394"/>
                </a:lnTo>
                <a:lnTo>
                  <a:pt x="522269" y="573394"/>
                </a:lnTo>
                <a:lnTo>
                  <a:pt x="522269" y="462557"/>
                </a:lnTo>
                <a:close/>
              </a:path>
              <a:path w="6441440" h="804544">
                <a:moveTo>
                  <a:pt x="554105" y="550447"/>
                </a:moveTo>
                <a:lnTo>
                  <a:pt x="541982" y="553478"/>
                </a:lnTo>
                <a:lnTo>
                  <a:pt x="543461" y="560549"/>
                </a:lnTo>
                <a:lnTo>
                  <a:pt x="558091" y="573285"/>
                </a:lnTo>
                <a:lnTo>
                  <a:pt x="580046" y="575125"/>
                </a:lnTo>
                <a:lnTo>
                  <a:pt x="599240" y="566755"/>
                </a:lnTo>
                <a:lnTo>
                  <a:pt x="600463" y="562750"/>
                </a:lnTo>
                <a:lnTo>
                  <a:pt x="563900" y="562750"/>
                </a:lnTo>
                <a:lnTo>
                  <a:pt x="554105" y="550447"/>
                </a:lnTo>
                <a:close/>
              </a:path>
              <a:path w="6441440" h="804544">
                <a:moveTo>
                  <a:pt x="575103" y="489184"/>
                </a:moveTo>
                <a:lnTo>
                  <a:pt x="551200" y="497158"/>
                </a:lnTo>
                <a:lnTo>
                  <a:pt x="544580" y="518950"/>
                </a:lnTo>
                <a:lnTo>
                  <a:pt x="553455" y="531343"/>
                </a:lnTo>
                <a:lnTo>
                  <a:pt x="587803" y="541644"/>
                </a:lnTo>
                <a:lnTo>
                  <a:pt x="592854" y="554452"/>
                </a:lnTo>
                <a:lnTo>
                  <a:pt x="584051" y="562606"/>
                </a:lnTo>
                <a:lnTo>
                  <a:pt x="563900" y="562750"/>
                </a:lnTo>
                <a:lnTo>
                  <a:pt x="600463" y="562750"/>
                </a:lnTo>
                <a:lnTo>
                  <a:pt x="606059" y="544422"/>
                </a:lnTo>
                <a:lnTo>
                  <a:pt x="596949" y="532281"/>
                </a:lnTo>
                <a:lnTo>
                  <a:pt x="558506" y="518246"/>
                </a:lnTo>
                <a:lnTo>
                  <a:pt x="558908" y="508883"/>
                </a:lnTo>
                <a:lnTo>
                  <a:pt x="559029" y="506051"/>
                </a:lnTo>
                <a:lnTo>
                  <a:pt x="578819" y="500224"/>
                </a:lnTo>
                <a:lnTo>
                  <a:pt x="599636" y="500224"/>
                </a:lnTo>
                <a:lnTo>
                  <a:pt x="589787" y="490988"/>
                </a:lnTo>
                <a:lnTo>
                  <a:pt x="575103" y="489184"/>
                </a:lnTo>
                <a:close/>
              </a:path>
              <a:path w="6441440" h="804544">
                <a:moveTo>
                  <a:pt x="599636" y="500224"/>
                </a:moveTo>
                <a:lnTo>
                  <a:pt x="578819" y="500224"/>
                </a:lnTo>
                <a:lnTo>
                  <a:pt x="593071" y="512131"/>
                </a:lnTo>
                <a:lnTo>
                  <a:pt x="604544" y="508883"/>
                </a:lnTo>
                <a:lnTo>
                  <a:pt x="602559" y="502966"/>
                </a:lnTo>
                <a:lnTo>
                  <a:pt x="599636" y="500224"/>
                </a:lnTo>
                <a:close/>
              </a:path>
              <a:path w="6441440" h="804544">
                <a:moveTo>
                  <a:pt x="699954" y="490266"/>
                </a:moveTo>
                <a:lnTo>
                  <a:pt x="686532" y="490266"/>
                </a:lnTo>
                <a:lnTo>
                  <a:pt x="711860" y="573394"/>
                </a:lnTo>
                <a:lnTo>
                  <a:pt x="724416" y="573394"/>
                </a:lnTo>
                <a:lnTo>
                  <a:pt x="729964" y="553911"/>
                </a:lnTo>
                <a:lnTo>
                  <a:pt x="718787" y="553911"/>
                </a:lnTo>
                <a:lnTo>
                  <a:pt x="699954" y="490266"/>
                </a:lnTo>
                <a:close/>
              </a:path>
              <a:path w="6441440" h="804544">
                <a:moveTo>
                  <a:pt x="755766" y="509533"/>
                </a:moveTo>
                <a:lnTo>
                  <a:pt x="742600" y="509533"/>
                </a:lnTo>
                <a:lnTo>
                  <a:pt x="762083" y="573394"/>
                </a:lnTo>
                <a:lnTo>
                  <a:pt x="774639" y="573394"/>
                </a:lnTo>
                <a:lnTo>
                  <a:pt x="780575" y="553911"/>
                </a:lnTo>
                <a:lnTo>
                  <a:pt x="780641" y="553694"/>
                </a:lnTo>
                <a:lnTo>
                  <a:pt x="768577" y="553694"/>
                </a:lnTo>
                <a:lnTo>
                  <a:pt x="755766" y="509533"/>
                </a:lnTo>
                <a:close/>
              </a:path>
              <a:path w="6441440" h="804544">
                <a:moveTo>
                  <a:pt x="750177" y="490266"/>
                </a:moveTo>
                <a:lnTo>
                  <a:pt x="736539" y="490266"/>
                </a:lnTo>
                <a:lnTo>
                  <a:pt x="718848" y="553694"/>
                </a:lnTo>
                <a:lnTo>
                  <a:pt x="718787" y="553911"/>
                </a:lnTo>
                <a:lnTo>
                  <a:pt x="729964" y="553911"/>
                </a:lnTo>
                <a:lnTo>
                  <a:pt x="742600" y="509533"/>
                </a:lnTo>
                <a:lnTo>
                  <a:pt x="755766" y="509533"/>
                </a:lnTo>
                <a:lnTo>
                  <a:pt x="750177" y="490266"/>
                </a:lnTo>
                <a:close/>
              </a:path>
              <a:path w="6441440" h="804544">
                <a:moveTo>
                  <a:pt x="799966" y="490266"/>
                </a:moveTo>
                <a:lnTo>
                  <a:pt x="786545" y="490266"/>
                </a:lnTo>
                <a:lnTo>
                  <a:pt x="768577" y="553694"/>
                </a:lnTo>
                <a:lnTo>
                  <a:pt x="780641" y="553694"/>
                </a:lnTo>
                <a:lnTo>
                  <a:pt x="799966" y="490266"/>
                </a:lnTo>
                <a:close/>
              </a:path>
              <a:path w="6441440" h="804544">
                <a:moveTo>
                  <a:pt x="829624" y="490266"/>
                </a:moveTo>
                <a:lnTo>
                  <a:pt x="816852" y="490266"/>
                </a:lnTo>
                <a:lnTo>
                  <a:pt x="816852" y="573394"/>
                </a:lnTo>
                <a:lnTo>
                  <a:pt x="829624" y="573394"/>
                </a:lnTo>
                <a:lnTo>
                  <a:pt x="829624" y="490266"/>
                </a:lnTo>
                <a:close/>
              </a:path>
              <a:path w="6441440" h="804544">
                <a:moveTo>
                  <a:pt x="818710" y="459942"/>
                </a:moveTo>
                <a:lnTo>
                  <a:pt x="823346" y="476412"/>
                </a:lnTo>
                <a:lnTo>
                  <a:pt x="825835" y="476412"/>
                </a:lnTo>
                <a:lnTo>
                  <a:pt x="832438" y="465372"/>
                </a:lnTo>
                <a:lnTo>
                  <a:pt x="818710" y="459942"/>
                </a:lnTo>
                <a:close/>
              </a:path>
              <a:path w="6441440" h="804544">
                <a:moveTo>
                  <a:pt x="865789" y="462557"/>
                </a:moveTo>
                <a:lnTo>
                  <a:pt x="853017" y="462557"/>
                </a:lnTo>
                <a:lnTo>
                  <a:pt x="853017" y="573394"/>
                </a:lnTo>
                <a:lnTo>
                  <a:pt x="865789" y="573394"/>
                </a:lnTo>
                <a:lnTo>
                  <a:pt x="865789" y="462557"/>
                </a:lnTo>
                <a:close/>
              </a:path>
              <a:path w="6441440" h="804544">
                <a:moveTo>
                  <a:pt x="901954" y="462557"/>
                </a:moveTo>
                <a:lnTo>
                  <a:pt x="889182" y="462557"/>
                </a:lnTo>
                <a:lnTo>
                  <a:pt x="889182" y="573394"/>
                </a:lnTo>
                <a:lnTo>
                  <a:pt x="901954" y="573394"/>
                </a:lnTo>
                <a:lnTo>
                  <a:pt x="901954" y="462557"/>
                </a:lnTo>
                <a:close/>
              </a:path>
              <a:path w="6441440" h="804544">
                <a:moveTo>
                  <a:pt x="1020917" y="560622"/>
                </a:moveTo>
                <a:lnTo>
                  <a:pt x="1007160" y="560622"/>
                </a:lnTo>
                <a:lnTo>
                  <a:pt x="1039848" y="575125"/>
                </a:lnTo>
                <a:lnTo>
                  <a:pt x="1056571" y="566340"/>
                </a:lnTo>
                <a:lnTo>
                  <a:pt x="1058097" y="563652"/>
                </a:lnTo>
                <a:lnTo>
                  <a:pt x="1026066" y="563652"/>
                </a:lnTo>
                <a:lnTo>
                  <a:pt x="1020917" y="560622"/>
                </a:lnTo>
                <a:close/>
              </a:path>
              <a:path w="6441440" h="804544">
                <a:moveTo>
                  <a:pt x="1007593" y="462557"/>
                </a:moveTo>
                <a:lnTo>
                  <a:pt x="994821" y="462557"/>
                </a:lnTo>
                <a:lnTo>
                  <a:pt x="994821" y="573394"/>
                </a:lnTo>
                <a:lnTo>
                  <a:pt x="1007160" y="573394"/>
                </a:lnTo>
                <a:lnTo>
                  <a:pt x="1007160" y="560622"/>
                </a:lnTo>
                <a:lnTo>
                  <a:pt x="1020917" y="560622"/>
                </a:lnTo>
                <a:lnTo>
                  <a:pt x="1014665" y="556941"/>
                </a:lnTo>
                <a:lnTo>
                  <a:pt x="1007377" y="531830"/>
                </a:lnTo>
                <a:lnTo>
                  <a:pt x="1014556" y="507206"/>
                </a:lnTo>
                <a:lnTo>
                  <a:pt x="1036601" y="500657"/>
                </a:lnTo>
                <a:lnTo>
                  <a:pt x="1057943" y="500657"/>
                </a:lnTo>
                <a:lnTo>
                  <a:pt x="1057361" y="500188"/>
                </a:lnTo>
                <a:lnTo>
                  <a:pt x="1010912" y="500188"/>
                </a:lnTo>
                <a:lnTo>
                  <a:pt x="1007593" y="462557"/>
                </a:lnTo>
                <a:close/>
              </a:path>
              <a:path w="6441440" h="804544">
                <a:moveTo>
                  <a:pt x="1057943" y="500657"/>
                </a:moveTo>
                <a:lnTo>
                  <a:pt x="1036601" y="500657"/>
                </a:lnTo>
                <a:lnTo>
                  <a:pt x="1050961" y="511301"/>
                </a:lnTo>
                <a:lnTo>
                  <a:pt x="1054514" y="543123"/>
                </a:lnTo>
                <a:lnTo>
                  <a:pt x="1040985" y="562245"/>
                </a:lnTo>
                <a:lnTo>
                  <a:pt x="1026066" y="563652"/>
                </a:lnTo>
                <a:lnTo>
                  <a:pt x="1058097" y="563652"/>
                </a:lnTo>
                <a:lnTo>
                  <a:pt x="1066709" y="548481"/>
                </a:lnTo>
                <a:lnTo>
                  <a:pt x="1068207" y="523315"/>
                </a:lnTo>
                <a:lnTo>
                  <a:pt x="1060720" y="502894"/>
                </a:lnTo>
                <a:lnTo>
                  <a:pt x="1057943" y="500657"/>
                </a:lnTo>
                <a:close/>
              </a:path>
              <a:path w="6441440" h="804544">
                <a:moveTo>
                  <a:pt x="1027292" y="489184"/>
                </a:moveTo>
                <a:lnTo>
                  <a:pt x="1010912" y="500188"/>
                </a:lnTo>
                <a:lnTo>
                  <a:pt x="1057361" y="500188"/>
                </a:lnTo>
                <a:lnTo>
                  <a:pt x="1045873" y="490934"/>
                </a:lnTo>
                <a:lnTo>
                  <a:pt x="1027292" y="489184"/>
                </a:lnTo>
                <a:close/>
              </a:path>
              <a:path w="6441440" h="804544">
                <a:moveTo>
                  <a:pt x="1113793" y="489184"/>
                </a:moveTo>
                <a:lnTo>
                  <a:pt x="1096006" y="498348"/>
                </a:lnTo>
                <a:lnTo>
                  <a:pt x="1085398" y="516460"/>
                </a:lnTo>
                <a:lnTo>
                  <a:pt x="1083847" y="540994"/>
                </a:lnTo>
                <a:lnTo>
                  <a:pt x="1091640" y="561271"/>
                </a:lnTo>
                <a:lnTo>
                  <a:pt x="1107678" y="573358"/>
                </a:lnTo>
                <a:lnTo>
                  <a:pt x="1122597" y="575125"/>
                </a:lnTo>
                <a:lnTo>
                  <a:pt x="1142314" y="570760"/>
                </a:lnTo>
                <a:lnTo>
                  <a:pt x="1148042" y="563652"/>
                </a:lnTo>
                <a:lnTo>
                  <a:pt x="1117437" y="563652"/>
                </a:lnTo>
                <a:lnTo>
                  <a:pt x="1102067" y="554722"/>
                </a:lnTo>
                <a:lnTo>
                  <a:pt x="1099803" y="536160"/>
                </a:lnTo>
                <a:lnTo>
                  <a:pt x="1092939" y="536160"/>
                </a:lnTo>
                <a:lnTo>
                  <a:pt x="1092939" y="525119"/>
                </a:lnTo>
                <a:lnTo>
                  <a:pt x="1098456" y="525119"/>
                </a:lnTo>
                <a:lnTo>
                  <a:pt x="1097611" y="518192"/>
                </a:lnTo>
                <a:lnTo>
                  <a:pt x="1116210" y="500657"/>
                </a:lnTo>
                <a:lnTo>
                  <a:pt x="1145760" y="500657"/>
                </a:lnTo>
                <a:lnTo>
                  <a:pt x="1142188" y="495137"/>
                </a:lnTo>
                <a:lnTo>
                  <a:pt x="1113793" y="489184"/>
                </a:lnTo>
                <a:close/>
              </a:path>
              <a:path w="6441440" h="804544">
                <a:moveTo>
                  <a:pt x="1143378" y="550664"/>
                </a:moveTo>
                <a:lnTo>
                  <a:pt x="1142296" y="553550"/>
                </a:lnTo>
                <a:lnTo>
                  <a:pt x="1117437" y="563652"/>
                </a:lnTo>
                <a:lnTo>
                  <a:pt x="1148042" y="563652"/>
                </a:lnTo>
                <a:lnTo>
                  <a:pt x="1155718" y="554127"/>
                </a:lnTo>
                <a:lnTo>
                  <a:pt x="1143378" y="550664"/>
                </a:lnTo>
                <a:close/>
              </a:path>
              <a:path w="6441440" h="804544">
                <a:moveTo>
                  <a:pt x="1098456" y="525119"/>
                </a:moveTo>
                <a:lnTo>
                  <a:pt x="1092939" y="525119"/>
                </a:lnTo>
                <a:lnTo>
                  <a:pt x="1092939" y="536160"/>
                </a:lnTo>
                <a:lnTo>
                  <a:pt x="1099803" y="536160"/>
                </a:lnTo>
                <a:lnTo>
                  <a:pt x="1098456" y="525119"/>
                </a:lnTo>
                <a:close/>
              </a:path>
              <a:path w="6441440" h="804544">
                <a:moveTo>
                  <a:pt x="1145760" y="500657"/>
                </a:moveTo>
                <a:lnTo>
                  <a:pt x="1116210" y="500657"/>
                </a:lnTo>
                <a:lnTo>
                  <a:pt x="1136740" y="505979"/>
                </a:lnTo>
                <a:lnTo>
                  <a:pt x="1144028" y="525119"/>
                </a:lnTo>
                <a:lnTo>
                  <a:pt x="1098456" y="525119"/>
                </a:lnTo>
                <a:lnTo>
                  <a:pt x="1099803" y="536160"/>
                </a:lnTo>
                <a:lnTo>
                  <a:pt x="1157016" y="536160"/>
                </a:lnTo>
                <a:lnTo>
                  <a:pt x="1156079" y="518192"/>
                </a:lnTo>
                <a:lnTo>
                  <a:pt x="1155988" y="516460"/>
                </a:lnTo>
                <a:lnTo>
                  <a:pt x="1145760" y="500657"/>
                </a:lnTo>
                <a:close/>
              </a:path>
              <a:path w="6441440" h="804544">
                <a:moveTo>
                  <a:pt x="1301562" y="501776"/>
                </a:moveTo>
                <a:lnTo>
                  <a:pt x="1265564" y="501776"/>
                </a:lnTo>
                <a:lnTo>
                  <a:pt x="1286707" y="501920"/>
                </a:lnTo>
                <a:lnTo>
                  <a:pt x="1293977" y="517326"/>
                </a:lnTo>
                <a:lnTo>
                  <a:pt x="1241228" y="541175"/>
                </a:lnTo>
                <a:lnTo>
                  <a:pt x="1246604" y="567441"/>
                </a:lnTo>
                <a:lnTo>
                  <a:pt x="1268649" y="575342"/>
                </a:lnTo>
                <a:lnTo>
                  <a:pt x="1273483" y="575342"/>
                </a:lnTo>
                <a:lnTo>
                  <a:pt x="1292461" y="563941"/>
                </a:lnTo>
                <a:lnTo>
                  <a:pt x="1265610" y="563941"/>
                </a:lnTo>
                <a:lnTo>
                  <a:pt x="1253062" y="554885"/>
                </a:lnTo>
                <a:lnTo>
                  <a:pt x="1257327" y="541175"/>
                </a:lnTo>
                <a:lnTo>
                  <a:pt x="1257428" y="540850"/>
                </a:lnTo>
                <a:lnTo>
                  <a:pt x="1306749" y="540850"/>
                </a:lnTo>
                <a:lnTo>
                  <a:pt x="1306749" y="512022"/>
                </a:lnTo>
                <a:lnTo>
                  <a:pt x="1301635" y="501920"/>
                </a:lnTo>
                <a:lnTo>
                  <a:pt x="1301562" y="501776"/>
                </a:lnTo>
                <a:close/>
              </a:path>
              <a:path w="6441440" h="804544">
                <a:moveTo>
                  <a:pt x="1306749" y="540850"/>
                </a:moveTo>
                <a:lnTo>
                  <a:pt x="1257428" y="540850"/>
                </a:lnTo>
                <a:lnTo>
                  <a:pt x="1293977" y="543303"/>
                </a:lnTo>
                <a:lnTo>
                  <a:pt x="1289503" y="556346"/>
                </a:lnTo>
                <a:lnTo>
                  <a:pt x="1270416" y="563941"/>
                </a:lnTo>
                <a:lnTo>
                  <a:pt x="1292461" y="563941"/>
                </a:lnTo>
                <a:lnTo>
                  <a:pt x="1293977" y="573394"/>
                </a:lnTo>
                <a:lnTo>
                  <a:pt x="1306749" y="573394"/>
                </a:lnTo>
                <a:lnTo>
                  <a:pt x="1306749" y="540850"/>
                </a:lnTo>
                <a:close/>
              </a:path>
              <a:path w="6441440" h="804544">
                <a:moveTo>
                  <a:pt x="1258943" y="492034"/>
                </a:moveTo>
                <a:lnTo>
                  <a:pt x="1242672" y="508667"/>
                </a:lnTo>
                <a:lnTo>
                  <a:pt x="1254794" y="512996"/>
                </a:lnTo>
                <a:lnTo>
                  <a:pt x="1265564" y="501776"/>
                </a:lnTo>
                <a:lnTo>
                  <a:pt x="1301562" y="501776"/>
                </a:lnTo>
                <a:lnTo>
                  <a:pt x="1298613" y="495949"/>
                </a:lnTo>
                <a:lnTo>
                  <a:pt x="1258943" y="492034"/>
                </a:lnTo>
                <a:close/>
              </a:path>
              <a:path w="6441440" h="804544">
                <a:moveTo>
                  <a:pt x="1342833" y="490266"/>
                </a:moveTo>
                <a:lnTo>
                  <a:pt x="1330061" y="490266"/>
                </a:lnTo>
                <a:lnTo>
                  <a:pt x="1331164" y="553117"/>
                </a:lnTo>
                <a:lnTo>
                  <a:pt x="1331215" y="556021"/>
                </a:lnTo>
                <a:lnTo>
                  <a:pt x="1347140" y="573394"/>
                </a:lnTo>
                <a:lnTo>
                  <a:pt x="1343543" y="573394"/>
                </a:lnTo>
                <a:lnTo>
                  <a:pt x="1368377" y="573015"/>
                </a:lnTo>
                <a:lnTo>
                  <a:pt x="1378868" y="562137"/>
                </a:lnTo>
                <a:lnTo>
                  <a:pt x="1355713" y="562137"/>
                </a:lnTo>
                <a:lnTo>
                  <a:pt x="1344529" y="553117"/>
                </a:lnTo>
                <a:lnTo>
                  <a:pt x="1342833" y="490266"/>
                </a:lnTo>
                <a:close/>
              </a:path>
              <a:path w="6441440" h="804544">
                <a:moveTo>
                  <a:pt x="1395220" y="559323"/>
                </a:moveTo>
                <a:lnTo>
                  <a:pt x="1381582" y="559323"/>
                </a:lnTo>
                <a:lnTo>
                  <a:pt x="1382425" y="573015"/>
                </a:lnTo>
                <a:lnTo>
                  <a:pt x="1382448" y="573394"/>
                </a:lnTo>
                <a:lnTo>
                  <a:pt x="1395220" y="573394"/>
                </a:lnTo>
                <a:lnTo>
                  <a:pt x="1395220" y="559323"/>
                </a:lnTo>
                <a:close/>
              </a:path>
              <a:path w="6441440" h="804544">
                <a:moveTo>
                  <a:pt x="1395220" y="490266"/>
                </a:moveTo>
                <a:lnTo>
                  <a:pt x="1382448" y="490266"/>
                </a:lnTo>
                <a:lnTo>
                  <a:pt x="1382448" y="539407"/>
                </a:lnTo>
                <a:lnTo>
                  <a:pt x="1376802" y="555588"/>
                </a:lnTo>
                <a:lnTo>
                  <a:pt x="1355713" y="562137"/>
                </a:lnTo>
                <a:lnTo>
                  <a:pt x="1378868" y="562137"/>
                </a:lnTo>
                <a:lnTo>
                  <a:pt x="1381582" y="559323"/>
                </a:lnTo>
                <a:lnTo>
                  <a:pt x="1395220" y="559323"/>
                </a:lnTo>
                <a:lnTo>
                  <a:pt x="1395220" y="490266"/>
                </a:lnTo>
                <a:close/>
              </a:path>
              <a:path w="6441440" h="804544">
                <a:moveTo>
                  <a:pt x="1437014" y="470350"/>
                </a:moveTo>
                <a:lnTo>
                  <a:pt x="1424242" y="470350"/>
                </a:lnTo>
                <a:lnTo>
                  <a:pt x="1424242" y="553045"/>
                </a:lnTo>
                <a:lnTo>
                  <a:pt x="1429870" y="568234"/>
                </a:lnTo>
                <a:lnTo>
                  <a:pt x="1451103" y="574296"/>
                </a:lnTo>
                <a:lnTo>
                  <a:pt x="1437014" y="470350"/>
                </a:lnTo>
                <a:close/>
              </a:path>
              <a:path w="6441440" h="804544">
                <a:moveTo>
                  <a:pt x="1424242" y="490266"/>
                </a:moveTo>
                <a:lnTo>
                  <a:pt x="1411686" y="490266"/>
                </a:lnTo>
                <a:lnTo>
                  <a:pt x="1411686" y="501090"/>
                </a:lnTo>
                <a:lnTo>
                  <a:pt x="1424242" y="501090"/>
                </a:lnTo>
                <a:lnTo>
                  <a:pt x="1424242" y="490266"/>
                </a:lnTo>
                <a:close/>
              </a:path>
              <a:path w="6441440" h="804544">
                <a:moveTo>
                  <a:pt x="1454765" y="490266"/>
                </a:moveTo>
                <a:lnTo>
                  <a:pt x="1439713" y="490266"/>
                </a:lnTo>
                <a:lnTo>
                  <a:pt x="1441180" y="501090"/>
                </a:lnTo>
                <a:lnTo>
                  <a:pt x="1454765" y="501090"/>
                </a:lnTo>
                <a:lnTo>
                  <a:pt x="1454765" y="490266"/>
                </a:lnTo>
                <a:close/>
              </a:path>
              <a:path w="6441440" h="804544">
                <a:moveTo>
                  <a:pt x="1499350" y="489184"/>
                </a:moveTo>
                <a:lnTo>
                  <a:pt x="1481473" y="498114"/>
                </a:lnTo>
                <a:lnTo>
                  <a:pt x="1470757" y="516045"/>
                </a:lnTo>
                <a:lnTo>
                  <a:pt x="1469188" y="540850"/>
                </a:lnTo>
                <a:lnTo>
                  <a:pt x="1477071" y="561199"/>
                </a:lnTo>
                <a:lnTo>
                  <a:pt x="1492766" y="573340"/>
                </a:lnTo>
                <a:lnTo>
                  <a:pt x="1506855" y="575125"/>
                </a:lnTo>
                <a:lnTo>
                  <a:pt x="1514360" y="575125"/>
                </a:lnTo>
                <a:lnTo>
                  <a:pt x="1532219" y="566196"/>
                </a:lnTo>
                <a:lnTo>
                  <a:pt x="1533747" y="563652"/>
                </a:lnTo>
                <a:lnTo>
                  <a:pt x="1501154" y="563652"/>
                </a:lnTo>
                <a:lnTo>
                  <a:pt x="1489104" y="556346"/>
                </a:lnTo>
                <a:lnTo>
                  <a:pt x="1481960" y="526707"/>
                </a:lnTo>
                <a:lnTo>
                  <a:pt x="1496464" y="502137"/>
                </a:lnTo>
                <a:lnTo>
                  <a:pt x="1535340" y="502137"/>
                </a:lnTo>
                <a:lnTo>
                  <a:pt x="1520926" y="490970"/>
                </a:lnTo>
                <a:lnTo>
                  <a:pt x="1499350" y="489184"/>
                </a:lnTo>
                <a:close/>
              </a:path>
              <a:path w="6441440" h="804544">
                <a:moveTo>
                  <a:pt x="1535340" y="502137"/>
                </a:moveTo>
                <a:lnTo>
                  <a:pt x="1517246" y="502137"/>
                </a:lnTo>
                <a:lnTo>
                  <a:pt x="1530866" y="521529"/>
                </a:lnTo>
                <a:lnTo>
                  <a:pt x="1524606" y="556346"/>
                </a:lnTo>
                <a:lnTo>
                  <a:pt x="1506855" y="563652"/>
                </a:lnTo>
                <a:lnTo>
                  <a:pt x="1533747" y="563652"/>
                </a:lnTo>
                <a:lnTo>
                  <a:pt x="1542935" y="548354"/>
                </a:lnTo>
                <a:lnTo>
                  <a:pt x="1544522" y="523604"/>
                </a:lnTo>
                <a:lnTo>
                  <a:pt x="1536621" y="503129"/>
                </a:lnTo>
                <a:lnTo>
                  <a:pt x="1535340" y="502137"/>
                </a:lnTo>
                <a:close/>
              </a:path>
              <a:path w="6441440" h="804544">
                <a:moveTo>
                  <a:pt x="1576358" y="490266"/>
                </a:moveTo>
                <a:lnTo>
                  <a:pt x="1564018" y="490266"/>
                </a:lnTo>
                <a:lnTo>
                  <a:pt x="1564018" y="573394"/>
                </a:lnTo>
                <a:lnTo>
                  <a:pt x="1576791" y="573394"/>
                </a:lnTo>
                <a:lnTo>
                  <a:pt x="1576791" y="521439"/>
                </a:lnTo>
                <a:lnTo>
                  <a:pt x="1581032" y="507927"/>
                </a:lnTo>
                <a:lnTo>
                  <a:pt x="1581156" y="507530"/>
                </a:lnTo>
                <a:lnTo>
                  <a:pt x="1593163" y="503255"/>
                </a:lnTo>
                <a:lnTo>
                  <a:pt x="1577440" y="503255"/>
                </a:lnTo>
                <a:lnTo>
                  <a:pt x="1576374" y="490465"/>
                </a:lnTo>
                <a:lnTo>
                  <a:pt x="1576358" y="490266"/>
                </a:lnTo>
                <a:close/>
              </a:path>
              <a:path w="6441440" h="804544">
                <a:moveTo>
                  <a:pt x="1620373" y="500784"/>
                </a:moveTo>
                <a:lnTo>
                  <a:pt x="1600634" y="500784"/>
                </a:lnTo>
                <a:lnTo>
                  <a:pt x="1610543" y="507927"/>
                </a:lnTo>
                <a:lnTo>
                  <a:pt x="1612076" y="573394"/>
                </a:lnTo>
                <a:lnTo>
                  <a:pt x="1625065" y="573394"/>
                </a:lnTo>
                <a:lnTo>
                  <a:pt x="1625065" y="513898"/>
                </a:lnTo>
                <a:lnTo>
                  <a:pt x="1635158" y="503255"/>
                </a:lnTo>
                <a:lnTo>
                  <a:pt x="1622900" y="503255"/>
                </a:lnTo>
                <a:lnTo>
                  <a:pt x="1620373" y="500784"/>
                </a:lnTo>
                <a:close/>
              </a:path>
              <a:path w="6441440" h="804544">
                <a:moveTo>
                  <a:pt x="1670760" y="500784"/>
                </a:moveTo>
                <a:lnTo>
                  <a:pt x="1638024" y="500784"/>
                </a:lnTo>
                <a:lnTo>
                  <a:pt x="1658673" y="507242"/>
                </a:lnTo>
                <a:lnTo>
                  <a:pt x="1660351" y="573394"/>
                </a:lnTo>
                <a:lnTo>
                  <a:pt x="1673123" y="573394"/>
                </a:lnTo>
                <a:lnTo>
                  <a:pt x="1670840" y="503255"/>
                </a:lnTo>
                <a:lnTo>
                  <a:pt x="1670760" y="500784"/>
                </a:lnTo>
                <a:close/>
              </a:path>
              <a:path w="6441440" h="804544">
                <a:moveTo>
                  <a:pt x="1609822" y="490465"/>
                </a:moveTo>
                <a:lnTo>
                  <a:pt x="1589655" y="490465"/>
                </a:lnTo>
                <a:lnTo>
                  <a:pt x="1577440" y="503255"/>
                </a:lnTo>
                <a:lnTo>
                  <a:pt x="1593163" y="503255"/>
                </a:lnTo>
                <a:lnTo>
                  <a:pt x="1600104" y="500784"/>
                </a:lnTo>
                <a:lnTo>
                  <a:pt x="1620373" y="500784"/>
                </a:lnTo>
                <a:lnTo>
                  <a:pt x="1609822" y="490465"/>
                </a:lnTo>
                <a:close/>
              </a:path>
              <a:path w="6441440" h="804544">
                <a:moveTo>
                  <a:pt x="1655227" y="489184"/>
                </a:moveTo>
                <a:lnTo>
                  <a:pt x="1636737" y="490465"/>
                </a:lnTo>
                <a:lnTo>
                  <a:pt x="1622900" y="503255"/>
                </a:lnTo>
                <a:lnTo>
                  <a:pt x="1635158" y="503255"/>
                </a:lnTo>
                <a:lnTo>
                  <a:pt x="1637501" y="500784"/>
                </a:lnTo>
                <a:lnTo>
                  <a:pt x="1670760" y="500784"/>
                </a:lnTo>
                <a:lnTo>
                  <a:pt x="1655227" y="489184"/>
                </a:lnTo>
                <a:close/>
              </a:path>
              <a:path w="6441440" h="804544">
                <a:moveTo>
                  <a:pt x="1753851" y="501776"/>
                </a:moveTo>
                <a:lnTo>
                  <a:pt x="1717853" y="501776"/>
                </a:lnTo>
                <a:lnTo>
                  <a:pt x="1738995" y="501920"/>
                </a:lnTo>
                <a:lnTo>
                  <a:pt x="1746265" y="517326"/>
                </a:lnTo>
                <a:lnTo>
                  <a:pt x="1693517" y="541175"/>
                </a:lnTo>
                <a:lnTo>
                  <a:pt x="1698893" y="567441"/>
                </a:lnTo>
                <a:lnTo>
                  <a:pt x="1720937" y="575342"/>
                </a:lnTo>
                <a:lnTo>
                  <a:pt x="1725772" y="575342"/>
                </a:lnTo>
                <a:lnTo>
                  <a:pt x="1744750" y="563941"/>
                </a:lnTo>
                <a:lnTo>
                  <a:pt x="1717899" y="563941"/>
                </a:lnTo>
                <a:lnTo>
                  <a:pt x="1705351" y="554885"/>
                </a:lnTo>
                <a:lnTo>
                  <a:pt x="1709616" y="541175"/>
                </a:lnTo>
                <a:lnTo>
                  <a:pt x="1709717" y="540850"/>
                </a:lnTo>
                <a:lnTo>
                  <a:pt x="1759037" y="540850"/>
                </a:lnTo>
                <a:lnTo>
                  <a:pt x="1759037" y="512022"/>
                </a:lnTo>
                <a:lnTo>
                  <a:pt x="1753924" y="501920"/>
                </a:lnTo>
                <a:lnTo>
                  <a:pt x="1753851" y="501776"/>
                </a:lnTo>
                <a:close/>
              </a:path>
              <a:path w="6441440" h="804544">
                <a:moveTo>
                  <a:pt x="1759037" y="540850"/>
                </a:moveTo>
                <a:lnTo>
                  <a:pt x="1709717" y="540850"/>
                </a:lnTo>
                <a:lnTo>
                  <a:pt x="1746265" y="543303"/>
                </a:lnTo>
                <a:lnTo>
                  <a:pt x="1741791" y="556346"/>
                </a:lnTo>
                <a:lnTo>
                  <a:pt x="1722704" y="563941"/>
                </a:lnTo>
                <a:lnTo>
                  <a:pt x="1744750" y="563941"/>
                </a:lnTo>
                <a:lnTo>
                  <a:pt x="1746265" y="573394"/>
                </a:lnTo>
                <a:lnTo>
                  <a:pt x="1759037" y="573394"/>
                </a:lnTo>
                <a:lnTo>
                  <a:pt x="1759037" y="540850"/>
                </a:lnTo>
                <a:close/>
              </a:path>
              <a:path w="6441440" h="804544">
                <a:moveTo>
                  <a:pt x="1711232" y="492034"/>
                </a:moveTo>
                <a:lnTo>
                  <a:pt x="1694960" y="508667"/>
                </a:lnTo>
                <a:lnTo>
                  <a:pt x="1707083" y="512996"/>
                </a:lnTo>
                <a:lnTo>
                  <a:pt x="1717853" y="501776"/>
                </a:lnTo>
                <a:lnTo>
                  <a:pt x="1753851" y="501776"/>
                </a:lnTo>
                <a:lnTo>
                  <a:pt x="1750901" y="495949"/>
                </a:lnTo>
                <a:lnTo>
                  <a:pt x="1711232" y="492034"/>
                </a:lnTo>
                <a:close/>
              </a:path>
              <a:path w="6441440" h="804544">
                <a:moveTo>
                  <a:pt x="1800750" y="470350"/>
                </a:moveTo>
                <a:lnTo>
                  <a:pt x="1787978" y="470350"/>
                </a:lnTo>
                <a:lnTo>
                  <a:pt x="1787978" y="553045"/>
                </a:lnTo>
                <a:lnTo>
                  <a:pt x="1793606" y="568234"/>
                </a:lnTo>
                <a:lnTo>
                  <a:pt x="1814839" y="574296"/>
                </a:lnTo>
                <a:lnTo>
                  <a:pt x="1800750" y="470350"/>
                </a:lnTo>
                <a:close/>
              </a:path>
              <a:path w="6441440" h="804544">
                <a:moveTo>
                  <a:pt x="1787978" y="490266"/>
                </a:moveTo>
                <a:lnTo>
                  <a:pt x="1775422" y="490266"/>
                </a:lnTo>
                <a:lnTo>
                  <a:pt x="1775422" y="501090"/>
                </a:lnTo>
                <a:lnTo>
                  <a:pt x="1787978" y="501090"/>
                </a:lnTo>
                <a:lnTo>
                  <a:pt x="1787978" y="490266"/>
                </a:lnTo>
                <a:close/>
              </a:path>
              <a:path w="6441440" h="804544">
                <a:moveTo>
                  <a:pt x="1818501" y="490266"/>
                </a:moveTo>
                <a:lnTo>
                  <a:pt x="1803449" y="490266"/>
                </a:lnTo>
                <a:lnTo>
                  <a:pt x="1804917" y="501090"/>
                </a:lnTo>
                <a:lnTo>
                  <a:pt x="1818501" y="501090"/>
                </a:lnTo>
                <a:lnTo>
                  <a:pt x="1818501" y="490266"/>
                </a:lnTo>
                <a:close/>
              </a:path>
              <a:path w="6441440" h="804544">
                <a:moveTo>
                  <a:pt x="1850486" y="490266"/>
                </a:moveTo>
                <a:lnTo>
                  <a:pt x="1837713" y="490266"/>
                </a:lnTo>
                <a:lnTo>
                  <a:pt x="1837713" y="573394"/>
                </a:lnTo>
                <a:lnTo>
                  <a:pt x="1850486" y="573394"/>
                </a:lnTo>
                <a:lnTo>
                  <a:pt x="1850486" y="490266"/>
                </a:lnTo>
                <a:close/>
              </a:path>
              <a:path w="6441440" h="804544">
                <a:moveTo>
                  <a:pt x="1839571" y="459942"/>
                </a:moveTo>
                <a:lnTo>
                  <a:pt x="1844208" y="476412"/>
                </a:lnTo>
                <a:lnTo>
                  <a:pt x="1846697" y="476412"/>
                </a:lnTo>
                <a:lnTo>
                  <a:pt x="1853300" y="465372"/>
                </a:lnTo>
                <a:lnTo>
                  <a:pt x="1839571" y="459942"/>
                </a:lnTo>
                <a:close/>
              </a:path>
              <a:path w="6441440" h="804544">
                <a:moveTo>
                  <a:pt x="1899928" y="489184"/>
                </a:moveTo>
                <a:lnTo>
                  <a:pt x="1882141" y="498348"/>
                </a:lnTo>
                <a:lnTo>
                  <a:pt x="1871533" y="516370"/>
                </a:lnTo>
                <a:lnTo>
                  <a:pt x="1869982" y="540561"/>
                </a:lnTo>
                <a:lnTo>
                  <a:pt x="1877559" y="560856"/>
                </a:lnTo>
                <a:lnTo>
                  <a:pt x="1893145" y="573285"/>
                </a:lnTo>
                <a:lnTo>
                  <a:pt x="1907649" y="575125"/>
                </a:lnTo>
                <a:lnTo>
                  <a:pt x="1928431" y="569407"/>
                </a:lnTo>
                <a:lnTo>
                  <a:pt x="1931813" y="563652"/>
                </a:lnTo>
                <a:lnTo>
                  <a:pt x="1902598" y="563652"/>
                </a:lnTo>
                <a:lnTo>
                  <a:pt x="1887841" y="553370"/>
                </a:lnTo>
                <a:lnTo>
                  <a:pt x="1883782" y="520086"/>
                </a:lnTo>
                <a:lnTo>
                  <a:pt x="1898304" y="501956"/>
                </a:lnTo>
                <a:lnTo>
                  <a:pt x="1933524" y="501956"/>
                </a:lnTo>
                <a:lnTo>
                  <a:pt x="1927926" y="494596"/>
                </a:lnTo>
                <a:lnTo>
                  <a:pt x="1899928" y="489184"/>
                </a:lnTo>
                <a:close/>
              </a:path>
              <a:path w="6441440" h="804544">
                <a:moveTo>
                  <a:pt x="1940337" y="549148"/>
                </a:moveTo>
                <a:lnTo>
                  <a:pt x="1927565" y="549148"/>
                </a:lnTo>
                <a:lnTo>
                  <a:pt x="1926771" y="552179"/>
                </a:lnTo>
                <a:lnTo>
                  <a:pt x="1902598" y="563652"/>
                </a:lnTo>
                <a:lnTo>
                  <a:pt x="1931813" y="563652"/>
                </a:lnTo>
                <a:lnTo>
                  <a:pt x="1940337" y="549148"/>
                </a:lnTo>
                <a:close/>
              </a:path>
              <a:path w="6441440" h="804544">
                <a:moveTo>
                  <a:pt x="1933524" y="501956"/>
                </a:moveTo>
                <a:lnTo>
                  <a:pt x="1898304" y="501956"/>
                </a:lnTo>
                <a:lnTo>
                  <a:pt x="1917751" y="502137"/>
                </a:lnTo>
                <a:lnTo>
                  <a:pt x="1927565" y="515161"/>
                </a:lnTo>
                <a:lnTo>
                  <a:pt x="1940337" y="515161"/>
                </a:lnTo>
                <a:lnTo>
                  <a:pt x="1939616" y="509966"/>
                </a:lnTo>
                <a:lnTo>
                  <a:pt x="1933524" y="501956"/>
                </a:lnTo>
                <a:close/>
              </a:path>
              <a:path w="6441440" h="804544">
                <a:moveTo>
                  <a:pt x="2016384" y="501776"/>
                </a:moveTo>
                <a:lnTo>
                  <a:pt x="1980385" y="501776"/>
                </a:lnTo>
                <a:lnTo>
                  <a:pt x="2001528" y="501920"/>
                </a:lnTo>
                <a:lnTo>
                  <a:pt x="2008798" y="517326"/>
                </a:lnTo>
                <a:lnTo>
                  <a:pt x="1956050" y="541175"/>
                </a:lnTo>
                <a:lnTo>
                  <a:pt x="1961426" y="567441"/>
                </a:lnTo>
                <a:lnTo>
                  <a:pt x="1983470" y="575342"/>
                </a:lnTo>
                <a:lnTo>
                  <a:pt x="1988305" y="575342"/>
                </a:lnTo>
                <a:lnTo>
                  <a:pt x="2007283" y="563941"/>
                </a:lnTo>
                <a:lnTo>
                  <a:pt x="1980431" y="563941"/>
                </a:lnTo>
                <a:lnTo>
                  <a:pt x="1967884" y="554885"/>
                </a:lnTo>
                <a:lnTo>
                  <a:pt x="1972149" y="541175"/>
                </a:lnTo>
                <a:lnTo>
                  <a:pt x="1972250" y="540850"/>
                </a:lnTo>
                <a:lnTo>
                  <a:pt x="2021570" y="540850"/>
                </a:lnTo>
                <a:lnTo>
                  <a:pt x="2021570" y="512022"/>
                </a:lnTo>
                <a:lnTo>
                  <a:pt x="2016457" y="501920"/>
                </a:lnTo>
                <a:lnTo>
                  <a:pt x="2016384" y="501776"/>
                </a:lnTo>
                <a:close/>
              </a:path>
              <a:path w="6441440" h="804544">
                <a:moveTo>
                  <a:pt x="2021570" y="540850"/>
                </a:moveTo>
                <a:lnTo>
                  <a:pt x="1972250" y="540850"/>
                </a:lnTo>
                <a:lnTo>
                  <a:pt x="2008798" y="543303"/>
                </a:lnTo>
                <a:lnTo>
                  <a:pt x="2004324" y="556346"/>
                </a:lnTo>
                <a:lnTo>
                  <a:pt x="1985237" y="563941"/>
                </a:lnTo>
                <a:lnTo>
                  <a:pt x="2007283" y="563941"/>
                </a:lnTo>
                <a:lnTo>
                  <a:pt x="2008798" y="573394"/>
                </a:lnTo>
                <a:lnTo>
                  <a:pt x="2021570" y="573394"/>
                </a:lnTo>
                <a:lnTo>
                  <a:pt x="2021570" y="540850"/>
                </a:lnTo>
                <a:close/>
              </a:path>
              <a:path w="6441440" h="804544">
                <a:moveTo>
                  <a:pt x="1973765" y="492034"/>
                </a:moveTo>
                <a:lnTo>
                  <a:pt x="1957493" y="508667"/>
                </a:lnTo>
                <a:lnTo>
                  <a:pt x="1969616" y="512996"/>
                </a:lnTo>
                <a:lnTo>
                  <a:pt x="1980385" y="501776"/>
                </a:lnTo>
                <a:lnTo>
                  <a:pt x="2016384" y="501776"/>
                </a:lnTo>
                <a:lnTo>
                  <a:pt x="2013434" y="495949"/>
                </a:lnTo>
                <a:lnTo>
                  <a:pt x="1973765" y="492034"/>
                </a:lnTo>
                <a:close/>
              </a:path>
              <a:path w="6441440" h="804544">
                <a:moveTo>
                  <a:pt x="2057654" y="462557"/>
                </a:moveTo>
                <a:lnTo>
                  <a:pt x="2044882" y="462557"/>
                </a:lnTo>
                <a:lnTo>
                  <a:pt x="2044882" y="573394"/>
                </a:lnTo>
                <a:lnTo>
                  <a:pt x="2057654" y="573394"/>
                </a:lnTo>
                <a:lnTo>
                  <a:pt x="2057654" y="462557"/>
                </a:lnTo>
                <a:close/>
              </a:path>
              <a:path w="6441440" h="804544">
                <a:moveTo>
                  <a:pt x="2093819" y="462557"/>
                </a:moveTo>
                <a:lnTo>
                  <a:pt x="2081047" y="462557"/>
                </a:lnTo>
                <a:lnTo>
                  <a:pt x="2081047" y="573394"/>
                </a:lnTo>
                <a:lnTo>
                  <a:pt x="2093819" y="573394"/>
                </a:lnTo>
                <a:lnTo>
                  <a:pt x="2093819" y="462557"/>
                </a:lnTo>
                <a:close/>
              </a:path>
              <a:path w="6441440" h="804544">
                <a:moveTo>
                  <a:pt x="2124573" y="490266"/>
                </a:moveTo>
                <a:lnTo>
                  <a:pt x="2110718" y="490266"/>
                </a:lnTo>
                <a:lnTo>
                  <a:pt x="2141458" y="573827"/>
                </a:lnTo>
                <a:lnTo>
                  <a:pt x="2135811" y="587591"/>
                </a:lnTo>
                <a:lnTo>
                  <a:pt x="2119377" y="591794"/>
                </a:lnTo>
                <a:lnTo>
                  <a:pt x="2116130" y="603051"/>
                </a:lnTo>
                <a:lnTo>
                  <a:pt x="2125439" y="604566"/>
                </a:lnTo>
                <a:lnTo>
                  <a:pt x="2138932" y="601139"/>
                </a:lnTo>
                <a:lnTo>
                  <a:pt x="2157551" y="556508"/>
                </a:lnTo>
                <a:lnTo>
                  <a:pt x="2148385" y="556508"/>
                </a:lnTo>
                <a:lnTo>
                  <a:pt x="2124573" y="490266"/>
                </a:lnTo>
                <a:close/>
              </a:path>
              <a:path w="6441440" h="804544">
                <a:moveTo>
                  <a:pt x="2185186" y="490266"/>
                </a:moveTo>
                <a:lnTo>
                  <a:pt x="2171332" y="490266"/>
                </a:lnTo>
                <a:lnTo>
                  <a:pt x="2148385" y="556508"/>
                </a:lnTo>
                <a:lnTo>
                  <a:pt x="2157551" y="556508"/>
                </a:lnTo>
                <a:lnTo>
                  <a:pt x="2185186" y="490266"/>
                </a:lnTo>
                <a:close/>
              </a:path>
              <a:path w="6441440" h="804544">
                <a:moveTo>
                  <a:pt x="2294825" y="457362"/>
                </a:moveTo>
                <a:lnTo>
                  <a:pt x="2276533" y="470062"/>
                </a:lnTo>
                <a:lnTo>
                  <a:pt x="2275415" y="573394"/>
                </a:lnTo>
                <a:lnTo>
                  <a:pt x="2288187" y="573394"/>
                </a:lnTo>
                <a:lnTo>
                  <a:pt x="2289107" y="474590"/>
                </a:lnTo>
                <a:lnTo>
                  <a:pt x="2300093" y="469268"/>
                </a:lnTo>
                <a:lnTo>
                  <a:pt x="2310917" y="459527"/>
                </a:lnTo>
                <a:lnTo>
                  <a:pt x="2294825" y="457362"/>
                </a:lnTo>
                <a:close/>
              </a:path>
              <a:path w="6441440" h="804544">
                <a:moveTo>
                  <a:pt x="2276314" y="490266"/>
                </a:moveTo>
                <a:lnTo>
                  <a:pt x="2261993" y="490266"/>
                </a:lnTo>
                <a:lnTo>
                  <a:pt x="2261993" y="501090"/>
                </a:lnTo>
                <a:lnTo>
                  <a:pt x="2276197" y="501090"/>
                </a:lnTo>
                <a:lnTo>
                  <a:pt x="2276314" y="490266"/>
                </a:lnTo>
                <a:close/>
              </a:path>
              <a:path w="6441440" h="804544">
                <a:moveTo>
                  <a:pt x="2306804" y="490266"/>
                </a:moveTo>
                <a:lnTo>
                  <a:pt x="2288961" y="490266"/>
                </a:lnTo>
                <a:lnTo>
                  <a:pt x="2288860" y="501090"/>
                </a:lnTo>
                <a:lnTo>
                  <a:pt x="2306804" y="501090"/>
                </a:lnTo>
                <a:lnTo>
                  <a:pt x="2306804" y="490266"/>
                </a:lnTo>
                <a:close/>
              </a:path>
              <a:path w="6441440" h="804544">
                <a:moveTo>
                  <a:pt x="2347330" y="489184"/>
                </a:moveTo>
                <a:lnTo>
                  <a:pt x="2329543" y="498348"/>
                </a:lnTo>
                <a:lnTo>
                  <a:pt x="2318936" y="516460"/>
                </a:lnTo>
                <a:lnTo>
                  <a:pt x="2317384" y="540994"/>
                </a:lnTo>
                <a:lnTo>
                  <a:pt x="2325177" y="561271"/>
                </a:lnTo>
                <a:lnTo>
                  <a:pt x="2341215" y="573358"/>
                </a:lnTo>
                <a:lnTo>
                  <a:pt x="2356134" y="575125"/>
                </a:lnTo>
                <a:lnTo>
                  <a:pt x="2375851" y="570760"/>
                </a:lnTo>
                <a:lnTo>
                  <a:pt x="2381579" y="563652"/>
                </a:lnTo>
                <a:lnTo>
                  <a:pt x="2350974" y="563652"/>
                </a:lnTo>
                <a:lnTo>
                  <a:pt x="2335604" y="554722"/>
                </a:lnTo>
                <a:lnTo>
                  <a:pt x="2333340" y="536160"/>
                </a:lnTo>
                <a:lnTo>
                  <a:pt x="2326476" y="536160"/>
                </a:lnTo>
                <a:lnTo>
                  <a:pt x="2326476" y="525119"/>
                </a:lnTo>
                <a:lnTo>
                  <a:pt x="2331994" y="525119"/>
                </a:lnTo>
                <a:lnTo>
                  <a:pt x="2331149" y="518192"/>
                </a:lnTo>
                <a:lnTo>
                  <a:pt x="2349748" y="500657"/>
                </a:lnTo>
                <a:lnTo>
                  <a:pt x="2379298" y="500657"/>
                </a:lnTo>
                <a:lnTo>
                  <a:pt x="2375725" y="495137"/>
                </a:lnTo>
                <a:lnTo>
                  <a:pt x="2347330" y="489184"/>
                </a:lnTo>
                <a:close/>
              </a:path>
              <a:path w="6441440" h="804544">
                <a:moveTo>
                  <a:pt x="2376915" y="550664"/>
                </a:moveTo>
                <a:lnTo>
                  <a:pt x="2375833" y="553550"/>
                </a:lnTo>
                <a:lnTo>
                  <a:pt x="2350974" y="563652"/>
                </a:lnTo>
                <a:lnTo>
                  <a:pt x="2381579" y="563652"/>
                </a:lnTo>
                <a:lnTo>
                  <a:pt x="2389255" y="554127"/>
                </a:lnTo>
                <a:lnTo>
                  <a:pt x="2376915" y="550664"/>
                </a:lnTo>
                <a:close/>
              </a:path>
              <a:path w="6441440" h="804544">
                <a:moveTo>
                  <a:pt x="2331994" y="525119"/>
                </a:moveTo>
                <a:lnTo>
                  <a:pt x="2326476" y="525119"/>
                </a:lnTo>
                <a:lnTo>
                  <a:pt x="2326476" y="536160"/>
                </a:lnTo>
                <a:lnTo>
                  <a:pt x="2333340" y="536160"/>
                </a:lnTo>
                <a:lnTo>
                  <a:pt x="2331994" y="525119"/>
                </a:lnTo>
                <a:close/>
              </a:path>
              <a:path w="6441440" h="804544">
                <a:moveTo>
                  <a:pt x="2379298" y="500657"/>
                </a:moveTo>
                <a:lnTo>
                  <a:pt x="2349748" y="500657"/>
                </a:lnTo>
                <a:lnTo>
                  <a:pt x="2370277" y="505979"/>
                </a:lnTo>
                <a:lnTo>
                  <a:pt x="2377565" y="525119"/>
                </a:lnTo>
                <a:lnTo>
                  <a:pt x="2331994" y="525119"/>
                </a:lnTo>
                <a:lnTo>
                  <a:pt x="2333340" y="536160"/>
                </a:lnTo>
                <a:lnTo>
                  <a:pt x="2390554" y="536160"/>
                </a:lnTo>
                <a:lnTo>
                  <a:pt x="2389616" y="518192"/>
                </a:lnTo>
                <a:lnTo>
                  <a:pt x="2389525" y="516460"/>
                </a:lnTo>
                <a:lnTo>
                  <a:pt x="2379298" y="500657"/>
                </a:lnTo>
                <a:close/>
              </a:path>
              <a:path w="6441440" h="804544">
                <a:moveTo>
                  <a:pt x="2428383" y="470350"/>
                </a:moveTo>
                <a:lnTo>
                  <a:pt x="2415611" y="470350"/>
                </a:lnTo>
                <a:lnTo>
                  <a:pt x="2415611" y="553045"/>
                </a:lnTo>
                <a:lnTo>
                  <a:pt x="2421239" y="568234"/>
                </a:lnTo>
                <a:lnTo>
                  <a:pt x="2442472" y="574296"/>
                </a:lnTo>
                <a:lnTo>
                  <a:pt x="2428383" y="470350"/>
                </a:lnTo>
                <a:close/>
              </a:path>
              <a:path w="6441440" h="804544">
                <a:moveTo>
                  <a:pt x="2415611" y="490266"/>
                </a:moveTo>
                <a:lnTo>
                  <a:pt x="2403055" y="490266"/>
                </a:lnTo>
                <a:lnTo>
                  <a:pt x="2403055" y="501090"/>
                </a:lnTo>
                <a:lnTo>
                  <a:pt x="2415611" y="501090"/>
                </a:lnTo>
                <a:lnTo>
                  <a:pt x="2415611" y="490266"/>
                </a:lnTo>
                <a:close/>
              </a:path>
              <a:path w="6441440" h="804544">
                <a:moveTo>
                  <a:pt x="2446134" y="490266"/>
                </a:moveTo>
                <a:lnTo>
                  <a:pt x="2431082" y="490266"/>
                </a:lnTo>
                <a:lnTo>
                  <a:pt x="2432550" y="501090"/>
                </a:lnTo>
                <a:lnTo>
                  <a:pt x="2446134" y="501090"/>
                </a:lnTo>
                <a:lnTo>
                  <a:pt x="2446134" y="490266"/>
                </a:lnTo>
                <a:close/>
              </a:path>
              <a:path w="6441440" h="804544">
                <a:moveTo>
                  <a:pt x="2490503" y="489184"/>
                </a:moveTo>
                <a:lnTo>
                  <a:pt x="2472716" y="498348"/>
                </a:lnTo>
                <a:lnTo>
                  <a:pt x="2462108" y="516370"/>
                </a:lnTo>
                <a:lnTo>
                  <a:pt x="2460557" y="540561"/>
                </a:lnTo>
                <a:lnTo>
                  <a:pt x="2468133" y="560856"/>
                </a:lnTo>
                <a:lnTo>
                  <a:pt x="2483720" y="573285"/>
                </a:lnTo>
                <a:lnTo>
                  <a:pt x="2498224" y="575125"/>
                </a:lnTo>
                <a:lnTo>
                  <a:pt x="2519006" y="569407"/>
                </a:lnTo>
                <a:lnTo>
                  <a:pt x="2522388" y="563652"/>
                </a:lnTo>
                <a:lnTo>
                  <a:pt x="2493173" y="563652"/>
                </a:lnTo>
                <a:lnTo>
                  <a:pt x="2478416" y="553370"/>
                </a:lnTo>
                <a:lnTo>
                  <a:pt x="2474357" y="520086"/>
                </a:lnTo>
                <a:lnTo>
                  <a:pt x="2488879" y="501956"/>
                </a:lnTo>
                <a:lnTo>
                  <a:pt x="2524098" y="501956"/>
                </a:lnTo>
                <a:lnTo>
                  <a:pt x="2518501" y="494596"/>
                </a:lnTo>
                <a:lnTo>
                  <a:pt x="2490503" y="489184"/>
                </a:lnTo>
                <a:close/>
              </a:path>
              <a:path w="6441440" h="804544">
                <a:moveTo>
                  <a:pt x="2530912" y="549148"/>
                </a:moveTo>
                <a:lnTo>
                  <a:pt x="2518140" y="549148"/>
                </a:lnTo>
                <a:lnTo>
                  <a:pt x="2517346" y="552179"/>
                </a:lnTo>
                <a:lnTo>
                  <a:pt x="2493173" y="563652"/>
                </a:lnTo>
                <a:lnTo>
                  <a:pt x="2522388" y="563652"/>
                </a:lnTo>
                <a:lnTo>
                  <a:pt x="2530912" y="549148"/>
                </a:lnTo>
                <a:close/>
              </a:path>
              <a:path w="6441440" h="804544">
                <a:moveTo>
                  <a:pt x="2524098" y="501956"/>
                </a:moveTo>
                <a:lnTo>
                  <a:pt x="2488879" y="501956"/>
                </a:lnTo>
                <a:lnTo>
                  <a:pt x="2508326" y="502137"/>
                </a:lnTo>
                <a:lnTo>
                  <a:pt x="2518140" y="515161"/>
                </a:lnTo>
                <a:lnTo>
                  <a:pt x="2530912" y="515161"/>
                </a:lnTo>
                <a:lnTo>
                  <a:pt x="2530190" y="509966"/>
                </a:lnTo>
                <a:lnTo>
                  <a:pt x="2524098" y="501956"/>
                </a:lnTo>
                <a:close/>
              </a:path>
              <a:path w="6441440" h="804544">
                <a:moveTo>
                  <a:pt x="2562355" y="462557"/>
                </a:moveTo>
                <a:lnTo>
                  <a:pt x="2549583" y="462557"/>
                </a:lnTo>
                <a:lnTo>
                  <a:pt x="2549583" y="573394"/>
                </a:lnTo>
                <a:lnTo>
                  <a:pt x="2562355" y="573394"/>
                </a:lnTo>
                <a:lnTo>
                  <a:pt x="2562355" y="523387"/>
                </a:lnTo>
                <a:lnTo>
                  <a:pt x="2567082" y="507657"/>
                </a:lnTo>
                <a:lnTo>
                  <a:pt x="2581648" y="503255"/>
                </a:lnTo>
                <a:lnTo>
                  <a:pt x="2563438" y="503255"/>
                </a:lnTo>
                <a:lnTo>
                  <a:pt x="2562355" y="462557"/>
                </a:lnTo>
                <a:close/>
              </a:path>
              <a:path w="6441440" h="804544">
                <a:moveTo>
                  <a:pt x="2610973" y="500657"/>
                </a:moveTo>
                <a:lnTo>
                  <a:pt x="2590245" y="500657"/>
                </a:lnTo>
                <a:lnTo>
                  <a:pt x="2601772" y="509731"/>
                </a:lnTo>
                <a:lnTo>
                  <a:pt x="2603486" y="573394"/>
                </a:lnTo>
                <a:lnTo>
                  <a:pt x="2616258" y="573394"/>
                </a:lnTo>
                <a:lnTo>
                  <a:pt x="2616258" y="520573"/>
                </a:lnTo>
                <a:lnTo>
                  <a:pt x="2610973" y="500657"/>
                </a:lnTo>
                <a:close/>
              </a:path>
              <a:path w="6441440" h="804544">
                <a:moveTo>
                  <a:pt x="2598525" y="490321"/>
                </a:moveTo>
                <a:lnTo>
                  <a:pt x="2576138" y="490465"/>
                </a:lnTo>
                <a:lnTo>
                  <a:pt x="2563438" y="503255"/>
                </a:lnTo>
                <a:lnTo>
                  <a:pt x="2581648" y="503255"/>
                </a:lnTo>
                <a:lnTo>
                  <a:pt x="2590245" y="500657"/>
                </a:lnTo>
                <a:lnTo>
                  <a:pt x="2610973" y="500657"/>
                </a:lnTo>
                <a:lnTo>
                  <a:pt x="2610341" y="498276"/>
                </a:lnTo>
                <a:lnTo>
                  <a:pt x="2598525" y="490321"/>
                </a:lnTo>
                <a:close/>
              </a:path>
              <a:path w="6441440" h="804544">
                <a:moveTo>
                  <a:pt x="2665674" y="489184"/>
                </a:moveTo>
                <a:lnTo>
                  <a:pt x="2647886" y="498348"/>
                </a:lnTo>
                <a:lnTo>
                  <a:pt x="2637279" y="516460"/>
                </a:lnTo>
                <a:lnTo>
                  <a:pt x="2635728" y="540994"/>
                </a:lnTo>
                <a:lnTo>
                  <a:pt x="2643521" y="561271"/>
                </a:lnTo>
                <a:lnTo>
                  <a:pt x="2659558" y="573358"/>
                </a:lnTo>
                <a:lnTo>
                  <a:pt x="2674477" y="575125"/>
                </a:lnTo>
                <a:lnTo>
                  <a:pt x="2694194" y="570760"/>
                </a:lnTo>
                <a:lnTo>
                  <a:pt x="2699922" y="563652"/>
                </a:lnTo>
                <a:lnTo>
                  <a:pt x="2669318" y="563652"/>
                </a:lnTo>
                <a:lnTo>
                  <a:pt x="2653948" y="554722"/>
                </a:lnTo>
                <a:lnTo>
                  <a:pt x="2651684" y="536160"/>
                </a:lnTo>
                <a:lnTo>
                  <a:pt x="2644820" y="536160"/>
                </a:lnTo>
                <a:lnTo>
                  <a:pt x="2644820" y="525119"/>
                </a:lnTo>
                <a:lnTo>
                  <a:pt x="2650337" y="525119"/>
                </a:lnTo>
                <a:lnTo>
                  <a:pt x="2649492" y="518192"/>
                </a:lnTo>
                <a:lnTo>
                  <a:pt x="2668091" y="500657"/>
                </a:lnTo>
                <a:lnTo>
                  <a:pt x="2697641" y="500657"/>
                </a:lnTo>
                <a:lnTo>
                  <a:pt x="2694068" y="495137"/>
                </a:lnTo>
                <a:lnTo>
                  <a:pt x="2665674" y="489184"/>
                </a:lnTo>
                <a:close/>
              </a:path>
              <a:path w="6441440" h="804544">
                <a:moveTo>
                  <a:pt x="2695259" y="550664"/>
                </a:moveTo>
                <a:lnTo>
                  <a:pt x="2694176" y="553550"/>
                </a:lnTo>
                <a:lnTo>
                  <a:pt x="2669318" y="563652"/>
                </a:lnTo>
                <a:lnTo>
                  <a:pt x="2699922" y="563652"/>
                </a:lnTo>
                <a:lnTo>
                  <a:pt x="2707598" y="554127"/>
                </a:lnTo>
                <a:lnTo>
                  <a:pt x="2695259" y="550664"/>
                </a:lnTo>
                <a:close/>
              </a:path>
              <a:path w="6441440" h="804544">
                <a:moveTo>
                  <a:pt x="2650337" y="525119"/>
                </a:moveTo>
                <a:lnTo>
                  <a:pt x="2644820" y="525119"/>
                </a:lnTo>
                <a:lnTo>
                  <a:pt x="2644820" y="536160"/>
                </a:lnTo>
                <a:lnTo>
                  <a:pt x="2651684" y="536160"/>
                </a:lnTo>
                <a:lnTo>
                  <a:pt x="2650337" y="525119"/>
                </a:lnTo>
                <a:close/>
              </a:path>
              <a:path w="6441440" h="804544">
                <a:moveTo>
                  <a:pt x="2697641" y="500657"/>
                </a:moveTo>
                <a:lnTo>
                  <a:pt x="2668091" y="500657"/>
                </a:lnTo>
                <a:lnTo>
                  <a:pt x="2688620" y="505979"/>
                </a:lnTo>
                <a:lnTo>
                  <a:pt x="2695908" y="525119"/>
                </a:lnTo>
                <a:lnTo>
                  <a:pt x="2650337" y="525119"/>
                </a:lnTo>
                <a:lnTo>
                  <a:pt x="2651684" y="536160"/>
                </a:lnTo>
                <a:lnTo>
                  <a:pt x="2708897" y="536160"/>
                </a:lnTo>
                <a:lnTo>
                  <a:pt x="2707959" y="518192"/>
                </a:lnTo>
                <a:lnTo>
                  <a:pt x="2707869" y="516460"/>
                </a:lnTo>
                <a:lnTo>
                  <a:pt x="2697641" y="500657"/>
                </a:lnTo>
                <a:close/>
              </a:path>
              <a:path w="6441440" h="804544">
                <a:moveTo>
                  <a:pt x="2752932" y="489184"/>
                </a:moveTo>
                <a:lnTo>
                  <a:pt x="2736083" y="497933"/>
                </a:lnTo>
                <a:lnTo>
                  <a:pt x="2725926" y="515739"/>
                </a:lnTo>
                <a:lnTo>
                  <a:pt x="2724429" y="540850"/>
                </a:lnTo>
                <a:lnTo>
                  <a:pt x="2731916" y="561361"/>
                </a:lnTo>
                <a:lnTo>
                  <a:pt x="2746807" y="573394"/>
                </a:lnTo>
                <a:lnTo>
                  <a:pt x="2759715" y="575125"/>
                </a:lnTo>
                <a:lnTo>
                  <a:pt x="2765055" y="575125"/>
                </a:lnTo>
                <a:lnTo>
                  <a:pt x="2780926" y="563652"/>
                </a:lnTo>
                <a:lnTo>
                  <a:pt x="2756107" y="563652"/>
                </a:lnTo>
                <a:lnTo>
                  <a:pt x="2741747" y="552756"/>
                </a:lnTo>
                <a:lnTo>
                  <a:pt x="2738085" y="520718"/>
                </a:lnTo>
                <a:lnTo>
                  <a:pt x="2751525" y="502046"/>
                </a:lnTo>
                <a:lnTo>
                  <a:pt x="2781840" y="502046"/>
                </a:lnTo>
                <a:lnTo>
                  <a:pt x="2752932" y="489184"/>
                </a:lnTo>
                <a:close/>
              </a:path>
              <a:path w="6441440" h="804544">
                <a:moveTo>
                  <a:pt x="2797815" y="562137"/>
                </a:moveTo>
                <a:lnTo>
                  <a:pt x="2783022" y="562137"/>
                </a:lnTo>
                <a:lnTo>
                  <a:pt x="2785476" y="573394"/>
                </a:lnTo>
                <a:lnTo>
                  <a:pt x="2797815" y="573394"/>
                </a:lnTo>
                <a:lnTo>
                  <a:pt x="2797815" y="562137"/>
                </a:lnTo>
                <a:close/>
              </a:path>
              <a:path w="6441440" h="804544">
                <a:moveTo>
                  <a:pt x="2781840" y="502046"/>
                </a:moveTo>
                <a:lnTo>
                  <a:pt x="2771061" y="502046"/>
                </a:lnTo>
                <a:lnTo>
                  <a:pt x="2784357" y="520194"/>
                </a:lnTo>
                <a:lnTo>
                  <a:pt x="2777971" y="556941"/>
                </a:lnTo>
                <a:lnTo>
                  <a:pt x="2761447" y="563652"/>
                </a:lnTo>
                <a:lnTo>
                  <a:pt x="2780926" y="563652"/>
                </a:lnTo>
                <a:lnTo>
                  <a:pt x="2783022" y="562137"/>
                </a:lnTo>
                <a:lnTo>
                  <a:pt x="2797815" y="562137"/>
                </a:lnTo>
                <a:lnTo>
                  <a:pt x="2797815" y="503471"/>
                </a:lnTo>
                <a:lnTo>
                  <a:pt x="2785043" y="503471"/>
                </a:lnTo>
                <a:lnTo>
                  <a:pt x="2781840" y="502046"/>
                </a:lnTo>
                <a:close/>
              </a:path>
              <a:path w="6441440" h="804544">
                <a:moveTo>
                  <a:pt x="2797815" y="462557"/>
                </a:moveTo>
                <a:lnTo>
                  <a:pt x="2785043" y="462557"/>
                </a:lnTo>
                <a:lnTo>
                  <a:pt x="2785043" y="503471"/>
                </a:lnTo>
                <a:lnTo>
                  <a:pt x="2797815" y="503471"/>
                </a:lnTo>
                <a:lnTo>
                  <a:pt x="2797815" y="462557"/>
                </a:lnTo>
                <a:close/>
              </a:path>
              <a:path w="6441440" h="804544">
                <a:moveTo>
                  <a:pt x="2842030" y="558240"/>
                </a:moveTo>
                <a:lnTo>
                  <a:pt x="2828176" y="558240"/>
                </a:lnTo>
                <a:lnTo>
                  <a:pt x="2821465" y="600453"/>
                </a:lnTo>
                <a:lnTo>
                  <a:pt x="2831206" y="600453"/>
                </a:lnTo>
                <a:lnTo>
                  <a:pt x="2842030" y="558240"/>
                </a:lnTo>
                <a:close/>
              </a:path>
              <a:path w="6441440" h="804544">
                <a:moveTo>
                  <a:pt x="2946208" y="490266"/>
                </a:moveTo>
                <a:lnTo>
                  <a:pt x="2933436" y="490266"/>
                </a:lnTo>
                <a:lnTo>
                  <a:pt x="2933436" y="573394"/>
                </a:lnTo>
                <a:lnTo>
                  <a:pt x="2946208" y="573394"/>
                </a:lnTo>
                <a:lnTo>
                  <a:pt x="2946208" y="490266"/>
                </a:lnTo>
                <a:close/>
              </a:path>
              <a:path w="6441440" h="804544">
                <a:moveTo>
                  <a:pt x="2935294" y="459942"/>
                </a:moveTo>
                <a:lnTo>
                  <a:pt x="2939930" y="476412"/>
                </a:lnTo>
                <a:lnTo>
                  <a:pt x="2942419" y="476412"/>
                </a:lnTo>
                <a:lnTo>
                  <a:pt x="2949022" y="465372"/>
                </a:lnTo>
                <a:lnTo>
                  <a:pt x="2935294" y="459942"/>
                </a:lnTo>
                <a:close/>
              </a:path>
              <a:path w="6441440" h="804544">
                <a:moveTo>
                  <a:pt x="2981946" y="490339"/>
                </a:moveTo>
                <a:lnTo>
                  <a:pt x="2969601" y="490339"/>
                </a:lnTo>
                <a:lnTo>
                  <a:pt x="2969601" y="573394"/>
                </a:lnTo>
                <a:lnTo>
                  <a:pt x="2982373" y="573394"/>
                </a:lnTo>
                <a:lnTo>
                  <a:pt x="2982373" y="523387"/>
                </a:lnTo>
                <a:lnTo>
                  <a:pt x="2986973" y="507657"/>
                </a:lnTo>
                <a:lnTo>
                  <a:pt x="3001143" y="503255"/>
                </a:lnTo>
                <a:lnTo>
                  <a:pt x="2983023" y="503255"/>
                </a:lnTo>
                <a:lnTo>
                  <a:pt x="2981958" y="490483"/>
                </a:lnTo>
                <a:lnTo>
                  <a:pt x="2981946" y="490339"/>
                </a:lnTo>
                <a:close/>
              </a:path>
              <a:path w="6441440" h="804544">
                <a:moveTo>
                  <a:pt x="3027603" y="500657"/>
                </a:moveTo>
                <a:lnTo>
                  <a:pt x="3009505" y="500657"/>
                </a:lnTo>
                <a:lnTo>
                  <a:pt x="3020942" y="509821"/>
                </a:lnTo>
                <a:lnTo>
                  <a:pt x="3022638" y="573394"/>
                </a:lnTo>
                <a:lnTo>
                  <a:pt x="3035410" y="573394"/>
                </a:lnTo>
                <a:lnTo>
                  <a:pt x="3034276" y="509821"/>
                </a:lnTo>
                <a:lnTo>
                  <a:pt x="3034237" y="507657"/>
                </a:lnTo>
                <a:lnTo>
                  <a:pt x="3027603" y="500657"/>
                </a:lnTo>
                <a:close/>
              </a:path>
              <a:path w="6441440" h="804544">
                <a:moveTo>
                  <a:pt x="3017821" y="490339"/>
                </a:moveTo>
                <a:lnTo>
                  <a:pt x="2995867" y="490483"/>
                </a:lnTo>
                <a:lnTo>
                  <a:pt x="2983023" y="503255"/>
                </a:lnTo>
                <a:lnTo>
                  <a:pt x="3001143" y="503255"/>
                </a:lnTo>
                <a:lnTo>
                  <a:pt x="3009505" y="500657"/>
                </a:lnTo>
                <a:lnTo>
                  <a:pt x="3027603" y="500657"/>
                </a:lnTo>
                <a:lnTo>
                  <a:pt x="3017821" y="490339"/>
                </a:lnTo>
                <a:close/>
              </a:path>
              <a:path w="6441440" h="804544">
                <a:moveTo>
                  <a:pt x="3084798" y="489184"/>
                </a:moveTo>
                <a:lnTo>
                  <a:pt x="3067011" y="498348"/>
                </a:lnTo>
                <a:lnTo>
                  <a:pt x="3056404" y="516370"/>
                </a:lnTo>
                <a:lnTo>
                  <a:pt x="3054852" y="540561"/>
                </a:lnTo>
                <a:lnTo>
                  <a:pt x="3062429" y="560856"/>
                </a:lnTo>
                <a:lnTo>
                  <a:pt x="3078015" y="573285"/>
                </a:lnTo>
                <a:lnTo>
                  <a:pt x="3092519" y="575125"/>
                </a:lnTo>
                <a:lnTo>
                  <a:pt x="3113301" y="569407"/>
                </a:lnTo>
                <a:lnTo>
                  <a:pt x="3116683" y="563652"/>
                </a:lnTo>
                <a:lnTo>
                  <a:pt x="3087468" y="563652"/>
                </a:lnTo>
                <a:lnTo>
                  <a:pt x="3072712" y="553370"/>
                </a:lnTo>
                <a:lnTo>
                  <a:pt x="3068653" y="520086"/>
                </a:lnTo>
                <a:lnTo>
                  <a:pt x="3083175" y="501956"/>
                </a:lnTo>
                <a:lnTo>
                  <a:pt x="3118394" y="501956"/>
                </a:lnTo>
                <a:lnTo>
                  <a:pt x="3112796" y="494596"/>
                </a:lnTo>
                <a:lnTo>
                  <a:pt x="3084798" y="489184"/>
                </a:lnTo>
                <a:close/>
              </a:path>
              <a:path w="6441440" h="804544">
                <a:moveTo>
                  <a:pt x="3125207" y="549148"/>
                </a:moveTo>
                <a:lnTo>
                  <a:pt x="3112435" y="549148"/>
                </a:lnTo>
                <a:lnTo>
                  <a:pt x="3111641" y="552179"/>
                </a:lnTo>
                <a:lnTo>
                  <a:pt x="3087468" y="563652"/>
                </a:lnTo>
                <a:lnTo>
                  <a:pt x="3116683" y="563652"/>
                </a:lnTo>
                <a:lnTo>
                  <a:pt x="3125207" y="549148"/>
                </a:lnTo>
                <a:close/>
              </a:path>
              <a:path w="6441440" h="804544">
                <a:moveTo>
                  <a:pt x="3118394" y="501956"/>
                </a:moveTo>
                <a:lnTo>
                  <a:pt x="3083175" y="501956"/>
                </a:lnTo>
                <a:lnTo>
                  <a:pt x="3102622" y="502137"/>
                </a:lnTo>
                <a:lnTo>
                  <a:pt x="3112435" y="515161"/>
                </a:lnTo>
                <a:lnTo>
                  <a:pt x="3125207" y="515161"/>
                </a:lnTo>
                <a:lnTo>
                  <a:pt x="3124486" y="509966"/>
                </a:lnTo>
                <a:lnTo>
                  <a:pt x="3118394" y="501956"/>
                </a:lnTo>
                <a:close/>
              </a:path>
              <a:path w="6441440" h="804544">
                <a:moveTo>
                  <a:pt x="3156651" y="462557"/>
                </a:moveTo>
                <a:lnTo>
                  <a:pt x="3143879" y="462557"/>
                </a:lnTo>
                <a:lnTo>
                  <a:pt x="3143879" y="573394"/>
                </a:lnTo>
                <a:lnTo>
                  <a:pt x="3156651" y="573394"/>
                </a:lnTo>
                <a:lnTo>
                  <a:pt x="3156651" y="462557"/>
                </a:lnTo>
                <a:close/>
              </a:path>
              <a:path w="6441440" h="804544">
                <a:moveTo>
                  <a:pt x="3192816" y="490266"/>
                </a:moveTo>
                <a:lnTo>
                  <a:pt x="3180044" y="490266"/>
                </a:lnTo>
                <a:lnTo>
                  <a:pt x="3181147" y="553117"/>
                </a:lnTo>
                <a:lnTo>
                  <a:pt x="3181198" y="556021"/>
                </a:lnTo>
                <a:lnTo>
                  <a:pt x="3197123" y="573394"/>
                </a:lnTo>
                <a:lnTo>
                  <a:pt x="3193526" y="573394"/>
                </a:lnTo>
                <a:lnTo>
                  <a:pt x="3218360" y="573015"/>
                </a:lnTo>
                <a:lnTo>
                  <a:pt x="3228851" y="562137"/>
                </a:lnTo>
                <a:lnTo>
                  <a:pt x="3205696" y="562137"/>
                </a:lnTo>
                <a:lnTo>
                  <a:pt x="3194512" y="553117"/>
                </a:lnTo>
                <a:lnTo>
                  <a:pt x="3192816" y="490266"/>
                </a:lnTo>
                <a:close/>
              </a:path>
              <a:path w="6441440" h="804544">
                <a:moveTo>
                  <a:pt x="3245204" y="559323"/>
                </a:moveTo>
                <a:lnTo>
                  <a:pt x="3231565" y="559323"/>
                </a:lnTo>
                <a:lnTo>
                  <a:pt x="3232408" y="573015"/>
                </a:lnTo>
                <a:lnTo>
                  <a:pt x="3232431" y="573394"/>
                </a:lnTo>
                <a:lnTo>
                  <a:pt x="3245204" y="573394"/>
                </a:lnTo>
                <a:lnTo>
                  <a:pt x="3245204" y="559323"/>
                </a:lnTo>
                <a:close/>
              </a:path>
              <a:path w="6441440" h="804544">
                <a:moveTo>
                  <a:pt x="3245204" y="490266"/>
                </a:moveTo>
                <a:lnTo>
                  <a:pt x="3232431" y="490266"/>
                </a:lnTo>
                <a:lnTo>
                  <a:pt x="3232431" y="539407"/>
                </a:lnTo>
                <a:lnTo>
                  <a:pt x="3226785" y="555588"/>
                </a:lnTo>
                <a:lnTo>
                  <a:pt x="3205696" y="562137"/>
                </a:lnTo>
                <a:lnTo>
                  <a:pt x="3228851" y="562137"/>
                </a:lnTo>
                <a:lnTo>
                  <a:pt x="3231565" y="559323"/>
                </a:lnTo>
                <a:lnTo>
                  <a:pt x="3245204" y="559323"/>
                </a:lnTo>
                <a:lnTo>
                  <a:pt x="3245204" y="490266"/>
                </a:lnTo>
                <a:close/>
              </a:path>
              <a:path w="6441440" h="804544">
                <a:moveTo>
                  <a:pt x="3293203" y="489184"/>
                </a:moveTo>
                <a:lnTo>
                  <a:pt x="3276354" y="497933"/>
                </a:lnTo>
                <a:lnTo>
                  <a:pt x="3266197" y="515739"/>
                </a:lnTo>
                <a:lnTo>
                  <a:pt x="3264700" y="540850"/>
                </a:lnTo>
                <a:lnTo>
                  <a:pt x="3272187" y="561361"/>
                </a:lnTo>
                <a:lnTo>
                  <a:pt x="3287077" y="573394"/>
                </a:lnTo>
                <a:lnTo>
                  <a:pt x="3299986" y="575125"/>
                </a:lnTo>
                <a:lnTo>
                  <a:pt x="3305326" y="575125"/>
                </a:lnTo>
                <a:lnTo>
                  <a:pt x="3321197" y="563652"/>
                </a:lnTo>
                <a:lnTo>
                  <a:pt x="3296378" y="563652"/>
                </a:lnTo>
                <a:lnTo>
                  <a:pt x="3282018" y="552756"/>
                </a:lnTo>
                <a:lnTo>
                  <a:pt x="3278356" y="520718"/>
                </a:lnTo>
                <a:lnTo>
                  <a:pt x="3291796" y="502046"/>
                </a:lnTo>
                <a:lnTo>
                  <a:pt x="3322111" y="502046"/>
                </a:lnTo>
                <a:lnTo>
                  <a:pt x="3293203" y="489184"/>
                </a:lnTo>
                <a:close/>
              </a:path>
              <a:path w="6441440" h="804544">
                <a:moveTo>
                  <a:pt x="3338086" y="562137"/>
                </a:moveTo>
                <a:lnTo>
                  <a:pt x="3323293" y="562137"/>
                </a:lnTo>
                <a:lnTo>
                  <a:pt x="3325746" y="573394"/>
                </a:lnTo>
                <a:lnTo>
                  <a:pt x="3338086" y="573394"/>
                </a:lnTo>
                <a:lnTo>
                  <a:pt x="3338086" y="562137"/>
                </a:lnTo>
                <a:close/>
              </a:path>
              <a:path w="6441440" h="804544">
                <a:moveTo>
                  <a:pt x="3322111" y="502046"/>
                </a:moveTo>
                <a:lnTo>
                  <a:pt x="3311332" y="502046"/>
                </a:lnTo>
                <a:lnTo>
                  <a:pt x="3324628" y="520194"/>
                </a:lnTo>
                <a:lnTo>
                  <a:pt x="3318242" y="556941"/>
                </a:lnTo>
                <a:lnTo>
                  <a:pt x="3301718" y="563652"/>
                </a:lnTo>
                <a:lnTo>
                  <a:pt x="3321197" y="563652"/>
                </a:lnTo>
                <a:lnTo>
                  <a:pt x="3323293" y="562137"/>
                </a:lnTo>
                <a:lnTo>
                  <a:pt x="3338086" y="562137"/>
                </a:lnTo>
                <a:lnTo>
                  <a:pt x="3338086" y="503471"/>
                </a:lnTo>
                <a:lnTo>
                  <a:pt x="3325314" y="503471"/>
                </a:lnTo>
                <a:lnTo>
                  <a:pt x="3322111" y="502046"/>
                </a:lnTo>
                <a:close/>
              </a:path>
              <a:path w="6441440" h="804544">
                <a:moveTo>
                  <a:pt x="3338086" y="462557"/>
                </a:moveTo>
                <a:lnTo>
                  <a:pt x="3325314" y="462557"/>
                </a:lnTo>
                <a:lnTo>
                  <a:pt x="3325314" y="503471"/>
                </a:lnTo>
                <a:lnTo>
                  <a:pt x="3338086" y="503471"/>
                </a:lnTo>
                <a:lnTo>
                  <a:pt x="3338086" y="462557"/>
                </a:lnTo>
                <a:close/>
              </a:path>
              <a:path w="6441440" h="804544">
                <a:moveTo>
                  <a:pt x="3376024" y="490266"/>
                </a:moveTo>
                <a:lnTo>
                  <a:pt x="3363251" y="490266"/>
                </a:lnTo>
                <a:lnTo>
                  <a:pt x="3363251" y="573394"/>
                </a:lnTo>
                <a:lnTo>
                  <a:pt x="3376024" y="573394"/>
                </a:lnTo>
                <a:lnTo>
                  <a:pt x="3376024" y="490266"/>
                </a:lnTo>
                <a:close/>
              </a:path>
              <a:path w="6441440" h="804544">
                <a:moveTo>
                  <a:pt x="3365110" y="459942"/>
                </a:moveTo>
                <a:lnTo>
                  <a:pt x="3369746" y="476412"/>
                </a:lnTo>
                <a:lnTo>
                  <a:pt x="3372235" y="476412"/>
                </a:lnTo>
                <a:lnTo>
                  <a:pt x="3378838" y="465372"/>
                </a:lnTo>
                <a:lnTo>
                  <a:pt x="3365110" y="459942"/>
                </a:lnTo>
                <a:close/>
              </a:path>
              <a:path w="6441440" h="804544">
                <a:moveTo>
                  <a:pt x="3411762" y="490339"/>
                </a:moveTo>
                <a:lnTo>
                  <a:pt x="3399416" y="490339"/>
                </a:lnTo>
                <a:lnTo>
                  <a:pt x="3399416" y="573394"/>
                </a:lnTo>
                <a:lnTo>
                  <a:pt x="3412189" y="573394"/>
                </a:lnTo>
                <a:lnTo>
                  <a:pt x="3412189" y="523387"/>
                </a:lnTo>
                <a:lnTo>
                  <a:pt x="3416789" y="507657"/>
                </a:lnTo>
                <a:lnTo>
                  <a:pt x="3430958" y="503255"/>
                </a:lnTo>
                <a:lnTo>
                  <a:pt x="3412838" y="503255"/>
                </a:lnTo>
                <a:lnTo>
                  <a:pt x="3411774" y="490483"/>
                </a:lnTo>
                <a:lnTo>
                  <a:pt x="3411762" y="490339"/>
                </a:lnTo>
                <a:close/>
              </a:path>
              <a:path w="6441440" h="804544">
                <a:moveTo>
                  <a:pt x="3457418" y="500657"/>
                </a:moveTo>
                <a:lnTo>
                  <a:pt x="3439320" y="500657"/>
                </a:lnTo>
                <a:lnTo>
                  <a:pt x="3450758" y="509821"/>
                </a:lnTo>
                <a:lnTo>
                  <a:pt x="3452453" y="573394"/>
                </a:lnTo>
                <a:lnTo>
                  <a:pt x="3465226" y="573394"/>
                </a:lnTo>
                <a:lnTo>
                  <a:pt x="3464092" y="509821"/>
                </a:lnTo>
                <a:lnTo>
                  <a:pt x="3464053" y="507657"/>
                </a:lnTo>
                <a:lnTo>
                  <a:pt x="3457418" y="500657"/>
                </a:lnTo>
                <a:close/>
              </a:path>
              <a:path w="6441440" h="804544">
                <a:moveTo>
                  <a:pt x="3447637" y="490339"/>
                </a:moveTo>
                <a:lnTo>
                  <a:pt x="3425683" y="490483"/>
                </a:lnTo>
                <a:lnTo>
                  <a:pt x="3412838" y="503255"/>
                </a:lnTo>
                <a:lnTo>
                  <a:pt x="3430958" y="503255"/>
                </a:lnTo>
                <a:lnTo>
                  <a:pt x="3439320" y="500657"/>
                </a:lnTo>
                <a:lnTo>
                  <a:pt x="3457418" y="500657"/>
                </a:lnTo>
                <a:lnTo>
                  <a:pt x="3447637" y="490339"/>
                </a:lnTo>
                <a:close/>
              </a:path>
              <a:path w="6441440" h="804544">
                <a:moveTo>
                  <a:pt x="3500922" y="585733"/>
                </a:moveTo>
                <a:lnTo>
                  <a:pt x="3488131" y="589629"/>
                </a:lnTo>
                <a:lnTo>
                  <a:pt x="3522119" y="606298"/>
                </a:lnTo>
                <a:lnTo>
                  <a:pt x="3545643" y="601013"/>
                </a:lnTo>
                <a:lnTo>
                  <a:pt x="3550886" y="595041"/>
                </a:lnTo>
                <a:lnTo>
                  <a:pt x="3517104" y="595041"/>
                </a:lnTo>
                <a:lnTo>
                  <a:pt x="3500922" y="585733"/>
                </a:lnTo>
                <a:close/>
              </a:path>
              <a:path w="6441440" h="804544">
                <a:moveTo>
                  <a:pt x="3556881" y="561415"/>
                </a:moveTo>
                <a:lnTo>
                  <a:pt x="3541926" y="561415"/>
                </a:lnTo>
                <a:lnTo>
                  <a:pt x="3545281" y="581836"/>
                </a:lnTo>
                <a:lnTo>
                  <a:pt x="3534367" y="593418"/>
                </a:lnTo>
                <a:lnTo>
                  <a:pt x="3517104" y="595041"/>
                </a:lnTo>
                <a:lnTo>
                  <a:pt x="3550886" y="595041"/>
                </a:lnTo>
                <a:lnTo>
                  <a:pt x="3556430" y="588727"/>
                </a:lnTo>
                <a:lnTo>
                  <a:pt x="3556881" y="561415"/>
                </a:lnTo>
                <a:close/>
              </a:path>
              <a:path w="6441440" h="804544">
                <a:moveTo>
                  <a:pt x="3513171" y="489184"/>
                </a:moveTo>
                <a:lnTo>
                  <a:pt x="3496322" y="497897"/>
                </a:lnTo>
                <a:lnTo>
                  <a:pt x="3486165" y="515468"/>
                </a:lnTo>
                <a:lnTo>
                  <a:pt x="3484668" y="540056"/>
                </a:lnTo>
                <a:lnTo>
                  <a:pt x="3492371" y="559539"/>
                </a:lnTo>
                <a:lnTo>
                  <a:pt x="3507218" y="570507"/>
                </a:lnTo>
                <a:lnTo>
                  <a:pt x="3525366" y="572095"/>
                </a:lnTo>
                <a:lnTo>
                  <a:pt x="3541926" y="561415"/>
                </a:lnTo>
                <a:lnTo>
                  <a:pt x="3556881" y="561415"/>
                </a:lnTo>
                <a:lnTo>
                  <a:pt x="3556894" y="560622"/>
                </a:lnTo>
                <a:lnTo>
                  <a:pt x="3516346" y="560622"/>
                </a:lnTo>
                <a:lnTo>
                  <a:pt x="3501986" y="550898"/>
                </a:lnTo>
                <a:lnTo>
                  <a:pt x="3498324" y="520429"/>
                </a:lnTo>
                <a:lnTo>
                  <a:pt x="3511764" y="502028"/>
                </a:lnTo>
                <a:lnTo>
                  <a:pt x="3542427" y="502028"/>
                </a:lnTo>
                <a:lnTo>
                  <a:pt x="3513171" y="489184"/>
                </a:lnTo>
                <a:close/>
              </a:path>
              <a:path w="6441440" h="804544">
                <a:moveTo>
                  <a:pt x="3542427" y="502028"/>
                </a:moveTo>
                <a:lnTo>
                  <a:pt x="3531300" y="502028"/>
                </a:lnTo>
                <a:lnTo>
                  <a:pt x="3544596" y="519906"/>
                </a:lnTo>
                <a:lnTo>
                  <a:pt x="3540955" y="550898"/>
                </a:lnTo>
                <a:lnTo>
                  <a:pt x="3540898" y="551385"/>
                </a:lnTo>
                <a:lnTo>
                  <a:pt x="3521686" y="560622"/>
                </a:lnTo>
                <a:lnTo>
                  <a:pt x="3556894" y="560622"/>
                </a:lnTo>
                <a:lnTo>
                  <a:pt x="3557836" y="503471"/>
                </a:lnTo>
                <a:lnTo>
                  <a:pt x="3545714" y="503471"/>
                </a:lnTo>
                <a:lnTo>
                  <a:pt x="3542427" y="502028"/>
                </a:lnTo>
                <a:close/>
              </a:path>
              <a:path w="6441440" h="804544">
                <a:moveTo>
                  <a:pt x="3558054" y="490266"/>
                </a:moveTo>
                <a:lnTo>
                  <a:pt x="3545714" y="490266"/>
                </a:lnTo>
                <a:lnTo>
                  <a:pt x="3545714" y="503471"/>
                </a:lnTo>
                <a:lnTo>
                  <a:pt x="3557836" y="503471"/>
                </a:lnTo>
                <a:lnTo>
                  <a:pt x="3557928" y="497897"/>
                </a:lnTo>
                <a:lnTo>
                  <a:pt x="3558054" y="490266"/>
                </a:lnTo>
                <a:close/>
              </a:path>
              <a:path w="6441440" h="804544">
                <a:moveTo>
                  <a:pt x="3650907" y="462557"/>
                </a:moveTo>
                <a:lnTo>
                  <a:pt x="3650907" y="573394"/>
                </a:lnTo>
                <a:lnTo>
                  <a:pt x="3664328" y="573394"/>
                </a:lnTo>
                <a:lnTo>
                  <a:pt x="3664328" y="530098"/>
                </a:lnTo>
                <a:lnTo>
                  <a:pt x="3658267" y="530098"/>
                </a:lnTo>
                <a:lnTo>
                  <a:pt x="3658267" y="517975"/>
                </a:lnTo>
                <a:lnTo>
                  <a:pt x="3664328" y="517427"/>
                </a:lnTo>
                <a:lnTo>
                  <a:pt x="3664328" y="474464"/>
                </a:lnTo>
                <a:lnTo>
                  <a:pt x="3719469" y="474464"/>
                </a:lnTo>
                <a:lnTo>
                  <a:pt x="3719350" y="473940"/>
                </a:lnTo>
                <a:lnTo>
                  <a:pt x="3704124" y="464037"/>
                </a:lnTo>
                <a:lnTo>
                  <a:pt x="3650907" y="462557"/>
                </a:lnTo>
                <a:close/>
              </a:path>
              <a:path w="6441440" h="804544">
                <a:moveTo>
                  <a:pt x="3703078" y="523604"/>
                </a:moveTo>
                <a:lnTo>
                  <a:pt x="3687924" y="523604"/>
                </a:lnTo>
                <a:lnTo>
                  <a:pt x="3714768" y="573394"/>
                </a:lnTo>
                <a:lnTo>
                  <a:pt x="3730354" y="573394"/>
                </a:lnTo>
                <a:lnTo>
                  <a:pt x="3706635" y="530098"/>
                </a:lnTo>
                <a:lnTo>
                  <a:pt x="3697161" y="530098"/>
                </a:lnTo>
                <a:lnTo>
                  <a:pt x="3704947" y="527016"/>
                </a:lnTo>
                <a:lnTo>
                  <a:pt x="3703078" y="523604"/>
                </a:lnTo>
                <a:close/>
              </a:path>
              <a:path w="6441440" h="804544">
                <a:moveTo>
                  <a:pt x="3664328" y="517427"/>
                </a:moveTo>
                <a:lnTo>
                  <a:pt x="3658267" y="517975"/>
                </a:lnTo>
                <a:lnTo>
                  <a:pt x="3658267" y="530098"/>
                </a:lnTo>
                <a:lnTo>
                  <a:pt x="3664328" y="530098"/>
                </a:lnTo>
                <a:lnTo>
                  <a:pt x="3664328" y="517427"/>
                </a:lnTo>
                <a:close/>
              </a:path>
              <a:path w="6441440" h="804544">
                <a:moveTo>
                  <a:pt x="3719469" y="474464"/>
                </a:moveTo>
                <a:lnTo>
                  <a:pt x="3664328" y="474464"/>
                </a:lnTo>
                <a:lnTo>
                  <a:pt x="3698730" y="475384"/>
                </a:lnTo>
                <a:lnTo>
                  <a:pt x="3711990" y="488228"/>
                </a:lnTo>
                <a:lnTo>
                  <a:pt x="3706072" y="513646"/>
                </a:lnTo>
                <a:lnTo>
                  <a:pt x="3664328" y="517427"/>
                </a:lnTo>
                <a:lnTo>
                  <a:pt x="3664328" y="530098"/>
                </a:lnTo>
                <a:lnTo>
                  <a:pt x="3691426" y="530098"/>
                </a:lnTo>
                <a:lnTo>
                  <a:pt x="3687924" y="523604"/>
                </a:lnTo>
                <a:lnTo>
                  <a:pt x="3713569" y="523604"/>
                </a:lnTo>
                <a:lnTo>
                  <a:pt x="3715255" y="522936"/>
                </a:lnTo>
                <a:lnTo>
                  <a:pt x="3726024" y="503075"/>
                </a:lnTo>
                <a:lnTo>
                  <a:pt x="3719469" y="474464"/>
                </a:lnTo>
                <a:close/>
              </a:path>
              <a:path w="6441440" h="804544">
                <a:moveTo>
                  <a:pt x="3704947" y="527016"/>
                </a:moveTo>
                <a:lnTo>
                  <a:pt x="3697161" y="530098"/>
                </a:lnTo>
                <a:lnTo>
                  <a:pt x="3706635" y="530098"/>
                </a:lnTo>
                <a:lnTo>
                  <a:pt x="3704947" y="527016"/>
                </a:lnTo>
                <a:close/>
              </a:path>
              <a:path w="6441440" h="804544">
                <a:moveTo>
                  <a:pt x="3713569" y="523604"/>
                </a:moveTo>
                <a:lnTo>
                  <a:pt x="3703078" y="523604"/>
                </a:lnTo>
                <a:lnTo>
                  <a:pt x="3704947" y="527016"/>
                </a:lnTo>
                <a:lnTo>
                  <a:pt x="3713569" y="523604"/>
                </a:lnTo>
                <a:close/>
              </a:path>
              <a:path w="6441440" h="804544">
                <a:moveTo>
                  <a:pt x="3771814" y="489184"/>
                </a:moveTo>
                <a:lnTo>
                  <a:pt x="3754026" y="498348"/>
                </a:lnTo>
                <a:lnTo>
                  <a:pt x="3743419" y="516460"/>
                </a:lnTo>
                <a:lnTo>
                  <a:pt x="3741868" y="540994"/>
                </a:lnTo>
                <a:lnTo>
                  <a:pt x="3749661" y="561271"/>
                </a:lnTo>
                <a:lnTo>
                  <a:pt x="3765698" y="573358"/>
                </a:lnTo>
                <a:lnTo>
                  <a:pt x="3780617" y="575125"/>
                </a:lnTo>
                <a:lnTo>
                  <a:pt x="3800335" y="570760"/>
                </a:lnTo>
                <a:lnTo>
                  <a:pt x="3806063" y="563652"/>
                </a:lnTo>
                <a:lnTo>
                  <a:pt x="3775458" y="563652"/>
                </a:lnTo>
                <a:lnTo>
                  <a:pt x="3760088" y="554722"/>
                </a:lnTo>
                <a:lnTo>
                  <a:pt x="3757824" y="536160"/>
                </a:lnTo>
                <a:lnTo>
                  <a:pt x="3750960" y="536160"/>
                </a:lnTo>
                <a:lnTo>
                  <a:pt x="3750960" y="525119"/>
                </a:lnTo>
                <a:lnTo>
                  <a:pt x="3756477" y="525119"/>
                </a:lnTo>
                <a:lnTo>
                  <a:pt x="3755632" y="518192"/>
                </a:lnTo>
                <a:lnTo>
                  <a:pt x="3774231" y="500657"/>
                </a:lnTo>
                <a:lnTo>
                  <a:pt x="3803781" y="500657"/>
                </a:lnTo>
                <a:lnTo>
                  <a:pt x="3800208" y="495137"/>
                </a:lnTo>
                <a:lnTo>
                  <a:pt x="3771814" y="489184"/>
                </a:lnTo>
                <a:close/>
              </a:path>
              <a:path w="6441440" h="804544">
                <a:moveTo>
                  <a:pt x="3801399" y="550664"/>
                </a:moveTo>
                <a:lnTo>
                  <a:pt x="3800317" y="553550"/>
                </a:lnTo>
                <a:lnTo>
                  <a:pt x="3775458" y="563652"/>
                </a:lnTo>
                <a:lnTo>
                  <a:pt x="3806063" y="563652"/>
                </a:lnTo>
                <a:lnTo>
                  <a:pt x="3813738" y="554127"/>
                </a:lnTo>
                <a:lnTo>
                  <a:pt x="3801399" y="550664"/>
                </a:lnTo>
                <a:close/>
              </a:path>
              <a:path w="6441440" h="804544">
                <a:moveTo>
                  <a:pt x="3756477" y="525119"/>
                </a:moveTo>
                <a:lnTo>
                  <a:pt x="3750960" y="525119"/>
                </a:lnTo>
                <a:lnTo>
                  <a:pt x="3750960" y="536160"/>
                </a:lnTo>
                <a:lnTo>
                  <a:pt x="3757824" y="536160"/>
                </a:lnTo>
                <a:lnTo>
                  <a:pt x="3756477" y="525119"/>
                </a:lnTo>
                <a:close/>
              </a:path>
              <a:path w="6441440" h="804544">
                <a:moveTo>
                  <a:pt x="3803781" y="500657"/>
                </a:moveTo>
                <a:lnTo>
                  <a:pt x="3774231" y="500657"/>
                </a:lnTo>
                <a:lnTo>
                  <a:pt x="3794760" y="505979"/>
                </a:lnTo>
                <a:lnTo>
                  <a:pt x="3802048" y="525119"/>
                </a:lnTo>
                <a:lnTo>
                  <a:pt x="3756477" y="525119"/>
                </a:lnTo>
                <a:lnTo>
                  <a:pt x="3757824" y="536160"/>
                </a:lnTo>
                <a:lnTo>
                  <a:pt x="3815037" y="536160"/>
                </a:lnTo>
                <a:lnTo>
                  <a:pt x="3814099" y="518192"/>
                </a:lnTo>
                <a:lnTo>
                  <a:pt x="3814009" y="516460"/>
                </a:lnTo>
                <a:lnTo>
                  <a:pt x="3803781" y="500657"/>
                </a:lnTo>
                <a:close/>
              </a:path>
              <a:path w="6441440" h="804544">
                <a:moveTo>
                  <a:pt x="3846823" y="585733"/>
                </a:moveTo>
                <a:lnTo>
                  <a:pt x="3834033" y="589629"/>
                </a:lnTo>
                <a:lnTo>
                  <a:pt x="3868020" y="606298"/>
                </a:lnTo>
                <a:lnTo>
                  <a:pt x="3891544" y="601013"/>
                </a:lnTo>
                <a:lnTo>
                  <a:pt x="3896787" y="595041"/>
                </a:lnTo>
                <a:lnTo>
                  <a:pt x="3863005" y="595041"/>
                </a:lnTo>
                <a:lnTo>
                  <a:pt x="3846823" y="585733"/>
                </a:lnTo>
                <a:close/>
              </a:path>
              <a:path w="6441440" h="804544">
                <a:moveTo>
                  <a:pt x="3902782" y="561415"/>
                </a:moveTo>
                <a:lnTo>
                  <a:pt x="3887828" y="561415"/>
                </a:lnTo>
                <a:lnTo>
                  <a:pt x="3891183" y="581836"/>
                </a:lnTo>
                <a:lnTo>
                  <a:pt x="3880269" y="593418"/>
                </a:lnTo>
                <a:lnTo>
                  <a:pt x="3863005" y="595041"/>
                </a:lnTo>
                <a:lnTo>
                  <a:pt x="3896787" y="595041"/>
                </a:lnTo>
                <a:lnTo>
                  <a:pt x="3902332" y="588727"/>
                </a:lnTo>
                <a:lnTo>
                  <a:pt x="3902782" y="561415"/>
                </a:lnTo>
                <a:close/>
              </a:path>
              <a:path w="6441440" h="804544">
                <a:moveTo>
                  <a:pt x="3859072" y="489184"/>
                </a:moveTo>
                <a:lnTo>
                  <a:pt x="3842223" y="497897"/>
                </a:lnTo>
                <a:lnTo>
                  <a:pt x="3832067" y="515468"/>
                </a:lnTo>
                <a:lnTo>
                  <a:pt x="3830569" y="540056"/>
                </a:lnTo>
                <a:lnTo>
                  <a:pt x="3838272" y="559539"/>
                </a:lnTo>
                <a:lnTo>
                  <a:pt x="3853119" y="570507"/>
                </a:lnTo>
                <a:lnTo>
                  <a:pt x="3871267" y="572095"/>
                </a:lnTo>
                <a:lnTo>
                  <a:pt x="3887828" y="561415"/>
                </a:lnTo>
                <a:lnTo>
                  <a:pt x="3902782" y="561415"/>
                </a:lnTo>
                <a:lnTo>
                  <a:pt x="3902795" y="560622"/>
                </a:lnTo>
                <a:lnTo>
                  <a:pt x="3862247" y="560622"/>
                </a:lnTo>
                <a:lnTo>
                  <a:pt x="3847887" y="550898"/>
                </a:lnTo>
                <a:lnTo>
                  <a:pt x="3844226" y="520429"/>
                </a:lnTo>
                <a:lnTo>
                  <a:pt x="3857665" y="502028"/>
                </a:lnTo>
                <a:lnTo>
                  <a:pt x="3888329" y="502028"/>
                </a:lnTo>
                <a:lnTo>
                  <a:pt x="3859072" y="489184"/>
                </a:lnTo>
                <a:close/>
              </a:path>
              <a:path w="6441440" h="804544">
                <a:moveTo>
                  <a:pt x="3888329" y="502028"/>
                </a:moveTo>
                <a:lnTo>
                  <a:pt x="3877202" y="502028"/>
                </a:lnTo>
                <a:lnTo>
                  <a:pt x="3890498" y="519906"/>
                </a:lnTo>
                <a:lnTo>
                  <a:pt x="3886857" y="550898"/>
                </a:lnTo>
                <a:lnTo>
                  <a:pt x="3886799" y="551385"/>
                </a:lnTo>
                <a:lnTo>
                  <a:pt x="3867587" y="560622"/>
                </a:lnTo>
                <a:lnTo>
                  <a:pt x="3902795" y="560622"/>
                </a:lnTo>
                <a:lnTo>
                  <a:pt x="3903738" y="503471"/>
                </a:lnTo>
                <a:lnTo>
                  <a:pt x="3891616" y="503471"/>
                </a:lnTo>
                <a:lnTo>
                  <a:pt x="3888329" y="502028"/>
                </a:lnTo>
                <a:close/>
              </a:path>
              <a:path w="6441440" h="804544">
                <a:moveTo>
                  <a:pt x="3903955" y="490266"/>
                </a:moveTo>
                <a:lnTo>
                  <a:pt x="3891616" y="490266"/>
                </a:lnTo>
                <a:lnTo>
                  <a:pt x="3891616" y="503471"/>
                </a:lnTo>
                <a:lnTo>
                  <a:pt x="3903738" y="503471"/>
                </a:lnTo>
                <a:lnTo>
                  <a:pt x="3903829" y="497897"/>
                </a:lnTo>
                <a:lnTo>
                  <a:pt x="3903955" y="490266"/>
                </a:lnTo>
                <a:close/>
              </a:path>
              <a:path w="6441440" h="804544">
                <a:moveTo>
                  <a:pt x="3940107" y="490266"/>
                </a:moveTo>
                <a:lnTo>
                  <a:pt x="3927335" y="490266"/>
                </a:lnTo>
                <a:lnTo>
                  <a:pt x="3927335" y="573394"/>
                </a:lnTo>
                <a:lnTo>
                  <a:pt x="3940107" y="573394"/>
                </a:lnTo>
                <a:lnTo>
                  <a:pt x="3940107" y="490266"/>
                </a:lnTo>
                <a:close/>
              </a:path>
              <a:path w="6441440" h="804544">
                <a:moveTo>
                  <a:pt x="3929193" y="459942"/>
                </a:moveTo>
                <a:lnTo>
                  <a:pt x="3933829" y="476412"/>
                </a:lnTo>
                <a:lnTo>
                  <a:pt x="3936318" y="476412"/>
                </a:lnTo>
                <a:lnTo>
                  <a:pt x="3942921" y="465372"/>
                </a:lnTo>
                <a:lnTo>
                  <a:pt x="3929193" y="459942"/>
                </a:lnTo>
                <a:close/>
              </a:path>
              <a:path w="6441440" h="804544">
                <a:moveTo>
                  <a:pt x="3971943" y="550447"/>
                </a:moveTo>
                <a:lnTo>
                  <a:pt x="3959820" y="553478"/>
                </a:lnTo>
                <a:lnTo>
                  <a:pt x="3961299" y="560549"/>
                </a:lnTo>
                <a:lnTo>
                  <a:pt x="3975929" y="573285"/>
                </a:lnTo>
                <a:lnTo>
                  <a:pt x="3997884" y="575125"/>
                </a:lnTo>
                <a:lnTo>
                  <a:pt x="4017078" y="566755"/>
                </a:lnTo>
                <a:lnTo>
                  <a:pt x="4018301" y="562750"/>
                </a:lnTo>
                <a:lnTo>
                  <a:pt x="3981738" y="562750"/>
                </a:lnTo>
                <a:lnTo>
                  <a:pt x="3971943" y="550447"/>
                </a:lnTo>
                <a:close/>
              </a:path>
              <a:path w="6441440" h="804544">
                <a:moveTo>
                  <a:pt x="3992941" y="489184"/>
                </a:moveTo>
                <a:lnTo>
                  <a:pt x="3969038" y="497158"/>
                </a:lnTo>
                <a:lnTo>
                  <a:pt x="3962418" y="518950"/>
                </a:lnTo>
                <a:lnTo>
                  <a:pt x="3971293" y="531343"/>
                </a:lnTo>
                <a:lnTo>
                  <a:pt x="4005641" y="541644"/>
                </a:lnTo>
                <a:lnTo>
                  <a:pt x="4010692" y="554452"/>
                </a:lnTo>
                <a:lnTo>
                  <a:pt x="4001888" y="562606"/>
                </a:lnTo>
                <a:lnTo>
                  <a:pt x="3981738" y="562750"/>
                </a:lnTo>
                <a:lnTo>
                  <a:pt x="4018301" y="562750"/>
                </a:lnTo>
                <a:lnTo>
                  <a:pt x="4023897" y="544422"/>
                </a:lnTo>
                <a:lnTo>
                  <a:pt x="4014787" y="532281"/>
                </a:lnTo>
                <a:lnTo>
                  <a:pt x="3976344" y="518246"/>
                </a:lnTo>
                <a:lnTo>
                  <a:pt x="3976746" y="508883"/>
                </a:lnTo>
                <a:lnTo>
                  <a:pt x="3976868" y="506051"/>
                </a:lnTo>
                <a:lnTo>
                  <a:pt x="3996657" y="500224"/>
                </a:lnTo>
                <a:lnTo>
                  <a:pt x="4017474" y="500224"/>
                </a:lnTo>
                <a:lnTo>
                  <a:pt x="4007625" y="490988"/>
                </a:lnTo>
                <a:lnTo>
                  <a:pt x="3992941" y="489184"/>
                </a:lnTo>
                <a:close/>
              </a:path>
              <a:path w="6441440" h="804544">
                <a:moveTo>
                  <a:pt x="4017474" y="500224"/>
                </a:moveTo>
                <a:lnTo>
                  <a:pt x="3996657" y="500224"/>
                </a:lnTo>
                <a:lnTo>
                  <a:pt x="4010908" y="512131"/>
                </a:lnTo>
                <a:lnTo>
                  <a:pt x="4022382" y="508883"/>
                </a:lnTo>
                <a:lnTo>
                  <a:pt x="4020397" y="502966"/>
                </a:lnTo>
                <a:lnTo>
                  <a:pt x="4017474" y="500224"/>
                </a:lnTo>
                <a:close/>
              </a:path>
              <a:path w="6441440" h="804544">
                <a:moveTo>
                  <a:pt x="4061524" y="470350"/>
                </a:moveTo>
                <a:lnTo>
                  <a:pt x="4048752" y="470350"/>
                </a:lnTo>
                <a:lnTo>
                  <a:pt x="4048752" y="553045"/>
                </a:lnTo>
                <a:lnTo>
                  <a:pt x="4054380" y="568234"/>
                </a:lnTo>
                <a:lnTo>
                  <a:pt x="4075613" y="574296"/>
                </a:lnTo>
                <a:lnTo>
                  <a:pt x="4061524" y="470350"/>
                </a:lnTo>
                <a:close/>
              </a:path>
              <a:path w="6441440" h="804544">
                <a:moveTo>
                  <a:pt x="4048752" y="490266"/>
                </a:moveTo>
                <a:lnTo>
                  <a:pt x="4036196" y="490266"/>
                </a:lnTo>
                <a:lnTo>
                  <a:pt x="4036196" y="501090"/>
                </a:lnTo>
                <a:lnTo>
                  <a:pt x="4048752" y="501090"/>
                </a:lnTo>
                <a:lnTo>
                  <a:pt x="4048752" y="490266"/>
                </a:lnTo>
                <a:close/>
              </a:path>
              <a:path w="6441440" h="804544">
                <a:moveTo>
                  <a:pt x="4079275" y="490266"/>
                </a:moveTo>
                <a:lnTo>
                  <a:pt x="4064223" y="490266"/>
                </a:lnTo>
                <a:lnTo>
                  <a:pt x="4065690" y="501090"/>
                </a:lnTo>
                <a:lnTo>
                  <a:pt x="4079275" y="501090"/>
                </a:lnTo>
                <a:lnTo>
                  <a:pt x="4079275" y="490266"/>
                </a:lnTo>
                <a:close/>
              </a:path>
              <a:path w="6441440" h="804544">
                <a:moveTo>
                  <a:pt x="4110826" y="490266"/>
                </a:moveTo>
                <a:lnTo>
                  <a:pt x="4098487" y="490266"/>
                </a:lnTo>
                <a:lnTo>
                  <a:pt x="4098487" y="573394"/>
                </a:lnTo>
                <a:lnTo>
                  <a:pt x="4111259" y="573394"/>
                </a:lnTo>
                <a:lnTo>
                  <a:pt x="4112161" y="513700"/>
                </a:lnTo>
                <a:lnTo>
                  <a:pt x="4129801" y="502822"/>
                </a:lnTo>
                <a:lnTo>
                  <a:pt x="4111692" y="502822"/>
                </a:lnTo>
                <a:lnTo>
                  <a:pt x="4110826" y="490266"/>
                </a:lnTo>
                <a:close/>
              </a:path>
              <a:path w="6441440" h="804544">
                <a:moveTo>
                  <a:pt x="4128361" y="488968"/>
                </a:moveTo>
                <a:lnTo>
                  <a:pt x="4111692" y="502822"/>
                </a:lnTo>
                <a:lnTo>
                  <a:pt x="4129801" y="502822"/>
                </a:lnTo>
                <a:lnTo>
                  <a:pt x="4132258" y="501307"/>
                </a:lnTo>
                <a:lnTo>
                  <a:pt x="4140051" y="489184"/>
                </a:lnTo>
                <a:lnTo>
                  <a:pt x="4128361" y="488968"/>
                </a:lnTo>
                <a:close/>
              </a:path>
              <a:path w="6441440" h="804544">
                <a:moveTo>
                  <a:pt x="4212566" y="501776"/>
                </a:moveTo>
                <a:lnTo>
                  <a:pt x="4176568" y="501776"/>
                </a:lnTo>
                <a:lnTo>
                  <a:pt x="4197710" y="501920"/>
                </a:lnTo>
                <a:lnTo>
                  <a:pt x="4204980" y="517326"/>
                </a:lnTo>
                <a:lnTo>
                  <a:pt x="4152232" y="541175"/>
                </a:lnTo>
                <a:lnTo>
                  <a:pt x="4157608" y="567441"/>
                </a:lnTo>
                <a:lnTo>
                  <a:pt x="4179652" y="575342"/>
                </a:lnTo>
                <a:lnTo>
                  <a:pt x="4184487" y="575342"/>
                </a:lnTo>
                <a:lnTo>
                  <a:pt x="4203465" y="563941"/>
                </a:lnTo>
                <a:lnTo>
                  <a:pt x="4176614" y="563941"/>
                </a:lnTo>
                <a:lnTo>
                  <a:pt x="4164066" y="554885"/>
                </a:lnTo>
                <a:lnTo>
                  <a:pt x="4168331" y="541175"/>
                </a:lnTo>
                <a:lnTo>
                  <a:pt x="4168432" y="540850"/>
                </a:lnTo>
                <a:lnTo>
                  <a:pt x="4217752" y="540850"/>
                </a:lnTo>
                <a:lnTo>
                  <a:pt x="4217752" y="512022"/>
                </a:lnTo>
                <a:lnTo>
                  <a:pt x="4212639" y="501920"/>
                </a:lnTo>
                <a:lnTo>
                  <a:pt x="4212566" y="501776"/>
                </a:lnTo>
                <a:close/>
              </a:path>
              <a:path w="6441440" h="804544">
                <a:moveTo>
                  <a:pt x="4217752" y="540850"/>
                </a:moveTo>
                <a:lnTo>
                  <a:pt x="4168432" y="540850"/>
                </a:lnTo>
                <a:lnTo>
                  <a:pt x="4204980" y="543303"/>
                </a:lnTo>
                <a:lnTo>
                  <a:pt x="4200507" y="556346"/>
                </a:lnTo>
                <a:lnTo>
                  <a:pt x="4181419" y="563941"/>
                </a:lnTo>
                <a:lnTo>
                  <a:pt x="4203465" y="563941"/>
                </a:lnTo>
                <a:lnTo>
                  <a:pt x="4204980" y="573394"/>
                </a:lnTo>
                <a:lnTo>
                  <a:pt x="4217752" y="573394"/>
                </a:lnTo>
                <a:lnTo>
                  <a:pt x="4217752" y="540850"/>
                </a:lnTo>
                <a:close/>
              </a:path>
              <a:path w="6441440" h="804544">
                <a:moveTo>
                  <a:pt x="4169947" y="492034"/>
                </a:moveTo>
                <a:lnTo>
                  <a:pt x="4153675" y="508667"/>
                </a:lnTo>
                <a:lnTo>
                  <a:pt x="4165798" y="512996"/>
                </a:lnTo>
                <a:lnTo>
                  <a:pt x="4176568" y="501776"/>
                </a:lnTo>
                <a:lnTo>
                  <a:pt x="4212566" y="501776"/>
                </a:lnTo>
                <a:lnTo>
                  <a:pt x="4209617" y="495949"/>
                </a:lnTo>
                <a:lnTo>
                  <a:pt x="4169947" y="492034"/>
                </a:lnTo>
                <a:close/>
              </a:path>
              <a:path w="6441440" h="804544">
                <a:moveTo>
                  <a:pt x="4259465" y="470350"/>
                </a:moveTo>
                <a:lnTo>
                  <a:pt x="4246693" y="470350"/>
                </a:lnTo>
                <a:lnTo>
                  <a:pt x="4246693" y="553045"/>
                </a:lnTo>
                <a:lnTo>
                  <a:pt x="4252321" y="568234"/>
                </a:lnTo>
                <a:lnTo>
                  <a:pt x="4273554" y="574296"/>
                </a:lnTo>
                <a:lnTo>
                  <a:pt x="4259465" y="470350"/>
                </a:lnTo>
                <a:close/>
              </a:path>
              <a:path w="6441440" h="804544">
                <a:moveTo>
                  <a:pt x="4246693" y="490266"/>
                </a:moveTo>
                <a:lnTo>
                  <a:pt x="4234137" y="490266"/>
                </a:lnTo>
                <a:lnTo>
                  <a:pt x="4234137" y="501090"/>
                </a:lnTo>
                <a:lnTo>
                  <a:pt x="4246693" y="501090"/>
                </a:lnTo>
                <a:lnTo>
                  <a:pt x="4246693" y="490266"/>
                </a:lnTo>
                <a:close/>
              </a:path>
              <a:path w="6441440" h="804544">
                <a:moveTo>
                  <a:pt x="4277216" y="490266"/>
                </a:moveTo>
                <a:lnTo>
                  <a:pt x="4262164" y="490266"/>
                </a:lnTo>
                <a:lnTo>
                  <a:pt x="4263632" y="501090"/>
                </a:lnTo>
                <a:lnTo>
                  <a:pt x="4277216" y="501090"/>
                </a:lnTo>
                <a:lnTo>
                  <a:pt x="4277216" y="490266"/>
                </a:lnTo>
                <a:close/>
              </a:path>
              <a:path w="6441440" h="804544">
                <a:moveTo>
                  <a:pt x="4309201" y="490266"/>
                </a:moveTo>
                <a:lnTo>
                  <a:pt x="4296428" y="490266"/>
                </a:lnTo>
                <a:lnTo>
                  <a:pt x="4296428" y="573394"/>
                </a:lnTo>
                <a:lnTo>
                  <a:pt x="4309201" y="573394"/>
                </a:lnTo>
                <a:lnTo>
                  <a:pt x="4309201" y="490266"/>
                </a:lnTo>
                <a:close/>
              </a:path>
              <a:path w="6441440" h="804544">
                <a:moveTo>
                  <a:pt x="4298287" y="459942"/>
                </a:moveTo>
                <a:lnTo>
                  <a:pt x="4302923" y="476412"/>
                </a:lnTo>
                <a:lnTo>
                  <a:pt x="4305412" y="476412"/>
                </a:lnTo>
                <a:lnTo>
                  <a:pt x="4312015" y="465372"/>
                </a:lnTo>
                <a:lnTo>
                  <a:pt x="4298287" y="459942"/>
                </a:lnTo>
                <a:close/>
              </a:path>
              <a:path w="6441440" h="804544">
                <a:moveTo>
                  <a:pt x="4358860" y="489184"/>
                </a:moveTo>
                <a:lnTo>
                  <a:pt x="4340982" y="498114"/>
                </a:lnTo>
                <a:lnTo>
                  <a:pt x="4330267" y="516045"/>
                </a:lnTo>
                <a:lnTo>
                  <a:pt x="4328697" y="540850"/>
                </a:lnTo>
                <a:lnTo>
                  <a:pt x="4336580" y="561199"/>
                </a:lnTo>
                <a:lnTo>
                  <a:pt x="4352275" y="573340"/>
                </a:lnTo>
                <a:lnTo>
                  <a:pt x="4366364" y="575125"/>
                </a:lnTo>
                <a:lnTo>
                  <a:pt x="4373869" y="575125"/>
                </a:lnTo>
                <a:lnTo>
                  <a:pt x="4391728" y="566196"/>
                </a:lnTo>
                <a:lnTo>
                  <a:pt x="4393256" y="563652"/>
                </a:lnTo>
                <a:lnTo>
                  <a:pt x="4360663" y="563652"/>
                </a:lnTo>
                <a:lnTo>
                  <a:pt x="4348613" y="556346"/>
                </a:lnTo>
                <a:lnTo>
                  <a:pt x="4341469" y="526707"/>
                </a:lnTo>
                <a:lnTo>
                  <a:pt x="4355973" y="502137"/>
                </a:lnTo>
                <a:lnTo>
                  <a:pt x="4394849" y="502137"/>
                </a:lnTo>
                <a:lnTo>
                  <a:pt x="4380435" y="490970"/>
                </a:lnTo>
                <a:lnTo>
                  <a:pt x="4358860" y="489184"/>
                </a:lnTo>
                <a:close/>
              </a:path>
              <a:path w="6441440" h="804544">
                <a:moveTo>
                  <a:pt x="4394849" y="502137"/>
                </a:moveTo>
                <a:lnTo>
                  <a:pt x="4376755" y="502137"/>
                </a:lnTo>
                <a:lnTo>
                  <a:pt x="4390375" y="521529"/>
                </a:lnTo>
                <a:lnTo>
                  <a:pt x="4384115" y="556346"/>
                </a:lnTo>
                <a:lnTo>
                  <a:pt x="4366364" y="563652"/>
                </a:lnTo>
                <a:lnTo>
                  <a:pt x="4393256" y="563652"/>
                </a:lnTo>
                <a:lnTo>
                  <a:pt x="4402444" y="548354"/>
                </a:lnTo>
                <a:lnTo>
                  <a:pt x="4404031" y="523604"/>
                </a:lnTo>
                <a:lnTo>
                  <a:pt x="4396130" y="503129"/>
                </a:lnTo>
                <a:lnTo>
                  <a:pt x="4394849" y="502137"/>
                </a:lnTo>
                <a:close/>
              </a:path>
              <a:path w="6441440" h="804544">
                <a:moveTo>
                  <a:pt x="4435873" y="490339"/>
                </a:moveTo>
                <a:lnTo>
                  <a:pt x="4423527" y="490339"/>
                </a:lnTo>
                <a:lnTo>
                  <a:pt x="4423527" y="573394"/>
                </a:lnTo>
                <a:lnTo>
                  <a:pt x="4436300" y="573394"/>
                </a:lnTo>
                <a:lnTo>
                  <a:pt x="4436300" y="523387"/>
                </a:lnTo>
                <a:lnTo>
                  <a:pt x="4440900" y="507657"/>
                </a:lnTo>
                <a:lnTo>
                  <a:pt x="4455069" y="503255"/>
                </a:lnTo>
                <a:lnTo>
                  <a:pt x="4436949" y="503255"/>
                </a:lnTo>
                <a:lnTo>
                  <a:pt x="4435885" y="490483"/>
                </a:lnTo>
                <a:lnTo>
                  <a:pt x="4435873" y="490339"/>
                </a:lnTo>
                <a:close/>
              </a:path>
              <a:path w="6441440" h="804544">
                <a:moveTo>
                  <a:pt x="4481529" y="500657"/>
                </a:moveTo>
                <a:lnTo>
                  <a:pt x="4463432" y="500657"/>
                </a:lnTo>
                <a:lnTo>
                  <a:pt x="4474869" y="509821"/>
                </a:lnTo>
                <a:lnTo>
                  <a:pt x="4476565" y="573394"/>
                </a:lnTo>
                <a:lnTo>
                  <a:pt x="4489337" y="573394"/>
                </a:lnTo>
                <a:lnTo>
                  <a:pt x="4488203" y="509821"/>
                </a:lnTo>
                <a:lnTo>
                  <a:pt x="4488164" y="507657"/>
                </a:lnTo>
                <a:lnTo>
                  <a:pt x="4481529" y="500657"/>
                </a:lnTo>
                <a:close/>
              </a:path>
              <a:path w="6441440" h="804544">
                <a:moveTo>
                  <a:pt x="4471748" y="490339"/>
                </a:moveTo>
                <a:lnTo>
                  <a:pt x="4449794" y="490483"/>
                </a:lnTo>
                <a:lnTo>
                  <a:pt x="4436949" y="503255"/>
                </a:lnTo>
                <a:lnTo>
                  <a:pt x="4455069" y="503255"/>
                </a:lnTo>
                <a:lnTo>
                  <a:pt x="4463432" y="500657"/>
                </a:lnTo>
                <a:lnTo>
                  <a:pt x="4481529" y="500657"/>
                </a:lnTo>
                <a:lnTo>
                  <a:pt x="4471748" y="490339"/>
                </a:lnTo>
                <a:close/>
              </a:path>
              <a:path w="6441440" h="804544">
                <a:moveTo>
                  <a:pt x="4582149" y="462557"/>
                </a:moveTo>
                <a:lnTo>
                  <a:pt x="4582149" y="573394"/>
                </a:lnTo>
                <a:lnTo>
                  <a:pt x="4616353" y="573394"/>
                </a:lnTo>
                <a:lnTo>
                  <a:pt x="4638819" y="569649"/>
                </a:lnTo>
                <a:lnTo>
                  <a:pt x="4649269" y="561487"/>
                </a:lnTo>
                <a:lnTo>
                  <a:pt x="4595571" y="561487"/>
                </a:lnTo>
                <a:lnTo>
                  <a:pt x="4595571" y="474464"/>
                </a:lnTo>
                <a:lnTo>
                  <a:pt x="4649710" y="474464"/>
                </a:lnTo>
                <a:lnTo>
                  <a:pt x="4639441" y="466302"/>
                </a:lnTo>
                <a:lnTo>
                  <a:pt x="4582149" y="462557"/>
                </a:lnTo>
                <a:close/>
              </a:path>
              <a:path w="6441440" h="804544">
                <a:moveTo>
                  <a:pt x="4649710" y="474464"/>
                </a:moveTo>
                <a:lnTo>
                  <a:pt x="4625661" y="474464"/>
                </a:lnTo>
                <a:lnTo>
                  <a:pt x="4644512" y="483177"/>
                </a:lnTo>
                <a:lnTo>
                  <a:pt x="4654723" y="501108"/>
                </a:lnTo>
                <a:lnTo>
                  <a:pt x="4656184" y="526779"/>
                </a:lnTo>
                <a:lnTo>
                  <a:pt x="4648788" y="547615"/>
                </a:lnTo>
                <a:lnTo>
                  <a:pt x="4632245" y="559720"/>
                </a:lnTo>
                <a:lnTo>
                  <a:pt x="4595571" y="561487"/>
                </a:lnTo>
                <a:lnTo>
                  <a:pt x="4649269" y="561487"/>
                </a:lnTo>
                <a:lnTo>
                  <a:pt x="4659567" y="553444"/>
                </a:lnTo>
                <a:lnTo>
                  <a:pt x="4669173" y="517759"/>
                </a:lnTo>
                <a:lnTo>
                  <a:pt x="4659665" y="482375"/>
                </a:lnTo>
                <a:lnTo>
                  <a:pt x="4649710" y="474464"/>
                </a:lnTo>
                <a:close/>
              </a:path>
              <a:path w="6441440" h="804544">
                <a:moveTo>
                  <a:pt x="4716004" y="489184"/>
                </a:moveTo>
                <a:lnTo>
                  <a:pt x="4698217" y="498348"/>
                </a:lnTo>
                <a:lnTo>
                  <a:pt x="4687610" y="516460"/>
                </a:lnTo>
                <a:lnTo>
                  <a:pt x="4686058" y="540994"/>
                </a:lnTo>
                <a:lnTo>
                  <a:pt x="4693851" y="561271"/>
                </a:lnTo>
                <a:lnTo>
                  <a:pt x="4709889" y="573358"/>
                </a:lnTo>
                <a:lnTo>
                  <a:pt x="4724808" y="575125"/>
                </a:lnTo>
                <a:lnTo>
                  <a:pt x="4744525" y="570760"/>
                </a:lnTo>
                <a:lnTo>
                  <a:pt x="4750253" y="563652"/>
                </a:lnTo>
                <a:lnTo>
                  <a:pt x="4719648" y="563652"/>
                </a:lnTo>
                <a:lnTo>
                  <a:pt x="4704279" y="554722"/>
                </a:lnTo>
                <a:lnTo>
                  <a:pt x="4702014" y="536160"/>
                </a:lnTo>
                <a:lnTo>
                  <a:pt x="4695150" y="536160"/>
                </a:lnTo>
                <a:lnTo>
                  <a:pt x="4695150" y="525119"/>
                </a:lnTo>
                <a:lnTo>
                  <a:pt x="4700668" y="525119"/>
                </a:lnTo>
                <a:lnTo>
                  <a:pt x="4699823" y="518192"/>
                </a:lnTo>
                <a:lnTo>
                  <a:pt x="4718421" y="500657"/>
                </a:lnTo>
                <a:lnTo>
                  <a:pt x="4747971" y="500657"/>
                </a:lnTo>
                <a:lnTo>
                  <a:pt x="4744399" y="495137"/>
                </a:lnTo>
                <a:lnTo>
                  <a:pt x="4716004" y="489184"/>
                </a:lnTo>
                <a:close/>
              </a:path>
              <a:path w="6441440" h="804544">
                <a:moveTo>
                  <a:pt x="4745590" y="550664"/>
                </a:moveTo>
                <a:lnTo>
                  <a:pt x="4744507" y="553550"/>
                </a:lnTo>
                <a:lnTo>
                  <a:pt x="4719648" y="563652"/>
                </a:lnTo>
                <a:lnTo>
                  <a:pt x="4750253" y="563652"/>
                </a:lnTo>
                <a:lnTo>
                  <a:pt x="4757929" y="554127"/>
                </a:lnTo>
                <a:lnTo>
                  <a:pt x="4745590" y="550664"/>
                </a:lnTo>
                <a:close/>
              </a:path>
              <a:path w="6441440" h="804544">
                <a:moveTo>
                  <a:pt x="4700668" y="525119"/>
                </a:moveTo>
                <a:lnTo>
                  <a:pt x="4695150" y="525119"/>
                </a:lnTo>
                <a:lnTo>
                  <a:pt x="4695150" y="536160"/>
                </a:lnTo>
                <a:lnTo>
                  <a:pt x="4702014" y="536160"/>
                </a:lnTo>
                <a:lnTo>
                  <a:pt x="4700668" y="525119"/>
                </a:lnTo>
                <a:close/>
              </a:path>
              <a:path w="6441440" h="804544">
                <a:moveTo>
                  <a:pt x="4747971" y="500657"/>
                </a:moveTo>
                <a:lnTo>
                  <a:pt x="4718421" y="500657"/>
                </a:lnTo>
                <a:lnTo>
                  <a:pt x="4738951" y="505979"/>
                </a:lnTo>
                <a:lnTo>
                  <a:pt x="4746239" y="525119"/>
                </a:lnTo>
                <a:lnTo>
                  <a:pt x="4700668" y="525119"/>
                </a:lnTo>
                <a:lnTo>
                  <a:pt x="4702014" y="536160"/>
                </a:lnTo>
                <a:lnTo>
                  <a:pt x="4759228" y="536160"/>
                </a:lnTo>
                <a:lnTo>
                  <a:pt x="4758290" y="518192"/>
                </a:lnTo>
                <a:lnTo>
                  <a:pt x="4758199" y="516460"/>
                </a:lnTo>
                <a:lnTo>
                  <a:pt x="4747971" y="500657"/>
                </a:lnTo>
                <a:close/>
              </a:path>
              <a:path w="6441440" h="804544">
                <a:moveTo>
                  <a:pt x="4797057" y="470350"/>
                </a:moveTo>
                <a:lnTo>
                  <a:pt x="4784285" y="470350"/>
                </a:lnTo>
                <a:lnTo>
                  <a:pt x="4784285" y="553045"/>
                </a:lnTo>
                <a:lnTo>
                  <a:pt x="4789913" y="568234"/>
                </a:lnTo>
                <a:lnTo>
                  <a:pt x="4811146" y="574296"/>
                </a:lnTo>
                <a:lnTo>
                  <a:pt x="4797057" y="470350"/>
                </a:lnTo>
                <a:close/>
              </a:path>
              <a:path w="6441440" h="804544">
                <a:moveTo>
                  <a:pt x="4784285" y="490266"/>
                </a:moveTo>
                <a:lnTo>
                  <a:pt x="4771729" y="490266"/>
                </a:lnTo>
                <a:lnTo>
                  <a:pt x="4771729" y="501090"/>
                </a:lnTo>
                <a:lnTo>
                  <a:pt x="4784285" y="501090"/>
                </a:lnTo>
                <a:lnTo>
                  <a:pt x="4784285" y="490266"/>
                </a:lnTo>
                <a:close/>
              </a:path>
              <a:path w="6441440" h="804544">
                <a:moveTo>
                  <a:pt x="4814808" y="490266"/>
                </a:moveTo>
                <a:lnTo>
                  <a:pt x="4799756" y="490266"/>
                </a:lnTo>
                <a:lnTo>
                  <a:pt x="4801224" y="501090"/>
                </a:lnTo>
                <a:lnTo>
                  <a:pt x="4814808" y="501090"/>
                </a:lnTo>
                <a:lnTo>
                  <a:pt x="4814808" y="490266"/>
                </a:lnTo>
                <a:close/>
              </a:path>
              <a:path w="6441440" h="804544">
                <a:moveTo>
                  <a:pt x="4891396" y="501776"/>
                </a:moveTo>
                <a:lnTo>
                  <a:pt x="4855398" y="501776"/>
                </a:lnTo>
                <a:lnTo>
                  <a:pt x="4876540" y="501920"/>
                </a:lnTo>
                <a:lnTo>
                  <a:pt x="4883810" y="517326"/>
                </a:lnTo>
                <a:lnTo>
                  <a:pt x="4831062" y="541175"/>
                </a:lnTo>
                <a:lnTo>
                  <a:pt x="4836438" y="567441"/>
                </a:lnTo>
                <a:lnTo>
                  <a:pt x="4858482" y="575342"/>
                </a:lnTo>
                <a:lnTo>
                  <a:pt x="4863317" y="575342"/>
                </a:lnTo>
                <a:lnTo>
                  <a:pt x="4882295" y="563941"/>
                </a:lnTo>
                <a:lnTo>
                  <a:pt x="4855443" y="563941"/>
                </a:lnTo>
                <a:lnTo>
                  <a:pt x="4842896" y="554885"/>
                </a:lnTo>
                <a:lnTo>
                  <a:pt x="4847161" y="541175"/>
                </a:lnTo>
                <a:lnTo>
                  <a:pt x="4847262" y="540850"/>
                </a:lnTo>
                <a:lnTo>
                  <a:pt x="4896582" y="540850"/>
                </a:lnTo>
                <a:lnTo>
                  <a:pt x="4896582" y="512022"/>
                </a:lnTo>
                <a:lnTo>
                  <a:pt x="4891469" y="501920"/>
                </a:lnTo>
                <a:lnTo>
                  <a:pt x="4891396" y="501776"/>
                </a:lnTo>
                <a:close/>
              </a:path>
              <a:path w="6441440" h="804544">
                <a:moveTo>
                  <a:pt x="4896582" y="540850"/>
                </a:moveTo>
                <a:lnTo>
                  <a:pt x="4847262" y="540850"/>
                </a:lnTo>
                <a:lnTo>
                  <a:pt x="4883810" y="543303"/>
                </a:lnTo>
                <a:lnTo>
                  <a:pt x="4879336" y="556346"/>
                </a:lnTo>
                <a:lnTo>
                  <a:pt x="4860249" y="563941"/>
                </a:lnTo>
                <a:lnTo>
                  <a:pt x="4882295" y="563941"/>
                </a:lnTo>
                <a:lnTo>
                  <a:pt x="4883810" y="573394"/>
                </a:lnTo>
                <a:lnTo>
                  <a:pt x="4896582" y="573394"/>
                </a:lnTo>
                <a:lnTo>
                  <a:pt x="4896582" y="540850"/>
                </a:lnTo>
                <a:close/>
              </a:path>
              <a:path w="6441440" h="804544">
                <a:moveTo>
                  <a:pt x="4848777" y="492034"/>
                </a:moveTo>
                <a:lnTo>
                  <a:pt x="4832505" y="508667"/>
                </a:lnTo>
                <a:lnTo>
                  <a:pt x="4844628" y="512996"/>
                </a:lnTo>
                <a:lnTo>
                  <a:pt x="4855398" y="501776"/>
                </a:lnTo>
                <a:lnTo>
                  <a:pt x="4891396" y="501776"/>
                </a:lnTo>
                <a:lnTo>
                  <a:pt x="4888446" y="495949"/>
                </a:lnTo>
                <a:lnTo>
                  <a:pt x="4848777" y="492034"/>
                </a:lnTo>
                <a:close/>
              </a:path>
              <a:path w="6441440" h="804544">
                <a:moveTo>
                  <a:pt x="4932667" y="490266"/>
                </a:moveTo>
                <a:lnTo>
                  <a:pt x="4919894" y="490266"/>
                </a:lnTo>
                <a:lnTo>
                  <a:pt x="4919894" y="573394"/>
                </a:lnTo>
                <a:lnTo>
                  <a:pt x="4932667" y="573394"/>
                </a:lnTo>
                <a:lnTo>
                  <a:pt x="4932667" y="490266"/>
                </a:lnTo>
                <a:close/>
              </a:path>
              <a:path w="6441440" h="804544">
                <a:moveTo>
                  <a:pt x="4921752" y="459942"/>
                </a:moveTo>
                <a:lnTo>
                  <a:pt x="4926389" y="476412"/>
                </a:lnTo>
                <a:lnTo>
                  <a:pt x="4928878" y="476412"/>
                </a:lnTo>
                <a:lnTo>
                  <a:pt x="4935481" y="465372"/>
                </a:lnTo>
                <a:lnTo>
                  <a:pt x="4921752" y="459942"/>
                </a:lnTo>
                <a:close/>
              </a:path>
              <a:path w="6441440" h="804544">
                <a:moveTo>
                  <a:pt x="4968832" y="462557"/>
                </a:moveTo>
                <a:lnTo>
                  <a:pt x="4956059" y="462557"/>
                </a:lnTo>
                <a:lnTo>
                  <a:pt x="4956059" y="573394"/>
                </a:lnTo>
                <a:lnTo>
                  <a:pt x="4968832" y="573394"/>
                </a:lnTo>
                <a:lnTo>
                  <a:pt x="4968832" y="462557"/>
                </a:lnTo>
                <a:close/>
              </a:path>
              <a:path w="6441440" h="804544">
                <a:moveTo>
                  <a:pt x="5000667" y="550447"/>
                </a:moveTo>
                <a:lnTo>
                  <a:pt x="4988545" y="553478"/>
                </a:lnTo>
                <a:lnTo>
                  <a:pt x="4990024" y="560549"/>
                </a:lnTo>
                <a:lnTo>
                  <a:pt x="5004654" y="573285"/>
                </a:lnTo>
                <a:lnTo>
                  <a:pt x="5026608" y="575125"/>
                </a:lnTo>
                <a:lnTo>
                  <a:pt x="5045803" y="566755"/>
                </a:lnTo>
                <a:lnTo>
                  <a:pt x="5047026" y="562750"/>
                </a:lnTo>
                <a:lnTo>
                  <a:pt x="5010463" y="562750"/>
                </a:lnTo>
                <a:lnTo>
                  <a:pt x="5000667" y="550447"/>
                </a:lnTo>
                <a:close/>
              </a:path>
              <a:path w="6441440" h="804544">
                <a:moveTo>
                  <a:pt x="5021666" y="489184"/>
                </a:moveTo>
                <a:lnTo>
                  <a:pt x="4997763" y="497158"/>
                </a:lnTo>
                <a:lnTo>
                  <a:pt x="4991142" y="518950"/>
                </a:lnTo>
                <a:lnTo>
                  <a:pt x="5000018" y="531343"/>
                </a:lnTo>
                <a:lnTo>
                  <a:pt x="5034366" y="541644"/>
                </a:lnTo>
                <a:lnTo>
                  <a:pt x="5039417" y="554452"/>
                </a:lnTo>
                <a:lnTo>
                  <a:pt x="5030613" y="562606"/>
                </a:lnTo>
                <a:lnTo>
                  <a:pt x="5010463" y="562750"/>
                </a:lnTo>
                <a:lnTo>
                  <a:pt x="5047026" y="562750"/>
                </a:lnTo>
                <a:lnTo>
                  <a:pt x="5052622" y="544422"/>
                </a:lnTo>
                <a:lnTo>
                  <a:pt x="5043512" y="532281"/>
                </a:lnTo>
                <a:lnTo>
                  <a:pt x="5005069" y="518246"/>
                </a:lnTo>
                <a:lnTo>
                  <a:pt x="5005471" y="508883"/>
                </a:lnTo>
                <a:lnTo>
                  <a:pt x="5005592" y="506051"/>
                </a:lnTo>
                <a:lnTo>
                  <a:pt x="5025382" y="500224"/>
                </a:lnTo>
                <a:lnTo>
                  <a:pt x="5046198" y="500224"/>
                </a:lnTo>
                <a:lnTo>
                  <a:pt x="5036350" y="490988"/>
                </a:lnTo>
                <a:lnTo>
                  <a:pt x="5021666" y="489184"/>
                </a:lnTo>
                <a:close/>
              </a:path>
              <a:path w="6441440" h="804544">
                <a:moveTo>
                  <a:pt x="5046198" y="500224"/>
                </a:moveTo>
                <a:lnTo>
                  <a:pt x="5025382" y="500224"/>
                </a:lnTo>
                <a:lnTo>
                  <a:pt x="5039633" y="512131"/>
                </a:lnTo>
                <a:lnTo>
                  <a:pt x="5051107" y="508883"/>
                </a:lnTo>
                <a:lnTo>
                  <a:pt x="5049122" y="502966"/>
                </a:lnTo>
                <a:lnTo>
                  <a:pt x="5046198" y="500224"/>
                </a:lnTo>
                <a:close/>
              </a:path>
              <a:path w="6441440" h="804544">
                <a:moveTo>
                  <a:pt x="5090898" y="558240"/>
                </a:moveTo>
                <a:lnTo>
                  <a:pt x="5077043" y="558240"/>
                </a:lnTo>
                <a:lnTo>
                  <a:pt x="5070333" y="600453"/>
                </a:lnTo>
                <a:lnTo>
                  <a:pt x="5080074" y="600453"/>
                </a:lnTo>
                <a:lnTo>
                  <a:pt x="5090898" y="558240"/>
                </a:lnTo>
                <a:close/>
              </a:path>
              <a:path w="6441440" h="804544">
                <a:moveTo>
                  <a:pt x="5184035" y="462557"/>
                </a:moveTo>
                <a:lnTo>
                  <a:pt x="5184035" y="573394"/>
                </a:lnTo>
                <a:lnTo>
                  <a:pt x="5197457" y="573394"/>
                </a:lnTo>
                <a:lnTo>
                  <a:pt x="5197457" y="532912"/>
                </a:lnTo>
                <a:lnTo>
                  <a:pt x="5194859" y="532912"/>
                </a:lnTo>
                <a:lnTo>
                  <a:pt x="5194859" y="521006"/>
                </a:lnTo>
                <a:lnTo>
                  <a:pt x="5197457" y="520705"/>
                </a:lnTo>
                <a:lnTo>
                  <a:pt x="5197457" y="474572"/>
                </a:lnTo>
                <a:lnTo>
                  <a:pt x="5252478" y="474572"/>
                </a:lnTo>
                <a:lnTo>
                  <a:pt x="5237288" y="464127"/>
                </a:lnTo>
                <a:lnTo>
                  <a:pt x="5184035" y="462557"/>
                </a:lnTo>
                <a:close/>
              </a:path>
              <a:path w="6441440" h="804544">
                <a:moveTo>
                  <a:pt x="5197457" y="520705"/>
                </a:moveTo>
                <a:lnTo>
                  <a:pt x="5194859" y="521006"/>
                </a:lnTo>
                <a:lnTo>
                  <a:pt x="5194859" y="532912"/>
                </a:lnTo>
                <a:lnTo>
                  <a:pt x="5197457" y="532912"/>
                </a:lnTo>
                <a:lnTo>
                  <a:pt x="5197457" y="520705"/>
                </a:lnTo>
                <a:close/>
              </a:path>
              <a:path w="6441440" h="804544">
                <a:moveTo>
                  <a:pt x="5252478" y="474572"/>
                </a:moveTo>
                <a:lnTo>
                  <a:pt x="5201148" y="474572"/>
                </a:lnTo>
                <a:lnTo>
                  <a:pt x="5231912" y="475474"/>
                </a:lnTo>
                <a:lnTo>
                  <a:pt x="5245118" y="489220"/>
                </a:lnTo>
                <a:lnTo>
                  <a:pt x="5239218" y="515865"/>
                </a:lnTo>
                <a:lnTo>
                  <a:pt x="5197457" y="520705"/>
                </a:lnTo>
                <a:lnTo>
                  <a:pt x="5197457" y="532912"/>
                </a:lnTo>
                <a:lnTo>
                  <a:pt x="5230325" y="532912"/>
                </a:lnTo>
                <a:lnTo>
                  <a:pt x="5248437" y="525029"/>
                </a:lnTo>
                <a:lnTo>
                  <a:pt x="5259152" y="504157"/>
                </a:lnTo>
                <a:lnTo>
                  <a:pt x="5252478" y="474572"/>
                </a:lnTo>
                <a:close/>
              </a:path>
              <a:path w="6441440" h="804544">
                <a:moveTo>
                  <a:pt x="5336417" y="501776"/>
                </a:moveTo>
                <a:lnTo>
                  <a:pt x="5300419" y="501776"/>
                </a:lnTo>
                <a:lnTo>
                  <a:pt x="5321561" y="501920"/>
                </a:lnTo>
                <a:lnTo>
                  <a:pt x="5328831" y="517326"/>
                </a:lnTo>
                <a:lnTo>
                  <a:pt x="5276083" y="541175"/>
                </a:lnTo>
                <a:lnTo>
                  <a:pt x="5281459" y="567441"/>
                </a:lnTo>
                <a:lnTo>
                  <a:pt x="5303503" y="575342"/>
                </a:lnTo>
                <a:lnTo>
                  <a:pt x="5308338" y="575342"/>
                </a:lnTo>
                <a:lnTo>
                  <a:pt x="5327316" y="563941"/>
                </a:lnTo>
                <a:lnTo>
                  <a:pt x="5300464" y="563941"/>
                </a:lnTo>
                <a:lnTo>
                  <a:pt x="5287917" y="554885"/>
                </a:lnTo>
                <a:lnTo>
                  <a:pt x="5292182" y="541175"/>
                </a:lnTo>
                <a:lnTo>
                  <a:pt x="5292283" y="540850"/>
                </a:lnTo>
                <a:lnTo>
                  <a:pt x="5341603" y="540850"/>
                </a:lnTo>
                <a:lnTo>
                  <a:pt x="5341603" y="512022"/>
                </a:lnTo>
                <a:lnTo>
                  <a:pt x="5336490" y="501920"/>
                </a:lnTo>
                <a:lnTo>
                  <a:pt x="5336417" y="501776"/>
                </a:lnTo>
                <a:close/>
              </a:path>
              <a:path w="6441440" h="804544">
                <a:moveTo>
                  <a:pt x="5341603" y="540850"/>
                </a:moveTo>
                <a:lnTo>
                  <a:pt x="5292283" y="540850"/>
                </a:lnTo>
                <a:lnTo>
                  <a:pt x="5328831" y="543303"/>
                </a:lnTo>
                <a:lnTo>
                  <a:pt x="5324357" y="556346"/>
                </a:lnTo>
                <a:lnTo>
                  <a:pt x="5305270" y="563941"/>
                </a:lnTo>
                <a:lnTo>
                  <a:pt x="5327316" y="563941"/>
                </a:lnTo>
                <a:lnTo>
                  <a:pt x="5328831" y="573394"/>
                </a:lnTo>
                <a:lnTo>
                  <a:pt x="5341603" y="573394"/>
                </a:lnTo>
                <a:lnTo>
                  <a:pt x="5341603" y="540850"/>
                </a:lnTo>
                <a:close/>
              </a:path>
              <a:path w="6441440" h="804544">
                <a:moveTo>
                  <a:pt x="5293798" y="492034"/>
                </a:moveTo>
                <a:lnTo>
                  <a:pt x="5277526" y="508667"/>
                </a:lnTo>
                <a:lnTo>
                  <a:pt x="5289649" y="512996"/>
                </a:lnTo>
                <a:lnTo>
                  <a:pt x="5300419" y="501776"/>
                </a:lnTo>
                <a:lnTo>
                  <a:pt x="5336417" y="501776"/>
                </a:lnTo>
                <a:lnTo>
                  <a:pt x="5333467" y="495949"/>
                </a:lnTo>
                <a:lnTo>
                  <a:pt x="5293798" y="492034"/>
                </a:lnTo>
                <a:close/>
              </a:path>
              <a:path w="6441440" h="804544">
                <a:moveTo>
                  <a:pt x="5373358" y="550447"/>
                </a:moveTo>
                <a:lnTo>
                  <a:pt x="5361235" y="553478"/>
                </a:lnTo>
                <a:lnTo>
                  <a:pt x="5362714" y="560549"/>
                </a:lnTo>
                <a:lnTo>
                  <a:pt x="5377344" y="573285"/>
                </a:lnTo>
                <a:lnTo>
                  <a:pt x="5399299" y="575125"/>
                </a:lnTo>
                <a:lnTo>
                  <a:pt x="5418493" y="566755"/>
                </a:lnTo>
                <a:lnTo>
                  <a:pt x="5419716" y="562750"/>
                </a:lnTo>
                <a:lnTo>
                  <a:pt x="5383153" y="562750"/>
                </a:lnTo>
                <a:lnTo>
                  <a:pt x="5373358" y="550447"/>
                </a:lnTo>
                <a:close/>
              </a:path>
              <a:path w="6441440" h="804544">
                <a:moveTo>
                  <a:pt x="5394356" y="489184"/>
                </a:moveTo>
                <a:lnTo>
                  <a:pt x="5370453" y="497158"/>
                </a:lnTo>
                <a:lnTo>
                  <a:pt x="5363833" y="518950"/>
                </a:lnTo>
                <a:lnTo>
                  <a:pt x="5372708" y="531343"/>
                </a:lnTo>
                <a:lnTo>
                  <a:pt x="5407056" y="541644"/>
                </a:lnTo>
                <a:lnTo>
                  <a:pt x="5412107" y="554452"/>
                </a:lnTo>
                <a:lnTo>
                  <a:pt x="5403304" y="562606"/>
                </a:lnTo>
                <a:lnTo>
                  <a:pt x="5383153" y="562750"/>
                </a:lnTo>
                <a:lnTo>
                  <a:pt x="5419716" y="562750"/>
                </a:lnTo>
                <a:lnTo>
                  <a:pt x="5425312" y="544422"/>
                </a:lnTo>
                <a:lnTo>
                  <a:pt x="5416202" y="532281"/>
                </a:lnTo>
                <a:lnTo>
                  <a:pt x="5377760" y="518246"/>
                </a:lnTo>
                <a:lnTo>
                  <a:pt x="5378161" y="508883"/>
                </a:lnTo>
                <a:lnTo>
                  <a:pt x="5378283" y="506051"/>
                </a:lnTo>
                <a:lnTo>
                  <a:pt x="5398072" y="500224"/>
                </a:lnTo>
                <a:lnTo>
                  <a:pt x="5418889" y="500224"/>
                </a:lnTo>
                <a:lnTo>
                  <a:pt x="5409041" y="490988"/>
                </a:lnTo>
                <a:lnTo>
                  <a:pt x="5394356" y="489184"/>
                </a:lnTo>
                <a:close/>
              </a:path>
              <a:path w="6441440" h="804544">
                <a:moveTo>
                  <a:pt x="5418889" y="500224"/>
                </a:moveTo>
                <a:lnTo>
                  <a:pt x="5398072" y="500224"/>
                </a:lnTo>
                <a:lnTo>
                  <a:pt x="5412324" y="512131"/>
                </a:lnTo>
                <a:lnTo>
                  <a:pt x="5423797" y="508883"/>
                </a:lnTo>
                <a:lnTo>
                  <a:pt x="5421813" y="502966"/>
                </a:lnTo>
                <a:lnTo>
                  <a:pt x="5418889" y="500224"/>
                </a:lnTo>
                <a:close/>
              </a:path>
              <a:path w="6441440" h="804544">
                <a:moveTo>
                  <a:pt x="5462939" y="470350"/>
                </a:moveTo>
                <a:lnTo>
                  <a:pt x="5450167" y="470350"/>
                </a:lnTo>
                <a:lnTo>
                  <a:pt x="5450167" y="553045"/>
                </a:lnTo>
                <a:lnTo>
                  <a:pt x="5455795" y="568234"/>
                </a:lnTo>
                <a:lnTo>
                  <a:pt x="5477028" y="574296"/>
                </a:lnTo>
                <a:lnTo>
                  <a:pt x="5462939" y="470350"/>
                </a:lnTo>
                <a:close/>
              </a:path>
              <a:path w="6441440" h="804544">
                <a:moveTo>
                  <a:pt x="5450167" y="490266"/>
                </a:moveTo>
                <a:lnTo>
                  <a:pt x="5437611" y="490266"/>
                </a:lnTo>
                <a:lnTo>
                  <a:pt x="5437611" y="501090"/>
                </a:lnTo>
                <a:lnTo>
                  <a:pt x="5450167" y="501090"/>
                </a:lnTo>
                <a:lnTo>
                  <a:pt x="5450167" y="490266"/>
                </a:lnTo>
                <a:close/>
              </a:path>
              <a:path w="6441440" h="804544">
                <a:moveTo>
                  <a:pt x="5480690" y="490266"/>
                </a:moveTo>
                <a:lnTo>
                  <a:pt x="5465638" y="490266"/>
                </a:lnTo>
                <a:lnTo>
                  <a:pt x="5467105" y="501090"/>
                </a:lnTo>
                <a:lnTo>
                  <a:pt x="5480690" y="501090"/>
                </a:lnTo>
                <a:lnTo>
                  <a:pt x="5480690" y="490266"/>
                </a:lnTo>
                <a:close/>
              </a:path>
              <a:path w="6441440" h="804544">
                <a:moveTo>
                  <a:pt x="5582797" y="462557"/>
                </a:moveTo>
                <a:lnTo>
                  <a:pt x="5569376" y="462557"/>
                </a:lnTo>
                <a:lnTo>
                  <a:pt x="5569376" y="573394"/>
                </a:lnTo>
                <a:lnTo>
                  <a:pt x="5582797" y="573394"/>
                </a:lnTo>
                <a:lnTo>
                  <a:pt x="5582797" y="523820"/>
                </a:lnTo>
                <a:lnTo>
                  <a:pt x="5655317" y="523820"/>
                </a:lnTo>
                <a:lnTo>
                  <a:pt x="5655317" y="511914"/>
                </a:lnTo>
                <a:lnTo>
                  <a:pt x="5582797" y="511914"/>
                </a:lnTo>
                <a:lnTo>
                  <a:pt x="5582797" y="462557"/>
                </a:lnTo>
                <a:close/>
              </a:path>
              <a:path w="6441440" h="804544">
                <a:moveTo>
                  <a:pt x="5655317" y="523820"/>
                </a:moveTo>
                <a:lnTo>
                  <a:pt x="5641896" y="523820"/>
                </a:lnTo>
                <a:lnTo>
                  <a:pt x="5641896" y="573394"/>
                </a:lnTo>
                <a:lnTo>
                  <a:pt x="5655317" y="573394"/>
                </a:lnTo>
                <a:lnTo>
                  <a:pt x="5655317" y="523820"/>
                </a:lnTo>
                <a:close/>
              </a:path>
              <a:path w="6441440" h="804544">
                <a:moveTo>
                  <a:pt x="5655317" y="462557"/>
                </a:moveTo>
                <a:lnTo>
                  <a:pt x="5641896" y="462557"/>
                </a:lnTo>
                <a:lnTo>
                  <a:pt x="5641896" y="511914"/>
                </a:lnTo>
                <a:lnTo>
                  <a:pt x="5655317" y="511914"/>
                </a:lnTo>
                <a:lnTo>
                  <a:pt x="5655317" y="462557"/>
                </a:lnTo>
                <a:close/>
              </a:path>
              <a:path w="6441440" h="804544">
                <a:moveTo>
                  <a:pt x="5693228" y="490266"/>
                </a:moveTo>
                <a:lnTo>
                  <a:pt x="5680455" y="490266"/>
                </a:lnTo>
                <a:lnTo>
                  <a:pt x="5680455" y="573394"/>
                </a:lnTo>
                <a:lnTo>
                  <a:pt x="5693228" y="573394"/>
                </a:lnTo>
                <a:lnTo>
                  <a:pt x="5693228" y="490266"/>
                </a:lnTo>
                <a:close/>
              </a:path>
              <a:path w="6441440" h="804544">
                <a:moveTo>
                  <a:pt x="5682314" y="459942"/>
                </a:moveTo>
                <a:lnTo>
                  <a:pt x="5686950" y="476412"/>
                </a:lnTo>
                <a:lnTo>
                  <a:pt x="5689439" y="476412"/>
                </a:lnTo>
                <a:lnTo>
                  <a:pt x="5696042" y="465372"/>
                </a:lnTo>
                <a:lnTo>
                  <a:pt x="5682314" y="459942"/>
                </a:lnTo>
                <a:close/>
              </a:path>
              <a:path w="6441440" h="804544">
                <a:moveTo>
                  <a:pt x="5725064" y="550447"/>
                </a:moveTo>
                <a:lnTo>
                  <a:pt x="5712941" y="553478"/>
                </a:lnTo>
                <a:lnTo>
                  <a:pt x="5714420" y="560549"/>
                </a:lnTo>
                <a:lnTo>
                  <a:pt x="5729050" y="573285"/>
                </a:lnTo>
                <a:lnTo>
                  <a:pt x="5751005" y="575125"/>
                </a:lnTo>
                <a:lnTo>
                  <a:pt x="5770199" y="566755"/>
                </a:lnTo>
                <a:lnTo>
                  <a:pt x="5771422" y="562750"/>
                </a:lnTo>
                <a:lnTo>
                  <a:pt x="5734859" y="562750"/>
                </a:lnTo>
                <a:lnTo>
                  <a:pt x="5725064" y="550447"/>
                </a:lnTo>
                <a:close/>
              </a:path>
              <a:path w="6441440" h="804544">
                <a:moveTo>
                  <a:pt x="5746062" y="489184"/>
                </a:moveTo>
                <a:lnTo>
                  <a:pt x="5722159" y="497158"/>
                </a:lnTo>
                <a:lnTo>
                  <a:pt x="5715539" y="518950"/>
                </a:lnTo>
                <a:lnTo>
                  <a:pt x="5724414" y="531343"/>
                </a:lnTo>
                <a:lnTo>
                  <a:pt x="5758762" y="541644"/>
                </a:lnTo>
                <a:lnTo>
                  <a:pt x="5763813" y="554452"/>
                </a:lnTo>
                <a:lnTo>
                  <a:pt x="5755009" y="562606"/>
                </a:lnTo>
                <a:lnTo>
                  <a:pt x="5734859" y="562750"/>
                </a:lnTo>
                <a:lnTo>
                  <a:pt x="5771422" y="562750"/>
                </a:lnTo>
                <a:lnTo>
                  <a:pt x="5777018" y="544422"/>
                </a:lnTo>
                <a:lnTo>
                  <a:pt x="5767908" y="532281"/>
                </a:lnTo>
                <a:lnTo>
                  <a:pt x="5729465" y="518246"/>
                </a:lnTo>
                <a:lnTo>
                  <a:pt x="5729867" y="508883"/>
                </a:lnTo>
                <a:lnTo>
                  <a:pt x="5729988" y="506051"/>
                </a:lnTo>
                <a:lnTo>
                  <a:pt x="5749778" y="500224"/>
                </a:lnTo>
                <a:lnTo>
                  <a:pt x="5770595" y="500224"/>
                </a:lnTo>
                <a:lnTo>
                  <a:pt x="5760746" y="490988"/>
                </a:lnTo>
                <a:lnTo>
                  <a:pt x="5746062" y="489184"/>
                </a:lnTo>
                <a:close/>
              </a:path>
              <a:path w="6441440" h="804544">
                <a:moveTo>
                  <a:pt x="5770595" y="500224"/>
                </a:moveTo>
                <a:lnTo>
                  <a:pt x="5749778" y="500224"/>
                </a:lnTo>
                <a:lnTo>
                  <a:pt x="5764029" y="512131"/>
                </a:lnTo>
                <a:lnTo>
                  <a:pt x="5775503" y="508883"/>
                </a:lnTo>
                <a:lnTo>
                  <a:pt x="5773518" y="502966"/>
                </a:lnTo>
                <a:lnTo>
                  <a:pt x="5770595" y="500224"/>
                </a:lnTo>
                <a:close/>
              </a:path>
              <a:path w="6441440" h="804544">
                <a:moveTo>
                  <a:pt x="5814645" y="470350"/>
                </a:moveTo>
                <a:lnTo>
                  <a:pt x="5801872" y="470350"/>
                </a:lnTo>
                <a:lnTo>
                  <a:pt x="5801872" y="553045"/>
                </a:lnTo>
                <a:lnTo>
                  <a:pt x="5807501" y="568234"/>
                </a:lnTo>
                <a:lnTo>
                  <a:pt x="5828734" y="574296"/>
                </a:lnTo>
                <a:lnTo>
                  <a:pt x="5814645" y="470350"/>
                </a:lnTo>
                <a:close/>
              </a:path>
              <a:path w="6441440" h="804544">
                <a:moveTo>
                  <a:pt x="5801872" y="490266"/>
                </a:moveTo>
                <a:lnTo>
                  <a:pt x="5789317" y="490266"/>
                </a:lnTo>
                <a:lnTo>
                  <a:pt x="5789317" y="501090"/>
                </a:lnTo>
                <a:lnTo>
                  <a:pt x="5801872" y="501090"/>
                </a:lnTo>
                <a:lnTo>
                  <a:pt x="5801872" y="490266"/>
                </a:lnTo>
                <a:close/>
              </a:path>
              <a:path w="6441440" h="804544">
                <a:moveTo>
                  <a:pt x="5832396" y="490266"/>
                </a:moveTo>
                <a:lnTo>
                  <a:pt x="5817344" y="490266"/>
                </a:lnTo>
                <a:lnTo>
                  <a:pt x="5818811" y="501090"/>
                </a:lnTo>
                <a:lnTo>
                  <a:pt x="5832396" y="501090"/>
                </a:lnTo>
                <a:lnTo>
                  <a:pt x="5832396" y="490266"/>
                </a:lnTo>
                <a:close/>
              </a:path>
              <a:path w="6441440" h="804544">
                <a:moveTo>
                  <a:pt x="5876981" y="489184"/>
                </a:moveTo>
                <a:lnTo>
                  <a:pt x="5859103" y="498114"/>
                </a:lnTo>
                <a:lnTo>
                  <a:pt x="5848388" y="516045"/>
                </a:lnTo>
                <a:lnTo>
                  <a:pt x="5846819" y="540850"/>
                </a:lnTo>
                <a:lnTo>
                  <a:pt x="5854702" y="561199"/>
                </a:lnTo>
                <a:lnTo>
                  <a:pt x="5870396" y="573340"/>
                </a:lnTo>
                <a:lnTo>
                  <a:pt x="5884486" y="575125"/>
                </a:lnTo>
                <a:lnTo>
                  <a:pt x="5891990" y="575125"/>
                </a:lnTo>
                <a:lnTo>
                  <a:pt x="5909849" y="566196"/>
                </a:lnTo>
                <a:lnTo>
                  <a:pt x="5911377" y="563652"/>
                </a:lnTo>
                <a:lnTo>
                  <a:pt x="5878785" y="563652"/>
                </a:lnTo>
                <a:lnTo>
                  <a:pt x="5866734" y="556346"/>
                </a:lnTo>
                <a:lnTo>
                  <a:pt x="5859591" y="526707"/>
                </a:lnTo>
                <a:lnTo>
                  <a:pt x="5874094" y="502137"/>
                </a:lnTo>
                <a:lnTo>
                  <a:pt x="5912970" y="502137"/>
                </a:lnTo>
                <a:lnTo>
                  <a:pt x="5898556" y="490970"/>
                </a:lnTo>
                <a:lnTo>
                  <a:pt x="5876981" y="489184"/>
                </a:lnTo>
                <a:close/>
              </a:path>
              <a:path w="6441440" h="804544">
                <a:moveTo>
                  <a:pt x="5912970" y="502137"/>
                </a:moveTo>
                <a:lnTo>
                  <a:pt x="5894876" y="502137"/>
                </a:lnTo>
                <a:lnTo>
                  <a:pt x="5908496" y="521529"/>
                </a:lnTo>
                <a:lnTo>
                  <a:pt x="5902236" y="556346"/>
                </a:lnTo>
                <a:lnTo>
                  <a:pt x="5884486" y="563652"/>
                </a:lnTo>
                <a:lnTo>
                  <a:pt x="5911377" y="563652"/>
                </a:lnTo>
                <a:lnTo>
                  <a:pt x="5920565" y="548354"/>
                </a:lnTo>
                <a:lnTo>
                  <a:pt x="5922152" y="523604"/>
                </a:lnTo>
                <a:lnTo>
                  <a:pt x="5914251" y="503129"/>
                </a:lnTo>
                <a:lnTo>
                  <a:pt x="5912970" y="502137"/>
                </a:lnTo>
                <a:close/>
              </a:path>
              <a:path w="6441440" h="804544">
                <a:moveTo>
                  <a:pt x="5953988" y="490266"/>
                </a:moveTo>
                <a:lnTo>
                  <a:pt x="5941649" y="490266"/>
                </a:lnTo>
                <a:lnTo>
                  <a:pt x="5941649" y="573394"/>
                </a:lnTo>
                <a:lnTo>
                  <a:pt x="5954421" y="573394"/>
                </a:lnTo>
                <a:lnTo>
                  <a:pt x="5955323" y="513700"/>
                </a:lnTo>
                <a:lnTo>
                  <a:pt x="5972962" y="502822"/>
                </a:lnTo>
                <a:lnTo>
                  <a:pt x="5954854" y="502822"/>
                </a:lnTo>
                <a:lnTo>
                  <a:pt x="5953988" y="490266"/>
                </a:lnTo>
                <a:close/>
              </a:path>
              <a:path w="6441440" h="804544">
                <a:moveTo>
                  <a:pt x="5971523" y="488968"/>
                </a:moveTo>
                <a:lnTo>
                  <a:pt x="5954854" y="502822"/>
                </a:lnTo>
                <a:lnTo>
                  <a:pt x="5972962" y="502822"/>
                </a:lnTo>
                <a:lnTo>
                  <a:pt x="5975420" y="501307"/>
                </a:lnTo>
                <a:lnTo>
                  <a:pt x="5983213" y="489184"/>
                </a:lnTo>
                <a:lnTo>
                  <a:pt x="5971523" y="488968"/>
                </a:lnTo>
                <a:close/>
              </a:path>
              <a:path w="6441440" h="804544">
                <a:moveTo>
                  <a:pt x="6008243" y="490266"/>
                </a:moveTo>
                <a:lnTo>
                  <a:pt x="5994388" y="490266"/>
                </a:lnTo>
                <a:lnTo>
                  <a:pt x="6025128" y="573827"/>
                </a:lnTo>
                <a:lnTo>
                  <a:pt x="6019482" y="587591"/>
                </a:lnTo>
                <a:lnTo>
                  <a:pt x="6003047" y="591794"/>
                </a:lnTo>
                <a:lnTo>
                  <a:pt x="5999800" y="603051"/>
                </a:lnTo>
                <a:lnTo>
                  <a:pt x="6009109" y="604566"/>
                </a:lnTo>
                <a:lnTo>
                  <a:pt x="6022602" y="601139"/>
                </a:lnTo>
                <a:lnTo>
                  <a:pt x="6041221" y="556508"/>
                </a:lnTo>
                <a:lnTo>
                  <a:pt x="6032055" y="556508"/>
                </a:lnTo>
                <a:lnTo>
                  <a:pt x="6008243" y="490266"/>
                </a:lnTo>
                <a:close/>
              </a:path>
              <a:path w="6441440" h="804544">
                <a:moveTo>
                  <a:pt x="6068857" y="490266"/>
                </a:moveTo>
                <a:lnTo>
                  <a:pt x="6055002" y="490266"/>
                </a:lnTo>
                <a:lnTo>
                  <a:pt x="6032055" y="556508"/>
                </a:lnTo>
                <a:lnTo>
                  <a:pt x="6041221" y="556508"/>
                </a:lnTo>
                <a:lnTo>
                  <a:pt x="6068857" y="490266"/>
                </a:lnTo>
                <a:close/>
              </a:path>
              <a:path w="6441440" h="804544">
                <a:moveTo>
                  <a:pt x="6099555" y="558240"/>
                </a:moveTo>
                <a:lnTo>
                  <a:pt x="6085701" y="558240"/>
                </a:lnTo>
                <a:lnTo>
                  <a:pt x="6078990" y="600453"/>
                </a:lnTo>
                <a:lnTo>
                  <a:pt x="6088732" y="600453"/>
                </a:lnTo>
                <a:lnTo>
                  <a:pt x="6099555" y="558240"/>
                </a:lnTo>
                <a:close/>
              </a:path>
              <a:path w="6441440" h="804544">
                <a:moveTo>
                  <a:pt x="6248336" y="501776"/>
                </a:moveTo>
                <a:lnTo>
                  <a:pt x="6212338" y="501776"/>
                </a:lnTo>
                <a:lnTo>
                  <a:pt x="6233481" y="501920"/>
                </a:lnTo>
                <a:lnTo>
                  <a:pt x="6240751" y="517326"/>
                </a:lnTo>
                <a:lnTo>
                  <a:pt x="6188002" y="541175"/>
                </a:lnTo>
                <a:lnTo>
                  <a:pt x="6193378" y="567441"/>
                </a:lnTo>
                <a:lnTo>
                  <a:pt x="6215423" y="575342"/>
                </a:lnTo>
                <a:lnTo>
                  <a:pt x="6220257" y="575342"/>
                </a:lnTo>
                <a:lnTo>
                  <a:pt x="6239235" y="563941"/>
                </a:lnTo>
                <a:lnTo>
                  <a:pt x="6212384" y="563941"/>
                </a:lnTo>
                <a:lnTo>
                  <a:pt x="6199837" y="554885"/>
                </a:lnTo>
                <a:lnTo>
                  <a:pt x="6204101" y="541175"/>
                </a:lnTo>
                <a:lnTo>
                  <a:pt x="6204202" y="540850"/>
                </a:lnTo>
                <a:lnTo>
                  <a:pt x="6253523" y="540850"/>
                </a:lnTo>
                <a:lnTo>
                  <a:pt x="6253523" y="512022"/>
                </a:lnTo>
                <a:lnTo>
                  <a:pt x="6248409" y="501920"/>
                </a:lnTo>
                <a:lnTo>
                  <a:pt x="6248336" y="501776"/>
                </a:lnTo>
                <a:close/>
              </a:path>
              <a:path w="6441440" h="804544">
                <a:moveTo>
                  <a:pt x="6253523" y="540850"/>
                </a:moveTo>
                <a:lnTo>
                  <a:pt x="6204202" y="540850"/>
                </a:lnTo>
                <a:lnTo>
                  <a:pt x="6240751" y="543303"/>
                </a:lnTo>
                <a:lnTo>
                  <a:pt x="6236277" y="556346"/>
                </a:lnTo>
                <a:lnTo>
                  <a:pt x="6217190" y="563941"/>
                </a:lnTo>
                <a:lnTo>
                  <a:pt x="6239235" y="563941"/>
                </a:lnTo>
                <a:lnTo>
                  <a:pt x="6240751" y="573394"/>
                </a:lnTo>
                <a:lnTo>
                  <a:pt x="6253523" y="573394"/>
                </a:lnTo>
                <a:lnTo>
                  <a:pt x="6253523" y="540850"/>
                </a:lnTo>
                <a:close/>
              </a:path>
              <a:path w="6441440" h="804544">
                <a:moveTo>
                  <a:pt x="6205718" y="492034"/>
                </a:moveTo>
                <a:lnTo>
                  <a:pt x="6189446" y="508667"/>
                </a:lnTo>
                <a:lnTo>
                  <a:pt x="6201568" y="512996"/>
                </a:lnTo>
                <a:lnTo>
                  <a:pt x="6212338" y="501776"/>
                </a:lnTo>
                <a:lnTo>
                  <a:pt x="6248336" y="501776"/>
                </a:lnTo>
                <a:lnTo>
                  <a:pt x="6245387" y="495949"/>
                </a:lnTo>
                <a:lnTo>
                  <a:pt x="6205718" y="492034"/>
                </a:lnTo>
                <a:close/>
              </a:path>
              <a:path w="6441440" h="804544">
                <a:moveTo>
                  <a:pt x="6289180" y="490339"/>
                </a:moveTo>
                <a:lnTo>
                  <a:pt x="6276835" y="490339"/>
                </a:lnTo>
                <a:lnTo>
                  <a:pt x="6276835" y="573394"/>
                </a:lnTo>
                <a:lnTo>
                  <a:pt x="6289607" y="573394"/>
                </a:lnTo>
                <a:lnTo>
                  <a:pt x="6289607" y="523387"/>
                </a:lnTo>
                <a:lnTo>
                  <a:pt x="6294207" y="507657"/>
                </a:lnTo>
                <a:lnTo>
                  <a:pt x="6308376" y="503255"/>
                </a:lnTo>
                <a:lnTo>
                  <a:pt x="6290256" y="503255"/>
                </a:lnTo>
                <a:lnTo>
                  <a:pt x="6289192" y="490483"/>
                </a:lnTo>
                <a:lnTo>
                  <a:pt x="6289180" y="490339"/>
                </a:lnTo>
                <a:close/>
              </a:path>
              <a:path w="6441440" h="804544">
                <a:moveTo>
                  <a:pt x="6334836" y="500657"/>
                </a:moveTo>
                <a:lnTo>
                  <a:pt x="6316739" y="500657"/>
                </a:lnTo>
                <a:lnTo>
                  <a:pt x="6328176" y="509821"/>
                </a:lnTo>
                <a:lnTo>
                  <a:pt x="6329872" y="573394"/>
                </a:lnTo>
                <a:lnTo>
                  <a:pt x="6342644" y="573394"/>
                </a:lnTo>
                <a:lnTo>
                  <a:pt x="6341510" y="509821"/>
                </a:lnTo>
                <a:lnTo>
                  <a:pt x="6341471" y="507657"/>
                </a:lnTo>
                <a:lnTo>
                  <a:pt x="6334836" y="500657"/>
                </a:lnTo>
                <a:close/>
              </a:path>
              <a:path w="6441440" h="804544">
                <a:moveTo>
                  <a:pt x="6325055" y="490339"/>
                </a:moveTo>
                <a:lnTo>
                  <a:pt x="6303101" y="490483"/>
                </a:lnTo>
                <a:lnTo>
                  <a:pt x="6290256" y="503255"/>
                </a:lnTo>
                <a:lnTo>
                  <a:pt x="6308376" y="503255"/>
                </a:lnTo>
                <a:lnTo>
                  <a:pt x="6316739" y="500657"/>
                </a:lnTo>
                <a:lnTo>
                  <a:pt x="6334836" y="500657"/>
                </a:lnTo>
                <a:lnTo>
                  <a:pt x="6325055" y="490339"/>
                </a:lnTo>
                <a:close/>
              </a:path>
              <a:path w="6441440" h="804544">
                <a:moveTo>
                  <a:pt x="6390589" y="489184"/>
                </a:moveTo>
                <a:lnTo>
                  <a:pt x="6373740" y="497933"/>
                </a:lnTo>
                <a:lnTo>
                  <a:pt x="6363583" y="515739"/>
                </a:lnTo>
                <a:lnTo>
                  <a:pt x="6362086" y="540850"/>
                </a:lnTo>
                <a:lnTo>
                  <a:pt x="6369573" y="561361"/>
                </a:lnTo>
                <a:lnTo>
                  <a:pt x="6384463" y="573394"/>
                </a:lnTo>
                <a:lnTo>
                  <a:pt x="6397372" y="575125"/>
                </a:lnTo>
                <a:lnTo>
                  <a:pt x="6402712" y="575125"/>
                </a:lnTo>
                <a:lnTo>
                  <a:pt x="6418583" y="563652"/>
                </a:lnTo>
                <a:lnTo>
                  <a:pt x="6393764" y="563652"/>
                </a:lnTo>
                <a:lnTo>
                  <a:pt x="6379404" y="552756"/>
                </a:lnTo>
                <a:lnTo>
                  <a:pt x="6375742" y="520718"/>
                </a:lnTo>
                <a:lnTo>
                  <a:pt x="6389182" y="502046"/>
                </a:lnTo>
                <a:lnTo>
                  <a:pt x="6419497" y="502046"/>
                </a:lnTo>
                <a:lnTo>
                  <a:pt x="6390589" y="489184"/>
                </a:lnTo>
                <a:close/>
              </a:path>
              <a:path w="6441440" h="804544">
                <a:moveTo>
                  <a:pt x="6435472" y="562137"/>
                </a:moveTo>
                <a:lnTo>
                  <a:pt x="6420680" y="562137"/>
                </a:lnTo>
                <a:lnTo>
                  <a:pt x="6423133" y="573394"/>
                </a:lnTo>
                <a:lnTo>
                  <a:pt x="6435472" y="573394"/>
                </a:lnTo>
                <a:lnTo>
                  <a:pt x="6435472" y="562137"/>
                </a:lnTo>
                <a:close/>
              </a:path>
              <a:path w="6441440" h="804544">
                <a:moveTo>
                  <a:pt x="6419497" y="502046"/>
                </a:moveTo>
                <a:lnTo>
                  <a:pt x="6408718" y="502046"/>
                </a:lnTo>
                <a:lnTo>
                  <a:pt x="6422014" y="520194"/>
                </a:lnTo>
                <a:lnTo>
                  <a:pt x="6415628" y="556941"/>
                </a:lnTo>
                <a:lnTo>
                  <a:pt x="6399104" y="563652"/>
                </a:lnTo>
                <a:lnTo>
                  <a:pt x="6418583" y="563652"/>
                </a:lnTo>
                <a:lnTo>
                  <a:pt x="6420680" y="562137"/>
                </a:lnTo>
                <a:lnTo>
                  <a:pt x="6435472" y="562137"/>
                </a:lnTo>
                <a:lnTo>
                  <a:pt x="6435472" y="503471"/>
                </a:lnTo>
                <a:lnTo>
                  <a:pt x="6422700" y="503471"/>
                </a:lnTo>
                <a:lnTo>
                  <a:pt x="6419497" y="502046"/>
                </a:lnTo>
                <a:close/>
              </a:path>
              <a:path w="6441440" h="804544">
                <a:moveTo>
                  <a:pt x="6435472" y="462557"/>
                </a:moveTo>
                <a:lnTo>
                  <a:pt x="6422700" y="462557"/>
                </a:lnTo>
                <a:lnTo>
                  <a:pt x="6422700" y="503471"/>
                </a:lnTo>
                <a:lnTo>
                  <a:pt x="6435472" y="503471"/>
                </a:lnTo>
                <a:lnTo>
                  <a:pt x="6435472" y="462557"/>
                </a:lnTo>
                <a:close/>
              </a:path>
              <a:path w="6441440" h="804544">
                <a:moveTo>
                  <a:pt x="163891" y="691157"/>
                </a:moveTo>
                <a:lnTo>
                  <a:pt x="150469" y="691157"/>
                </a:lnTo>
                <a:lnTo>
                  <a:pt x="150469" y="801994"/>
                </a:lnTo>
                <a:lnTo>
                  <a:pt x="163891" y="801994"/>
                </a:lnTo>
                <a:lnTo>
                  <a:pt x="163891" y="752420"/>
                </a:lnTo>
                <a:lnTo>
                  <a:pt x="236411" y="752420"/>
                </a:lnTo>
                <a:lnTo>
                  <a:pt x="236411" y="740514"/>
                </a:lnTo>
                <a:lnTo>
                  <a:pt x="163891" y="740514"/>
                </a:lnTo>
                <a:lnTo>
                  <a:pt x="163891" y="691157"/>
                </a:lnTo>
                <a:close/>
              </a:path>
              <a:path w="6441440" h="804544">
                <a:moveTo>
                  <a:pt x="236411" y="752420"/>
                </a:moveTo>
                <a:lnTo>
                  <a:pt x="222989" y="752420"/>
                </a:lnTo>
                <a:lnTo>
                  <a:pt x="222989" y="801994"/>
                </a:lnTo>
                <a:lnTo>
                  <a:pt x="236411" y="801994"/>
                </a:lnTo>
                <a:lnTo>
                  <a:pt x="236411" y="752420"/>
                </a:lnTo>
                <a:close/>
              </a:path>
              <a:path w="6441440" h="804544">
                <a:moveTo>
                  <a:pt x="236411" y="691157"/>
                </a:moveTo>
                <a:lnTo>
                  <a:pt x="222989" y="691157"/>
                </a:lnTo>
                <a:lnTo>
                  <a:pt x="222989" y="740514"/>
                </a:lnTo>
                <a:lnTo>
                  <a:pt x="236411" y="740514"/>
                </a:lnTo>
                <a:lnTo>
                  <a:pt x="236411" y="691157"/>
                </a:lnTo>
                <a:close/>
              </a:path>
              <a:path w="6441440" h="804544">
                <a:moveTo>
                  <a:pt x="287599" y="717784"/>
                </a:moveTo>
                <a:lnTo>
                  <a:pt x="269811" y="726948"/>
                </a:lnTo>
                <a:lnTo>
                  <a:pt x="259204" y="745060"/>
                </a:lnTo>
                <a:lnTo>
                  <a:pt x="257653" y="769594"/>
                </a:lnTo>
                <a:lnTo>
                  <a:pt x="265446" y="789871"/>
                </a:lnTo>
                <a:lnTo>
                  <a:pt x="281483" y="801958"/>
                </a:lnTo>
                <a:lnTo>
                  <a:pt x="296402" y="803725"/>
                </a:lnTo>
                <a:lnTo>
                  <a:pt x="316119" y="799360"/>
                </a:lnTo>
                <a:lnTo>
                  <a:pt x="321847" y="792252"/>
                </a:lnTo>
                <a:lnTo>
                  <a:pt x="291243" y="792252"/>
                </a:lnTo>
                <a:lnTo>
                  <a:pt x="275873" y="783323"/>
                </a:lnTo>
                <a:lnTo>
                  <a:pt x="273609" y="764760"/>
                </a:lnTo>
                <a:lnTo>
                  <a:pt x="266745" y="764760"/>
                </a:lnTo>
                <a:lnTo>
                  <a:pt x="266745" y="753719"/>
                </a:lnTo>
                <a:lnTo>
                  <a:pt x="272262" y="753719"/>
                </a:lnTo>
                <a:lnTo>
                  <a:pt x="271417" y="746792"/>
                </a:lnTo>
                <a:lnTo>
                  <a:pt x="290016" y="729257"/>
                </a:lnTo>
                <a:lnTo>
                  <a:pt x="319566" y="729257"/>
                </a:lnTo>
                <a:lnTo>
                  <a:pt x="315993" y="723737"/>
                </a:lnTo>
                <a:lnTo>
                  <a:pt x="287599" y="717784"/>
                </a:lnTo>
                <a:close/>
              </a:path>
              <a:path w="6441440" h="804544">
                <a:moveTo>
                  <a:pt x="317184" y="779264"/>
                </a:moveTo>
                <a:lnTo>
                  <a:pt x="316101" y="782150"/>
                </a:lnTo>
                <a:lnTo>
                  <a:pt x="291243" y="792252"/>
                </a:lnTo>
                <a:lnTo>
                  <a:pt x="321847" y="792252"/>
                </a:lnTo>
                <a:lnTo>
                  <a:pt x="329523" y="782727"/>
                </a:lnTo>
                <a:lnTo>
                  <a:pt x="317184" y="779264"/>
                </a:lnTo>
                <a:close/>
              </a:path>
              <a:path w="6441440" h="804544">
                <a:moveTo>
                  <a:pt x="272262" y="753719"/>
                </a:moveTo>
                <a:lnTo>
                  <a:pt x="266745" y="753719"/>
                </a:lnTo>
                <a:lnTo>
                  <a:pt x="266745" y="764760"/>
                </a:lnTo>
                <a:lnTo>
                  <a:pt x="273609" y="764760"/>
                </a:lnTo>
                <a:lnTo>
                  <a:pt x="272262" y="753719"/>
                </a:lnTo>
                <a:close/>
              </a:path>
              <a:path w="6441440" h="804544">
                <a:moveTo>
                  <a:pt x="319566" y="729257"/>
                </a:moveTo>
                <a:lnTo>
                  <a:pt x="290016" y="729257"/>
                </a:lnTo>
                <a:lnTo>
                  <a:pt x="310545" y="734579"/>
                </a:lnTo>
                <a:lnTo>
                  <a:pt x="317833" y="753719"/>
                </a:lnTo>
                <a:lnTo>
                  <a:pt x="272262" y="753719"/>
                </a:lnTo>
                <a:lnTo>
                  <a:pt x="273609" y="764760"/>
                </a:lnTo>
                <a:lnTo>
                  <a:pt x="330822" y="764760"/>
                </a:lnTo>
                <a:lnTo>
                  <a:pt x="329884" y="746792"/>
                </a:lnTo>
                <a:lnTo>
                  <a:pt x="329794" y="745060"/>
                </a:lnTo>
                <a:lnTo>
                  <a:pt x="319566" y="729257"/>
                </a:lnTo>
                <a:close/>
              </a:path>
              <a:path w="6441440" h="804544">
                <a:moveTo>
                  <a:pt x="407626" y="730376"/>
                </a:moveTo>
                <a:lnTo>
                  <a:pt x="371628" y="730376"/>
                </a:lnTo>
                <a:lnTo>
                  <a:pt x="392770" y="730520"/>
                </a:lnTo>
                <a:lnTo>
                  <a:pt x="400040" y="745926"/>
                </a:lnTo>
                <a:lnTo>
                  <a:pt x="347292" y="769775"/>
                </a:lnTo>
                <a:lnTo>
                  <a:pt x="352668" y="796041"/>
                </a:lnTo>
                <a:lnTo>
                  <a:pt x="374713" y="803942"/>
                </a:lnTo>
                <a:lnTo>
                  <a:pt x="379547" y="803942"/>
                </a:lnTo>
                <a:lnTo>
                  <a:pt x="398525" y="792541"/>
                </a:lnTo>
                <a:lnTo>
                  <a:pt x="371674" y="792541"/>
                </a:lnTo>
                <a:lnTo>
                  <a:pt x="359126" y="783485"/>
                </a:lnTo>
                <a:lnTo>
                  <a:pt x="363391" y="769775"/>
                </a:lnTo>
                <a:lnTo>
                  <a:pt x="363492" y="769450"/>
                </a:lnTo>
                <a:lnTo>
                  <a:pt x="412813" y="769450"/>
                </a:lnTo>
                <a:lnTo>
                  <a:pt x="412813" y="740622"/>
                </a:lnTo>
                <a:lnTo>
                  <a:pt x="407699" y="730520"/>
                </a:lnTo>
                <a:lnTo>
                  <a:pt x="407626" y="730376"/>
                </a:lnTo>
                <a:close/>
              </a:path>
              <a:path w="6441440" h="804544">
                <a:moveTo>
                  <a:pt x="412813" y="769450"/>
                </a:moveTo>
                <a:lnTo>
                  <a:pt x="363492" y="769450"/>
                </a:lnTo>
                <a:lnTo>
                  <a:pt x="400040" y="771903"/>
                </a:lnTo>
                <a:lnTo>
                  <a:pt x="395567" y="784946"/>
                </a:lnTo>
                <a:lnTo>
                  <a:pt x="376480" y="792541"/>
                </a:lnTo>
                <a:lnTo>
                  <a:pt x="398525" y="792541"/>
                </a:lnTo>
                <a:lnTo>
                  <a:pt x="400040" y="801994"/>
                </a:lnTo>
                <a:lnTo>
                  <a:pt x="412813" y="801994"/>
                </a:lnTo>
                <a:lnTo>
                  <a:pt x="412813" y="769450"/>
                </a:lnTo>
                <a:close/>
              </a:path>
              <a:path w="6441440" h="804544">
                <a:moveTo>
                  <a:pt x="365007" y="720634"/>
                </a:moveTo>
                <a:lnTo>
                  <a:pt x="348735" y="737267"/>
                </a:lnTo>
                <a:lnTo>
                  <a:pt x="360858" y="741596"/>
                </a:lnTo>
                <a:lnTo>
                  <a:pt x="371628" y="730376"/>
                </a:lnTo>
                <a:lnTo>
                  <a:pt x="407626" y="730376"/>
                </a:lnTo>
                <a:lnTo>
                  <a:pt x="404677" y="724549"/>
                </a:lnTo>
                <a:lnTo>
                  <a:pt x="365007" y="720634"/>
                </a:lnTo>
                <a:close/>
              </a:path>
              <a:path w="6441440" h="804544">
                <a:moveTo>
                  <a:pt x="448897" y="691157"/>
                </a:moveTo>
                <a:lnTo>
                  <a:pt x="436125" y="691157"/>
                </a:lnTo>
                <a:lnTo>
                  <a:pt x="436125" y="801994"/>
                </a:lnTo>
                <a:lnTo>
                  <a:pt x="448897" y="801994"/>
                </a:lnTo>
                <a:lnTo>
                  <a:pt x="448897" y="691157"/>
                </a:lnTo>
                <a:close/>
              </a:path>
              <a:path w="6441440" h="804544">
                <a:moveTo>
                  <a:pt x="490690" y="698950"/>
                </a:moveTo>
                <a:lnTo>
                  <a:pt x="477918" y="698950"/>
                </a:lnTo>
                <a:lnTo>
                  <a:pt x="477918" y="781645"/>
                </a:lnTo>
                <a:lnTo>
                  <a:pt x="483547" y="796834"/>
                </a:lnTo>
                <a:lnTo>
                  <a:pt x="504779" y="802896"/>
                </a:lnTo>
                <a:lnTo>
                  <a:pt x="490690" y="698950"/>
                </a:lnTo>
                <a:close/>
              </a:path>
              <a:path w="6441440" h="804544">
                <a:moveTo>
                  <a:pt x="477918" y="718866"/>
                </a:moveTo>
                <a:lnTo>
                  <a:pt x="465362" y="718866"/>
                </a:lnTo>
                <a:lnTo>
                  <a:pt x="465362" y="729690"/>
                </a:lnTo>
                <a:lnTo>
                  <a:pt x="477918" y="729690"/>
                </a:lnTo>
                <a:lnTo>
                  <a:pt x="477918" y="718866"/>
                </a:lnTo>
                <a:close/>
              </a:path>
              <a:path w="6441440" h="804544">
                <a:moveTo>
                  <a:pt x="508441" y="718866"/>
                </a:moveTo>
                <a:lnTo>
                  <a:pt x="493390" y="718866"/>
                </a:lnTo>
                <a:lnTo>
                  <a:pt x="494857" y="729690"/>
                </a:lnTo>
                <a:lnTo>
                  <a:pt x="508441" y="729690"/>
                </a:lnTo>
                <a:lnTo>
                  <a:pt x="508441" y="718866"/>
                </a:lnTo>
                <a:close/>
              </a:path>
              <a:path w="6441440" h="804544">
                <a:moveTo>
                  <a:pt x="542212" y="691157"/>
                </a:moveTo>
                <a:lnTo>
                  <a:pt x="529440" y="691157"/>
                </a:lnTo>
                <a:lnTo>
                  <a:pt x="529440" y="801994"/>
                </a:lnTo>
                <a:lnTo>
                  <a:pt x="542212" y="801994"/>
                </a:lnTo>
                <a:lnTo>
                  <a:pt x="542212" y="751987"/>
                </a:lnTo>
                <a:lnTo>
                  <a:pt x="546938" y="736257"/>
                </a:lnTo>
                <a:lnTo>
                  <a:pt x="561505" y="731855"/>
                </a:lnTo>
                <a:lnTo>
                  <a:pt x="543294" y="731855"/>
                </a:lnTo>
                <a:lnTo>
                  <a:pt x="542212" y="691157"/>
                </a:lnTo>
                <a:close/>
              </a:path>
              <a:path w="6441440" h="804544">
                <a:moveTo>
                  <a:pt x="590830" y="729257"/>
                </a:moveTo>
                <a:lnTo>
                  <a:pt x="570101" y="729257"/>
                </a:lnTo>
                <a:lnTo>
                  <a:pt x="581629" y="738331"/>
                </a:lnTo>
                <a:lnTo>
                  <a:pt x="583343" y="801994"/>
                </a:lnTo>
                <a:lnTo>
                  <a:pt x="596115" y="801994"/>
                </a:lnTo>
                <a:lnTo>
                  <a:pt x="596115" y="749173"/>
                </a:lnTo>
                <a:lnTo>
                  <a:pt x="590830" y="729257"/>
                </a:lnTo>
                <a:close/>
              </a:path>
              <a:path w="6441440" h="804544">
                <a:moveTo>
                  <a:pt x="578382" y="718921"/>
                </a:moveTo>
                <a:lnTo>
                  <a:pt x="555994" y="719065"/>
                </a:lnTo>
                <a:lnTo>
                  <a:pt x="543294" y="731855"/>
                </a:lnTo>
                <a:lnTo>
                  <a:pt x="561505" y="731855"/>
                </a:lnTo>
                <a:lnTo>
                  <a:pt x="570101" y="729257"/>
                </a:lnTo>
                <a:lnTo>
                  <a:pt x="590830" y="729257"/>
                </a:lnTo>
                <a:lnTo>
                  <a:pt x="590198" y="726876"/>
                </a:lnTo>
                <a:lnTo>
                  <a:pt x="578382" y="718921"/>
                </a:lnTo>
                <a:close/>
              </a:path>
              <a:path w="6441440" h="804544">
                <a:moveTo>
                  <a:pt x="664075" y="691157"/>
                </a:moveTo>
                <a:lnTo>
                  <a:pt x="664075" y="801994"/>
                </a:lnTo>
                <a:lnTo>
                  <a:pt x="677497" y="801994"/>
                </a:lnTo>
                <a:lnTo>
                  <a:pt x="677497" y="761512"/>
                </a:lnTo>
                <a:lnTo>
                  <a:pt x="674899" y="761512"/>
                </a:lnTo>
                <a:lnTo>
                  <a:pt x="674899" y="749606"/>
                </a:lnTo>
                <a:lnTo>
                  <a:pt x="677497" y="749305"/>
                </a:lnTo>
                <a:lnTo>
                  <a:pt x="677497" y="703172"/>
                </a:lnTo>
                <a:lnTo>
                  <a:pt x="732518" y="703172"/>
                </a:lnTo>
                <a:lnTo>
                  <a:pt x="717329" y="692727"/>
                </a:lnTo>
                <a:lnTo>
                  <a:pt x="664075" y="691157"/>
                </a:lnTo>
                <a:close/>
              </a:path>
              <a:path w="6441440" h="804544">
                <a:moveTo>
                  <a:pt x="677497" y="749305"/>
                </a:moveTo>
                <a:lnTo>
                  <a:pt x="674899" y="749606"/>
                </a:lnTo>
                <a:lnTo>
                  <a:pt x="674899" y="761512"/>
                </a:lnTo>
                <a:lnTo>
                  <a:pt x="677497" y="761512"/>
                </a:lnTo>
                <a:lnTo>
                  <a:pt x="677497" y="749305"/>
                </a:lnTo>
                <a:close/>
              </a:path>
              <a:path w="6441440" h="804544">
                <a:moveTo>
                  <a:pt x="732518" y="703172"/>
                </a:moveTo>
                <a:lnTo>
                  <a:pt x="681188" y="703172"/>
                </a:lnTo>
                <a:lnTo>
                  <a:pt x="711953" y="704074"/>
                </a:lnTo>
                <a:lnTo>
                  <a:pt x="725158" y="717820"/>
                </a:lnTo>
                <a:lnTo>
                  <a:pt x="719259" y="744465"/>
                </a:lnTo>
                <a:lnTo>
                  <a:pt x="677497" y="749305"/>
                </a:lnTo>
                <a:lnTo>
                  <a:pt x="677497" y="761512"/>
                </a:lnTo>
                <a:lnTo>
                  <a:pt x="710365" y="761512"/>
                </a:lnTo>
                <a:lnTo>
                  <a:pt x="728477" y="753629"/>
                </a:lnTo>
                <a:lnTo>
                  <a:pt x="739193" y="732757"/>
                </a:lnTo>
                <a:lnTo>
                  <a:pt x="732518" y="703172"/>
                </a:lnTo>
                <a:close/>
              </a:path>
              <a:path w="6441440" h="804544">
                <a:moveTo>
                  <a:pt x="771421" y="718866"/>
                </a:moveTo>
                <a:lnTo>
                  <a:pt x="759082" y="718866"/>
                </a:lnTo>
                <a:lnTo>
                  <a:pt x="759082" y="801994"/>
                </a:lnTo>
                <a:lnTo>
                  <a:pt x="771854" y="801994"/>
                </a:lnTo>
                <a:lnTo>
                  <a:pt x="772756" y="742300"/>
                </a:lnTo>
                <a:lnTo>
                  <a:pt x="790395" y="731422"/>
                </a:lnTo>
                <a:lnTo>
                  <a:pt x="772287" y="731422"/>
                </a:lnTo>
                <a:lnTo>
                  <a:pt x="771421" y="718866"/>
                </a:lnTo>
                <a:close/>
              </a:path>
              <a:path w="6441440" h="804544">
                <a:moveTo>
                  <a:pt x="788955" y="717568"/>
                </a:moveTo>
                <a:lnTo>
                  <a:pt x="772287" y="731422"/>
                </a:lnTo>
                <a:lnTo>
                  <a:pt x="790395" y="731422"/>
                </a:lnTo>
                <a:lnTo>
                  <a:pt x="792852" y="729907"/>
                </a:lnTo>
                <a:lnTo>
                  <a:pt x="800645" y="717784"/>
                </a:lnTo>
                <a:lnTo>
                  <a:pt x="788955" y="717568"/>
                </a:lnTo>
                <a:close/>
              </a:path>
              <a:path w="6441440" h="804544">
                <a:moveTo>
                  <a:pt x="839521" y="717784"/>
                </a:moveTo>
                <a:lnTo>
                  <a:pt x="821643" y="726714"/>
                </a:lnTo>
                <a:lnTo>
                  <a:pt x="810928" y="744645"/>
                </a:lnTo>
                <a:lnTo>
                  <a:pt x="809358" y="769450"/>
                </a:lnTo>
                <a:lnTo>
                  <a:pt x="817242" y="789799"/>
                </a:lnTo>
                <a:lnTo>
                  <a:pt x="832936" y="801940"/>
                </a:lnTo>
                <a:lnTo>
                  <a:pt x="847025" y="803725"/>
                </a:lnTo>
                <a:lnTo>
                  <a:pt x="854530" y="803725"/>
                </a:lnTo>
                <a:lnTo>
                  <a:pt x="872389" y="794796"/>
                </a:lnTo>
                <a:lnTo>
                  <a:pt x="873917" y="792252"/>
                </a:lnTo>
                <a:lnTo>
                  <a:pt x="841325" y="792252"/>
                </a:lnTo>
                <a:lnTo>
                  <a:pt x="829274" y="784946"/>
                </a:lnTo>
                <a:lnTo>
                  <a:pt x="822131" y="755307"/>
                </a:lnTo>
                <a:lnTo>
                  <a:pt x="836635" y="730737"/>
                </a:lnTo>
                <a:lnTo>
                  <a:pt x="875510" y="730737"/>
                </a:lnTo>
                <a:lnTo>
                  <a:pt x="861096" y="719570"/>
                </a:lnTo>
                <a:lnTo>
                  <a:pt x="839521" y="717784"/>
                </a:lnTo>
                <a:close/>
              </a:path>
              <a:path w="6441440" h="804544">
                <a:moveTo>
                  <a:pt x="875510" y="730737"/>
                </a:moveTo>
                <a:lnTo>
                  <a:pt x="857416" y="730737"/>
                </a:lnTo>
                <a:lnTo>
                  <a:pt x="871036" y="750129"/>
                </a:lnTo>
                <a:lnTo>
                  <a:pt x="864777" y="784946"/>
                </a:lnTo>
                <a:lnTo>
                  <a:pt x="847025" y="792252"/>
                </a:lnTo>
                <a:lnTo>
                  <a:pt x="873917" y="792252"/>
                </a:lnTo>
                <a:lnTo>
                  <a:pt x="883105" y="776954"/>
                </a:lnTo>
                <a:lnTo>
                  <a:pt x="884693" y="752204"/>
                </a:lnTo>
                <a:lnTo>
                  <a:pt x="876791" y="731729"/>
                </a:lnTo>
                <a:lnTo>
                  <a:pt x="875510" y="730737"/>
                </a:lnTo>
                <a:close/>
              </a:path>
              <a:path w="6441440" h="804544">
                <a:moveTo>
                  <a:pt x="929228" y="685962"/>
                </a:moveTo>
                <a:lnTo>
                  <a:pt x="910936" y="698662"/>
                </a:lnTo>
                <a:lnTo>
                  <a:pt x="909817" y="801994"/>
                </a:lnTo>
                <a:lnTo>
                  <a:pt x="922590" y="801994"/>
                </a:lnTo>
                <a:lnTo>
                  <a:pt x="923510" y="703190"/>
                </a:lnTo>
                <a:lnTo>
                  <a:pt x="934496" y="697868"/>
                </a:lnTo>
                <a:lnTo>
                  <a:pt x="945320" y="688127"/>
                </a:lnTo>
                <a:lnTo>
                  <a:pt x="929228" y="685962"/>
                </a:lnTo>
                <a:close/>
              </a:path>
              <a:path w="6441440" h="804544">
                <a:moveTo>
                  <a:pt x="910717" y="718866"/>
                </a:moveTo>
                <a:lnTo>
                  <a:pt x="896396" y="718866"/>
                </a:lnTo>
                <a:lnTo>
                  <a:pt x="896396" y="729690"/>
                </a:lnTo>
                <a:lnTo>
                  <a:pt x="910600" y="729690"/>
                </a:lnTo>
                <a:lnTo>
                  <a:pt x="910717" y="718866"/>
                </a:lnTo>
                <a:close/>
              </a:path>
              <a:path w="6441440" h="804544">
                <a:moveTo>
                  <a:pt x="941207" y="718866"/>
                </a:moveTo>
                <a:lnTo>
                  <a:pt x="923364" y="718866"/>
                </a:lnTo>
                <a:lnTo>
                  <a:pt x="923263" y="729690"/>
                </a:lnTo>
                <a:lnTo>
                  <a:pt x="941207" y="729690"/>
                </a:lnTo>
                <a:lnTo>
                  <a:pt x="941207" y="718866"/>
                </a:lnTo>
                <a:close/>
              </a:path>
              <a:path w="6441440" h="804544">
                <a:moveTo>
                  <a:pt x="971879" y="718866"/>
                </a:moveTo>
                <a:lnTo>
                  <a:pt x="959107" y="718866"/>
                </a:lnTo>
                <a:lnTo>
                  <a:pt x="959107" y="801994"/>
                </a:lnTo>
                <a:lnTo>
                  <a:pt x="971879" y="801994"/>
                </a:lnTo>
                <a:lnTo>
                  <a:pt x="971879" y="718866"/>
                </a:lnTo>
                <a:close/>
              </a:path>
              <a:path w="6441440" h="804544">
                <a:moveTo>
                  <a:pt x="960965" y="688542"/>
                </a:moveTo>
                <a:lnTo>
                  <a:pt x="965601" y="705012"/>
                </a:lnTo>
                <a:lnTo>
                  <a:pt x="968090" y="705012"/>
                </a:lnTo>
                <a:lnTo>
                  <a:pt x="974693" y="693972"/>
                </a:lnTo>
                <a:lnTo>
                  <a:pt x="960965" y="688542"/>
                </a:lnTo>
                <a:close/>
              </a:path>
              <a:path w="6441440" h="804544">
                <a:moveTo>
                  <a:pt x="1008044" y="691157"/>
                </a:moveTo>
                <a:lnTo>
                  <a:pt x="995272" y="691157"/>
                </a:lnTo>
                <a:lnTo>
                  <a:pt x="995272" y="801994"/>
                </a:lnTo>
                <a:lnTo>
                  <a:pt x="1008044" y="801994"/>
                </a:lnTo>
                <a:lnTo>
                  <a:pt x="1008044" y="691157"/>
                </a:lnTo>
                <a:close/>
              </a:path>
              <a:path w="6441440" h="804544">
                <a:moveTo>
                  <a:pt x="1057487" y="717784"/>
                </a:moveTo>
                <a:lnTo>
                  <a:pt x="1039699" y="726948"/>
                </a:lnTo>
                <a:lnTo>
                  <a:pt x="1029092" y="745060"/>
                </a:lnTo>
                <a:lnTo>
                  <a:pt x="1027540" y="769594"/>
                </a:lnTo>
                <a:lnTo>
                  <a:pt x="1035334" y="789871"/>
                </a:lnTo>
                <a:lnTo>
                  <a:pt x="1051371" y="801958"/>
                </a:lnTo>
                <a:lnTo>
                  <a:pt x="1066290" y="803725"/>
                </a:lnTo>
                <a:lnTo>
                  <a:pt x="1086007" y="799360"/>
                </a:lnTo>
                <a:lnTo>
                  <a:pt x="1091735" y="792252"/>
                </a:lnTo>
                <a:lnTo>
                  <a:pt x="1061130" y="792252"/>
                </a:lnTo>
                <a:lnTo>
                  <a:pt x="1045761" y="783323"/>
                </a:lnTo>
                <a:lnTo>
                  <a:pt x="1043496" y="764760"/>
                </a:lnTo>
                <a:lnTo>
                  <a:pt x="1036632" y="764760"/>
                </a:lnTo>
                <a:lnTo>
                  <a:pt x="1036632" y="753719"/>
                </a:lnTo>
                <a:lnTo>
                  <a:pt x="1042150" y="753719"/>
                </a:lnTo>
                <a:lnTo>
                  <a:pt x="1041305" y="746792"/>
                </a:lnTo>
                <a:lnTo>
                  <a:pt x="1059904" y="729257"/>
                </a:lnTo>
                <a:lnTo>
                  <a:pt x="1089454" y="729257"/>
                </a:lnTo>
                <a:lnTo>
                  <a:pt x="1085881" y="723737"/>
                </a:lnTo>
                <a:lnTo>
                  <a:pt x="1057487" y="717784"/>
                </a:lnTo>
                <a:close/>
              </a:path>
              <a:path w="6441440" h="804544">
                <a:moveTo>
                  <a:pt x="1087072" y="779264"/>
                </a:moveTo>
                <a:lnTo>
                  <a:pt x="1085989" y="782150"/>
                </a:lnTo>
                <a:lnTo>
                  <a:pt x="1061130" y="792252"/>
                </a:lnTo>
                <a:lnTo>
                  <a:pt x="1091735" y="792252"/>
                </a:lnTo>
                <a:lnTo>
                  <a:pt x="1099411" y="782727"/>
                </a:lnTo>
                <a:lnTo>
                  <a:pt x="1087072" y="779264"/>
                </a:lnTo>
                <a:close/>
              </a:path>
              <a:path w="6441440" h="804544">
                <a:moveTo>
                  <a:pt x="1042150" y="753719"/>
                </a:moveTo>
                <a:lnTo>
                  <a:pt x="1036632" y="753719"/>
                </a:lnTo>
                <a:lnTo>
                  <a:pt x="1036632" y="764760"/>
                </a:lnTo>
                <a:lnTo>
                  <a:pt x="1043496" y="764760"/>
                </a:lnTo>
                <a:lnTo>
                  <a:pt x="1042150" y="753719"/>
                </a:lnTo>
                <a:close/>
              </a:path>
              <a:path w="6441440" h="804544">
                <a:moveTo>
                  <a:pt x="1089454" y="729257"/>
                </a:moveTo>
                <a:lnTo>
                  <a:pt x="1059904" y="729257"/>
                </a:lnTo>
                <a:lnTo>
                  <a:pt x="1080433" y="734579"/>
                </a:lnTo>
                <a:lnTo>
                  <a:pt x="1087721" y="753719"/>
                </a:lnTo>
                <a:lnTo>
                  <a:pt x="1042150" y="753719"/>
                </a:lnTo>
                <a:lnTo>
                  <a:pt x="1043496" y="764760"/>
                </a:lnTo>
                <a:lnTo>
                  <a:pt x="1100710" y="764760"/>
                </a:lnTo>
                <a:lnTo>
                  <a:pt x="1099772" y="746792"/>
                </a:lnTo>
                <a:lnTo>
                  <a:pt x="1099682" y="745060"/>
                </a:lnTo>
                <a:lnTo>
                  <a:pt x="1089454" y="729257"/>
                </a:lnTo>
                <a:close/>
              </a:path>
              <a:path w="6441440" h="804544">
                <a:moveTo>
                  <a:pt x="1134408" y="784333"/>
                </a:moveTo>
                <a:lnTo>
                  <a:pt x="1119706" y="790448"/>
                </a:lnTo>
                <a:lnTo>
                  <a:pt x="1129447" y="802860"/>
                </a:lnTo>
                <a:lnTo>
                  <a:pt x="1134408" y="784333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487" y="2882900"/>
            <a:ext cx="6436536" cy="3758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487" y="7404100"/>
            <a:ext cx="3051576" cy="37407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487" y="8062768"/>
            <a:ext cx="3053105" cy="604404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143000" y="3314700"/>
            <a:ext cx="1625600" cy="3467100"/>
            <a:chOff x="1143000" y="3314700"/>
            <a:chExt cx="1625600" cy="3467100"/>
          </a:xfrm>
        </p:grpSpPr>
        <p:sp>
          <p:nvSpPr>
            <p:cNvPr id="11" name="object 11" descr=""/>
            <p:cNvSpPr/>
            <p:nvPr/>
          </p:nvSpPr>
          <p:spPr>
            <a:xfrm>
              <a:off x="1143000" y="3314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67371" y="3338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5833" y="3367236"/>
              <a:ext cx="1507743" cy="332970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7033" y="3407643"/>
              <a:ext cx="85343" cy="84859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4787900" y="3314700"/>
            <a:ext cx="1638300" cy="3467100"/>
            <a:chOff x="4787900" y="3314700"/>
            <a:chExt cx="1638300" cy="3467100"/>
          </a:xfrm>
        </p:grpSpPr>
        <p:sp>
          <p:nvSpPr>
            <p:cNvPr id="16" name="object 16" descr=""/>
            <p:cNvSpPr/>
            <p:nvPr/>
          </p:nvSpPr>
          <p:spPr>
            <a:xfrm>
              <a:off x="4787900" y="33147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812474" y="33389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1143" y="3367236"/>
              <a:ext cx="1519523" cy="332970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7899" y="3407643"/>
              <a:ext cx="86010" cy="84859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2971800" y="3340100"/>
            <a:ext cx="1625600" cy="3467100"/>
            <a:chOff x="2971800" y="3340100"/>
            <a:chExt cx="1625600" cy="3467100"/>
          </a:xfrm>
        </p:grpSpPr>
        <p:sp>
          <p:nvSpPr>
            <p:cNvPr id="21" name="object 21" descr=""/>
            <p:cNvSpPr/>
            <p:nvPr/>
          </p:nvSpPr>
          <p:spPr>
            <a:xfrm>
              <a:off x="2971800" y="3340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996171" y="3364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4633" y="3392636"/>
              <a:ext cx="1507743" cy="332970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5833" y="3433043"/>
              <a:ext cx="85344" cy="84859"/>
            </a:xfrm>
            <a:prstGeom prst="rect">
              <a:avLst/>
            </a:prstGeom>
          </p:spPr>
        </p:pic>
      </p:grpSp>
      <p:sp>
        <p:nvSpPr>
          <p:cNvPr id="25" name="object 25" descr=""/>
          <p:cNvSpPr/>
          <p:nvPr/>
        </p:nvSpPr>
        <p:spPr>
          <a:xfrm>
            <a:off x="1841500" y="37084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5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5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4787900" y="7073900"/>
            <a:ext cx="1638300" cy="3467100"/>
            <a:chOff x="4787900" y="7073900"/>
            <a:chExt cx="1638300" cy="3467100"/>
          </a:xfrm>
        </p:grpSpPr>
        <p:sp>
          <p:nvSpPr>
            <p:cNvPr id="27" name="object 27" descr=""/>
            <p:cNvSpPr/>
            <p:nvPr/>
          </p:nvSpPr>
          <p:spPr>
            <a:xfrm>
              <a:off x="4787900" y="70739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812474" y="70981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41143" y="7126436"/>
              <a:ext cx="1519523" cy="332970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57899" y="7166843"/>
              <a:ext cx="86010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169943" cy="32258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508399" y="7645400"/>
            <a:ext cx="4048125" cy="3048000"/>
          </a:xfrm>
          <a:custGeom>
            <a:avLst/>
            <a:gdLst/>
            <a:ahLst/>
            <a:cxnLst/>
            <a:rect l="l" t="t" r="r" b="b"/>
            <a:pathLst>
              <a:path w="4048125" h="3048000">
                <a:moveTo>
                  <a:pt x="3552800" y="0"/>
                </a:moveTo>
                <a:lnTo>
                  <a:pt x="3504461" y="318"/>
                </a:lnTo>
                <a:lnTo>
                  <a:pt x="3456276" y="1271"/>
                </a:lnTo>
                <a:lnTo>
                  <a:pt x="3408247" y="2853"/>
                </a:lnTo>
                <a:lnTo>
                  <a:pt x="3360379" y="5062"/>
                </a:lnTo>
                <a:lnTo>
                  <a:pt x="3312677" y="7894"/>
                </a:lnTo>
                <a:lnTo>
                  <a:pt x="3265143" y="11343"/>
                </a:lnTo>
                <a:lnTo>
                  <a:pt x="3217782" y="15407"/>
                </a:lnTo>
                <a:lnTo>
                  <a:pt x="3170598" y="20081"/>
                </a:lnTo>
                <a:lnTo>
                  <a:pt x="3123595" y="25362"/>
                </a:lnTo>
                <a:lnTo>
                  <a:pt x="3076777" y="31245"/>
                </a:lnTo>
                <a:lnTo>
                  <a:pt x="3030148" y="37726"/>
                </a:lnTo>
                <a:lnTo>
                  <a:pt x="2983711" y="44802"/>
                </a:lnTo>
                <a:lnTo>
                  <a:pt x="2937471" y="52468"/>
                </a:lnTo>
                <a:lnTo>
                  <a:pt x="2891432" y="60721"/>
                </a:lnTo>
                <a:lnTo>
                  <a:pt x="2845598" y="69556"/>
                </a:lnTo>
                <a:lnTo>
                  <a:pt x="2799972" y="78970"/>
                </a:lnTo>
                <a:lnTo>
                  <a:pt x="2754559" y="88958"/>
                </a:lnTo>
                <a:lnTo>
                  <a:pt x="2709363" y="99517"/>
                </a:lnTo>
                <a:lnTo>
                  <a:pt x="2664387" y="110642"/>
                </a:lnTo>
                <a:lnTo>
                  <a:pt x="2619636" y="122330"/>
                </a:lnTo>
                <a:lnTo>
                  <a:pt x="2575113" y="134577"/>
                </a:lnTo>
                <a:lnTo>
                  <a:pt x="2530823" y="147378"/>
                </a:lnTo>
                <a:lnTo>
                  <a:pt x="2486770" y="160730"/>
                </a:lnTo>
                <a:lnTo>
                  <a:pt x="2442957" y="174629"/>
                </a:lnTo>
                <a:lnTo>
                  <a:pt x="2399388" y="189071"/>
                </a:lnTo>
                <a:lnTo>
                  <a:pt x="2356068" y="204051"/>
                </a:lnTo>
                <a:lnTo>
                  <a:pt x="2313001" y="219566"/>
                </a:lnTo>
                <a:lnTo>
                  <a:pt x="2270190" y="235611"/>
                </a:lnTo>
                <a:lnTo>
                  <a:pt x="2227639" y="252184"/>
                </a:lnTo>
                <a:lnTo>
                  <a:pt x="2185353" y="269279"/>
                </a:lnTo>
                <a:lnTo>
                  <a:pt x="2143335" y="286894"/>
                </a:lnTo>
                <a:lnTo>
                  <a:pt x="2101589" y="305023"/>
                </a:lnTo>
                <a:lnTo>
                  <a:pt x="2060120" y="323663"/>
                </a:lnTo>
                <a:lnTo>
                  <a:pt x="2018931" y="342810"/>
                </a:lnTo>
                <a:lnTo>
                  <a:pt x="1978026" y="362460"/>
                </a:lnTo>
                <a:lnTo>
                  <a:pt x="1937409" y="382609"/>
                </a:lnTo>
                <a:lnTo>
                  <a:pt x="1897085" y="403253"/>
                </a:lnTo>
                <a:lnTo>
                  <a:pt x="1857057" y="424388"/>
                </a:lnTo>
                <a:lnTo>
                  <a:pt x="1817328" y="446010"/>
                </a:lnTo>
                <a:lnTo>
                  <a:pt x="1777905" y="468115"/>
                </a:lnTo>
                <a:lnTo>
                  <a:pt x="1738789" y="490700"/>
                </a:lnTo>
                <a:lnTo>
                  <a:pt x="1699985" y="513759"/>
                </a:lnTo>
                <a:lnTo>
                  <a:pt x="1661497" y="537289"/>
                </a:lnTo>
                <a:lnTo>
                  <a:pt x="1623330" y="561287"/>
                </a:lnTo>
                <a:lnTo>
                  <a:pt x="1585486" y="585748"/>
                </a:lnTo>
                <a:lnTo>
                  <a:pt x="1547970" y="610668"/>
                </a:lnTo>
                <a:lnTo>
                  <a:pt x="1510787" y="636044"/>
                </a:lnTo>
                <a:lnTo>
                  <a:pt x="1473939" y="661870"/>
                </a:lnTo>
                <a:lnTo>
                  <a:pt x="1437431" y="688144"/>
                </a:lnTo>
                <a:lnTo>
                  <a:pt x="1401268" y="714862"/>
                </a:lnTo>
                <a:lnTo>
                  <a:pt x="1365452" y="742018"/>
                </a:lnTo>
                <a:lnTo>
                  <a:pt x="1329987" y="769610"/>
                </a:lnTo>
                <a:lnTo>
                  <a:pt x="1294879" y="797633"/>
                </a:lnTo>
                <a:lnTo>
                  <a:pt x="1260131" y="826084"/>
                </a:lnTo>
                <a:lnTo>
                  <a:pt x="1225746" y="854958"/>
                </a:lnTo>
                <a:lnTo>
                  <a:pt x="1191729" y="884252"/>
                </a:lnTo>
                <a:lnTo>
                  <a:pt x="1158084" y="913961"/>
                </a:lnTo>
                <a:lnTo>
                  <a:pt x="1124814" y="944082"/>
                </a:lnTo>
                <a:lnTo>
                  <a:pt x="1091925" y="974610"/>
                </a:lnTo>
                <a:lnTo>
                  <a:pt x="1059418" y="1005542"/>
                </a:lnTo>
                <a:lnTo>
                  <a:pt x="1027300" y="1036873"/>
                </a:lnTo>
                <a:lnTo>
                  <a:pt x="995573" y="1068600"/>
                </a:lnTo>
                <a:lnTo>
                  <a:pt x="964242" y="1100718"/>
                </a:lnTo>
                <a:lnTo>
                  <a:pt x="933310" y="1133224"/>
                </a:lnTo>
                <a:lnTo>
                  <a:pt x="902782" y="1166114"/>
                </a:lnTo>
                <a:lnTo>
                  <a:pt x="872661" y="1199384"/>
                </a:lnTo>
                <a:lnTo>
                  <a:pt x="842952" y="1233029"/>
                </a:lnTo>
                <a:lnTo>
                  <a:pt x="813659" y="1267046"/>
                </a:lnTo>
                <a:lnTo>
                  <a:pt x="784784" y="1301430"/>
                </a:lnTo>
                <a:lnTo>
                  <a:pt x="756334" y="1336179"/>
                </a:lnTo>
                <a:lnTo>
                  <a:pt x="728310" y="1371287"/>
                </a:lnTo>
                <a:lnTo>
                  <a:pt x="700718" y="1406751"/>
                </a:lnTo>
                <a:lnTo>
                  <a:pt x="673562" y="1442567"/>
                </a:lnTo>
                <a:lnTo>
                  <a:pt x="646844" y="1478731"/>
                </a:lnTo>
                <a:lnTo>
                  <a:pt x="620571" y="1515239"/>
                </a:lnTo>
                <a:lnTo>
                  <a:pt x="594744" y="1552087"/>
                </a:lnTo>
                <a:lnTo>
                  <a:pt x="569369" y="1589270"/>
                </a:lnTo>
                <a:lnTo>
                  <a:pt x="544448" y="1626786"/>
                </a:lnTo>
                <a:lnTo>
                  <a:pt x="519987" y="1664629"/>
                </a:lnTo>
                <a:lnTo>
                  <a:pt x="495990" y="1702797"/>
                </a:lnTo>
                <a:lnTo>
                  <a:pt x="472459" y="1741285"/>
                </a:lnTo>
                <a:lnTo>
                  <a:pt x="449400" y="1780088"/>
                </a:lnTo>
                <a:lnTo>
                  <a:pt x="426816" y="1819204"/>
                </a:lnTo>
                <a:lnTo>
                  <a:pt x="404710" y="1858628"/>
                </a:lnTo>
                <a:lnTo>
                  <a:pt x="383088" y="1898356"/>
                </a:lnTo>
                <a:lnTo>
                  <a:pt x="361953" y="1938385"/>
                </a:lnTo>
                <a:lnTo>
                  <a:pt x="341309" y="1978709"/>
                </a:lnTo>
                <a:lnTo>
                  <a:pt x="321160" y="2019326"/>
                </a:lnTo>
                <a:lnTo>
                  <a:pt x="301510" y="2060230"/>
                </a:lnTo>
                <a:lnTo>
                  <a:pt x="282363" y="2101419"/>
                </a:lnTo>
                <a:lnTo>
                  <a:pt x="263723" y="2142889"/>
                </a:lnTo>
                <a:lnTo>
                  <a:pt x="245594" y="2184635"/>
                </a:lnTo>
                <a:lnTo>
                  <a:pt x="227980" y="2226653"/>
                </a:lnTo>
                <a:lnTo>
                  <a:pt x="210884" y="2268939"/>
                </a:lnTo>
                <a:lnTo>
                  <a:pt x="194312" y="2311490"/>
                </a:lnTo>
                <a:lnTo>
                  <a:pt x="178266" y="2354301"/>
                </a:lnTo>
                <a:lnTo>
                  <a:pt x="162751" y="2397368"/>
                </a:lnTo>
                <a:lnTo>
                  <a:pt x="147771" y="2440688"/>
                </a:lnTo>
                <a:lnTo>
                  <a:pt x="133329" y="2484257"/>
                </a:lnTo>
                <a:lnTo>
                  <a:pt x="119431" y="2528070"/>
                </a:lnTo>
                <a:lnTo>
                  <a:pt x="106079" y="2572123"/>
                </a:lnTo>
                <a:lnTo>
                  <a:pt x="93277" y="2616413"/>
                </a:lnTo>
                <a:lnTo>
                  <a:pt x="81031" y="2660935"/>
                </a:lnTo>
                <a:lnTo>
                  <a:pt x="69343" y="2705687"/>
                </a:lnTo>
                <a:lnTo>
                  <a:pt x="58217" y="2750662"/>
                </a:lnTo>
                <a:lnTo>
                  <a:pt x="47659" y="2795859"/>
                </a:lnTo>
                <a:lnTo>
                  <a:pt x="37670" y="2841272"/>
                </a:lnTo>
                <a:lnTo>
                  <a:pt x="28257" y="2886897"/>
                </a:lnTo>
                <a:lnTo>
                  <a:pt x="19421" y="2932732"/>
                </a:lnTo>
                <a:lnTo>
                  <a:pt x="11169" y="2978771"/>
                </a:lnTo>
                <a:lnTo>
                  <a:pt x="3502" y="3025011"/>
                </a:lnTo>
                <a:lnTo>
                  <a:pt x="0" y="3048000"/>
                </a:lnTo>
                <a:lnTo>
                  <a:pt x="3552800" y="3048000"/>
                </a:lnTo>
                <a:lnTo>
                  <a:pt x="3552800" y="0"/>
                </a:lnTo>
                <a:close/>
              </a:path>
              <a:path w="4048125" h="3048000">
                <a:moveTo>
                  <a:pt x="3552800" y="0"/>
                </a:moveTo>
                <a:lnTo>
                  <a:pt x="3552800" y="3048000"/>
                </a:lnTo>
                <a:lnTo>
                  <a:pt x="4048100" y="3048000"/>
                </a:lnTo>
                <a:lnTo>
                  <a:pt x="4048100" y="33924"/>
                </a:lnTo>
                <a:lnTo>
                  <a:pt x="4028823" y="31245"/>
                </a:lnTo>
                <a:lnTo>
                  <a:pt x="3982004" y="25362"/>
                </a:lnTo>
                <a:lnTo>
                  <a:pt x="3935001" y="20081"/>
                </a:lnTo>
                <a:lnTo>
                  <a:pt x="3887817" y="15407"/>
                </a:lnTo>
                <a:lnTo>
                  <a:pt x="3840457" y="11343"/>
                </a:lnTo>
                <a:lnTo>
                  <a:pt x="3792923" y="7894"/>
                </a:lnTo>
                <a:lnTo>
                  <a:pt x="3745220" y="5062"/>
                </a:lnTo>
                <a:lnTo>
                  <a:pt x="3697353" y="2853"/>
                </a:lnTo>
                <a:lnTo>
                  <a:pt x="3649324" y="1271"/>
                </a:lnTo>
                <a:lnTo>
                  <a:pt x="3601138" y="318"/>
                </a:lnTo>
                <a:lnTo>
                  <a:pt x="3552800" y="0"/>
                </a:lnTo>
                <a:close/>
              </a:path>
            </a:pathLst>
          </a:custGeom>
          <a:solidFill>
            <a:srgbClr val="0D4C8F">
              <a:alpha val="5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546099"/>
            <a:ext cx="1930400" cy="12700"/>
          </a:xfrm>
          <a:custGeom>
            <a:avLst/>
            <a:gdLst/>
            <a:ahLst/>
            <a:cxnLst/>
            <a:rect l="l" t="t" r="r" b="b"/>
            <a:pathLst>
              <a:path w="1930400" h="12700">
                <a:moveTo>
                  <a:pt x="19304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930400" y="12700"/>
                </a:lnTo>
                <a:lnTo>
                  <a:pt x="1930400" y="6350"/>
                </a:lnTo>
                <a:lnTo>
                  <a:pt x="1930400" y="0"/>
                </a:lnTo>
                <a:close/>
              </a:path>
            </a:pathLst>
          </a:custGeom>
          <a:solidFill>
            <a:srgbClr val="0D4C8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3724" y="506780"/>
            <a:ext cx="104802" cy="10281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551" y="1865005"/>
            <a:ext cx="6445497" cy="82905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99551" y="7059305"/>
            <a:ext cx="3308985" cy="1290955"/>
          </a:xfrm>
          <a:custGeom>
            <a:avLst/>
            <a:gdLst/>
            <a:ahLst/>
            <a:cxnLst/>
            <a:rect l="l" t="t" r="r" b="b"/>
            <a:pathLst>
              <a:path w="3308985" h="1290954">
                <a:moveTo>
                  <a:pt x="18382" y="48220"/>
                </a:moveTo>
                <a:lnTo>
                  <a:pt x="0" y="63644"/>
                </a:lnTo>
                <a:lnTo>
                  <a:pt x="4293" y="87601"/>
                </a:lnTo>
                <a:lnTo>
                  <a:pt x="22748" y="95845"/>
                </a:lnTo>
                <a:lnTo>
                  <a:pt x="27149" y="95845"/>
                </a:lnTo>
                <a:lnTo>
                  <a:pt x="45478" y="80385"/>
                </a:lnTo>
                <a:lnTo>
                  <a:pt x="41184" y="56464"/>
                </a:lnTo>
                <a:lnTo>
                  <a:pt x="18382" y="48220"/>
                </a:lnTo>
                <a:close/>
              </a:path>
              <a:path w="3308985" h="1290954">
                <a:moveTo>
                  <a:pt x="195497" y="5357"/>
                </a:moveTo>
                <a:lnTo>
                  <a:pt x="181642" y="5357"/>
                </a:lnTo>
                <a:lnTo>
                  <a:pt x="140944" y="116194"/>
                </a:lnTo>
                <a:lnTo>
                  <a:pt x="155015" y="116194"/>
                </a:lnTo>
                <a:lnTo>
                  <a:pt x="166158" y="84804"/>
                </a:lnTo>
                <a:lnTo>
                  <a:pt x="160211" y="84804"/>
                </a:lnTo>
                <a:lnTo>
                  <a:pt x="160211" y="72898"/>
                </a:lnTo>
                <a:lnTo>
                  <a:pt x="170385" y="72898"/>
                </a:lnTo>
                <a:lnTo>
                  <a:pt x="188136" y="22892"/>
                </a:lnTo>
                <a:lnTo>
                  <a:pt x="201935" y="22892"/>
                </a:lnTo>
                <a:lnTo>
                  <a:pt x="195497" y="5357"/>
                </a:lnTo>
                <a:close/>
              </a:path>
              <a:path w="3308985" h="1290954">
                <a:moveTo>
                  <a:pt x="201935" y="22892"/>
                </a:moveTo>
                <a:lnTo>
                  <a:pt x="188136" y="22892"/>
                </a:lnTo>
                <a:lnTo>
                  <a:pt x="222123" y="116194"/>
                </a:lnTo>
                <a:lnTo>
                  <a:pt x="236194" y="116194"/>
                </a:lnTo>
                <a:lnTo>
                  <a:pt x="224669" y="84804"/>
                </a:lnTo>
                <a:lnTo>
                  <a:pt x="216928" y="84804"/>
                </a:lnTo>
                <a:lnTo>
                  <a:pt x="216928" y="72898"/>
                </a:lnTo>
                <a:lnTo>
                  <a:pt x="220297" y="72898"/>
                </a:lnTo>
                <a:lnTo>
                  <a:pt x="201935" y="22892"/>
                </a:lnTo>
                <a:close/>
              </a:path>
              <a:path w="3308985" h="1290954">
                <a:moveTo>
                  <a:pt x="170385" y="72898"/>
                </a:moveTo>
                <a:lnTo>
                  <a:pt x="160211" y="72898"/>
                </a:lnTo>
                <a:lnTo>
                  <a:pt x="160211" y="84804"/>
                </a:lnTo>
                <a:lnTo>
                  <a:pt x="166158" y="84804"/>
                </a:lnTo>
                <a:lnTo>
                  <a:pt x="170385" y="72898"/>
                </a:lnTo>
                <a:close/>
              </a:path>
              <a:path w="3308985" h="1290954">
                <a:moveTo>
                  <a:pt x="206352" y="72898"/>
                </a:moveTo>
                <a:lnTo>
                  <a:pt x="170385" y="72898"/>
                </a:lnTo>
                <a:lnTo>
                  <a:pt x="166158" y="84804"/>
                </a:lnTo>
                <a:lnTo>
                  <a:pt x="210689" y="84804"/>
                </a:lnTo>
                <a:lnTo>
                  <a:pt x="206352" y="72898"/>
                </a:lnTo>
                <a:close/>
              </a:path>
              <a:path w="3308985" h="1290954">
                <a:moveTo>
                  <a:pt x="220297" y="72898"/>
                </a:moveTo>
                <a:lnTo>
                  <a:pt x="216928" y="72898"/>
                </a:lnTo>
                <a:lnTo>
                  <a:pt x="216928" y="84804"/>
                </a:lnTo>
                <a:lnTo>
                  <a:pt x="224669" y="84804"/>
                </a:lnTo>
                <a:lnTo>
                  <a:pt x="220297" y="72898"/>
                </a:lnTo>
                <a:close/>
              </a:path>
              <a:path w="3308985" h="1290954">
                <a:moveTo>
                  <a:pt x="276766" y="162"/>
                </a:moveTo>
                <a:lnTo>
                  <a:pt x="258473" y="12862"/>
                </a:lnTo>
                <a:lnTo>
                  <a:pt x="257355" y="116194"/>
                </a:lnTo>
                <a:lnTo>
                  <a:pt x="270127" y="116194"/>
                </a:lnTo>
                <a:lnTo>
                  <a:pt x="271047" y="17390"/>
                </a:lnTo>
                <a:lnTo>
                  <a:pt x="282033" y="12068"/>
                </a:lnTo>
                <a:lnTo>
                  <a:pt x="292857" y="2327"/>
                </a:lnTo>
                <a:lnTo>
                  <a:pt x="276766" y="162"/>
                </a:lnTo>
                <a:close/>
              </a:path>
              <a:path w="3308985" h="1290954">
                <a:moveTo>
                  <a:pt x="258255" y="33066"/>
                </a:moveTo>
                <a:lnTo>
                  <a:pt x="243933" y="33066"/>
                </a:lnTo>
                <a:lnTo>
                  <a:pt x="243933" y="43890"/>
                </a:lnTo>
                <a:lnTo>
                  <a:pt x="258138" y="43890"/>
                </a:lnTo>
                <a:lnTo>
                  <a:pt x="258255" y="33066"/>
                </a:lnTo>
                <a:close/>
              </a:path>
              <a:path w="3308985" h="1290954">
                <a:moveTo>
                  <a:pt x="288744" y="33066"/>
                </a:moveTo>
                <a:lnTo>
                  <a:pt x="270901" y="33066"/>
                </a:lnTo>
                <a:lnTo>
                  <a:pt x="270800" y="43890"/>
                </a:lnTo>
                <a:lnTo>
                  <a:pt x="288744" y="43890"/>
                </a:lnTo>
                <a:lnTo>
                  <a:pt x="288744" y="33066"/>
                </a:lnTo>
                <a:close/>
              </a:path>
              <a:path w="3308985" h="1290954">
                <a:moveTo>
                  <a:pt x="325045" y="13150"/>
                </a:moveTo>
                <a:lnTo>
                  <a:pt x="312272" y="13150"/>
                </a:lnTo>
                <a:lnTo>
                  <a:pt x="312272" y="95845"/>
                </a:lnTo>
                <a:lnTo>
                  <a:pt x="317901" y="111034"/>
                </a:lnTo>
                <a:lnTo>
                  <a:pt x="339134" y="117096"/>
                </a:lnTo>
                <a:lnTo>
                  <a:pt x="325045" y="13150"/>
                </a:lnTo>
                <a:close/>
              </a:path>
              <a:path w="3308985" h="1290954">
                <a:moveTo>
                  <a:pt x="312272" y="33066"/>
                </a:moveTo>
                <a:lnTo>
                  <a:pt x="299717" y="33066"/>
                </a:lnTo>
                <a:lnTo>
                  <a:pt x="299717" y="43890"/>
                </a:lnTo>
                <a:lnTo>
                  <a:pt x="312272" y="43890"/>
                </a:lnTo>
                <a:lnTo>
                  <a:pt x="312272" y="33066"/>
                </a:lnTo>
                <a:close/>
              </a:path>
              <a:path w="3308985" h="1290954">
                <a:moveTo>
                  <a:pt x="342796" y="33066"/>
                </a:moveTo>
                <a:lnTo>
                  <a:pt x="327744" y="33066"/>
                </a:lnTo>
                <a:lnTo>
                  <a:pt x="329211" y="43890"/>
                </a:lnTo>
                <a:lnTo>
                  <a:pt x="342796" y="43890"/>
                </a:lnTo>
                <a:lnTo>
                  <a:pt x="342796" y="33066"/>
                </a:lnTo>
                <a:close/>
              </a:path>
              <a:path w="3308985" h="1290954">
                <a:moveTo>
                  <a:pt x="387165" y="31984"/>
                </a:moveTo>
                <a:lnTo>
                  <a:pt x="369377" y="41148"/>
                </a:lnTo>
                <a:lnTo>
                  <a:pt x="358770" y="59260"/>
                </a:lnTo>
                <a:lnTo>
                  <a:pt x="357219" y="83794"/>
                </a:lnTo>
                <a:lnTo>
                  <a:pt x="365012" y="104071"/>
                </a:lnTo>
                <a:lnTo>
                  <a:pt x="381049" y="116158"/>
                </a:lnTo>
                <a:lnTo>
                  <a:pt x="395968" y="117926"/>
                </a:lnTo>
                <a:lnTo>
                  <a:pt x="415685" y="113560"/>
                </a:lnTo>
                <a:lnTo>
                  <a:pt x="421413" y="106452"/>
                </a:lnTo>
                <a:lnTo>
                  <a:pt x="390809" y="106452"/>
                </a:lnTo>
                <a:lnTo>
                  <a:pt x="375439" y="97523"/>
                </a:lnTo>
                <a:lnTo>
                  <a:pt x="373175" y="78960"/>
                </a:lnTo>
                <a:lnTo>
                  <a:pt x="366311" y="78960"/>
                </a:lnTo>
                <a:lnTo>
                  <a:pt x="366311" y="67919"/>
                </a:lnTo>
                <a:lnTo>
                  <a:pt x="371828" y="67919"/>
                </a:lnTo>
                <a:lnTo>
                  <a:pt x="370983" y="60992"/>
                </a:lnTo>
                <a:lnTo>
                  <a:pt x="389582" y="43457"/>
                </a:lnTo>
                <a:lnTo>
                  <a:pt x="419132" y="43457"/>
                </a:lnTo>
                <a:lnTo>
                  <a:pt x="415559" y="37937"/>
                </a:lnTo>
                <a:lnTo>
                  <a:pt x="387165" y="31984"/>
                </a:lnTo>
                <a:close/>
              </a:path>
              <a:path w="3308985" h="1290954">
                <a:moveTo>
                  <a:pt x="416750" y="93464"/>
                </a:moveTo>
                <a:lnTo>
                  <a:pt x="415667" y="96350"/>
                </a:lnTo>
                <a:lnTo>
                  <a:pt x="390809" y="106452"/>
                </a:lnTo>
                <a:lnTo>
                  <a:pt x="421413" y="106452"/>
                </a:lnTo>
                <a:lnTo>
                  <a:pt x="429089" y="96927"/>
                </a:lnTo>
                <a:lnTo>
                  <a:pt x="416750" y="93464"/>
                </a:lnTo>
                <a:close/>
              </a:path>
              <a:path w="3308985" h="1290954">
                <a:moveTo>
                  <a:pt x="371828" y="67919"/>
                </a:moveTo>
                <a:lnTo>
                  <a:pt x="366311" y="67919"/>
                </a:lnTo>
                <a:lnTo>
                  <a:pt x="366311" y="78960"/>
                </a:lnTo>
                <a:lnTo>
                  <a:pt x="373175" y="78960"/>
                </a:lnTo>
                <a:lnTo>
                  <a:pt x="371828" y="67919"/>
                </a:lnTo>
                <a:close/>
              </a:path>
              <a:path w="3308985" h="1290954">
                <a:moveTo>
                  <a:pt x="419132" y="43457"/>
                </a:moveTo>
                <a:lnTo>
                  <a:pt x="389582" y="43457"/>
                </a:lnTo>
                <a:lnTo>
                  <a:pt x="410111" y="48779"/>
                </a:lnTo>
                <a:lnTo>
                  <a:pt x="417399" y="67919"/>
                </a:lnTo>
                <a:lnTo>
                  <a:pt x="371828" y="67919"/>
                </a:lnTo>
                <a:lnTo>
                  <a:pt x="373175" y="78960"/>
                </a:lnTo>
                <a:lnTo>
                  <a:pt x="430388" y="78960"/>
                </a:lnTo>
                <a:lnTo>
                  <a:pt x="429450" y="60992"/>
                </a:lnTo>
                <a:lnTo>
                  <a:pt x="429360" y="59260"/>
                </a:lnTo>
                <a:lnTo>
                  <a:pt x="419132" y="43457"/>
                </a:lnTo>
                <a:close/>
              </a:path>
              <a:path w="3308985" h="1290954">
                <a:moveTo>
                  <a:pt x="462156" y="33066"/>
                </a:moveTo>
                <a:lnTo>
                  <a:pt x="449817" y="33066"/>
                </a:lnTo>
                <a:lnTo>
                  <a:pt x="449817" y="116194"/>
                </a:lnTo>
                <a:lnTo>
                  <a:pt x="462589" y="116194"/>
                </a:lnTo>
                <a:lnTo>
                  <a:pt x="463491" y="56500"/>
                </a:lnTo>
                <a:lnTo>
                  <a:pt x="481130" y="45622"/>
                </a:lnTo>
                <a:lnTo>
                  <a:pt x="463022" y="45622"/>
                </a:lnTo>
                <a:lnTo>
                  <a:pt x="462156" y="33066"/>
                </a:lnTo>
                <a:close/>
              </a:path>
              <a:path w="3308985" h="1290954">
                <a:moveTo>
                  <a:pt x="479691" y="31768"/>
                </a:moveTo>
                <a:lnTo>
                  <a:pt x="463022" y="45622"/>
                </a:lnTo>
                <a:lnTo>
                  <a:pt x="481130" y="45622"/>
                </a:lnTo>
                <a:lnTo>
                  <a:pt x="483587" y="44107"/>
                </a:lnTo>
                <a:lnTo>
                  <a:pt x="491380" y="31984"/>
                </a:lnTo>
                <a:lnTo>
                  <a:pt x="479691" y="31768"/>
                </a:lnTo>
                <a:close/>
              </a:path>
              <a:path w="3308985" h="1290954">
                <a:moveTo>
                  <a:pt x="586729" y="31984"/>
                </a:moveTo>
                <a:lnTo>
                  <a:pt x="568942" y="41148"/>
                </a:lnTo>
                <a:lnTo>
                  <a:pt x="558334" y="59170"/>
                </a:lnTo>
                <a:lnTo>
                  <a:pt x="556783" y="83361"/>
                </a:lnTo>
                <a:lnTo>
                  <a:pt x="564360" y="103656"/>
                </a:lnTo>
                <a:lnTo>
                  <a:pt x="579946" y="116085"/>
                </a:lnTo>
                <a:lnTo>
                  <a:pt x="594450" y="117926"/>
                </a:lnTo>
                <a:lnTo>
                  <a:pt x="615232" y="112207"/>
                </a:lnTo>
                <a:lnTo>
                  <a:pt x="618614" y="106452"/>
                </a:lnTo>
                <a:lnTo>
                  <a:pt x="589399" y="106452"/>
                </a:lnTo>
                <a:lnTo>
                  <a:pt x="574642" y="96170"/>
                </a:lnTo>
                <a:lnTo>
                  <a:pt x="570583" y="62886"/>
                </a:lnTo>
                <a:lnTo>
                  <a:pt x="585105" y="44756"/>
                </a:lnTo>
                <a:lnTo>
                  <a:pt x="620325" y="44756"/>
                </a:lnTo>
                <a:lnTo>
                  <a:pt x="614727" y="37396"/>
                </a:lnTo>
                <a:lnTo>
                  <a:pt x="586729" y="31984"/>
                </a:lnTo>
                <a:close/>
              </a:path>
              <a:path w="3308985" h="1290954">
                <a:moveTo>
                  <a:pt x="627138" y="91948"/>
                </a:moveTo>
                <a:lnTo>
                  <a:pt x="614366" y="91948"/>
                </a:lnTo>
                <a:lnTo>
                  <a:pt x="613572" y="94979"/>
                </a:lnTo>
                <a:lnTo>
                  <a:pt x="589399" y="106452"/>
                </a:lnTo>
                <a:lnTo>
                  <a:pt x="618614" y="106452"/>
                </a:lnTo>
                <a:lnTo>
                  <a:pt x="627138" y="91948"/>
                </a:lnTo>
                <a:close/>
              </a:path>
              <a:path w="3308985" h="1290954">
                <a:moveTo>
                  <a:pt x="620325" y="44756"/>
                </a:moveTo>
                <a:lnTo>
                  <a:pt x="585105" y="44756"/>
                </a:lnTo>
                <a:lnTo>
                  <a:pt x="604552" y="44937"/>
                </a:lnTo>
                <a:lnTo>
                  <a:pt x="614366" y="57961"/>
                </a:lnTo>
                <a:lnTo>
                  <a:pt x="627138" y="57961"/>
                </a:lnTo>
                <a:lnTo>
                  <a:pt x="626416" y="52766"/>
                </a:lnTo>
                <a:lnTo>
                  <a:pt x="620325" y="44756"/>
                </a:lnTo>
                <a:close/>
              </a:path>
              <a:path w="3308985" h="1290954">
                <a:moveTo>
                  <a:pt x="658581" y="5357"/>
                </a:moveTo>
                <a:lnTo>
                  <a:pt x="645809" y="5357"/>
                </a:lnTo>
                <a:lnTo>
                  <a:pt x="645809" y="116194"/>
                </a:lnTo>
                <a:lnTo>
                  <a:pt x="658581" y="116194"/>
                </a:lnTo>
                <a:lnTo>
                  <a:pt x="658581" y="5357"/>
                </a:lnTo>
                <a:close/>
              </a:path>
              <a:path w="3308985" h="1290954">
                <a:moveTo>
                  <a:pt x="694747" y="33066"/>
                </a:moveTo>
                <a:lnTo>
                  <a:pt x="681974" y="33066"/>
                </a:lnTo>
                <a:lnTo>
                  <a:pt x="681974" y="116194"/>
                </a:lnTo>
                <a:lnTo>
                  <a:pt x="694747" y="116194"/>
                </a:lnTo>
                <a:lnTo>
                  <a:pt x="694747" y="33066"/>
                </a:lnTo>
                <a:close/>
              </a:path>
              <a:path w="3308985" h="1290954">
                <a:moveTo>
                  <a:pt x="683832" y="2742"/>
                </a:moveTo>
                <a:lnTo>
                  <a:pt x="688469" y="19212"/>
                </a:lnTo>
                <a:lnTo>
                  <a:pt x="690958" y="19212"/>
                </a:lnTo>
                <a:lnTo>
                  <a:pt x="697561" y="8171"/>
                </a:lnTo>
                <a:lnTo>
                  <a:pt x="683832" y="2742"/>
                </a:lnTo>
                <a:close/>
              </a:path>
              <a:path w="3308985" h="1290954">
                <a:moveTo>
                  <a:pt x="744189" y="31984"/>
                </a:moveTo>
                <a:lnTo>
                  <a:pt x="726402" y="41148"/>
                </a:lnTo>
                <a:lnTo>
                  <a:pt x="715794" y="59170"/>
                </a:lnTo>
                <a:lnTo>
                  <a:pt x="714243" y="83361"/>
                </a:lnTo>
                <a:lnTo>
                  <a:pt x="721820" y="103656"/>
                </a:lnTo>
                <a:lnTo>
                  <a:pt x="737406" y="116085"/>
                </a:lnTo>
                <a:lnTo>
                  <a:pt x="751910" y="117926"/>
                </a:lnTo>
                <a:lnTo>
                  <a:pt x="772692" y="112207"/>
                </a:lnTo>
                <a:lnTo>
                  <a:pt x="776074" y="106452"/>
                </a:lnTo>
                <a:lnTo>
                  <a:pt x="746859" y="106452"/>
                </a:lnTo>
                <a:lnTo>
                  <a:pt x="732102" y="96170"/>
                </a:lnTo>
                <a:lnTo>
                  <a:pt x="728043" y="62886"/>
                </a:lnTo>
                <a:lnTo>
                  <a:pt x="742565" y="44756"/>
                </a:lnTo>
                <a:lnTo>
                  <a:pt x="777785" y="44756"/>
                </a:lnTo>
                <a:lnTo>
                  <a:pt x="772187" y="37396"/>
                </a:lnTo>
                <a:lnTo>
                  <a:pt x="744189" y="31984"/>
                </a:lnTo>
                <a:close/>
              </a:path>
              <a:path w="3308985" h="1290954">
                <a:moveTo>
                  <a:pt x="784598" y="91948"/>
                </a:moveTo>
                <a:lnTo>
                  <a:pt x="771826" y="91948"/>
                </a:lnTo>
                <a:lnTo>
                  <a:pt x="771032" y="94979"/>
                </a:lnTo>
                <a:lnTo>
                  <a:pt x="746859" y="106452"/>
                </a:lnTo>
                <a:lnTo>
                  <a:pt x="776074" y="106452"/>
                </a:lnTo>
                <a:lnTo>
                  <a:pt x="784598" y="91948"/>
                </a:lnTo>
                <a:close/>
              </a:path>
              <a:path w="3308985" h="1290954">
                <a:moveTo>
                  <a:pt x="777785" y="44756"/>
                </a:moveTo>
                <a:lnTo>
                  <a:pt x="742565" y="44756"/>
                </a:lnTo>
                <a:lnTo>
                  <a:pt x="762012" y="44937"/>
                </a:lnTo>
                <a:lnTo>
                  <a:pt x="771826" y="57961"/>
                </a:lnTo>
                <a:lnTo>
                  <a:pt x="784598" y="57961"/>
                </a:lnTo>
                <a:lnTo>
                  <a:pt x="783877" y="52766"/>
                </a:lnTo>
                <a:lnTo>
                  <a:pt x="777785" y="44756"/>
                </a:lnTo>
                <a:close/>
              </a:path>
              <a:path w="3308985" h="1290954">
                <a:moveTo>
                  <a:pt x="816042" y="5357"/>
                </a:moveTo>
                <a:lnTo>
                  <a:pt x="803269" y="5357"/>
                </a:lnTo>
                <a:lnTo>
                  <a:pt x="803269" y="116194"/>
                </a:lnTo>
                <a:lnTo>
                  <a:pt x="816042" y="116194"/>
                </a:lnTo>
                <a:lnTo>
                  <a:pt x="816042" y="85887"/>
                </a:lnTo>
                <a:lnTo>
                  <a:pt x="815176" y="85887"/>
                </a:lnTo>
                <a:lnTo>
                  <a:pt x="815164" y="85048"/>
                </a:lnTo>
                <a:lnTo>
                  <a:pt x="815048" y="76564"/>
                </a:lnTo>
                <a:lnTo>
                  <a:pt x="814959" y="70084"/>
                </a:lnTo>
                <a:lnTo>
                  <a:pt x="816042" y="69056"/>
                </a:lnTo>
                <a:lnTo>
                  <a:pt x="816042" y="5357"/>
                </a:lnTo>
                <a:close/>
              </a:path>
              <a:path w="3308985" h="1290954">
                <a:moveTo>
                  <a:pt x="833930" y="67727"/>
                </a:moveTo>
                <a:lnTo>
                  <a:pt x="824804" y="76564"/>
                </a:lnTo>
                <a:lnTo>
                  <a:pt x="856090" y="116194"/>
                </a:lnTo>
                <a:lnTo>
                  <a:pt x="872326" y="116194"/>
                </a:lnTo>
                <a:lnTo>
                  <a:pt x="833930" y="67727"/>
                </a:lnTo>
                <a:close/>
              </a:path>
              <a:path w="3308985" h="1290954">
                <a:moveTo>
                  <a:pt x="816042" y="69056"/>
                </a:moveTo>
                <a:lnTo>
                  <a:pt x="814959" y="70084"/>
                </a:lnTo>
                <a:lnTo>
                  <a:pt x="815048" y="76564"/>
                </a:lnTo>
                <a:lnTo>
                  <a:pt x="815164" y="85048"/>
                </a:lnTo>
                <a:lnTo>
                  <a:pt x="815176" y="85887"/>
                </a:lnTo>
                <a:lnTo>
                  <a:pt x="816042" y="85048"/>
                </a:lnTo>
                <a:lnTo>
                  <a:pt x="816042" y="69056"/>
                </a:lnTo>
                <a:close/>
              </a:path>
              <a:path w="3308985" h="1290954">
                <a:moveTo>
                  <a:pt x="816042" y="85048"/>
                </a:moveTo>
                <a:lnTo>
                  <a:pt x="815176" y="85887"/>
                </a:lnTo>
                <a:lnTo>
                  <a:pt x="816042" y="85887"/>
                </a:lnTo>
                <a:lnTo>
                  <a:pt x="816042" y="85048"/>
                </a:lnTo>
                <a:close/>
              </a:path>
              <a:path w="3308985" h="1290954">
                <a:moveTo>
                  <a:pt x="869728" y="33066"/>
                </a:moveTo>
                <a:lnTo>
                  <a:pt x="853925" y="33066"/>
                </a:lnTo>
                <a:lnTo>
                  <a:pt x="816042" y="69056"/>
                </a:lnTo>
                <a:lnTo>
                  <a:pt x="816042" y="85048"/>
                </a:lnTo>
                <a:lnTo>
                  <a:pt x="824804" y="76564"/>
                </a:lnTo>
                <a:lnTo>
                  <a:pt x="823618" y="75063"/>
                </a:lnTo>
                <a:lnTo>
                  <a:pt x="832710" y="66187"/>
                </a:lnTo>
                <a:lnTo>
                  <a:pt x="835521" y="66187"/>
                </a:lnTo>
                <a:lnTo>
                  <a:pt x="869728" y="33066"/>
                </a:lnTo>
                <a:close/>
              </a:path>
              <a:path w="3308985" h="1290954">
                <a:moveTo>
                  <a:pt x="832710" y="66187"/>
                </a:moveTo>
                <a:lnTo>
                  <a:pt x="823618" y="75063"/>
                </a:lnTo>
                <a:lnTo>
                  <a:pt x="824804" y="76564"/>
                </a:lnTo>
                <a:lnTo>
                  <a:pt x="833930" y="67727"/>
                </a:lnTo>
                <a:lnTo>
                  <a:pt x="832710" y="66187"/>
                </a:lnTo>
                <a:close/>
              </a:path>
              <a:path w="3308985" h="1290954">
                <a:moveTo>
                  <a:pt x="835521" y="66187"/>
                </a:moveTo>
                <a:lnTo>
                  <a:pt x="832710" y="66187"/>
                </a:lnTo>
                <a:lnTo>
                  <a:pt x="833930" y="67727"/>
                </a:lnTo>
                <a:lnTo>
                  <a:pt x="835521" y="66187"/>
                </a:lnTo>
                <a:close/>
              </a:path>
              <a:path w="3308985" h="1290954">
                <a:moveTo>
                  <a:pt x="898939" y="33066"/>
                </a:moveTo>
                <a:lnTo>
                  <a:pt x="886167" y="33066"/>
                </a:lnTo>
                <a:lnTo>
                  <a:pt x="886167" y="116194"/>
                </a:lnTo>
                <a:lnTo>
                  <a:pt x="898939" y="116194"/>
                </a:lnTo>
                <a:lnTo>
                  <a:pt x="898939" y="33066"/>
                </a:lnTo>
                <a:close/>
              </a:path>
              <a:path w="3308985" h="1290954">
                <a:moveTo>
                  <a:pt x="888025" y="2742"/>
                </a:moveTo>
                <a:lnTo>
                  <a:pt x="892661" y="19212"/>
                </a:lnTo>
                <a:lnTo>
                  <a:pt x="895150" y="19212"/>
                </a:lnTo>
                <a:lnTo>
                  <a:pt x="901753" y="8171"/>
                </a:lnTo>
                <a:lnTo>
                  <a:pt x="888025" y="2742"/>
                </a:lnTo>
                <a:close/>
              </a:path>
              <a:path w="3308985" h="1290954">
                <a:moveTo>
                  <a:pt x="934677" y="33139"/>
                </a:moveTo>
                <a:lnTo>
                  <a:pt x="922332" y="33139"/>
                </a:lnTo>
                <a:lnTo>
                  <a:pt x="922332" y="116194"/>
                </a:lnTo>
                <a:lnTo>
                  <a:pt x="935104" y="116194"/>
                </a:lnTo>
                <a:lnTo>
                  <a:pt x="935104" y="66187"/>
                </a:lnTo>
                <a:lnTo>
                  <a:pt x="939704" y="50457"/>
                </a:lnTo>
                <a:lnTo>
                  <a:pt x="953874" y="46055"/>
                </a:lnTo>
                <a:lnTo>
                  <a:pt x="935753" y="46055"/>
                </a:lnTo>
                <a:lnTo>
                  <a:pt x="934689" y="33283"/>
                </a:lnTo>
                <a:lnTo>
                  <a:pt x="934677" y="33139"/>
                </a:lnTo>
                <a:close/>
              </a:path>
              <a:path w="3308985" h="1290954">
                <a:moveTo>
                  <a:pt x="980334" y="43457"/>
                </a:moveTo>
                <a:lnTo>
                  <a:pt x="962236" y="43457"/>
                </a:lnTo>
                <a:lnTo>
                  <a:pt x="973673" y="52621"/>
                </a:lnTo>
                <a:lnTo>
                  <a:pt x="975369" y="116194"/>
                </a:lnTo>
                <a:lnTo>
                  <a:pt x="988141" y="116194"/>
                </a:lnTo>
                <a:lnTo>
                  <a:pt x="987007" y="52621"/>
                </a:lnTo>
                <a:lnTo>
                  <a:pt x="986968" y="50457"/>
                </a:lnTo>
                <a:lnTo>
                  <a:pt x="980334" y="43457"/>
                </a:lnTo>
                <a:close/>
              </a:path>
              <a:path w="3308985" h="1290954">
                <a:moveTo>
                  <a:pt x="970552" y="33139"/>
                </a:moveTo>
                <a:lnTo>
                  <a:pt x="948598" y="33283"/>
                </a:lnTo>
                <a:lnTo>
                  <a:pt x="935753" y="46055"/>
                </a:lnTo>
                <a:lnTo>
                  <a:pt x="953874" y="46055"/>
                </a:lnTo>
                <a:lnTo>
                  <a:pt x="962236" y="43457"/>
                </a:lnTo>
                <a:lnTo>
                  <a:pt x="980334" y="43457"/>
                </a:lnTo>
                <a:lnTo>
                  <a:pt x="970552" y="33139"/>
                </a:lnTo>
                <a:close/>
              </a:path>
              <a:path w="3308985" h="1290954">
                <a:moveTo>
                  <a:pt x="1023837" y="128533"/>
                </a:moveTo>
                <a:lnTo>
                  <a:pt x="1011047" y="132429"/>
                </a:lnTo>
                <a:lnTo>
                  <a:pt x="1045034" y="149098"/>
                </a:lnTo>
                <a:lnTo>
                  <a:pt x="1068558" y="143813"/>
                </a:lnTo>
                <a:lnTo>
                  <a:pt x="1073801" y="137841"/>
                </a:lnTo>
                <a:lnTo>
                  <a:pt x="1040019" y="137841"/>
                </a:lnTo>
                <a:lnTo>
                  <a:pt x="1023837" y="128533"/>
                </a:lnTo>
                <a:close/>
              </a:path>
              <a:path w="3308985" h="1290954">
                <a:moveTo>
                  <a:pt x="1079796" y="104215"/>
                </a:moveTo>
                <a:lnTo>
                  <a:pt x="1064842" y="104215"/>
                </a:lnTo>
                <a:lnTo>
                  <a:pt x="1068197" y="124636"/>
                </a:lnTo>
                <a:lnTo>
                  <a:pt x="1057283" y="136218"/>
                </a:lnTo>
                <a:lnTo>
                  <a:pt x="1040019" y="137841"/>
                </a:lnTo>
                <a:lnTo>
                  <a:pt x="1073801" y="137841"/>
                </a:lnTo>
                <a:lnTo>
                  <a:pt x="1079346" y="131527"/>
                </a:lnTo>
                <a:lnTo>
                  <a:pt x="1079796" y="104215"/>
                </a:lnTo>
                <a:close/>
              </a:path>
              <a:path w="3308985" h="1290954">
                <a:moveTo>
                  <a:pt x="1036086" y="31984"/>
                </a:moveTo>
                <a:lnTo>
                  <a:pt x="1019237" y="40697"/>
                </a:lnTo>
                <a:lnTo>
                  <a:pt x="1009081" y="58268"/>
                </a:lnTo>
                <a:lnTo>
                  <a:pt x="1007583" y="82856"/>
                </a:lnTo>
                <a:lnTo>
                  <a:pt x="1015286" y="102339"/>
                </a:lnTo>
                <a:lnTo>
                  <a:pt x="1030133" y="113307"/>
                </a:lnTo>
                <a:lnTo>
                  <a:pt x="1048281" y="114895"/>
                </a:lnTo>
                <a:lnTo>
                  <a:pt x="1064842" y="104215"/>
                </a:lnTo>
                <a:lnTo>
                  <a:pt x="1079796" y="104215"/>
                </a:lnTo>
                <a:lnTo>
                  <a:pt x="1079809" y="103421"/>
                </a:lnTo>
                <a:lnTo>
                  <a:pt x="1039261" y="103421"/>
                </a:lnTo>
                <a:lnTo>
                  <a:pt x="1024902" y="93698"/>
                </a:lnTo>
                <a:lnTo>
                  <a:pt x="1021239" y="63229"/>
                </a:lnTo>
                <a:lnTo>
                  <a:pt x="1034679" y="44828"/>
                </a:lnTo>
                <a:lnTo>
                  <a:pt x="1065343" y="44828"/>
                </a:lnTo>
                <a:lnTo>
                  <a:pt x="1036086" y="31984"/>
                </a:lnTo>
                <a:close/>
              </a:path>
              <a:path w="3308985" h="1290954">
                <a:moveTo>
                  <a:pt x="1065343" y="44828"/>
                </a:moveTo>
                <a:lnTo>
                  <a:pt x="1054216" y="44828"/>
                </a:lnTo>
                <a:lnTo>
                  <a:pt x="1067512" y="62706"/>
                </a:lnTo>
                <a:lnTo>
                  <a:pt x="1063870" y="93698"/>
                </a:lnTo>
                <a:lnTo>
                  <a:pt x="1063813" y="94185"/>
                </a:lnTo>
                <a:lnTo>
                  <a:pt x="1044601" y="103421"/>
                </a:lnTo>
                <a:lnTo>
                  <a:pt x="1079809" y="103421"/>
                </a:lnTo>
                <a:lnTo>
                  <a:pt x="1080751" y="46271"/>
                </a:lnTo>
                <a:lnTo>
                  <a:pt x="1068630" y="46271"/>
                </a:lnTo>
                <a:lnTo>
                  <a:pt x="1065343" y="44828"/>
                </a:lnTo>
                <a:close/>
              </a:path>
              <a:path w="3308985" h="1290954">
                <a:moveTo>
                  <a:pt x="1080969" y="33066"/>
                </a:moveTo>
                <a:lnTo>
                  <a:pt x="1068630" y="33066"/>
                </a:lnTo>
                <a:lnTo>
                  <a:pt x="1068630" y="46271"/>
                </a:lnTo>
                <a:lnTo>
                  <a:pt x="1080751" y="46271"/>
                </a:lnTo>
                <a:lnTo>
                  <a:pt x="1080843" y="40697"/>
                </a:lnTo>
                <a:lnTo>
                  <a:pt x="1080969" y="33066"/>
                </a:lnTo>
                <a:close/>
              </a:path>
              <a:path w="3308985" h="1290954">
                <a:moveTo>
                  <a:pt x="1184774" y="31984"/>
                </a:moveTo>
                <a:lnTo>
                  <a:pt x="1166896" y="40914"/>
                </a:lnTo>
                <a:lnTo>
                  <a:pt x="1156181" y="58845"/>
                </a:lnTo>
                <a:lnTo>
                  <a:pt x="1154611" y="83650"/>
                </a:lnTo>
                <a:lnTo>
                  <a:pt x="1162495" y="103999"/>
                </a:lnTo>
                <a:lnTo>
                  <a:pt x="1178189" y="116140"/>
                </a:lnTo>
                <a:lnTo>
                  <a:pt x="1192278" y="117926"/>
                </a:lnTo>
                <a:lnTo>
                  <a:pt x="1199783" y="117926"/>
                </a:lnTo>
                <a:lnTo>
                  <a:pt x="1217642" y="108996"/>
                </a:lnTo>
                <a:lnTo>
                  <a:pt x="1219170" y="106452"/>
                </a:lnTo>
                <a:lnTo>
                  <a:pt x="1186578" y="106452"/>
                </a:lnTo>
                <a:lnTo>
                  <a:pt x="1174527" y="99146"/>
                </a:lnTo>
                <a:lnTo>
                  <a:pt x="1167383" y="69507"/>
                </a:lnTo>
                <a:lnTo>
                  <a:pt x="1181887" y="44937"/>
                </a:lnTo>
                <a:lnTo>
                  <a:pt x="1220763" y="44937"/>
                </a:lnTo>
                <a:lnTo>
                  <a:pt x="1206349" y="33770"/>
                </a:lnTo>
                <a:lnTo>
                  <a:pt x="1184774" y="31984"/>
                </a:lnTo>
                <a:close/>
              </a:path>
              <a:path w="3308985" h="1290954">
                <a:moveTo>
                  <a:pt x="1220763" y="44937"/>
                </a:moveTo>
                <a:lnTo>
                  <a:pt x="1202669" y="44937"/>
                </a:lnTo>
                <a:lnTo>
                  <a:pt x="1216289" y="64329"/>
                </a:lnTo>
                <a:lnTo>
                  <a:pt x="1210029" y="99146"/>
                </a:lnTo>
                <a:lnTo>
                  <a:pt x="1192278" y="106452"/>
                </a:lnTo>
                <a:lnTo>
                  <a:pt x="1219170" y="106452"/>
                </a:lnTo>
                <a:lnTo>
                  <a:pt x="1228358" y="91154"/>
                </a:lnTo>
                <a:lnTo>
                  <a:pt x="1229945" y="66404"/>
                </a:lnTo>
                <a:lnTo>
                  <a:pt x="1222044" y="45929"/>
                </a:lnTo>
                <a:lnTo>
                  <a:pt x="1220763" y="44937"/>
                </a:lnTo>
                <a:close/>
              </a:path>
              <a:path w="3308985" h="1290954">
                <a:moveTo>
                  <a:pt x="1261787" y="33139"/>
                </a:moveTo>
                <a:lnTo>
                  <a:pt x="1249442" y="33139"/>
                </a:lnTo>
                <a:lnTo>
                  <a:pt x="1249442" y="116194"/>
                </a:lnTo>
                <a:lnTo>
                  <a:pt x="1262214" y="116194"/>
                </a:lnTo>
                <a:lnTo>
                  <a:pt x="1262214" y="66187"/>
                </a:lnTo>
                <a:lnTo>
                  <a:pt x="1266814" y="50457"/>
                </a:lnTo>
                <a:lnTo>
                  <a:pt x="1280984" y="46055"/>
                </a:lnTo>
                <a:lnTo>
                  <a:pt x="1262863" y="46055"/>
                </a:lnTo>
                <a:lnTo>
                  <a:pt x="1261799" y="33283"/>
                </a:lnTo>
                <a:lnTo>
                  <a:pt x="1261787" y="33139"/>
                </a:lnTo>
                <a:close/>
              </a:path>
              <a:path w="3308985" h="1290954">
                <a:moveTo>
                  <a:pt x="1307443" y="43457"/>
                </a:moveTo>
                <a:lnTo>
                  <a:pt x="1289346" y="43457"/>
                </a:lnTo>
                <a:lnTo>
                  <a:pt x="1300783" y="52621"/>
                </a:lnTo>
                <a:lnTo>
                  <a:pt x="1302479" y="116194"/>
                </a:lnTo>
                <a:lnTo>
                  <a:pt x="1315251" y="116194"/>
                </a:lnTo>
                <a:lnTo>
                  <a:pt x="1314117" y="52621"/>
                </a:lnTo>
                <a:lnTo>
                  <a:pt x="1314078" y="50457"/>
                </a:lnTo>
                <a:lnTo>
                  <a:pt x="1307443" y="43457"/>
                </a:lnTo>
                <a:close/>
              </a:path>
              <a:path w="3308985" h="1290954">
                <a:moveTo>
                  <a:pt x="1297662" y="33139"/>
                </a:moveTo>
                <a:lnTo>
                  <a:pt x="1275708" y="33283"/>
                </a:lnTo>
                <a:lnTo>
                  <a:pt x="1262863" y="46055"/>
                </a:lnTo>
                <a:lnTo>
                  <a:pt x="1280984" y="46055"/>
                </a:lnTo>
                <a:lnTo>
                  <a:pt x="1289346" y="43457"/>
                </a:lnTo>
                <a:lnTo>
                  <a:pt x="1307443" y="43457"/>
                </a:lnTo>
                <a:lnTo>
                  <a:pt x="1297662" y="33139"/>
                </a:lnTo>
                <a:close/>
              </a:path>
              <a:path w="3308985" h="1290954">
                <a:moveTo>
                  <a:pt x="1407740" y="83451"/>
                </a:moveTo>
                <a:lnTo>
                  <a:pt x="1387987" y="83451"/>
                </a:lnTo>
                <a:lnTo>
                  <a:pt x="1390188" y="97053"/>
                </a:lnTo>
                <a:lnTo>
                  <a:pt x="1402238" y="111197"/>
                </a:lnTo>
                <a:lnTo>
                  <a:pt x="1439887" y="117871"/>
                </a:lnTo>
                <a:lnTo>
                  <a:pt x="1459965" y="110980"/>
                </a:lnTo>
                <a:lnTo>
                  <a:pt x="1467317" y="100084"/>
                </a:lnTo>
                <a:lnTo>
                  <a:pt x="1422876" y="100084"/>
                </a:lnTo>
                <a:lnTo>
                  <a:pt x="1407740" y="83451"/>
                </a:lnTo>
                <a:close/>
              </a:path>
              <a:path w="3308985" h="1290954">
                <a:moveTo>
                  <a:pt x="1439472" y="3842"/>
                </a:moveTo>
                <a:lnTo>
                  <a:pt x="1404637" y="10661"/>
                </a:lnTo>
                <a:lnTo>
                  <a:pt x="1391204" y="29585"/>
                </a:lnTo>
                <a:lnTo>
                  <a:pt x="1390914" y="30036"/>
                </a:lnTo>
                <a:lnTo>
                  <a:pt x="1393506" y="50547"/>
                </a:lnTo>
                <a:lnTo>
                  <a:pt x="1393543" y="50836"/>
                </a:lnTo>
                <a:lnTo>
                  <a:pt x="1404114" y="60397"/>
                </a:lnTo>
                <a:lnTo>
                  <a:pt x="1446454" y="74269"/>
                </a:lnTo>
                <a:lnTo>
                  <a:pt x="1451992" y="90866"/>
                </a:lnTo>
                <a:lnTo>
                  <a:pt x="1422876" y="100084"/>
                </a:lnTo>
                <a:lnTo>
                  <a:pt x="1467317" y="100084"/>
                </a:lnTo>
                <a:lnTo>
                  <a:pt x="1473062" y="91569"/>
                </a:lnTo>
                <a:lnTo>
                  <a:pt x="1468552" y="68948"/>
                </a:lnTo>
                <a:lnTo>
                  <a:pt x="1430091" y="50547"/>
                </a:lnTo>
                <a:lnTo>
                  <a:pt x="1412106" y="30036"/>
                </a:lnTo>
                <a:lnTo>
                  <a:pt x="1437289" y="20835"/>
                </a:lnTo>
                <a:lnTo>
                  <a:pt x="1466512" y="20835"/>
                </a:lnTo>
                <a:lnTo>
                  <a:pt x="1462906" y="14431"/>
                </a:lnTo>
                <a:lnTo>
                  <a:pt x="1439472" y="3842"/>
                </a:lnTo>
                <a:close/>
              </a:path>
              <a:path w="3308985" h="1290954">
                <a:moveTo>
                  <a:pt x="1466512" y="20835"/>
                </a:moveTo>
                <a:lnTo>
                  <a:pt x="1437289" y="20835"/>
                </a:lnTo>
                <a:lnTo>
                  <a:pt x="1449593" y="27420"/>
                </a:lnTo>
                <a:lnTo>
                  <a:pt x="1452226" y="35826"/>
                </a:lnTo>
                <a:lnTo>
                  <a:pt x="1471547" y="35826"/>
                </a:lnTo>
                <a:lnTo>
                  <a:pt x="1471439" y="29585"/>
                </a:lnTo>
                <a:lnTo>
                  <a:pt x="1466512" y="20835"/>
                </a:lnTo>
                <a:close/>
              </a:path>
              <a:path w="3308985" h="1290954">
                <a:moveTo>
                  <a:pt x="1554770" y="48094"/>
                </a:moveTo>
                <a:lnTo>
                  <a:pt x="1532273" y="48094"/>
                </a:lnTo>
                <a:lnTo>
                  <a:pt x="1538317" y="59801"/>
                </a:lnTo>
                <a:lnTo>
                  <a:pt x="1487066" y="84299"/>
                </a:lnTo>
                <a:lnTo>
                  <a:pt x="1492279" y="110331"/>
                </a:lnTo>
                <a:lnTo>
                  <a:pt x="1514017" y="117871"/>
                </a:lnTo>
                <a:lnTo>
                  <a:pt x="1518347" y="117871"/>
                </a:lnTo>
                <a:lnTo>
                  <a:pt x="1538425" y="104775"/>
                </a:lnTo>
                <a:lnTo>
                  <a:pt x="1557732" y="104775"/>
                </a:lnTo>
                <a:lnTo>
                  <a:pt x="1557712" y="103476"/>
                </a:lnTo>
                <a:lnTo>
                  <a:pt x="1519104" y="103476"/>
                </a:lnTo>
                <a:lnTo>
                  <a:pt x="1506404" y="98875"/>
                </a:lnTo>
                <a:lnTo>
                  <a:pt x="1505843" y="89441"/>
                </a:lnTo>
                <a:lnTo>
                  <a:pt x="1505755" y="87961"/>
                </a:lnTo>
                <a:lnTo>
                  <a:pt x="1557474" y="87961"/>
                </a:lnTo>
                <a:lnTo>
                  <a:pt x="1557041" y="59801"/>
                </a:lnTo>
                <a:lnTo>
                  <a:pt x="1556963" y="54678"/>
                </a:lnTo>
                <a:lnTo>
                  <a:pt x="1556898" y="50439"/>
                </a:lnTo>
                <a:lnTo>
                  <a:pt x="1554770" y="48094"/>
                </a:lnTo>
                <a:close/>
              </a:path>
              <a:path w="3308985" h="1290954">
                <a:moveTo>
                  <a:pt x="1557732" y="104775"/>
                </a:moveTo>
                <a:lnTo>
                  <a:pt x="1538425" y="104775"/>
                </a:lnTo>
                <a:lnTo>
                  <a:pt x="1539074" y="116194"/>
                </a:lnTo>
                <a:lnTo>
                  <a:pt x="1557908" y="116194"/>
                </a:lnTo>
                <a:lnTo>
                  <a:pt x="1557818" y="110331"/>
                </a:lnTo>
                <a:lnTo>
                  <a:pt x="1557732" y="104775"/>
                </a:lnTo>
                <a:close/>
              </a:path>
              <a:path w="3308985" h="1290954">
                <a:moveTo>
                  <a:pt x="1557474" y="87961"/>
                </a:moveTo>
                <a:lnTo>
                  <a:pt x="1505755" y="87961"/>
                </a:lnTo>
                <a:lnTo>
                  <a:pt x="1538371" y="89441"/>
                </a:lnTo>
                <a:lnTo>
                  <a:pt x="1519104" y="103476"/>
                </a:lnTo>
                <a:lnTo>
                  <a:pt x="1557712" y="103476"/>
                </a:lnTo>
                <a:lnTo>
                  <a:pt x="1557497" y="89441"/>
                </a:lnTo>
                <a:lnTo>
                  <a:pt x="1557474" y="87961"/>
                </a:lnTo>
                <a:close/>
              </a:path>
              <a:path w="3308985" h="1290954">
                <a:moveTo>
                  <a:pt x="1543692" y="35881"/>
                </a:moveTo>
                <a:lnTo>
                  <a:pt x="1503428" y="36277"/>
                </a:lnTo>
                <a:lnTo>
                  <a:pt x="1488906" y="54931"/>
                </a:lnTo>
                <a:lnTo>
                  <a:pt x="1507198" y="57528"/>
                </a:lnTo>
                <a:lnTo>
                  <a:pt x="1508086" y="54931"/>
                </a:lnTo>
                <a:lnTo>
                  <a:pt x="1508172" y="54678"/>
                </a:lnTo>
                <a:lnTo>
                  <a:pt x="1532273" y="48094"/>
                </a:lnTo>
                <a:lnTo>
                  <a:pt x="1554770" y="48094"/>
                </a:lnTo>
                <a:lnTo>
                  <a:pt x="1543692" y="35881"/>
                </a:lnTo>
                <a:close/>
              </a:path>
              <a:path w="3308985" h="1290954">
                <a:moveTo>
                  <a:pt x="1588918" y="33066"/>
                </a:moveTo>
                <a:lnTo>
                  <a:pt x="1568028" y="33066"/>
                </a:lnTo>
                <a:lnTo>
                  <a:pt x="1597632" y="116194"/>
                </a:lnTo>
                <a:lnTo>
                  <a:pt x="1619279" y="116194"/>
                </a:lnTo>
                <a:lnTo>
                  <a:pt x="1626892" y="94816"/>
                </a:lnTo>
                <a:lnTo>
                  <a:pt x="1608888" y="94816"/>
                </a:lnTo>
                <a:lnTo>
                  <a:pt x="1588918" y="33066"/>
                </a:lnTo>
                <a:close/>
              </a:path>
              <a:path w="3308985" h="1290954">
                <a:moveTo>
                  <a:pt x="1648882" y="33066"/>
                </a:moveTo>
                <a:lnTo>
                  <a:pt x="1628047" y="33066"/>
                </a:lnTo>
                <a:lnTo>
                  <a:pt x="1608888" y="94816"/>
                </a:lnTo>
                <a:lnTo>
                  <a:pt x="1626892" y="94816"/>
                </a:lnTo>
                <a:lnTo>
                  <a:pt x="1648882" y="33066"/>
                </a:lnTo>
                <a:close/>
              </a:path>
              <a:path w="3308985" h="1290954">
                <a:moveTo>
                  <a:pt x="1687447" y="31984"/>
                </a:moveTo>
                <a:lnTo>
                  <a:pt x="1668776" y="41058"/>
                </a:lnTo>
                <a:lnTo>
                  <a:pt x="1657663" y="59062"/>
                </a:lnTo>
                <a:lnTo>
                  <a:pt x="1656040" y="83812"/>
                </a:lnTo>
                <a:lnTo>
                  <a:pt x="1664158" y="104179"/>
                </a:lnTo>
                <a:lnTo>
                  <a:pt x="1680881" y="116085"/>
                </a:lnTo>
                <a:lnTo>
                  <a:pt x="1696413" y="117817"/>
                </a:lnTo>
                <a:lnTo>
                  <a:pt x="1718638" y="112910"/>
                </a:lnTo>
                <a:lnTo>
                  <a:pt x="1729552" y="98010"/>
                </a:lnTo>
                <a:lnTo>
                  <a:pt x="1682360" y="98010"/>
                </a:lnTo>
                <a:lnTo>
                  <a:pt x="1678225" y="79988"/>
                </a:lnTo>
                <a:lnTo>
                  <a:pt x="1665240" y="79988"/>
                </a:lnTo>
                <a:lnTo>
                  <a:pt x="1665240" y="66783"/>
                </a:lnTo>
                <a:lnTo>
                  <a:pt x="1675846" y="66783"/>
                </a:lnTo>
                <a:lnTo>
                  <a:pt x="1679708" y="54606"/>
                </a:lnTo>
                <a:lnTo>
                  <a:pt x="1702691" y="48094"/>
                </a:lnTo>
                <a:lnTo>
                  <a:pt x="1724533" y="48094"/>
                </a:lnTo>
                <a:lnTo>
                  <a:pt x="1718512" y="38623"/>
                </a:lnTo>
                <a:lnTo>
                  <a:pt x="1687447" y="31984"/>
                </a:lnTo>
                <a:close/>
              </a:path>
              <a:path w="3308985" h="1290954">
                <a:moveTo>
                  <a:pt x="1714272" y="91840"/>
                </a:moveTo>
                <a:lnTo>
                  <a:pt x="1713513" y="93896"/>
                </a:lnTo>
                <a:lnTo>
                  <a:pt x="1713406" y="94185"/>
                </a:lnTo>
                <a:lnTo>
                  <a:pt x="1682360" y="98010"/>
                </a:lnTo>
                <a:lnTo>
                  <a:pt x="1729552" y="98010"/>
                </a:lnTo>
                <a:lnTo>
                  <a:pt x="1732564" y="93896"/>
                </a:lnTo>
                <a:lnTo>
                  <a:pt x="1714272" y="91840"/>
                </a:lnTo>
                <a:close/>
              </a:path>
              <a:path w="3308985" h="1290954">
                <a:moveTo>
                  <a:pt x="1675846" y="66783"/>
                </a:moveTo>
                <a:lnTo>
                  <a:pt x="1665240" y="66783"/>
                </a:lnTo>
                <a:lnTo>
                  <a:pt x="1665240" y="79988"/>
                </a:lnTo>
                <a:lnTo>
                  <a:pt x="1678225" y="79988"/>
                </a:lnTo>
                <a:lnTo>
                  <a:pt x="1675469" y="67973"/>
                </a:lnTo>
                <a:lnTo>
                  <a:pt x="1675846" y="66783"/>
                </a:lnTo>
                <a:close/>
              </a:path>
              <a:path w="3308985" h="1290954">
                <a:moveTo>
                  <a:pt x="1724533" y="48094"/>
                </a:moveTo>
                <a:lnTo>
                  <a:pt x="1702691" y="48094"/>
                </a:lnTo>
                <a:lnTo>
                  <a:pt x="1714597" y="66783"/>
                </a:lnTo>
                <a:lnTo>
                  <a:pt x="1675846" y="66783"/>
                </a:lnTo>
                <a:lnTo>
                  <a:pt x="1675469" y="67973"/>
                </a:lnTo>
                <a:lnTo>
                  <a:pt x="1678225" y="79988"/>
                </a:lnTo>
                <a:lnTo>
                  <a:pt x="1733376" y="79988"/>
                </a:lnTo>
                <a:lnTo>
                  <a:pt x="1732366" y="60415"/>
                </a:lnTo>
                <a:lnTo>
                  <a:pt x="1724533" y="48094"/>
                </a:lnTo>
                <a:close/>
              </a:path>
              <a:path w="3308985" h="1290954">
                <a:moveTo>
                  <a:pt x="1819484" y="54483"/>
                </a:moveTo>
                <a:lnTo>
                  <a:pt x="1802711" y="68352"/>
                </a:lnTo>
                <a:lnTo>
                  <a:pt x="1795640" y="92634"/>
                </a:lnTo>
                <a:lnTo>
                  <a:pt x="1807253" y="111070"/>
                </a:lnTo>
                <a:lnTo>
                  <a:pt x="1807580" y="111070"/>
                </a:lnTo>
                <a:lnTo>
                  <a:pt x="1832170" y="117817"/>
                </a:lnTo>
                <a:lnTo>
                  <a:pt x="1857282" y="111070"/>
                </a:lnTo>
                <a:lnTo>
                  <a:pt x="1859868" y="106199"/>
                </a:lnTo>
                <a:lnTo>
                  <a:pt x="1856347" y="101690"/>
                </a:lnTo>
                <a:lnTo>
                  <a:pt x="1829158" y="101690"/>
                </a:lnTo>
                <a:lnTo>
                  <a:pt x="1814852" y="85887"/>
                </a:lnTo>
                <a:lnTo>
                  <a:pt x="1831501" y="69872"/>
                </a:lnTo>
                <a:lnTo>
                  <a:pt x="1819484" y="54483"/>
                </a:lnTo>
                <a:close/>
              </a:path>
              <a:path w="3308985" h="1290954">
                <a:moveTo>
                  <a:pt x="1867725" y="91397"/>
                </a:moveTo>
                <a:lnTo>
                  <a:pt x="1859868" y="106199"/>
                </a:lnTo>
                <a:lnTo>
                  <a:pt x="1867673" y="116194"/>
                </a:lnTo>
                <a:lnTo>
                  <a:pt x="1888887" y="116194"/>
                </a:lnTo>
                <a:lnTo>
                  <a:pt x="1867725" y="91397"/>
                </a:lnTo>
                <a:close/>
              </a:path>
              <a:path w="3308985" h="1290954">
                <a:moveTo>
                  <a:pt x="1859123" y="81319"/>
                </a:moveTo>
                <a:lnTo>
                  <a:pt x="1851888" y="94672"/>
                </a:lnTo>
                <a:lnTo>
                  <a:pt x="1851065" y="94926"/>
                </a:lnTo>
                <a:lnTo>
                  <a:pt x="1859868" y="106199"/>
                </a:lnTo>
                <a:lnTo>
                  <a:pt x="1867725" y="91397"/>
                </a:lnTo>
                <a:lnTo>
                  <a:pt x="1859123" y="81319"/>
                </a:lnTo>
                <a:close/>
              </a:path>
              <a:path w="3308985" h="1290954">
                <a:moveTo>
                  <a:pt x="1851065" y="94926"/>
                </a:moveTo>
                <a:lnTo>
                  <a:pt x="1829158" y="101690"/>
                </a:lnTo>
                <a:lnTo>
                  <a:pt x="1856347" y="101690"/>
                </a:lnTo>
                <a:lnTo>
                  <a:pt x="1851065" y="94926"/>
                </a:lnTo>
                <a:close/>
              </a:path>
              <a:path w="3308985" h="1290954">
                <a:moveTo>
                  <a:pt x="1841305" y="60441"/>
                </a:moveTo>
                <a:lnTo>
                  <a:pt x="1831501" y="69872"/>
                </a:lnTo>
                <a:lnTo>
                  <a:pt x="1851065" y="94926"/>
                </a:lnTo>
                <a:lnTo>
                  <a:pt x="1851888" y="94672"/>
                </a:lnTo>
                <a:lnTo>
                  <a:pt x="1859123" y="81319"/>
                </a:lnTo>
                <a:lnTo>
                  <a:pt x="1841305" y="60441"/>
                </a:lnTo>
                <a:close/>
              </a:path>
              <a:path w="3308985" h="1290954">
                <a:moveTo>
                  <a:pt x="1882285" y="63969"/>
                </a:moveTo>
                <a:lnTo>
                  <a:pt x="1865454" y="63969"/>
                </a:lnTo>
                <a:lnTo>
                  <a:pt x="1865454" y="69633"/>
                </a:lnTo>
                <a:lnTo>
                  <a:pt x="1859123" y="81319"/>
                </a:lnTo>
                <a:lnTo>
                  <a:pt x="1867725" y="91397"/>
                </a:lnTo>
                <a:lnTo>
                  <a:pt x="1882285" y="63969"/>
                </a:lnTo>
                <a:close/>
              </a:path>
              <a:path w="3308985" h="1290954">
                <a:moveTo>
                  <a:pt x="1830300" y="45540"/>
                </a:moveTo>
                <a:lnTo>
                  <a:pt x="1819484" y="54483"/>
                </a:lnTo>
                <a:lnTo>
                  <a:pt x="1831501" y="69872"/>
                </a:lnTo>
                <a:lnTo>
                  <a:pt x="1841305" y="60441"/>
                </a:lnTo>
                <a:lnTo>
                  <a:pt x="1836879" y="55255"/>
                </a:lnTo>
                <a:lnTo>
                  <a:pt x="1830300" y="45540"/>
                </a:lnTo>
                <a:close/>
              </a:path>
              <a:path w="3308985" h="1290954">
                <a:moveTo>
                  <a:pt x="1857077" y="20078"/>
                </a:moveTo>
                <a:lnTo>
                  <a:pt x="1837889" y="20078"/>
                </a:lnTo>
                <a:lnTo>
                  <a:pt x="1845646" y="32850"/>
                </a:lnTo>
                <a:lnTo>
                  <a:pt x="1830300" y="45540"/>
                </a:lnTo>
                <a:lnTo>
                  <a:pt x="1836879" y="55255"/>
                </a:lnTo>
                <a:lnTo>
                  <a:pt x="1841305" y="60441"/>
                </a:lnTo>
                <a:lnTo>
                  <a:pt x="1847499" y="54483"/>
                </a:lnTo>
                <a:lnTo>
                  <a:pt x="1862261" y="34401"/>
                </a:lnTo>
                <a:lnTo>
                  <a:pt x="1857077" y="20078"/>
                </a:lnTo>
                <a:close/>
              </a:path>
              <a:path w="3308985" h="1290954">
                <a:moveTo>
                  <a:pt x="1828274" y="4004"/>
                </a:moveTo>
                <a:lnTo>
                  <a:pt x="1811100" y="13223"/>
                </a:lnTo>
                <a:lnTo>
                  <a:pt x="1805056" y="36007"/>
                </a:lnTo>
                <a:lnTo>
                  <a:pt x="1819484" y="54483"/>
                </a:lnTo>
                <a:lnTo>
                  <a:pt x="1830300" y="45540"/>
                </a:lnTo>
                <a:lnTo>
                  <a:pt x="1822537" y="34077"/>
                </a:lnTo>
                <a:lnTo>
                  <a:pt x="1837889" y="20078"/>
                </a:lnTo>
                <a:lnTo>
                  <a:pt x="1857077" y="20078"/>
                </a:lnTo>
                <a:lnTo>
                  <a:pt x="1853349" y="9777"/>
                </a:lnTo>
                <a:lnTo>
                  <a:pt x="1828274" y="4004"/>
                </a:lnTo>
                <a:close/>
              </a:path>
              <a:path w="3308985" h="1290954">
                <a:moveTo>
                  <a:pt x="2009924" y="4708"/>
                </a:moveTo>
                <a:lnTo>
                  <a:pt x="1972041" y="10607"/>
                </a:lnTo>
                <a:lnTo>
                  <a:pt x="1950999" y="36828"/>
                </a:lnTo>
                <a:lnTo>
                  <a:pt x="1948905" y="77363"/>
                </a:lnTo>
                <a:lnTo>
                  <a:pt x="1961677" y="102677"/>
                </a:lnTo>
                <a:lnTo>
                  <a:pt x="1990908" y="117286"/>
                </a:lnTo>
                <a:lnTo>
                  <a:pt x="2026178" y="110060"/>
                </a:lnTo>
                <a:lnTo>
                  <a:pt x="2032547" y="99687"/>
                </a:lnTo>
                <a:lnTo>
                  <a:pt x="1992300" y="99687"/>
                </a:lnTo>
                <a:lnTo>
                  <a:pt x="1974061" y="87979"/>
                </a:lnTo>
                <a:lnTo>
                  <a:pt x="1967441" y="52441"/>
                </a:lnTo>
                <a:lnTo>
                  <a:pt x="1977669" y="29404"/>
                </a:lnTo>
                <a:lnTo>
                  <a:pt x="2001734" y="21864"/>
                </a:lnTo>
                <a:lnTo>
                  <a:pt x="2037115" y="21864"/>
                </a:lnTo>
                <a:lnTo>
                  <a:pt x="2036966" y="21467"/>
                </a:lnTo>
                <a:lnTo>
                  <a:pt x="2009924" y="4708"/>
                </a:lnTo>
                <a:close/>
              </a:path>
              <a:path w="3308985" h="1290954">
                <a:moveTo>
                  <a:pt x="2044940" y="79501"/>
                </a:moveTo>
                <a:lnTo>
                  <a:pt x="2024669" y="79501"/>
                </a:lnTo>
                <a:lnTo>
                  <a:pt x="2022967" y="85526"/>
                </a:lnTo>
                <a:lnTo>
                  <a:pt x="1992300" y="99687"/>
                </a:lnTo>
                <a:lnTo>
                  <a:pt x="2032547" y="99687"/>
                </a:lnTo>
                <a:lnTo>
                  <a:pt x="2044940" y="79501"/>
                </a:lnTo>
                <a:close/>
              </a:path>
              <a:path w="3308985" h="1290954">
                <a:moveTo>
                  <a:pt x="2037115" y="21864"/>
                </a:moveTo>
                <a:lnTo>
                  <a:pt x="2001734" y="21864"/>
                </a:lnTo>
                <a:lnTo>
                  <a:pt x="2024699" y="42754"/>
                </a:lnTo>
                <a:lnTo>
                  <a:pt x="2044940" y="42754"/>
                </a:lnTo>
                <a:lnTo>
                  <a:pt x="2037115" y="21864"/>
                </a:lnTo>
                <a:close/>
              </a:path>
              <a:path w="3308985" h="1290954">
                <a:moveTo>
                  <a:pt x="2090603" y="31984"/>
                </a:moveTo>
                <a:lnTo>
                  <a:pt x="2071661" y="40914"/>
                </a:lnTo>
                <a:lnTo>
                  <a:pt x="2060513" y="58845"/>
                </a:lnTo>
                <a:lnTo>
                  <a:pt x="2058889" y="83542"/>
                </a:lnTo>
                <a:lnTo>
                  <a:pt x="2067043" y="103891"/>
                </a:lnTo>
                <a:lnTo>
                  <a:pt x="2083567" y="116031"/>
                </a:lnTo>
                <a:lnTo>
                  <a:pt x="2098721" y="117817"/>
                </a:lnTo>
                <a:lnTo>
                  <a:pt x="2106839" y="117817"/>
                </a:lnTo>
                <a:lnTo>
                  <a:pt x="2125781" y="108888"/>
                </a:lnTo>
                <a:lnTo>
                  <a:pt x="2130001" y="102123"/>
                </a:lnTo>
                <a:lnTo>
                  <a:pt x="2094319" y="102123"/>
                </a:lnTo>
                <a:lnTo>
                  <a:pt x="2082395" y="92760"/>
                </a:lnTo>
                <a:lnTo>
                  <a:pt x="2084614" y="53650"/>
                </a:lnTo>
                <a:lnTo>
                  <a:pt x="2103231" y="47516"/>
                </a:lnTo>
                <a:lnTo>
                  <a:pt x="2131015" y="47516"/>
                </a:lnTo>
                <a:lnTo>
                  <a:pt x="2130381" y="45929"/>
                </a:lnTo>
                <a:lnTo>
                  <a:pt x="2113874" y="33770"/>
                </a:lnTo>
                <a:lnTo>
                  <a:pt x="2090603" y="31984"/>
                </a:lnTo>
                <a:close/>
              </a:path>
              <a:path w="3308985" h="1290954">
                <a:moveTo>
                  <a:pt x="2131015" y="47516"/>
                </a:moveTo>
                <a:lnTo>
                  <a:pt x="2103231" y="47516"/>
                </a:lnTo>
                <a:lnTo>
                  <a:pt x="2115029" y="56951"/>
                </a:lnTo>
                <a:lnTo>
                  <a:pt x="2115029" y="92760"/>
                </a:lnTo>
                <a:lnTo>
                  <a:pt x="2098829" y="102123"/>
                </a:lnTo>
                <a:lnTo>
                  <a:pt x="2130001" y="102123"/>
                </a:lnTo>
                <a:lnTo>
                  <a:pt x="2136911" y="91046"/>
                </a:lnTo>
                <a:lnTo>
                  <a:pt x="2138553" y="66368"/>
                </a:lnTo>
                <a:lnTo>
                  <a:pt x="2131015" y="47516"/>
                </a:lnTo>
                <a:close/>
              </a:path>
              <a:path w="3308985" h="1290954">
                <a:moveTo>
                  <a:pt x="2173906" y="33066"/>
                </a:moveTo>
                <a:lnTo>
                  <a:pt x="2155181" y="33066"/>
                </a:lnTo>
                <a:lnTo>
                  <a:pt x="2155181" y="116194"/>
                </a:lnTo>
                <a:lnTo>
                  <a:pt x="2174772" y="116194"/>
                </a:lnTo>
                <a:lnTo>
                  <a:pt x="2174772" y="67486"/>
                </a:lnTo>
                <a:lnTo>
                  <a:pt x="2178506" y="54444"/>
                </a:lnTo>
                <a:lnTo>
                  <a:pt x="2197412" y="48545"/>
                </a:lnTo>
                <a:lnTo>
                  <a:pt x="2224723" y="48545"/>
                </a:lnTo>
                <a:lnTo>
                  <a:pt x="2223459" y="47191"/>
                </a:lnTo>
                <a:lnTo>
                  <a:pt x="2174880" y="47191"/>
                </a:lnTo>
                <a:lnTo>
                  <a:pt x="2173926" y="33355"/>
                </a:lnTo>
                <a:lnTo>
                  <a:pt x="2173906" y="33066"/>
                </a:lnTo>
                <a:close/>
              </a:path>
              <a:path w="3308985" h="1290954">
                <a:moveTo>
                  <a:pt x="2224723" y="48545"/>
                </a:moveTo>
                <a:lnTo>
                  <a:pt x="2197412" y="48545"/>
                </a:lnTo>
                <a:lnTo>
                  <a:pt x="2207099" y="56392"/>
                </a:lnTo>
                <a:lnTo>
                  <a:pt x="2208543" y="116194"/>
                </a:lnTo>
                <a:lnTo>
                  <a:pt x="2228134" y="116194"/>
                </a:lnTo>
                <a:lnTo>
                  <a:pt x="2227092" y="56392"/>
                </a:lnTo>
                <a:lnTo>
                  <a:pt x="2226997" y="50980"/>
                </a:lnTo>
                <a:lnTo>
                  <a:pt x="2224723" y="48545"/>
                </a:lnTo>
                <a:close/>
              </a:path>
              <a:path w="3308985" h="1290954">
                <a:moveTo>
                  <a:pt x="2210401" y="33211"/>
                </a:moveTo>
                <a:lnTo>
                  <a:pt x="2188248" y="33355"/>
                </a:lnTo>
                <a:lnTo>
                  <a:pt x="2174880" y="47191"/>
                </a:lnTo>
                <a:lnTo>
                  <a:pt x="2223459" y="47191"/>
                </a:lnTo>
                <a:lnTo>
                  <a:pt x="2210401" y="33211"/>
                </a:lnTo>
                <a:close/>
              </a:path>
              <a:path w="3308985" h="1290954">
                <a:moveTo>
                  <a:pt x="2273161" y="13150"/>
                </a:moveTo>
                <a:lnTo>
                  <a:pt x="2253570" y="13150"/>
                </a:lnTo>
                <a:lnTo>
                  <a:pt x="2253534" y="99633"/>
                </a:lnTo>
                <a:lnTo>
                  <a:pt x="2262355" y="113452"/>
                </a:lnTo>
                <a:lnTo>
                  <a:pt x="2288531" y="116140"/>
                </a:lnTo>
                <a:lnTo>
                  <a:pt x="2273161" y="13150"/>
                </a:lnTo>
                <a:close/>
              </a:path>
              <a:path w="3308985" h="1290954">
                <a:moveTo>
                  <a:pt x="2253561" y="33066"/>
                </a:moveTo>
                <a:lnTo>
                  <a:pt x="2241772" y="33066"/>
                </a:lnTo>
                <a:lnTo>
                  <a:pt x="2241772" y="48220"/>
                </a:lnTo>
                <a:lnTo>
                  <a:pt x="2253555" y="48220"/>
                </a:lnTo>
                <a:lnTo>
                  <a:pt x="2253561" y="33066"/>
                </a:lnTo>
                <a:close/>
              </a:path>
              <a:path w="3308985" h="1290954">
                <a:moveTo>
                  <a:pt x="2289559" y="33066"/>
                </a:moveTo>
                <a:lnTo>
                  <a:pt x="2276133" y="33066"/>
                </a:lnTo>
                <a:lnTo>
                  <a:pt x="2278395" y="48220"/>
                </a:lnTo>
                <a:lnTo>
                  <a:pt x="2289559" y="48220"/>
                </a:lnTo>
                <a:lnTo>
                  <a:pt x="2289559" y="33066"/>
                </a:lnTo>
                <a:close/>
              </a:path>
              <a:path w="3308985" h="1290954">
                <a:moveTo>
                  <a:pt x="2325535" y="33066"/>
                </a:moveTo>
                <a:lnTo>
                  <a:pt x="2305944" y="33066"/>
                </a:lnTo>
                <a:lnTo>
                  <a:pt x="2305944" y="116194"/>
                </a:lnTo>
                <a:lnTo>
                  <a:pt x="2325535" y="116194"/>
                </a:lnTo>
                <a:lnTo>
                  <a:pt x="2325535" y="33066"/>
                </a:lnTo>
                <a:close/>
              </a:path>
              <a:path w="3308985" h="1290954">
                <a:moveTo>
                  <a:pt x="2312691" y="0"/>
                </a:moveTo>
                <a:lnTo>
                  <a:pt x="2304428" y="13583"/>
                </a:lnTo>
                <a:lnTo>
                  <a:pt x="2315793" y="21268"/>
                </a:lnTo>
                <a:lnTo>
                  <a:pt x="2318932" y="21268"/>
                </a:lnTo>
                <a:lnTo>
                  <a:pt x="2327159" y="7702"/>
                </a:lnTo>
                <a:lnTo>
                  <a:pt x="2312691" y="0"/>
                </a:lnTo>
                <a:close/>
              </a:path>
              <a:path w="3308985" h="1290954">
                <a:moveTo>
                  <a:pt x="2364406" y="33066"/>
                </a:moveTo>
                <a:lnTo>
                  <a:pt x="2345681" y="33066"/>
                </a:lnTo>
                <a:lnTo>
                  <a:pt x="2345681" y="116194"/>
                </a:lnTo>
                <a:lnTo>
                  <a:pt x="2365272" y="116194"/>
                </a:lnTo>
                <a:lnTo>
                  <a:pt x="2365272" y="67486"/>
                </a:lnTo>
                <a:lnTo>
                  <a:pt x="2369006" y="54444"/>
                </a:lnTo>
                <a:lnTo>
                  <a:pt x="2387912" y="48545"/>
                </a:lnTo>
                <a:lnTo>
                  <a:pt x="2415223" y="48545"/>
                </a:lnTo>
                <a:lnTo>
                  <a:pt x="2413959" y="47191"/>
                </a:lnTo>
                <a:lnTo>
                  <a:pt x="2365380" y="47191"/>
                </a:lnTo>
                <a:lnTo>
                  <a:pt x="2364426" y="33355"/>
                </a:lnTo>
                <a:lnTo>
                  <a:pt x="2364406" y="33066"/>
                </a:lnTo>
                <a:close/>
              </a:path>
              <a:path w="3308985" h="1290954">
                <a:moveTo>
                  <a:pt x="2415223" y="48545"/>
                </a:moveTo>
                <a:lnTo>
                  <a:pt x="2387912" y="48545"/>
                </a:lnTo>
                <a:lnTo>
                  <a:pt x="2397599" y="56392"/>
                </a:lnTo>
                <a:lnTo>
                  <a:pt x="2399043" y="116194"/>
                </a:lnTo>
                <a:lnTo>
                  <a:pt x="2418634" y="116194"/>
                </a:lnTo>
                <a:lnTo>
                  <a:pt x="2417592" y="56392"/>
                </a:lnTo>
                <a:lnTo>
                  <a:pt x="2417497" y="50980"/>
                </a:lnTo>
                <a:lnTo>
                  <a:pt x="2415223" y="48545"/>
                </a:lnTo>
                <a:close/>
              </a:path>
              <a:path w="3308985" h="1290954">
                <a:moveTo>
                  <a:pt x="2400901" y="33211"/>
                </a:moveTo>
                <a:lnTo>
                  <a:pt x="2378748" y="33355"/>
                </a:lnTo>
                <a:lnTo>
                  <a:pt x="2365380" y="47191"/>
                </a:lnTo>
                <a:lnTo>
                  <a:pt x="2413959" y="47191"/>
                </a:lnTo>
                <a:lnTo>
                  <a:pt x="2400901" y="33211"/>
                </a:lnTo>
                <a:close/>
              </a:path>
              <a:path w="3308985" h="1290954">
                <a:moveTo>
                  <a:pt x="2458141" y="33066"/>
                </a:moveTo>
                <a:lnTo>
                  <a:pt x="2438550" y="33066"/>
                </a:lnTo>
                <a:lnTo>
                  <a:pt x="2439555" y="88972"/>
                </a:lnTo>
                <a:lnTo>
                  <a:pt x="2439617" y="92417"/>
                </a:lnTo>
                <a:lnTo>
                  <a:pt x="2439722" y="98298"/>
                </a:lnTo>
                <a:lnTo>
                  <a:pt x="2456110" y="116194"/>
                </a:lnTo>
                <a:lnTo>
                  <a:pt x="2445845" y="116194"/>
                </a:lnTo>
                <a:lnTo>
                  <a:pt x="2477750" y="115797"/>
                </a:lnTo>
                <a:lnTo>
                  <a:pt x="2491262" y="101419"/>
                </a:lnTo>
                <a:lnTo>
                  <a:pt x="2511123" y="101419"/>
                </a:lnTo>
                <a:lnTo>
                  <a:pt x="2511123" y="100174"/>
                </a:lnTo>
                <a:lnTo>
                  <a:pt x="2469145" y="100174"/>
                </a:lnTo>
                <a:lnTo>
                  <a:pt x="2459584" y="92417"/>
                </a:lnTo>
                <a:lnTo>
                  <a:pt x="2458141" y="33066"/>
                </a:lnTo>
                <a:close/>
              </a:path>
              <a:path w="3308985" h="1290954">
                <a:moveTo>
                  <a:pt x="2511123" y="101419"/>
                </a:moveTo>
                <a:lnTo>
                  <a:pt x="2491262" y="101419"/>
                </a:lnTo>
                <a:lnTo>
                  <a:pt x="2492104" y="115797"/>
                </a:lnTo>
                <a:lnTo>
                  <a:pt x="2492128" y="116194"/>
                </a:lnTo>
                <a:lnTo>
                  <a:pt x="2511123" y="116194"/>
                </a:lnTo>
                <a:lnTo>
                  <a:pt x="2511123" y="101419"/>
                </a:lnTo>
                <a:close/>
              </a:path>
              <a:path w="3308985" h="1290954">
                <a:moveTo>
                  <a:pt x="2511123" y="33066"/>
                </a:moveTo>
                <a:lnTo>
                  <a:pt x="2491532" y="33066"/>
                </a:lnTo>
                <a:lnTo>
                  <a:pt x="2491532" y="81233"/>
                </a:lnTo>
                <a:lnTo>
                  <a:pt x="2490648" y="88972"/>
                </a:lnTo>
                <a:lnTo>
                  <a:pt x="2469145" y="100174"/>
                </a:lnTo>
                <a:lnTo>
                  <a:pt x="2511123" y="100174"/>
                </a:lnTo>
                <a:lnTo>
                  <a:pt x="2511123" y="33066"/>
                </a:lnTo>
                <a:close/>
              </a:path>
              <a:path w="3308985" h="1290954">
                <a:moveTo>
                  <a:pt x="2559105" y="31984"/>
                </a:moveTo>
                <a:lnTo>
                  <a:pt x="2540434" y="41058"/>
                </a:lnTo>
                <a:lnTo>
                  <a:pt x="2529321" y="59062"/>
                </a:lnTo>
                <a:lnTo>
                  <a:pt x="2527698" y="83812"/>
                </a:lnTo>
                <a:lnTo>
                  <a:pt x="2535816" y="104179"/>
                </a:lnTo>
                <a:lnTo>
                  <a:pt x="2552538" y="116085"/>
                </a:lnTo>
                <a:lnTo>
                  <a:pt x="2568071" y="117817"/>
                </a:lnTo>
                <a:lnTo>
                  <a:pt x="2590296" y="112910"/>
                </a:lnTo>
                <a:lnTo>
                  <a:pt x="2601210" y="98010"/>
                </a:lnTo>
                <a:lnTo>
                  <a:pt x="2554018" y="98010"/>
                </a:lnTo>
                <a:lnTo>
                  <a:pt x="2549883" y="79988"/>
                </a:lnTo>
                <a:lnTo>
                  <a:pt x="2536898" y="79988"/>
                </a:lnTo>
                <a:lnTo>
                  <a:pt x="2536898" y="66783"/>
                </a:lnTo>
                <a:lnTo>
                  <a:pt x="2547504" y="66783"/>
                </a:lnTo>
                <a:lnTo>
                  <a:pt x="2551366" y="54606"/>
                </a:lnTo>
                <a:lnTo>
                  <a:pt x="2574348" y="48094"/>
                </a:lnTo>
                <a:lnTo>
                  <a:pt x="2596191" y="48094"/>
                </a:lnTo>
                <a:lnTo>
                  <a:pt x="2590169" y="38623"/>
                </a:lnTo>
                <a:lnTo>
                  <a:pt x="2559105" y="31984"/>
                </a:lnTo>
                <a:close/>
              </a:path>
              <a:path w="3308985" h="1290954">
                <a:moveTo>
                  <a:pt x="2585930" y="91840"/>
                </a:moveTo>
                <a:lnTo>
                  <a:pt x="2585171" y="93896"/>
                </a:lnTo>
                <a:lnTo>
                  <a:pt x="2585064" y="94185"/>
                </a:lnTo>
                <a:lnTo>
                  <a:pt x="2554018" y="98010"/>
                </a:lnTo>
                <a:lnTo>
                  <a:pt x="2601210" y="98010"/>
                </a:lnTo>
                <a:lnTo>
                  <a:pt x="2604222" y="93896"/>
                </a:lnTo>
                <a:lnTo>
                  <a:pt x="2585930" y="91840"/>
                </a:lnTo>
                <a:close/>
              </a:path>
              <a:path w="3308985" h="1290954">
                <a:moveTo>
                  <a:pt x="2547504" y="66783"/>
                </a:moveTo>
                <a:lnTo>
                  <a:pt x="2536898" y="66783"/>
                </a:lnTo>
                <a:lnTo>
                  <a:pt x="2536898" y="79988"/>
                </a:lnTo>
                <a:lnTo>
                  <a:pt x="2549883" y="79988"/>
                </a:lnTo>
                <a:lnTo>
                  <a:pt x="2547127" y="67973"/>
                </a:lnTo>
                <a:lnTo>
                  <a:pt x="2547504" y="66783"/>
                </a:lnTo>
                <a:close/>
              </a:path>
              <a:path w="3308985" h="1290954">
                <a:moveTo>
                  <a:pt x="2596191" y="48094"/>
                </a:moveTo>
                <a:lnTo>
                  <a:pt x="2574348" y="48094"/>
                </a:lnTo>
                <a:lnTo>
                  <a:pt x="2586255" y="66783"/>
                </a:lnTo>
                <a:lnTo>
                  <a:pt x="2547504" y="66783"/>
                </a:lnTo>
                <a:lnTo>
                  <a:pt x="2547127" y="67973"/>
                </a:lnTo>
                <a:lnTo>
                  <a:pt x="2549883" y="79988"/>
                </a:lnTo>
                <a:lnTo>
                  <a:pt x="2605034" y="79988"/>
                </a:lnTo>
                <a:lnTo>
                  <a:pt x="2604024" y="60415"/>
                </a:lnTo>
                <a:lnTo>
                  <a:pt x="2596191" y="48094"/>
                </a:lnTo>
                <a:close/>
              </a:path>
              <a:path w="3308985" h="1290954">
                <a:moveTo>
                  <a:pt x="2642282" y="101040"/>
                </a:moveTo>
                <a:lnTo>
                  <a:pt x="2628427" y="101040"/>
                </a:lnTo>
                <a:lnTo>
                  <a:pt x="2621716" y="143253"/>
                </a:lnTo>
                <a:lnTo>
                  <a:pt x="2631458" y="143253"/>
                </a:lnTo>
                <a:lnTo>
                  <a:pt x="2642282" y="101040"/>
                </a:lnTo>
                <a:close/>
              </a:path>
              <a:path w="3308985" h="1290954">
                <a:moveTo>
                  <a:pt x="2738505" y="13150"/>
                </a:moveTo>
                <a:lnTo>
                  <a:pt x="2725733" y="13150"/>
                </a:lnTo>
                <a:lnTo>
                  <a:pt x="2725733" y="95845"/>
                </a:lnTo>
                <a:lnTo>
                  <a:pt x="2731361" y="111034"/>
                </a:lnTo>
                <a:lnTo>
                  <a:pt x="2752594" y="117096"/>
                </a:lnTo>
                <a:lnTo>
                  <a:pt x="2738505" y="13150"/>
                </a:lnTo>
                <a:close/>
              </a:path>
              <a:path w="3308985" h="1290954">
                <a:moveTo>
                  <a:pt x="2725733" y="33066"/>
                </a:moveTo>
                <a:lnTo>
                  <a:pt x="2713177" y="33066"/>
                </a:lnTo>
                <a:lnTo>
                  <a:pt x="2713177" y="43890"/>
                </a:lnTo>
                <a:lnTo>
                  <a:pt x="2725733" y="43890"/>
                </a:lnTo>
                <a:lnTo>
                  <a:pt x="2725733" y="33066"/>
                </a:lnTo>
                <a:close/>
              </a:path>
              <a:path w="3308985" h="1290954">
                <a:moveTo>
                  <a:pt x="2756256" y="33066"/>
                </a:moveTo>
                <a:lnTo>
                  <a:pt x="2741205" y="33066"/>
                </a:lnTo>
                <a:lnTo>
                  <a:pt x="2742672" y="43890"/>
                </a:lnTo>
                <a:lnTo>
                  <a:pt x="2756256" y="43890"/>
                </a:lnTo>
                <a:lnTo>
                  <a:pt x="2756256" y="33066"/>
                </a:lnTo>
                <a:close/>
              </a:path>
              <a:path w="3308985" h="1290954">
                <a:moveTo>
                  <a:pt x="2790027" y="5357"/>
                </a:moveTo>
                <a:lnTo>
                  <a:pt x="2777255" y="5357"/>
                </a:lnTo>
                <a:lnTo>
                  <a:pt x="2777255" y="116194"/>
                </a:lnTo>
                <a:lnTo>
                  <a:pt x="2790027" y="116194"/>
                </a:lnTo>
                <a:lnTo>
                  <a:pt x="2790027" y="66187"/>
                </a:lnTo>
                <a:lnTo>
                  <a:pt x="2794753" y="50457"/>
                </a:lnTo>
                <a:lnTo>
                  <a:pt x="2809320" y="46055"/>
                </a:lnTo>
                <a:lnTo>
                  <a:pt x="2791109" y="46055"/>
                </a:lnTo>
                <a:lnTo>
                  <a:pt x="2790027" y="5357"/>
                </a:lnTo>
                <a:close/>
              </a:path>
              <a:path w="3308985" h="1290954">
                <a:moveTo>
                  <a:pt x="2838645" y="43457"/>
                </a:moveTo>
                <a:lnTo>
                  <a:pt x="2817916" y="43457"/>
                </a:lnTo>
                <a:lnTo>
                  <a:pt x="2829444" y="52531"/>
                </a:lnTo>
                <a:lnTo>
                  <a:pt x="2831158" y="116194"/>
                </a:lnTo>
                <a:lnTo>
                  <a:pt x="2843930" y="116194"/>
                </a:lnTo>
                <a:lnTo>
                  <a:pt x="2843930" y="63373"/>
                </a:lnTo>
                <a:lnTo>
                  <a:pt x="2838645" y="43457"/>
                </a:lnTo>
                <a:close/>
              </a:path>
              <a:path w="3308985" h="1290954">
                <a:moveTo>
                  <a:pt x="2826197" y="33121"/>
                </a:moveTo>
                <a:lnTo>
                  <a:pt x="2803809" y="33265"/>
                </a:lnTo>
                <a:lnTo>
                  <a:pt x="2791109" y="46055"/>
                </a:lnTo>
                <a:lnTo>
                  <a:pt x="2809320" y="46055"/>
                </a:lnTo>
                <a:lnTo>
                  <a:pt x="2817916" y="43457"/>
                </a:lnTo>
                <a:lnTo>
                  <a:pt x="2838645" y="43457"/>
                </a:lnTo>
                <a:lnTo>
                  <a:pt x="2838013" y="41076"/>
                </a:lnTo>
                <a:lnTo>
                  <a:pt x="2826197" y="33121"/>
                </a:lnTo>
                <a:close/>
              </a:path>
              <a:path w="3308985" h="1290954">
                <a:moveTo>
                  <a:pt x="2893345" y="31984"/>
                </a:moveTo>
                <a:lnTo>
                  <a:pt x="2875558" y="41148"/>
                </a:lnTo>
                <a:lnTo>
                  <a:pt x="2864951" y="59260"/>
                </a:lnTo>
                <a:lnTo>
                  <a:pt x="2863399" y="83794"/>
                </a:lnTo>
                <a:lnTo>
                  <a:pt x="2871192" y="104071"/>
                </a:lnTo>
                <a:lnTo>
                  <a:pt x="2887230" y="116158"/>
                </a:lnTo>
                <a:lnTo>
                  <a:pt x="2902149" y="117926"/>
                </a:lnTo>
                <a:lnTo>
                  <a:pt x="2921866" y="113560"/>
                </a:lnTo>
                <a:lnTo>
                  <a:pt x="2927594" y="106452"/>
                </a:lnTo>
                <a:lnTo>
                  <a:pt x="2896989" y="106452"/>
                </a:lnTo>
                <a:lnTo>
                  <a:pt x="2881619" y="97523"/>
                </a:lnTo>
                <a:lnTo>
                  <a:pt x="2879355" y="78960"/>
                </a:lnTo>
                <a:lnTo>
                  <a:pt x="2872491" y="78960"/>
                </a:lnTo>
                <a:lnTo>
                  <a:pt x="2872491" y="67919"/>
                </a:lnTo>
                <a:lnTo>
                  <a:pt x="2878008" y="67919"/>
                </a:lnTo>
                <a:lnTo>
                  <a:pt x="2877164" y="60992"/>
                </a:lnTo>
                <a:lnTo>
                  <a:pt x="2895763" y="43457"/>
                </a:lnTo>
                <a:lnTo>
                  <a:pt x="2925313" y="43457"/>
                </a:lnTo>
                <a:lnTo>
                  <a:pt x="2921740" y="37937"/>
                </a:lnTo>
                <a:lnTo>
                  <a:pt x="2893345" y="31984"/>
                </a:lnTo>
                <a:close/>
              </a:path>
              <a:path w="3308985" h="1290954">
                <a:moveTo>
                  <a:pt x="2922930" y="93464"/>
                </a:moveTo>
                <a:lnTo>
                  <a:pt x="2921848" y="96350"/>
                </a:lnTo>
                <a:lnTo>
                  <a:pt x="2896989" y="106452"/>
                </a:lnTo>
                <a:lnTo>
                  <a:pt x="2927594" y="106452"/>
                </a:lnTo>
                <a:lnTo>
                  <a:pt x="2935269" y="96927"/>
                </a:lnTo>
                <a:lnTo>
                  <a:pt x="2922930" y="93464"/>
                </a:lnTo>
                <a:close/>
              </a:path>
              <a:path w="3308985" h="1290954">
                <a:moveTo>
                  <a:pt x="2878008" y="67919"/>
                </a:moveTo>
                <a:lnTo>
                  <a:pt x="2872491" y="67919"/>
                </a:lnTo>
                <a:lnTo>
                  <a:pt x="2872491" y="78960"/>
                </a:lnTo>
                <a:lnTo>
                  <a:pt x="2879355" y="78960"/>
                </a:lnTo>
                <a:lnTo>
                  <a:pt x="2878008" y="67919"/>
                </a:lnTo>
                <a:close/>
              </a:path>
              <a:path w="3308985" h="1290954">
                <a:moveTo>
                  <a:pt x="2925313" y="43457"/>
                </a:moveTo>
                <a:lnTo>
                  <a:pt x="2895763" y="43457"/>
                </a:lnTo>
                <a:lnTo>
                  <a:pt x="2916292" y="48779"/>
                </a:lnTo>
                <a:lnTo>
                  <a:pt x="2923580" y="67919"/>
                </a:lnTo>
                <a:lnTo>
                  <a:pt x="2878008" y="67919"/>
                </a:lnTo>
                <a:lnTo>
                  <a:pt x="2879355" y="78960"/>
                </a:lnTo>
                <a:lnTo>
                  <a:pt x="2936568" y="78960"/>
                </a:lnTo>
                <a:lnTo>
                  <a:pt x="2935631" y="60992"/>
                </a:lnTo>
                <a:lnTo>
                  <a:pt x="2935540" y="59260"/>
                </a:lnTo>
                <a:lnTo>
                  <a:pt x="2925313" y="43457"/>
                </a:lnTo>
                <a:close/>
              </a:path>
              <a:path w="3308985" h="1290954">
                <a:moveTo>
                  <a:pt x="3022929" y="33066"/>
                </a:moveTo>
                <a:lnTo>
                  <a:pt x="3010157" y="33066"/>
                </a:lnTo>
                <a:lnTo>
                  <a:pt x="3011260" y="95917"/>
                </a:lnTo>
                <a:lnTo>
                  <a:pt x="3011311" y="98821"/>
                </a:lnTo>
                <a:lnTo>
                  <a:pt x="3027236" y="116194"/>
                </a:lnTo>
                <a:lnTo>
                  <a:pt x="3023636" y="116194"/>
                </a:lnTo>
                <a:lnTo>
                  <a:pt x="3048473" y="115815"/>
                </a:lnTo>
                <a:lnTo>
                  <a:pt x="3058964" y="104937"/>
                </a:lnTo>
                <a:lnTo>
                  <a:pt x="3035809" y="104937"/>
                </a:lnTo>
                <a:lnTo>
                  <a:pt x="3024625" y="95917"/>
                </a:lnTo>
                <a:lnTo>
                  <a:pt x="3022929" y="33066"/>
                </a:lnTo>
                <a:close/>
              </a:path>
              <a:path w="3308985" h="1290954">
                <a:moveTo>
                  <a:pt x="3075316" y="102123"/>
                </a:moveTo>
                <a:lnTo>
                  <a:pt x="3061678" y="102123"/>
                </a:lnTo>
                <a:lnTo>
                  <a:pt x="3062521" y="115815"/>
                </a:lnTo>
                <a:lnTo>
                  <a:pt x="3062544" y="116194"/>
                </a:lnTo>
                <a:lnTo>
                  <a:pt x="3075316" y="116194"/>
                </a:lnTo>
                <a:lnTo>
                  <a:pt x="3075316" y="102123"/>
                </a:lnTo>
                <a:close/>
              </a:path>
              <a:path w="3308985" h="1290954">
                <a:moveTo>
                  <a:pt x="3075316" y="33066"/>
                </a:moveTo>
                <a:lnTo>
                  <a:pt x="3062544" y="33066"/>
                </a:lnTo>
                <a:lnTo>
                  <a:pt x="3062544" y="82207"/>
                </a:lnTo>
                <a:lnTo>
                  <a:pt x="3056898" y="98388"/>
                </a:lnTo>
                <a:lnTo>
                  <a:pt x="3035809" y="104937"/>
                </a:lnTo>
                <a:lnTo>
                  <a:pt x="3058964" y="104937"/>
                </a:lnTo>
                <a:lnTo>
                  <a:pt x="3061678" y="102123"/>
                </a:lnTo>
                <a:lnTo>
                  <a:pt x="3075316" y="102123"/>
                </a:lnTo>
                <a:lnTo>
                  <a:pt x="3075316" y="33066"/>
                </a:lnTo>
                <a:close/>
              </a:path>
              <a:path w="3308985" h="1290954">
                <a:moveTo>
                  <a:pt x="3107152" y="93247"/>
                </a:moveTo>
                <a:lnTo>
                  <a:pt x="3095029" y="96278"/>
                </a:lnTo>
                <a:lnTo>
                  <a:pt x="3096508" y="103349"/>
                </a:lnTo>
                <a:lnTo>
                  <a:pt x="3111139" y="116085"/>
                </a:lnTo>
                <a:lnTo>
                  <a:pt x="3133093" y="117926"/>
                </a:lnTo>
                <a:lnTo>
                  <a:pt x="3152287" y="109555"/>
                </a:lnTo>
                <a:lnTo>
                  <a:pt x="3153510" y="105550"/>
                </a:lnTo>
                <a:lnTo>
                  <a:pt x="3116948" y="105550"/>
                </a:lnTo>
                <a:lnTo>
                  <a:pt x="3107152" y="93247"/>
                </a:lnTo>
                <a:close/>
              </a:path>
              <a:path w="3308985" h="1290954">
                <a:moveTo>
                  <a:pt x="3128150" y="31984"/>
                </a:moveTo>
                <a:lnTo>
                  <a:pt x="3104248" y="39958"/>
                </a:lnTo>
                <a:lnTo>
                  <a:pt x="3097627" y="61750"/>
                </a:lnTo>
                <a:lnTo>
                  <a:pt x="3106502" y="74143"/>
                </a:lnTo>
                <a:lnTo>
                  <a:pt x="3140850" y="84444"/>
                </a:lnTo>
                <a:lnTo>
                  <a:pt x="3145901" y="97252"/>
                </a:lnTo>
                <a:lnTo>
                  <a:pt x="3137098" y="105406"/>
                </a:lnTo>
                <a:lnTo>
                  <a:pt x="3116948" y="105550"/>
                </a:lnTo>
                <a:lnTo>
                  <a:pt x="3153510" y="105550"/>
                </a:lnTo>
                <a:lnTo>
                  <a:pt x="3159106" y="87222"/>
                </a:lnTo>
                <a:lnTo>
                  <a:pt x="3149996" y="75081"/>
                </a:lnTo>
                <a:lnTo>
                  <a:pt x="3111554" y="61046"/>
                </a:lnTo>
                <a:lnTo>
                  <a:pt x="3111955" y="51683"/>
                </a:lnTo>
                <a:lnTo>
                  <a:pt x="3112077" y="48851"/>
                </a:lnTo>
                <a:lnTo>
                  <a:pt x="3131866" y="43024"/>
                </a:lnTo>
                <a:lnTo>
                  <a:pt x="3152683" y="43024"/>
                </a:lnTo>
                <a:lnTo>
                  <a:pt x="3142835" y="33788"/>
                </a:lnTo>
                <a:lnTo>
                  <a:pt x="3128150" y="31984"/>
                </a:lnTo>
                <a:close/>
              </a:path>
              <a:path w="3308985" h="1290954">
                <a:moveTo>
                  <a:pt x="3152683" y="43024"/>
                </a:moveTo>
                <a:lnTo>
                  <a:pt x="3131866" y="43024"/>
                </a:lnTo>
                <a:lnTo>
                  <a:pt x="3146118" y="54931"/>
                </a:lnTo>
                <a:lnTo>
                  <a:pt x="3157591" y="51683"/>
                </a:lnTo>
                <a:lnTo>
                  <a:pt x="3155607" y="45766"/>
                </a:lnTo>
                <a:lnTo>
                  <a:pt x="3152683" y="43024"/>
                </a:lnTo>
                <a:close/>
              </a:path>
              <a:path w="3308985" h="1290954">
                <a:moveTo>
                  <a:pt x="3204382" y="31984"/>
                </a:moveTo>
                <a:lnTo>
                  <a:pt x="3186594" y="41148"/>
                </a:lnTo>
                <a:lnTo>
                  <a:pt x="3175987" y="59260"/>
                </a:lnTo>
                <a:lnTo>
                  <a:pt x="3174436" y="83794"/>
                </a:lnTo>
                <a:lnTo>
                  <a:pt x="3182229" y="104071"/>
                </a:lnTo>
                <a:lnTo>
                  <a:pt x="3198266" y="116158"/>
                </a:lnTo>
                <a:lnTo>
                  <a:pt x="3213185" y="117926"/>
                </a:lnTo>
                <a:lnTo>
                  <a:pt x="3232903" y="113560"/>
                </a:lnTo>
                <a:lnTo>
                  <a:pt x="3238631" y="106452"/>
                </a:lnTo>
                <a:lnTo>
                  <a:pt x="3208026" y="106452"/>
                </a:lnTo>
                <a:lnTo>
                  <a:pt x="3192656" y="97523"/>
                </a:lnTo>
                <a:lnTo>
                  <a:pt x="3190392" y="78960"/>
                </a:lnTo>
                <a:lnTo>
                  <a:pt x="3183528" y="78960"/>
                </a:lnTo>
                <a:lnTo>
                  <a:pt x="3183528" y="67919"/>
                </a:lnTo>
                <a:lnTo>
                  <a:pt x="3189045" y="67919"/>
                </a:lnTo>
                <a:lnTo>
                  <a:pt x="3188200" y="60992"/>
                </a:lnTo>
                <a:lnTo>
                  <a:pt x="3206799" y="43457"/>
                </a:lnTo>
                <a:lnTo>
                  <a:pt x="3236349" y="43457"/>
                </a:lnTo>
                <a:lnTo>
                  <a:pt x="3232776" y="37937"/>
                </a:lnTo>
                <a:lnTo>
                  <a:pt x="3204382" y="31984"/>
                </a:lnTo>
                <a:close/>
              </a:path>
              <a:path w="3308985" h="1290954">
                <a:moveTo>
                  <a:pt x="3233967" y="93464"/>
                </a:moveTo>
                <a:lnTo>
                  <a:pt x="3232885" y="96350"/>
                </a:lnTo>
                <a:lnTo>
                  <a:pt x="3208026" y="106452"/>
                </a:lnTo>
                <a:lnTo>
                  <a:pt x="3238631" y="106452"/>
                </a:lnTo>
                <a:lnTo>
                  <a:pt x="3246306" y="96927"/>
                </a:lnTo>
                <a:lnTo>
                  <a:pt x="3233967" y="93464"/>
                </a:lnTo>
                <a:close/>
              </a:path>
              <a:path w="3308985" h="1290954">
                <a:moveTo>
                  <a:pt x="3189045" y="67919"/>
                </a:moveTo>
                <a:lnTo>
                  <a:pt x="3183528" y="67919"/>
                </a:lnTo>
                <a:lnTo>
                  <a:pt x="3183528" y="78960"/>
                </a:lnTo>
                <a:lnTo>
                  <a:pt x="3190392" y="78960"/>
                </a:lnTo>
                <a:lnTo>
                  <a:pt x="3189045" y="67919"/>
                </a:lnTo>
                <a:close/>
              </a:path>
              <a:path w="3308985" h="1290954">
                <a:moveTo>
                  <a:pt x="3236349" y="43457"/>
                </a:moveTo>
                <a:lnTo>
                  <a:pt x="3206799" y="43457"/>
                </a:lnTo>
                <a:lnTo>
                  <a:pt x="3227328" y="48779"/>
                </a:lnTo>
                <a:lnTo>
                  <a:pt x="3234616" y="67919"/>
                </a:lnTo>
                <a:lnTo>
                  <a:pt x="3189045" y="67919"/>
                </a:lnTo>
                <a:lnTo>
                  <a:pt x="3190392" y="78960"/>
                </a:lnTo>
                <a:lnTo>
                  <a:pt x="3247605" y="78960"/>
                </a:lnTo>
                <a:lnTo>
                  <a:pt x="3246667" y="60992"/>
                </a:lnTo>
                <a:lnTo>
                  <a:pt x="3246577" y="59260"/>
                </a:lnTo>
                <a:lnTo>
                  <a:pt x="3236349" y="43457"/>
                </a:lnTo>
                <a:close/>
              </a:path>
              <a:path w="3308985" h="1290954">
                <a:moveTo>
                  <a:pt x="3279373" y="33066"/>
                </a:moveTo>
                <a:lnTo>
                  <a:pt x="3267034" y="33066"/>
                </a:lnTo>
                <a:lnTo>
                  <a:pt x="3267034" y="116194"/>
                </a:lnTo>
                <a:lnTo>
                  <a:pt x="3279806" y="116194"/>
                </a:lnTo>
                <a:lnTo>
                  <a:pt x="3280708" y="56500"/>
                </a:lnTo>
                <a:lnTo>
                  <a:pt x="3298347" y="45622"/>
                </a:lnTo>
                <a:lnTo>
                  <a:pt x="3280239" y="45622"/>
                </a:lnTo>
                <a:lnTo>
                  <a:pt x="3279373" y="33066"/>
                </a:lnTo>
                <a:close/>
              </a:path>
              <a:path w="3308985" h="1290954">
                <a:moveTo>
                  <a:pt x="3296907" y="31768"/>
                </a:moveTo>
                <a:lnTo>
                  <a:pt x="3280239" y="45622"/>
                </a:lnTo>
                <a:lnTo>
                  <a:pt x="3298347" y="45622"/>
                </a:lnTo>
                <a:lnTo>
                  <a:pt x="3300805" y="44107"/>
                </a:lnTo>
                <a:lnTo>
                  <a:pt x="3308597" y="31984"/>
                </a:lnTo>
                <a:lnTo>
                  <a:pt x="3296907" y="31768"/>
                </a:lnTo>
                <a:close/>
              </a:path>
              <a:path w="3308985" h="1290954">
                <a:moveTo>
                  <a:pt x="174787" y="260584"/>
                </a:moveTo>
                <a:lnTo>
                  <a:pt x="157000" y="269748"/>
                </a:lnTo>
                <a:lnTo>
                  <a:pt x="146392" y="287770"/>
                </a:lnTo>
                <a:lnTo>
                  <a:pt x="144841" y="311961"/>
                </a:lnTo>
                <a:lnTo>
                  <a:pt x="152418" y="332256"/>
                </a:lnTo>
                <a:lnTo>
                  <a:pt x="168004" y="344685"/>
                </a:lnTo>
                <a:lnTo>
                  <a:pt x="182508" y="346526"/>
                </a:lnTo>
                <a:lnTo>
                  <a:pt x="203290" y="340807"/>
                </a:lnTo>
                <a:lnTo>
                  <a:pt x="206672" y="335052"/>
                </a:lnTo>
                <a:lnTo>
                  <a:pt x="177457" y="335052"/>
                </a:lnTo>
                <a:lnTo>
                  <a:pt x="162700" y="324770"/>
                </a:lnTo>
                <a:lnTo>
                  <a:pt x="158641" y="291486"/>
                </a:lnTo>
                <a:lnTo>
                  <a:pt x="173163" y="273356"/>
                </a:lnTo>
                <a:lnTo>
                  <a:pt x="208382" y="273356"/>
                </a:lnTo>
                <a:lnTo>
                  <a:pt x="202785" y="265996"/>
                </a:lnTo>
                <a:lnTo>
                  <a:pt x="174787" y="260584"/>
                </a:lnTo>
                <a:close/>
              </a:path>
              <a:path w="3308985" h="1290954">
                <a:moveTo>
                  <a:pt x="215196" y="320548"/>
                </a:moveTo>
                <a:lnTo>
                  <a:pt x="202424" y="320548"/>
                </a:lnTo>
                <a:lnTo>
                  <a:pt x="201630" y="323579"/>
                </a:lnTo>
                <a:lnTo>
                  <a:pt x="177457" y="335052"/>
                </a:lnTo>
                <a:lnTo>
                  <a:pt x="206672" y="335052"/>
                </a:lnTo>
                <a:lnTo>
                  <a:pt x="215196" y="320548"/>
                </a:lnTo>
                <a:close/>
              </a:path>
              <a:path w="3308985" h="1290954">
                <a:moveTo>
                  <a:pt x="208382" y="273356"/>
                </a:moveTo>
                <a:lnTo>
                  <a:pt x="173163" y="273356"/>
                </a:lnTo>
                <a:lnTo>
                  <a:pt x="192610" y="273537"/>
                </a:lnTo>
                <a:lnTo>
                  <a:pt x="202424" y="286561"/>
                </a:lnTo>
                <a:lnTo>
                  <a:pt x="215196" y="286561"/>
                </a:lnTo>
                <a:lnTo>
                  <a:pt x="214474" y="281366"/>
                </a:lnTo>
                <a:lnTo>
                  <a:pt x="208382" y="273356"/>
                </a:lnTo>
                <a:close/>
              </a:path>
              <a:path w="3308985" h="1290954">
                <a:moveTo>
                  <a:pt x="291242" y="273176"/>
                </a:moveTo>
                <a:lnTo>
                  <a:pt x="255244" y="273176"/>
                </a:lnTo>
                <a:lnTo>
                  <a:pt x="276387" y="273320"/>
                </a:lnTo>
                <a:lnTo>
                  <a:pt x="283657" y="288726"/>
                </a:lnTo>
                <a:lnTo>
                  <a:pt x="230909" y="312575"/>
                </a:lnTo>
                <a:lnTo>
                  <a:pt x="236284" y="338841"/>
                </a:lnTo>
                <a:lnTo>
                  <a:pt x="258329" y="346742"/>
                </a:lnTo>
                <a:lnTo>
                  <a:pt x="263164" y="346742"/>
                </a:lnTo>
                <a:lnTo>
                  <a:pt x="282142" y="335341"/>
                </a:lnTo>
                <a:lnTo>
                  <a:pt x="255290" y="335341"/>
                </a:lnTo>
                <a:lnTo>
                  <a:pt x="242743" y="326285"/>
                </a:lnTo>
                <a:lnTo>
                  <a:pt x="247007" y="312575"/>
                </a:lnTo>
                <a:lnTo>
                  <a:pt x="247108" y="312250"/>
                </a:lnTo>
                <a:lnTo>
                  <a:pt x="296429" y="312250"/>
                </a:lnTo>
                <a:lnTo>
                  <a:pt x="296429" y="283422"/>
                </a:lnTo>
                <a:lnTo>
                  <a:pt x="291316" y="273320"/>
                </a:lnTo>
                <a:lnTo>
                  <a:pt x="291242" y="273176"/>
                </a:lnTo>
                <a:close/>
              </a:path>
              <a:path w="3308985" h="1290954">
                <a:moveTo>
                  <a:pt x="296429" y="312250"/>
                </a:moveTo>
                <a:lnTo>
                  <a:pt x="247108" y="312250"/>
                </a:lnTo>
                <a:lnTo>
                  <a:pt x="283657" y="314703"/>
                </a:lnTo>
                <a:lnTo>
                  <a:pt x="279183" y="327746"/>
                </a:lnTo>
                <a:lnTo>
                  <a:pt x="260096" y="335341"/>
                </a:lnTo>
                <a:lnTo>
                  <a:pt x="282142" y="335341"/>
                </a:lnTo>
                <a:lnTo>
                  <a:pt x="283657" y="344794"/>
                </a:lnTo>
                <a:lnTo>
                  <a:pt x="296429" y="344794"/>
                </a:lnTo>
                <a:lnTo>
                  <a:pt x="296429" y="312250"/>
                </a:lnTo>
                <a:close/>
              </a:path>
              <a:path w="3308985" h="1290954">
                <a:moveTo>
                  <a:pt x="248624" y="263434"/>
                </a:moveTo>
                <a:lnTo>
                  <a:pt x="232352" y="280067"/>
                </a:lnTo>
                <a:lnTo>
                  <a:pt x="244475" y="284396"/>
                </a:lnTo>
                <a:lnTo>
                  <a:pt x="255244" y="273176"/>
                </a:lnTo>
                <a:lnTo>
                  <a:pt x="291242" y="273176"/>
                </a:lnTo>
                <a:lnTo>
                  <a:pt x="288293" y="267349"/>
                </a:lnTo>
                <a:lnTo>
                  <a:pt x="248624" y="263434"/>
                </a:lnTo>
                <a:close/>
              </a:path>
              <a:path w="3308985" h="1290954">
                <a:moveTo>
                  <a:pt x="332086" y="261739"/>
                </a:moveTo>
                <a:lnTo>
                  <a:pt x="319741" y="261739"/>
                </a:lnTo>
                <a:lnTo>
                  <a:pt x="319741" y="344794"/>
                </a:lnTo>
                <a:lnTo>
                  <a:pt x="332513" y="344794"/>
                </a:lnTo>
                <a:lnTo>
                  <a:pt x="332513" y="294787"/>
                </a:lnTo>
                <a:lnTo>
                  <a:pt x="337113" y="279057"/>
                </a:lnTo>
                <a:lnTo>
                  <a:pt x="351283" y="274655"/>
                </a:lnTo>
                <a:lnTo>
                  <a:pt x="333163" y="274655"/>
                </a:lnTo>
                <a:lnTo>
                  <a:pt x="332098" y="261883"/>
                </a:lnTo>
                <a:lnTo>
                  <a:pt x="332086" y="261739"/>
                </a:lnTo>
                <a:close/>
              </a:path>
              <a:path w="3308985" h="1290954">
                <a:moveTo>
                  <a:pt x="377743" y="272057"/>
                </a:moveTo>
                <a:lnTo>
                  <a:pt x="359645" y="272057"/>
                </a:lnTo>
                <a:lnTo>
                  <a:pt x="371082" y="281221"/>
                </a:lnTo>
                <a:lnTo>
                  <a:pt x="372778" y="344794"/>
                </a:lnTo>
                <a:lnTo>
                  <a:pt x="385550" y="344794"/>
                </a:lnTo>
                <a:lnTo>
                  <a:pt x="384416" y="281221"/>
                </a:lnTo>
                <a:lnTo>
                  <a:pt x="384377" y="279057"/>
                </a:lnTo>
                <a:lnTo>
                  <a:pt x="377743" y="272057"/>
                </a:lnTo>
                <a:close/>
              </a:path>
              <a:path w="3308985" h="1290954">
                <a:moveTo>
                  <a:pt x="367961" y="261739"/>
                </a:moveTo>
                <a:lnTo>
                  <a:pt x="346007" y="261883"/>
                </a:lnTo>
                <a:lnTo>
                  <a:pt x="333163" y="274655"/>
                </a:lnTo>
                <a:lnTo>
                  <a:pt x="351283" y="274655"/>
                </a:lnTo>
                <a:lnTo>
                  <a:pt x="359645" y="272057"/>
                </a:lnTo>
                <a:lnTo>
                  <a:pt x="377743" y="272057"/>
                </a:lnTo>
                <a:lnTo>
                  <a:pt x="367961" y="261739"/>
                </a:lnTo>
                <a:close/>
              </a:path>
              <a:path w="3308985" h="1290954">
                <a:moveTo>
                  <a:pt x="537512" y="273176"/>
                </a:moveTo>
                <a:lnTo>
                  <a:pt x="501513" y="273176"/>
                </a:lnTo>
                <a:lnTo>
                  <a:pt x="522656" y="273320"/>
                </a:lnTo>
                <a:lnTo>
                  <a:pt x="529926" y="288726"/>
                </a:lnTo>
                <a:lnTo>
                  <a:pt x="477178" y="312575"/>
                </a:lnTo>
                <a:lnTo>
                  <a:pt x="482554" y="338841"/>
                </a:lnTo>
                <a:lnTo>
                  <a:pt x="504598" y="346742"/>
                </a:lnTo>
                <a:lnTo>
                  <a:pt x="509433" y="346742"/>
                </a:lnTo>
                <a:lnTo>
                  <a:pt x="528411" y="335341"/>
                </a:lnTo>
                <a:lnTo>
                  <a:pt x="501559" y="335341"/>
                </a:lnTo>
                <a:lnTo>
                  <a:pt x="489012" y="326285"/>
                </a:lnTo>
                <a:lnTo>
                  <a:pt x="493277" y="312575"/>
                </a:lnTo>
                <a:lnTo>
                  <a:pt x="493377" y="312250"/>
                </a:lnTo>
                <a:lnTo>
                  <a:pt x="542698" y="312250"/>
                </a:lnTo>
                <a:lnTo>
                  <a:pt x="542698" y="283422"/>
                </a:lnTo>
                <a:lnTo>
                  <a:pt x="537585" y="273320"/>
                </a:lnTo>
                <a:lnTo>
                  <a:pt x="537512" y="273176"/>
                </a:lnTo>
                <a:close/>
              </a:path>
              <a:path w="3308985" h="1290954">
                <a:moveTo>
                  <a:pt x="542698" y="312250"/>
                </a:moveTo>
                <a:lnTo>
                  <a:pt x="493377" y="312250"/>
                </a:lnTo>
                <a:lnTo>
                  <a:pt x="529926" y="314703"/>
                </a:lnTo>
                <a:lnTo>
                  <a:pt x="525452" y="327746"/>
                </a:lnTo>
                <a:lnTo>
                  <a:pt x="506365" y="335341"/>
                </a:lnTo>
                <a:lnTo>
                  <a:pt x="528411" y="335341"/>
                </a:lnTo>
                <a:lnTo>
                  <a:pt x="529926" y="344794"/>
                </a:lnTo>
                <a:lnTo>
                  <a:pt x="542698" y="344794"/>
                </a:lnTo>
                <a:lnTo>
                  <a:pt x="542698" y="312250"/>
                </a:lnTo>
                <a:close/>
              </a:path>
              <a:path w="3308985" h="1290954">
                <a:moveTo>
                  <a:pt x="494893" y="263434"/>
                </a:moveTo>
                <a:lnTo>
                  <a:pt x="478621" y="280067"/>
                </a:lnTo>
                <a:lnTo>
                  <a:pt x="490744" y="284396"/>
                </a:lnTo>
                <a:lnTo>
                  <a:pt x="501513" y="273176"/>
                </a:lnTo>
                <a:lnTo>
                  <a:pt x="537512" y="273176"/>
                </a:lnTo>
                <a:lnTo>
                  <a:pt x="534562" y="267349"/>
                </a:lnTo>
                <a:lnTo>
                  <a:pt x="494893" y="263434"/>
                </a:lnTo>
                <a:close/>
              </a:path>
              <a:path w="3308985" h="1290954">
                <a:moveTo>
                  <a:pt x="590616" y="260584"/>
                </a:moveTo>
                <a:lnTo>
                  <a:pt x="573767" y="269333"/>
                </a:lnTo>
                <a:lnTo>
                  <a:pt x="563611" y="287139"/>
                </a:lnTo>
                <a:lnTo>
                  <a:pt x="562114" y="312250"/>
                </a:lnTo>
                <a:lnTo>
                  <a:pt x="569600" y="332761"/>
                </a:lnTo>
                <a:lnTo>
                  <a:pt x="584491" y="344794"/>
                </a:lnTo>
                <a:lnTo>
                  <a:pt x="597399" y="346526"/>
                </a:lnTo>
                <a:lnTo>
                  <a:pt x="602739" y="346526"/>
                </a:lnTo>
                <a:lnTo>
                  <a:pt x="618610" y="335052"/>
                </a:lnTo>
                <a:lnTo>
                  <a:pt x="593791" y="335052"/>
                </a:lnTo>
                <a:lnTo>
                  <a:pt x="579432" y="324156"/>
                </a:lnTo>
                <a:lnTo>
                  <a:pt x="575770" y="292118"/>
                </a:lnTo>
                <a:lnTo>
                  <a:pt x="589209" y="273446"/>
                </a:lnTo>
                <a:lnTo>
                  <a:pt x="619524" y="273446"/>
                </a:lnTo>
                <a:lnTo>
                  <a:pt x="590616" y="260584"/>
                </a:lnTo>
                <a:close/>
              </a:path>
              <a:path w="3308985" h="1290954">
                <a:moveTo>
                  <a:pt x="635499" y="333537"/>
                </a:moveTo>
                <a:lnTo>
                  <a:pt x="620707" y="333537"/>
                </a:lnTo>
                <a:lnTo>
                  <a:pt x="623160" y="344794"/>
                </a:lnTo>
                <a:lnTo>
                  <a:pt x="635499" y="344794"/>
                </a:lnTo>
                <a:lnTo>
                  <a:pt x="635499" y="333537"/>
                </a:lnTo>
                <a:close/>
              </a:path>
              <a:path w="3308985" h="1290954">
                <a:moveTo>
                  <a:pt x="619524" y="273446"/>
                </a:moveTo>
                <a:lnTo>
                  <a:pt x="608745" y="273446"/>
                </a:lnTo>
                <a:lnTo>
                  <a:pt x="622042" y="291594"/>
                </a:lnTo>
                <a:lnTo>
                  <a:pt x="615656" y="328341"/>
                </a:lnTo>
                <a:lnTo>
                  <a:pt x="599131" y="335052"/>
                </a:lnTo>
                <a:lnTo>
                  <a:pt x="618610" y="335052"/>
                </a:lnTo>
                <a:lnTo>
                  <a:pt x="620707" y="333537"/>
                </a:lnTo>
                <a:lnTo>
                  <a:pt x="635499" y="333537"/>
                </a:lnTo>
                <a:lnTo>
                  <a:pt x="635499" y="274871"/>
                </a:lnTo>
                <a:lnTo>
                  <a:pt x="622727" y="274871"/>
                </a:lnTo>
                <a:lnTo>
                  <a:pt x="619524" y="273446"/>
                </a:lnTo>
                <a:close/>
              </a:path>
              <a:path w="3308985" h="1290954">
                <a:moveTo>
                  <a:pt x="635499" y="233957"/>
                </a:moveTo>
                <a:lnTo>
                  <a:pt x="622727" y="233957"/>
                </a:lnTo>
                <a:lnTo>
                  <a:pt x="622727" y="274871"/>
                </a:lnTo>
                <a:lnTo>
                  <a:pt x="635499" y="274871"/>
                </a:lnTo>
                <a:lnTo>
                  <a:pt x="635499" y="233957"/>
                </a:lnTo>
                <a:close/>
              </a:path>
              <a:path w="3308985" h="1290954">
                <a:moveTo>
                  <a:pt x="685271" y="260584"/>
                </a:moveTo>
                <a:lnTo>
                  <a:pt x="668422" y="269333"/>
                </a:lnTo>
                <a:lnTo>
                  <a:pt x="658266" y="287139"/>
                </a:lnTo>
                <a:lnTo>
                  <a:pt x="656768" y="312250"/>
                </a:lnTo>
                <a:lnTo>
                  <a:pt x="664255" y="332761"/>
                </a:lnTo>
                <a:lnTo>
                  <a:pt x="679146" y="344794"/>
                </a:lnTo>
                <a:lnTo>
                  <a:pt x="692054" y="346526"/>
                </a:lnTo>
                <a:lnTo>
                  <a:pt x="697394" y="346526"/>
                </a:lnTo>
                <a:lnTo>
                  <a:pt x="713265" y="335052"/>
                </a:lnTo>
                <a:lnTo>
                  <a:pt x="688446" y="335052"/>
                </a:lnTo>
                <a:lnTo>
                  <a:pt x="674086" y="324156"/>
                </a:lnTo>
                <a:lnTo>
                  <a:pt x="670424" y="292118"/>
                </a:lnTo>
                <a:lnTo>
                  <a:pt x="683864" y="273446"/>
                </a:lnTo>
                <a:lnTo>
                  <a:pt x="714179" y="273446"/>
                </a:lnTo>
                <a:lnTo>
                  <a:pt x="685271" y="260584"/>
                </a:lnTo>
                <a:close/>
              </a:path>
              <a:path w="3308985" h="1290954">
                <a:moveTo>
                  <a:pt x="730154" y="333537"/>
                </a:moveTo>
                <a:lnTo>
                  <a:pt x="715361" y="333537"/>
                </a:lnTo>
                <a:lnTo>
                  <a:pt x="717815" y="344794"/>
                </a:lnTo>
                <a:lnTo>
                  <a:pt x="730154" y="344794"/>
                </a:lnTo>
                <a:lnTo>
                  <a:pt x="730154" y="333537"/>
                </a:lnTo>
                <a:close/>
              </a:path>
              <a:path w="3308985" h="1290954">
                <a:moveTo>
                  <a:pt x="714179" y="273446"/>
                </a:moveTo>
                <a:lnTo>
                  <a:pt x="703400" y="273446"/>
                </a:lnTo>
                <a:lnTo>
                  <a:pt x="716696" y="291594"/>
                </a:lnTo>
                <a:lnTo>
                  <a:pt x="710310" y="328341"/>
                </a:lnTo>
                <a:lnTo>
                  <a:pt x="693786" y="335052"/>
                </a:lnTo>
                <a:lnTo>
                  <a:pt x="713265" y="335052"/>
                </a:lnTo>
                <a:lnTo>
                  <a:pt x="715361" y="333537"/>
                </a:lnTo>
                <a:lnTo>
                  <a:pt x="730154" y="333537"/>
                </a:lnTo>
                <a:lnTo>
                  <a:pt x="730154" y="274871"/>
                </a:lnTo>
                <a:lnTo>
                  <a:pt x="717382" y="274871"/>
                </a:lnTo>
                <a:lnTo>
                  <a:pt x="714179" y="273446"/>
                </a:lnTo>
                <a:close/>
              </a:path>
              <a:path w="3308985" h="1290954">
                <a:moveTo>
                  <a:pt x="730154" y="233957"/>
                </a:moveTo>
                <a:lnTo>
                  <a:pt x="717382" y="233957"/>
                </a:lnTo>
                <a:lnTo>
                  <a:pt x="717382" y="274871"/>
                </a:lnTo>
                <a:lnTo>
                  <a:pt x="730154" y="274871"/>
                </a:lnTo>
                <a:lnTo>
                  <a:pt x="730154" y="233957"/>
                </a:lnTo>
                <a:close/>
              </a:path>
              <a:path w="3308985" h="1290954">
                <a:moveTo>
                  <a:pt x="844967" y="241751"/>
                </a:moveTo>
                <a:lnTo>
                  <a:pt x="832195" y="241751"/>
                </a:lnTo>
                <a:lnTo>
                  <a:pt x="832195" y="324445"/>
                </a:lnTo>
                <a:lnTo>
                  <a:pt x="837824" y="339634"/>
                </a:lnTo>
                <a:lnTo>
                  <a:pt x="859056" y="345696"/>
                </a:lnTo>
                <a:lnTo>
                  <a:pt x="844967" y="241751"/>
                </a:lnTo>
                <a:close/>
              </a:path>
              <a:path w="3308985" h="1290954">
                <a:moveTo>
                  <a:pt x="832195" y="261666"/>
                </a:moveTo>
                <a:lnTo>
                  <a:pt x="819640" y="261666"/>
                </a:lnTo>
                <a:lnTo>
                  <a:pt x="819640" y="272490"/>
                </a:lnTo>
                <a:lnTo>
                  <a:pt x="832195" y="272490"/>
                </a:lnTo>
                <a:lnTo>
                  <a:pt x="832195" y="261666"/>
                </a:lnTo>
                <a:close/>
              </a:path>
              <a:path w="3308985" h="1290954">
                <a:moveTo>
                  <a:pt x="862719" y="261666"/>
                </a:moveTo>
                <a:lnTo>
                  <a:pt x="847667" y="261666"/>
                </a:lnTo>
                <a:lnTo>
                  <a:pt x="849134" y="272490"/>
                </a:lnTo>
                <a:lnTo>
                  <a:pt x="862719" y="272490"/>
                </a:lnTo>
                <a:lnTo>
                  <a:pt x="862719" y="261666"/>
                </a:lnTo>
                <a:close/>
              </a:path>
              <a:path w="3308985" h="1290954">
                <a:moveTo>
                  <a:pt x="896489" y="233957"/>
                </a:moveTo>
                <a:lnTo>
                  <a:pt x="883717" y="233957"/>
                </a:lnTo>
                <a:lnTo>
                  <a:pt x="883717" y="344794"/>
                </a:lnTo>
                <a:lnTo>
                  <a:pt x="896489" y="344794"/>
                </a:lnTo>
                <a:lnTo>
                  <a:pt x="896489" y="294787"/>
                </a:lnTo>
                <a:lnTo>
                  <a:pt x="901215" y="279057"/>
                </a:lnTo>
                <a:lnTo>
                  <a:pt x="915782" y="274655"/>
                </a:lnTo>
                <a:lnTo>
                  <a:pt x="897571" y="274655"/>
                </a:lnTo>
                <a:lnTo>
                  <a:pt x="896489" y="233957"/>
                </a:lnTo>
                <a:close/>
              </a:path>
              <a:path w="3308985" h="1290954">
                <a:moveTo>
                  <a:pt x="945107" y="272057"/>
                </a:moveTo>
                <a:lnTo>
                  <a:pt x="924379" y="272057"/>
                </a:lnTo>
                <a:lnTo>
                  <a:pt x="935906" y="281131"/>
                </a:lnTo>
                <a:lnTo>
                  <a:pt x="937620" y="344794"/>
                </a:lnTo>
                <a:lnTo>
                  <a:pt x="950392" y="344794"/>
                </a:lnTo>
                <a:lnTo>
                  <a:pt x="950392" y="291973"/>
                </a:lnTo>
                <a:lnTo>
                  <a:pt x="945107" y="272057"/>
                </a:lnTo>
                <a:close/>
              </a:path>
              <a:path w="3308985" h="1290954">
                <a:moveTo>
                  <a:pt x="932659" y="261721"/>
                </a:moveTo>
                <a:lnTo>
                  <a:pt x="910271" y="261865"/>
                </a:lnTo>
                <a:lnTo>
                  <a:pt x="897571" y="274655"/>
                </a:lnTo>
                <a:lnTo>
                  <a:pt x="915782" y="274655"/>
                </a:lnTo>
                <a:lnTo>
                  <a:pt x="924379" y="272057"/>
                </a:lnTo>
                <a:lnTo>
                  <a:pt x="945107" y="272057"/>
                </a:lnTo>
                <a:lnTo>
                  <a:pt x="944475" y="269676"/>
                </a:lnTo>
                <a:lnTo>
                  <a:pt x="932659" y="261721"/>
                </a:lnTo>
                <a:close/>
              </a:path>
              <a:path w="3308985" h="1290954">
                <a:moveTo>
                  <a:pt x="999807" y="260584"/>
                </a:moveTo>
                <a:lnTo>
                  <a:pt x="982020" y="269748"/>
                </a:lnTo>
                <a:lnTo>
                  <a:pt x="971413" y="287860"/>
                </a:lnTo>
                <a:lnTo>
                  <a:pt x="969861" y="312394"/>
                </a:lnTo>
                <a:lnTo>
                  <a:pt x="977654" y="332671"/>
                </a:lnTo>
                <a:lnTo>
                  <a:pt x="993692" y="344758"/>
                </a:lnTo>
                <a:lnTo>
                  <a:pt x="1008611" y="346526"/>
                </a:lnTo>
                <a:lnTo>
                  <a:pt x="1028328" y="342160"/>
                </a:lnTo>
                <a:lnTo>
                  <a:pt x="1034056" y="335052"/>
                </a:lnTo>
                <a:lnTo>
                  <a:pt x="1003451" y="335052"/>
                </a:lnTo>
                <a:lnTo>
                  <a:pt x="988081" y="326123"/>
                </a:lnTo>
                <a:lnTo>
                  <a:pt x="985817" y="307560"/>
                </a:lnTo>
                <a:lnTo>
                  <a:pt x="978953" y="307560"/>
                </a:lnTo>
                <a:lnTo>
                  <a:pt x="978953" y="296519"/>
                </a:lnTo>
                <a:lnTo>
                  <a:pt x="984471" y="296519"/>
                </a:lnTo>
                <a:lnTo>
                  <a:pt x="983626" y="289592"/>
                </a:lnTo>
                <a:lnTo>
                  <a:pt x="1002225" y="272057"/>
                </a:lnTo>
                <a:lnTo>
                  <a:pt x="1031775" y="272057"/>
                </a:lnTo>
                <a:lnTo>
                  <a:pt x="1028202" y="266537"/>
                </a:lnTo>
                <a:lnTo>
                  <a:pt x="999807" y="260584"/>
                </a:lnTo>
                <a:close/>
              </a:path>
              <a:path w="3308985" h="1290954">
                <a:moveTo>
                  <a:pt x="1029393" y="322064"/>
                </a:moveTo>
                <a:lnTo>
                  <a:pt x="1028310" y="324950"/>
                </a:lnTo>
                <a:lnTo>
                  <a:pt x="1003451" y="335052"/>
                </a:lnTo>
                <a:lnTo>
                  <a:pt x="1034056" y="335052"/>
                </a:lnTo>
                <a:lnTo>
                  <a:pt x="1041732" y="325527"/>
                </a:lnTo>
                <a:lnTo>
                  <a:pt x="1029393" y="322064"/>
                </a:lnTo>
                <a:close/>
              </a:path>
              <a:path w="3308985" h="1290954">
                <a:moveTo>
                  <a:pt x="984471" y="296519"/>
                </a:moveTo>
                <a:lnTo>
                  <a:pt x="978953" y="296519"/>
                </a:lnTo>
                <a:lnTo>
                  <a:pt x="978953" y="307560"/>
                </a:lnTo>
                <a:lnTo>
                  <a:pt x="985817" y="307560"/>
                </a:lnTo>
                <a:lnTo>
                  <a:pt x="984471" y="296519"/>
                </a:lnTo>
                <a:close/>
              </a:path>
              <a:path w="3308985" h="1290954">
                <a:moveTo>
                  <a:pt x="1031775" y="272057"/>
                </a:moveTo>
                <a:lnTo>
                  <a:pt x="1002225" y="272057"/>
                </a:lnTo>
                <a:lnTo>
                  <a:pt x="1022754" y="277379"/>
                </a:lnTo>
                <a:lnTo>
                  <a:pt x="1030042" y="296519"/>
                </a:lnTo>
                <a:lnTo>
                  <a:pt x="984471" y="296519"/>
                </a:lnTo>
                <a:lnTo>
                  <a:pt x="985817" y="307560"/>
                </a:lnTo>
                <a:lnTo>
                  <a:pt x="1043031" y="307560"/>
                </a:lnTo>
                <a:lnTo>
                  <a:pt x="1042093" y="289592"/>
                </a:lnTo>
                <a:lnTo>
                  <a:pt x="1042002" y="287860"/>
                </a:lnTo>
                <a:lnTo>
                  <a:pt x="1031775" y="272057"/>
                </a:lnTo>
                <a:close/>
              </a:path>
              <a:path w="3308985" h="1290954">
                <a:moveTo>
                  <a:pt x="1148860" y="233957"/>
                </a:moveTo>
                <a:lnTo>
                  <a:pt x="1135439" y="233957"/>
                </a:lnTo>
                <a:lnTo>
                  <a:pt x="1135439" y="344794"/>
                </a:lnTo>
                <a:lnTo>
                  <a:pt x="1148860" y="344794"/>
                </a:lnTo>
                <a:lnTo>
                  <a:pt x="1148860" y="233957"/>
                </a:lnTo>
                <a:close/>
              </a:path>
              <a:path w="3308985" h="1290954">
                <a:moveTo>
                  <a:pt x="1186384" y="261739"/>
                </a:moveTo>
                <a:lnTo>
                  <a:pt x="1174039" y="261739"/>
                </a:lnTo>
                <a:lnTo>
                  <a:pt x="1174039" y="344794"/>
                </a:lnTo>
                <a:lnTo>
                  <a:pt x="1186811" y="344794"/>
                </a:lnTo>
                <a:lnTo>
                  <a:pt x="1186811" y="294787"/>
                </a:lnTo>
                <a:lnTo>
                  <a:pt x="1191411" y="279057"/>
                </a:lnTo>
                <a:lnTo>
                  <a:pt x="1205581" y="274655"/>
                </a:lnTo>
                <a:lnTo>
                  <a:pt x="1187461" y="274655"/>
                </a:lnTo>
                <a:lnTo>
                  <a:pt x="1186396" y="261883"/>
                </a:lnTo>
                <a:lnTo>
                  <a:pt x="1186384" y="261739"/>
                </a:lnTo>
                <a:close/>
              </a:path>
              <a:path w="3308985" h="1290954">
                <a:moveTo>
                  <a:pt x="1232041" y="272057"/>
                </a:moveTo>
                <a:lnTo>
                  <a:pt x="1213943" y="272057"/>
                </a:lnTo>
                <a:lnTo>
                  <a:pt x="1225380" y="281221"/>
                </a:lnTo>
                <a:lnTo>
                  <a:pt x="1227076" y="344794"/>
                </a:lnTo>
                <a:lnTo>
                  <a:pt x="1239848" y="344794"/>
                </a:lnTo>
                <a:lnTo>
                  <a:pt x="1238714" y="281221"/>
                </a:lnTo>
                <a:lnTo>
                  <a:pt x="1238676" y="279057"/>
                </a:lnTo>
                <a:lnTo>
                  <a:pt x="1232041" y="272057"/>
                </a:lnTo>
                <a:close/>
              </a:path>
              <a:path w="3308985" h="1290954">
                <a:moveTo>
                  <a:pt x="1222260" y="261739"/>
                </a:moveTo>
                <a:lnTo>
                  <a:pt x="1200305" y="261883"/>
                </a:lnTo>
                <a:lnTo>
                  <a:pt x="1187461" y="274655"/>
                </a:lnTo>
                <a:lnTo>
                  <a:pt x="1205581" y="274655"/>
                </a:lnTo>
                <a:lnTo>
                  <a:pt x="1213943" y="272057"/>
                </a:lnTo>
                <a:lnTo>
                  <a:pt x="1232041" y="272057"/>
                </a:lnTo>
                <a:lnTo>
                  <a:pt x="1222260" y="261739"/>
                </a:lnTo>
                <a:close/>
              </a:path>
              <a:path w="3308985" h="1290954">
                <a:moveTo>
                  <a:pt x="1267571" y="261666"/>
                </a:moveTo>
                <a:lnTo>
                  <a:pt x="1253716" y="261666"/>
                </a:lnTo>
                <a:lnTo>
                  <a:pt x="1284456" y="344794"/>
                </a:lnTo>
                <a:lnTo>
                  <a:pt x="1297445" y="344794"/>
                </a:lnTo>
                <a:lnTo>
                  <a:pt x="1303689" y="327908"/>
                </a:lnTo>
                <a:lnTo>
                  <a:pt x="1291383" y="327908"/>
                </a:lnTo>
                <a:lnTo>
                  <a:pt x="1267571" y="261666"/>
                </a:lnTo>
                <a:close/>
              </a:path>
              <a:path w="3308985" h="1290954">
                <a:moveTo>
                  <a:pt x="1328185" y="261666"/>
                </a:moveTo>
                <a:lnTo>
                  <a:pt x="1314330" y="261666"/>
                </a:lnTo>
                <a:lnTo>
                  <a:pt x="1291383" y="327908"/>
                </a:lnTo>
                <a:lnTo>
                  <a:pt x="1303689" y="327908"/>
                </a:lnTo>
                <a:lnTo>
                  <a:pt x="1328185" y="261666"/>
                </a:lnTo>
                <a:close/>
              </a:path>
              <a:path w="3308985" h="1290954">
                <a:moveTo>
                  <a:pt x="1368116" y="260584"/>
                </a:moveTo>
                <a:lnTo>
                  <a:pt x="1350328" y="269748"/>
                </a:lnTo>
                <a:lnTo>
                  <a:pt x="1339721" y="287860"/>
                </a:lnTo>
                <a:lnTo>
                  <a:pt x="1338170" y="312394"/>
                </a:lnTo>
                <a:lnTo>
                  <a:pt x="1345963" y="332671"/>
                </a:lnTo>
                <a:lnTo>
                  <a:pt x="1362000" y="344758"/>
                </a:lnTo>
                <a:lnTo>
                  <a:pt x="1376919" y="346526"/>
                </a:lnTo>
                <a:lnTo>
                  <a:pt x="1396636" y="342160"/>
                </a:lnTo>
                <a:lnTo>
                  <a:pt x="1402364" y="335052"/>
                </a:lnTo>
                <a:lnTo>
                  <a:pt x="1371760" y="335052"/>
                </a:lnTo>
                <a:lnTo>
                  <a:pt x="1356390" y="326123"/>
                </a:lnTo>
                <a:lnTo>
                  <a:pt x="1354125" y="307560"/>
                </a:lnTo>
                <a:lnTo>
                  <a:pt x="1347262" y="307560"/>
                </a:lnTo>
                <a:lnTo>
                  <a:pt x="1347262" y="296519"/>
                </a:lnTo>
                <a:lnTo>
                  <a:pt x="1352779" y="296519"/>
                </a:lnTo>
                <a:lnTo>
                  <a:pt x="1351934" y="289592"/>
                </a:lnTo>
                <a:lnTo>
                  <a:pt x="1370533" y="272057"/>
                </a:lnTo>
                <a:lnTo>
                  <a:pt x="1400083" y="272057"/>
                </a:lnTo>
                <a:lnTo>
                  <a:pt x="1396510" y="266537"/>
                </a:lnTo>
                <a:lnTo>
                  <a:pt x="1368116" y="260584"/>
                </a:lnTo>
                <a:close/>
              </a:path>
              <a:path w="3308985" h="1290954">
                <a:moveTo>
                  <a:pt x="1397701" y="322064"/>
                </a:moveTo>
                <a:lnTo>
                  <a:pt x="1396618" y="324950"/>
                </a:lnTo>
                <a:lnTo>
                  <a:pt x="1371760" y="335052"/>
                </a:lnTo>
                <a:lnTo>
                  <a:pt x="1402364" y="335052"/>
                </a:lnTo>
                <a:lnTo>
                  <a:pt x="1410040" y="325527"/>
                </a:lnTo>
                <a:lnTo>
                  <a:pt x="1397701" y="322064"/>
                </a:lnTo>
                <a:close/>
              </a:path>
              <a:path w="3308985" h="1290954">
                <a:moveTo>
                  <a:pt x="1352779" y="296519"/>
                </a:moveTo>
                <a:lnTo>
                  <a:pt x="1347262" y="296519"/>
                </a:lnTo>
                <a:lnTo>
                  <a:pt x="1347262" y="307560"/>
                </a:lnTo>
                <a:lnTo>
                  <a:pt x="1354125" y="307560"/>
                </a:lnTo>
                <a:lnTo>
                  <a:pt x="1352779" y="296519"/>
                </a:lnTo>
                <a:close/>
              </a:path>
              <a:path w="3308985" h="1290954">
                <a:moveTo>
                  <a:pt x="1400083" y="272057"/>
                </a:moveTo>
                <a:lnTo>
                  <a:pt x="1370533" y="272057"/>
                </a:lnTo>
                <a:lnTo>
                  <a:pt x="1391062" y="277379"/>
                </a:lnTo>
                <a:lnTo>
                  <a:pt x="1398350" y="296519"/>
                </a:lnTo>
                <a:lnTo>
                  <a:pt x="1352779" y="296519"/>
                </a:lnTo>
                <a:lnTo>
                  <a:pt x="1354125" y="307560"/>
                </a:lnTo>
                <a:lnTo>
                  <a:pt x="1411339" y="307560"/>
                </a:lnTo>
                <a:lnTo>
                  <a:pt x="1410401" y="289592"/>
                </a:lnTo>
                <a:lnTo>
                  <a:pt x="1410311" y="287860"/>
                </a:lnTo>
                <a:lnTo>
                  <a:pt x="1400083" y="272057"/>
                </a:lnTo>
                <a:close/>
              </a:path>
              <a:path w="3308985" h="1290954">
                <a:moveTo>
                  <a:pt x="1439210" y="321847"/>
                </a:moveTo>
                <a:lnTo>
                  <a:pt x="1427088" y="324878"/>
                </a:lnTo>
                <a:lnTo>
                  <a:pt x="1428567" y="331949"/>
                </a:lnTo>
                <a:lnTo>
                  <a:pt x="1443197" y="344685"/>
                </a:lnTo>
                <a:lnTo>
                  <a:pt x="1465151" y="346526"/>
                </a:lnTo>
                <a:lnTo>
                  <a:pt x="1484346" y="338155"/>
                </a:lnTo>
                <a:lnTo>
                  <a:pt x="1485569" y="334150"/>
                </a:lnTo>
                <a:lnTo>
                  <a:pt x="1449006" y="334150"/>
                </a:lnTo>
                <a:lnTo>
                  <a:pt x="1439210" y="321847"/>
                </a:lnTo>
                <a:close/>
              </a:path>
              <a:path w="3308985" h="1290954">
                <a:moveTo>
                  <a:pt x="1460209" y="260584"/>
                </a:moveTo>
                <a:lnTo>
                  <a:pt x="1436306" y="268558"/>
                </a:lnTo>
                <a:lnTo>
                  <a:pt x="1429685" y="290350"/>
                </a:lnTo>
                <a:lnTo>
                  <a:pt x="1438561" y="302743"/>
                </a:lnTo>
                <a:lnTo>
                  <a:pt x="1472909" y="313044"/>
                </a:lnTo>
                <a:lnTo>
                  <a:pt x="1477960" y="325852"/>
                </a:lnTo>
                <a:lnTo>
                  <a:pt x="1469156" y="334006"/>
                </a:lnTo>
                <a:lnTo>
                  <a:pt x="1449006" y="334150"/>
                </a:lnTo>
                <a:lnTo>
                  <a:pt x="1485569" y="334150"/>
                </a:lnTo>
                <a:lnTo>
                  <a:pt x="1491165" y="315822"/>
                </a:lnTo>
                <a:lnTo>
                  <a:pt x="1482055" y="303681"/>
                </a:lnTo>
                <a:lnTo>
                  <a:pt x="1443612" y="289646"/>
                </a:lnTo>
                <a:lnTo>
                  <a:pt x="1444014" y="280283"/>
                </a:lnTo>
                <a:lnTo>
                  <a:pt x="1444135" y="277451"/>
                </a:lnTo>
                <a:lnTo>
                  <a:pt x="1463925" y="271624"/>
                </a:lnTo>
                <a:lnTo>
                  <a:pt x="1484741" y="271624"/>
                </a:lnTo>
                <a:lnTo>
                  <a:pt x="1474893" y="262388"/>
                </a:lnTo>
                <a:lnTo>
                  <a:pt x="1460209" y="260584"/>
                </a:lnTo>
                <a:close/>
              </a:path>
              <a:path w="3308985" h="1290954">
                <a:moveTo>
                  <a:pt x="1484741" y="271624"/>
                </a:moveTo>
                <a:lnTo>
                  <a:pt x="1463925" y="271624"/>
                </a:lnTo>
                <a:lnTo>
                  <a:pt x="1478176" y="283531"/>
                </a:lnTo>
                <a:lnTo>
                  <a:pt x="1489649" y="280283"/>
                </a:lnTo>
                <a:lnTo>
                  <a:pt x="1487665" y="274366"/>
                </a:lnTo>
                <a:lnTo>
                  <a:pt x="1484741" y="271624"/>
                </a:lnTo>
                <a:close/>
              </a:path>
              <a:path w="3308985" h="1290954">
                <a:moveTo>
                  <a:pt x="1528791" y="241751"/>
                </a:moveTo>
                <a:lnTo>
                  <a:pt x="1516019" y="241751"/>
                </a:lnTo>
                <a:lnTo>
                  <a:pt x="1516019" y="324445"/>
                </a:lnTo>
                <a:lnTo>
                  <a:pt x="1521648" y="339634"/>
                </a:lnTo>
                <a:lnTo>
                  <a:pt x="1542880" y="345696"/>
                </a:lnTo>
                <a:lnTo>
                  <a:pt x="1528791" y="241751"/>
                </a:lnTo>
                <a:close/>
              </a:path>
              <a:path w="3308985" h="1290954">
                <a:moveTo>
                  <a:pt x="1516019" y="261666"/>
                </a:moveTo>
                <a:lnTo>
                  <a:pt x="1503463" y="261666"/>
                </a:lnTo>
                <a:lnTo>
                  <a:pt x="1503463" y="272490"/>
                </a:lnTo>
                <a:lnTo>
                  <a:pt x="1516019" y="272490"/>
                </a:lnTo>
                <a:lnTo>
                  <a:pt x="1516019" y="261666"/>
                </a:lnTo>
                <a:close/>
              </a:path>
              <a:path w="3308985" h="1290954">
                <a:moveTo>
                  <a:pt x="1546542" y="261666"/>
                </a:moveTo>
                <a:lnTo>
                  <a:pt x="1531491" y="261666"/>
                </a:lnTo>
                <a:lnTo>
                  <a:pt x="1532958" y="272490"/>
                </a:lnTo>
                <a:lnTo>
                  <a:pt x="1546542" y="272490"/>
                </a:lnTo>
                <a:lnTo>
                  <a:pt x="1546542" y="261666"/>
                </a:lnTo>
                <a:close/>
              </a:path>
              <a:path w="3308985" h="1290954">
                <a:moveTo>
                  <a:pt x="1578527" y="261666"/>
                </a:moveTo>
                <a:lnTo>
                  <a:pt x="1565755" y="261666"/>
                </a:lnTo>
                <a:lnTo>
                  <a:pt x="1565755" y="344794"/>
                </a:lnTo>
                <a:lnTo>
                  <a:pt x="1578527" y="344794"/>
                </a:lnTo>
                <a:lnTo>
                  <a:pt x="1578527" y="261666"/>
                </a:lnTo>
                <a:close/>
              </a:path>
              <a:path w="3308985" h="1290954">
                <a:moveTo>
                  <a:pt x="1567613" y="231341"/>
                </a:moveTo>
                <a:lnTo>
                  <a:pt x="1572249" y="247812"/>
                </a:lnTo>
                <a:lnTo>
                  <a:pt x="1574739" y="247812"/>
                </a:lnTo>
                <a:lnTo>
                  <a:pt x="1581341" y="236771"/>
                </a:lnTo>
                <a:lnTo>
                  <a:pt x="1567613" y="231341"/>
                </a:lnTo>
                <a:close/>
              </a:path>
              <a:path w="3308985" h="1290954">
                <a:moveTo>
                  <a:pt x="1614277" y="357133"/>
                </a:moveTo>
                <a:lnTo>
                  <a:pt x="1601487" y="361029"/>
                </a:lnTo>
                <a:lnTo>
                  <a:pt x="1635474" y="377698"/>
                </a:lnTo>
                <a:lnTo>
                  <a:pt x="1658998" y="372413"/>
                </a:lnTo>
                <a:lnTo>
                  <a:pt x="1664241" y="366441"/>
                </a:lnTo>
                <a:lnTo>
                  <a:pt x="1630459" y="366441"/>
                </a:lnTo>
                <a:lnTo>
                  <a:pt x="1614277" y="357133"/>
                </a:lnTo>
                <a:close/>
              </a:path>
              <a:path w="3308985" h="1290954">
                <a:moveTo>
                  <a:pt x="1670236" y="332815"/>
                </a:moveTo>
                <a:lnTo>
                  <a:pt x="1655282" y="332815"/>
                </a:lnTo>
                <a:lnTo>
                  <a:pt x="1658637" y="353236"/>
                </a:lnTo>
                <a:lnTo>
                  <a:pt x="1647723" y="364818"/>
                </a:lnTo>
                <a:lnTo>
                  <a:pt x="1630459" y="366441"/>
                </a:lnTo>
                <a:lnTo>
                  <a:pt x="1664241" y="366441"/>
                </a:lnTo>
                <a:lnTo>
                  <a:pt x="1669786" y="360127"/>
                </a:lnTo>
                <a:lnTo>
                  <a:pt x="1670236" y="332815"/>
                </a:lnTo>
                <a:close/>
              </a:path>
              <a:path w="3308985" h="1290954">
                <a:moveTo>
                  <a:pt x="1626526" y="260584"/>
                </a:moveTo>
                <a:lnTo>
                  <a:pt x="1609677" y="269297"/>
                </a:lnTo>
                <a:lnTo>
                  <a:pt x="1599521" y="286868"/>
                </a:lnTo>
                <a:lnTo>
                  <a:pt x="1598023" y="311456"/>
                </a:lnTo>
                <a:lnTo>
                  <a:pt x="1605726" y="330939"/>
                </a:lnTo>
                <a:lnTo>
                  <a:pt x="1620573" y="341907"/>
                </a:lnTo>
                <a:lnTo>
                  <a:pt x="1638721" y="343495"/>
                </a:lnTo>
                <a:lnTo>
                  <a:pt x="1655282" y="332815"/>
                </a:lnTo>
                <a:lnTo>
                  <a:pt x="1670236" y="332815"/>
                </a:lnTo>
                <a:lnTo>
                  <a:pt x="1670249" y="332021"/>
                </a:lnTo>
                <a:lnTo>
                  <a:pt x="1629701" y="332021"/>
                </a:lnTo>
                <a:lnTo>
                  <a:pt x="1615342" y="322298"/>
                </a:lnTo>
                <a:lnTo>
                  <a:pt x="1611680" y="291829"/>
                </a:lnTo>
                <a:lnTo>
                  <a:pt x="1625119" y="273428"/>
                </a:lnTo>
                <a:lnTo>
                  <a:pt x="1655783" y="273428"/>
                </a:lnTo>
                <a:lnTo>
                  <a:pt x="1626526" y="260584"/>
                </a:lnTo>
                <a:close/>
              </a:path>
              <a:path w="3308985" h="1290954">
                <a:moveTo>
                  <a:pt x="1655783" y="273428"/>
                </a:moveTo>
                <a:lnTo>
                  <a:pt x="1644656" y="273428"/>
                </a:lnTo>
                <a:lnTo>
                  <a:pt x="1657952" y="291306"/>
                </a:lnTo>
                <a:lnTo>
                  <a:pt x="1654311" y="322298"/>
                </a:lnTo>
                <a:lnTo>
                  <a:pt x="1654253" y="322785"/>
                </a:lnTo>
                <a:lnTo>
                  <a:pt x="1635041" y="332021"/>
                </a:lnTo>
                <a:lnTo>
                  <a:pt x="1670249" y="332021"/>
                </a:lnTo>
                <a:lnTo>
                  <a:pt x="1671191" y="274871"/>
                </a:lnTo>
                <a:lnTo>
                  <a:pt x="1659070" y="274871"/>
                </a:lnTo>
                <a:lnTo>
                  <a:pt x="1655783" y="273428"/>
                </a:lnTo>
                <a:close/>
              </a:path>
              <a:path w="3308985" h="1290954">
                <a:moveTo>
                  <a:pt x="1671409" y="261666"/>
                </a:moveTo>
                <a:lnTo>
                  <a:pt x="1659070" y="261666"/>
                </a:lnTo>
                <a:lnTo>
                  <a:pt x="1659070" y="274871"/>
                </a:lnTo>
                <a:lnTo>
                  <a:pt x="1671191" y="274871"/>
                </a:lnTo>
                <a:lnTo>
                  <a:pt x="1671283" y="269297"/>
                </a:lnTo>
                <a:lnTo>
                  <a:pt x="1671409" y="261666"/>
                </a:lnTo>
                <a:close/>
              </a:path>
              <a:path w="3308985" h="1290954">
                <a:moveTo>
                  <a:pt x="1752164" y="273176"/>
                </a:moveTo>
                <a:lnTo>
                  <a:pt x="1716166" y="273176"/>
                </a:lnTo>
                <a:lnTo>
                  <a:pt x="1737308" y="273320"/>
                </a:lnTo>
                <a:lnTo>
                  <a:pt x="1744579" y="288726"/>
                </a:lnTo>
                <a:lnTo>
                  <a:pt x="1691830" y="312575"/>
                </a:lnTo>
                <a:lnTo>
                  <a:pt x="1697206" y="338841"/>
                </a:lnTo>
                <a:lnTo>
                  <a:pt x="1719251" y="346742"/>
                </a:lnTo>
                <a:lnTo>
                  <a:pt x="1724085" y="346742"/>
                </a:lnTo>
                <a:lnTo>
                  <a:pt x="1743063" y="335341"/>
                </a:lnTo>
                <a:lnTo>
                  <a:pt x="1716212" y="335341"/>
                </a:lnTo>
                <a:lnTo>
                  <a:pt x="1703664" y="326285"/>
                </a:lnTo>
                <a:lnTo>
                  <a:pt x="1707929" y="312575"/>
                </a:lnTo>
                <a:lnTo>
                  <a:pt x="1708030" y="312250"/>
                </a:lnTo>
                <a:lnTo>
                  <a:pt x="1757351" y="312250"/>
                </a:lnTo>
                <a:lnTo>
                  <a:pt x="1757351" y="283422"/>
                </a:lnTo>
                <a:lnTo>
                  <a:pt x="1752237" y="273320"/>
                </a:lnTo>
                <a:lnTo>
                  <a:pt x="1752164" y="273176"/>
                </a:lnTo>
                <a:close/>
              </a:path>
              <a:path w="3308985" h="1290954">
                <a:moveTo>
                  <a:pt x="1757351" y="312250"/>
                </a:moveTo>
                <a:lnTo>
                  <a:pt x="1708030" y="312250"/>
                </a:lnTo>
                <a:lnTo>
                  <a:pt x="1744579" y="314703"/>
                </a:lnTo>
                <a:lnTo>
                  <a:pt x="1740105" y="327746"/>
                </a:lnTo>
                <a:lnTo>
                  <a:pt x="1721018" y="335341"/>
                </a:lnTo>
                <a:lnTo>
                  <a:pt x="1743063" y="335341"/>
                </a:lnTo>
                <a:lnTo>
                  <a:pt x="1744579" y="344794"/>
                </a:lnTo>
                <a:lnTo>
                  <a:pt x="1757351" y="344794"/>
                </a:lnTo>
                <a:lnTo>
                  <a:pt x="1757351" y="312250"/>
                </a:lnTo>
                <a:close/>
              </a:path>
              <a:path w="3308985" h="1290954">
                <a:moveTo>
                  <a:pt x="1709545" y="263434"/>
                </a:moveTo>
                <a:lnTo>
                  <a:pt x="1693273" y="280067"/>
                </a:lnTo>
                <a:lnTo>
                  <a:pt x="1705396" y="284396"/>
                </a:lnTo>
                <a:lnTo>
                  <a:pt x="1716166" y="273176"/>
                </a:lnTo>
                <a:lnTo>
                  <a:pt x="1752164" y="273176"/>
                </a:lnTo>
                <a:lnTo>
                  <a:pt x="1749215" y="267349"/>
                </a:lnTo>
                <a:lnTo>
                  <a:pt x="1709545" y="263434"/>
                </a:lnTo>
                <a:close/>
              </a:path>
              <a:path w="3308985" h="1290954">
                <a:moveTo>
                  <a:pt x="1799063" y="241751"/>
                </a:moveTo>
                <a:lnTo>
                  <a:pt x="1786291" y="241751"/>
                </a:lnTo>
                <a:lnTo>
                  <a:pt x="1786291" y="324445"/>
                </a:lnTo>
                <a:lnTo>
                  <a:pt x="1791919" y="339634"/>
                </a:lnTo>
                <a:lnTo>
                  <a:pt x="1813152" y="345696"/>
                </a:lnTo>
                <a:lnTo>
                  <a:pt x="1799063" y="241751"/>
                </a:lnTo>
                <a:close/>
              </a:path>
              <a:path w="3308985" h="1290954">
                <a:moveTo>
                  <a:pt x="1786291" y="261666"/>
                </a:moveTo>
                <a:lnTo>
                  <a:pt x="1773735" y="261666"/>
                </a:lnTo>
                <a:lnTo>
                  <a:pt x="1773735" y="272490"/>
                </a:lnTo>
                <a:lnTo>
                  <a:pt x="1786291" y="272490"/>
                </a:lnTo>
                <a:lnTo>
                  <a:pt x="1786291" y="261666"/>
                </a:lnTo>
                <a:close/>
              </a:path>
              <a:path w="3308985" h="1290954">
                <a:moveTo>
                  <a:pt x="1816814" y="261666"/>
                </a:moveTo>
                <a:lnTo>
                  <a:pt x="1801763" y="261666"/>
                </a:lnTo>
                <a:lnTo>
                  <a:pt x="1803230" y="272490"/>
                </a:lnTo>
                <a:lnTo>
                  <a:pt x="1816814" y="272490"/>
                </a:lnTo>
                <a:lnTo>
                  <a:pt x="1816814" y="261666"/>
                </a:lnTo>
                <a:close/>
              </a:path>
              <a:path w="3308985" h="1290954">
                <a:moveTo>
                  <a:pt x="1848799" y="261666"/>
                </a:moveTo>
                <a:lnTo>
                  <a:pt x="1836027" y="261666"/>
                </a:lnTo>
                <a:lnTo>
                  <a:pt x="1836027" y="344794"/>
                </a:lnTo>
                <a:lnTo>
                  <a:pt x="1848799" y="344794"/>
                </a:lnTo>
                <a:lnTo>
                  <a:pt x="1848799" y="261666"/>
                </a:lnTo>
                <a:close/>
              </a:path>
              <a:path w="3308985" h="1290954">
                <a:moveTo>
                  <a:pt x="1837885" y="231341"/>
                </a:moveTo>
                <a:lnTo>
                  <a:pt x="1842521" y="247812"/>
                </a:lnTo>
                <a:lnTo>
                  <a:pt x="1845010" y="247812"/>
                </a:lnTo>
                <a:lnTo>
                  <a:pt x="1851613" y="236771"/>
                </a:lnTo>
                <a:lnTo>
                  <a:pt x="1837885" y="231341"/>
                </a:lnTo>
                <a:close/>
              </a:path>
              <a:path w="3308985" h="1290954">
                <a:moveTo>
                  <a:pt x="1898458" y="260584"/>
                </a:moveTo>
                <a:lnTo>
                  <a:pt x="1880580" y="269514"/>
                </a:lnTo>
                <a:lnTo>
                  <a:pt x="1869865" y="287445"/>
                </a:lnTo>
                <a:lnTo>
                  <a:pt x="1868295" y="312250"/>
                </a:lnTo>
                <a:lnTo>
                  <a:pt x="1876179" y="332599"/>
                </a:lnTo>
                <a:lnTo>
                  <a:pt x="1891873" y="344740"/>
                </a:lnTo>
                <a:lnTo>
                  <a:pt x="1905962" y="346526"/>
                </a:lnTo>
                <a:lnTo>
                  <a:pt x="1913467" y="346526"/>
                </a:lnTo>
                <a:lnTo>
                  <a:pt x="1931326" y="337596"/>
                </a:lnTo>
                <a:lnTo>
                  <a:pt x="1932854" y="335052"/>
                </a:lnTo>
                <a:lnTo>
                  <a:pt x="1900262" y="335052"/>
                </a:lnTo>
                <a:lnTo>
                  <a:pt x="1888211" y="327746"/>
                </a:lnTo>
                <a:lnTo>
                  <a:pt x="1881068" y="298107"/>
                </a:lnTo>
                <a:lnTo>
                  <a:pt x="1895572" y="273537"/>
                </a:lnTo>
                <a:lnTo>
                  <a:pt x="1934447" y="273537"/>
                </a:lnTo>
                <a:lnTo>
                  <a:pt x="1920033" y="262370"/>
                </a:lnTo>
                <a:lnTo>
                  <a:pt x="1898458" y="260584"/>
                </a:lnTo>
                <a:close/>
              </a:path>
              <a:path w="3308985" h="1290954">
                <a:moveTo>
                  <a:pt x="1934447" y="273537"/>
                </a:moveTo>
                <a:lnTo>
                  <a:pt x="1916353" y="273537"/>
                </a:lnTo>
                <a:lnTo>
                  <a:pt x="1929973" y="292929"/>
                </a:lnTo>
                <a:lnTo>
                  <a:pt x="1923714" y="327746"/>
                </a:lnTo>
                <a:lnTo>
                  <a:pt x="1905962" y="335052"/>
                </a:lnTo>
                <a:lnTo>
                  <a:pt x="1932854" y="335052"/>
                </a:lnTo>
                <a:lnTo>
                  <a:pt x="1942042" y="319754"/>
                </a:lnTo>
                <a:lnTo>
                  <a:pt x="1943629" y="295004"/>
                </a:lnTo>
                <a:lnTo>
                  <a:pt x="1935728" y="274529"/>
                </a:lnTo>
                <a:lnTo>
                  <a:pt x="1934447" y="273537"/>
                </a:lnTo>
                <a:close/>
              </a:path>
              <a:path w="3308985" h="1290954">
                <a:moveTo>
                  <a:pt x="1975471" y="261739"/>
                </a:moveTo>
                <a:lnTo>
                  <a:pt x="1963126" y="261739"/>
                </a:lnTo>
                <a:lnTo>
                  <a:pt x="1963126" y="344794"/>
                </a:lnTo>
                <a:lnTo>
                  <a:pt x="1975898" y="344794"/>
                </a:lnTo>
                <a:lnTo>
                  <a:pt x="1975898" y="294787"/>
                </a:lnTo>
                <a:lnTo>
                  <a:pt x="1980498" y="279057"/>
                </a:lnTo>
                <a:lnTo>
                  <a:pt x="1994668" y="274655"/>
                </a:lnTo>
                <a:lnTo>
                  <a:pt x="1976548" y="274655"/>
                </a:lnTo>
                <a:lnTo>
                  <a:pt x="1975483" y="261883"/>
                </a:lnTo>
                <a:lnTo>
                  <a:pt x="1975471" y="261739"/>
                </a:lnTo>
                <a:close/>
              </a:path>
              <a:path w="3308985" h="1290954">
                <a:moveTo>
                  <a:pt x="2021128" y="272057"/>
                </a:moveTo>
                <a:lnTo>
                  <a:pt x="2003030" y="272057"/>
                </a:lnTo>
                <a:lnTo>
                  <a:pt x="2014467" y="281221"/>
                </a:lnTo>
                <a:lnTo>
                  <a:pt x="2016163" y="344794"/>
                </a:lnTo>
                <a:lnTo>
                  <a:pt x="2028935" y="344794"/>
                </a:lnTo>
                <a:lnTo>
                  <a:pt x="2027801" y="281221"/>
                </a:lnTo>
                <a:lnTo>
                  <a:pt x="2027762" y="279057"/>
                </a:lnTo>
                <a:lnTo>
                  <a:pt x="2021128" y="272057"/>
                </a:lnTo>
                <a:close/>
              </a:path>
              <a:path w="3308985" h="1290954">
                <a:moveTo>
                  <a:pt x="2011346" y="261739"/>
                </a:moveTo>
                <a:lnTo>
                  <a:pt x="1989392" y="261883"/>
                </a:lnTo>
                <a:lnTo>
                  <a:pt x="1976548" y="274655"/>
                </a:lnTo>
                <a:lnTo>
                  <a:pt x="1994668" y="274655"/>
                </a:lnTo>
                <a:lnTo>
                  <a:pt x="2003030" y="272057"/>
                </a:lnTo>
                <a:lnTo>
                  <a:pt x="2021128" y="272057"/>
                </a:lnTo>
                <a:lnTo>
                  <a:pt x="2011346" y="261739"/>
                </a:lnTo>
                <a:close/>
              </a:path>
              <a:path w="3308985" h="1290954">
                <a:moveTo>
                  <a:pt x="2162954" y="232875"/>
                </a:moveTo>
                <a:lnTo>
                  <a:pt x="2134765" y="247758"/>
                </a:lnTo>
                <a:lnTo>
                  <a:pt x="2121319" y="280906"/>
                </a:lnTo>
                <a:lnTo>
                  <a:pt x="2127256" y="319682"/>
                </a:lnTo>
                <a:lnTo>
                  <a:pt x="2150344" y="342412"/>
                </a:lnTo>
                <a:lnTo>
                  <a:pt x="2183242" y="344577"/>
                </a:lnTo>
                <a:lnTo>
                  <a:pt x="2198002" y="333753"/>
                </a:lnTo>
                <a:lnTo>
                  <a:pt x="2163137" y="333753"/>
                </a:lnTo>
                <a:lnTo>
                  <a:pt x="2146197" y="325275"/>
                </a:lnTo>
                <a:lnTo>
                  <a:pt x="2135500" y="307073"/>
                </a:lnTo>
                <a:lnTo>
                  <a:pt x="2133978" y="280906"/>
                </a:lnTo>
                <a:lnTo>
                  <a:pt x="2133912" y="279778"/>
                </a:lnTo>
                <a:lnTo>
                  <a:pt x="2141886" y="258473"/>
                </a:lnTo>
                <a:lnTo>
                  <a:pt x="2157057" y="246693"/>
                </a:lnTo>
                <a:lnTo>
                  <a:pt x="2176558" y="244998"/>
                </a:lnTo>
                <a:lnTo>
                  <a:pt x="2199364" y="244998"/>
                </a:lnTo>
                <a:lnTo>
                  <a:pt x="2195067" y="239369"/>
                </a:lnTo>
                <a:lnTo>
                  <a:pt x="2162954" y="232875"/>
                </a:lnTo>
                <a:close/>
              </a:path>
              <a:path w="3308985" h="1290954">
                <a:moveTo>
                  <a:pt x="2199364" y="244998"/>
                </a:moveTo>
                <a:lnTo>
                  <a:pt x="2176558" y="244998"/>
                </a:lnTo>
                <a:lnTo>
                  <a:pt x="2197791" y="258473"/>
                </a:lnTo>
                <a:lnTo>
                  <a:pt x="2205783" y="289376"/>
                </a:lnTo>
                <a:lnTo>
                  <a:pt x="2205783" y="298973"/>
                </a:lnTo>
                <a:lnTo>
                  <a:pt x="2197791" y="320278"/>
                </a:lnTo>
                <a:lnTo>
                  <a:pt x="2182620" y="332058"/>
                </a:lnTo>
                <a:lnTo>
                  <a:pt x="2163137" y="333753"/>
                </a:lnTo>
                <a:lnTo>
                  <a:pt x="2198002" y="333753"/>
                </a:lnTo>
                <a:lnTo>
                  <a:pt x="2208979" y="325703"/>
                </a:lnTo>
                <a:lnTo>
                  <a:pt x="2218771" y="289376"/>
                </a:lnTo>
                <a:lnTo>
                  <a:pt x="2215210" y="265752"/>
                </a:lnTo>
                <a:lnTo>
                  <a:pt x="2199364" y="244998"/>
                </a:lnTo>
                <a:close/>
              </a:path>
              <a:path w="3308985" h="1290954">
                <a:moveTo>
                  <a:pt x="2251946" y="261666"/>
                </a:moveTo>
                <a:lnTo>
                  <a:pt x="2239607" y="261666"/>
                </a:lnTo>
                <a:lnTo>
                  <a:pt x="2239607" y="344794"/>
                </a:lnTo>
                <a:lnTo>
                  <a:pt x="2252379" y="344794"/>
                </a:lnTo>
                <a:lnTo>
                  <a:pt x="2253281" y="285100"/>
                </a:lnTo>
                <a:lnTo>
                  <a:pt x="2270921" y="274222"/>
                </a:lnTo>
                <a:lnTo>
                  <a:pt x="2252812" y="274222"/>
                </a:lnTo>
                <a:lnTo>
                  <a:pt x="2251946" y="261666"/>
                </a:lnTo>
                <a:close/>
              </a:path>
              <a:path w="3308985" h="1290954">
                <a:moveTo>
                  <a:pt x="2269481" y="260368"/>
                </a:moveTo>
                <a:lnTo>
                  <a:pt x="2252812" y="274222"/>
                </a:lnTo>
                <a:lnTo>
                  <a:pt x="2270921" y="274222"/>
                </a:lnTo>
                <a:lnTo>
                  <a:pt x="2273378" y="272707"/>
                </a:lnTo>
                <a:lnTo>
                  <a:pt x="2281171" y="260584"/>
                </a:lnTo>
                <a:lnTo>
                  <a:pt x="2269481" y="260368"/>
                </a:lnTo>
                <a:close/>
              </a:path>
              <a:path w="3308985" h="1290954">
                <a:moveTo>
                  <a:pt x="2318387" y="260584"/>
                </a:moveTo>
                <a:lnTo>
                  <a:pt x="2301538" y="269333"/>
                </a:lnTo>
                <a:lnTo>
                  <a:pt x="2291381" y="287139"/>
                </a:lnTo>
                <a:lnTo>
                  <a:pt x="2289884" y="312250"/>
                </a:lnTo>
                <a:lnTo>
                  <a:pt x="2297371" y="332761"/>
                </a:lnTo>
                <a:lnTo>
                  <a:pt x="2312262" y="344794"/>
                </a:lnTo>
                <a:lnTo>
                  <a:pt x="2325170" y="346526"/>
                </a:lnTo>
                <a:lnTo>
                  <a:pt x="2330510" y="346526"/>
                </a:lnTo>
                <a:lnTo>
                  <a:pt x="2346381" y="335052"/>
                </a:lnTo>
                <a:lnTo>
                  <a:pt x="2321562" y="335052"/>
                </a:lnTo>
                <a:lnTo>
                  <a:pt x="2307202" y="324156"/>
                </a:lnTo>
                <a:lnTo>
                  <a:pt x="2303540" y="292118"/>
                </a:lnTo>
                <a:lnTo>
                  <a:pt x="2316980" y="273446"/>
                </a:lnTo>
                <a:lnTo>
                  <a:pt x="2347295" y="273446"/>
                </a:lnTo>
                <a:lnTo>
                  <a:pt x="2318387" y="260584"/>
                </a:lnTo>
                <a:close/>
              </a:path>
              <a:path w="3308985" h="1290954">
                <a:moveTo>
                  <a:pt x="2363270" y="333537"/>
                </a:moveTo>
                <a:lnTo>
                  <a:pt x="2348477" y="333537"/>
                </a:lnTo>
                <a:lnTo>
                  <a:pt x="2350931" y="344794"/>
                </a:lnTo>
                <a:lnTo>
                  <a:pt x="2363270" y="344794"/>
                </a:lnTo>
                <a:lnTo>
                  <a:pt x="2363270" y="333537"/>
                </a:lnTo>
                <a:close/>
              </a:path>
              <a:path w="3308985" h="1290954">
                <a:moveTo>
                  <a:pt x="2347295" y="273446"/>
                </a:moveTo>
                <a:lnTo>
                  <a:pt x="2336516" y="273446"/>
                </a:lnTo>
                <a:lnTo>
                  <a:pt x="2349812" y="291594"/>
                </a:lnTo>
                <a:lnTo>
                  <a:pt x="2343426" y="328341"/>
                </a:lnTo>
                <a:lnTo>
                  <a:pt x="2326902" y="335052"/>
                </a:lnTo>
                <a:lnTo>
                  <a:pt x="2346381" y="335052"/>
                </a:lnTo>
                <a:lnTo>
                  <a:pt x="2348477" y="333537"/>
                </a:lnTo>
                <a:lnTo>
                  <a:pt x="2363270" y="333537"/>
                </a:lnTo>
                <a:lnTo>
                  <a:pt x="2363270" y="274871"/>
                </a:lnTo>
                <a:lnTo>
                  <a:pt x="2350498" y="274871"/>
                </a:lnTo>
                <a:lnTo>
                  <a:pt x="2347295" y="273446"/>
                </a:lnTo>
                <a:close/>
              </a:path>
              <a:path w="3308985" h="1290954">
                <a:moveTo>
                  <a:pt x="2363270" y="233957"/>
                </a:moveTo>
                <a:lnTo>
                  <a:pt x="2350498" y="233957"/>
                </a:lnTo>
                <a:lnTo>
                  <a:pt x="2350498" y="274871"/>
                </a:lnTo>
                <a:lnTo>
                  <a:pt x="2363270" y="274871"/>
                </a:lnTo>
                <a:lnTo>
                  <a:pt x="2363270" y="233957"/>
                </a:lnTo>
                <a:close/>
              </a:path>
              <a:path w="3308985" h="1290954">
                <a:moveTo>
                  <a:pt x="2414485" y="260584"/>
                </a:moveTo>
                <a:lnTo>
                  <a:pt x="2396698" y="269748"/>
                </a:lnTo>
                <a:lnTo>
                  <a:pt x="2386090" y="287860"/>
                </a:lnTo>
                <a:lnTo>
                  <a:pt x="2384539" y="312394"/>
                </a:lnTo>
                <a:lnTo>
                  <a:pt x="2392332" y="332671"/>
                </a:lnTo>
                <a:lnTo>
                  <a:pt x="2408369" y="344758"/>
                </a:lnTo>
                <a:lnTo>
                  <a:pt x="2423288" y="346526"/>
                </a:lnTo>
                <a:lnTo>
                  <a:pt x="2443006" y="342160"/>
                </a:lnTo>
                <a:lnTo>
                  <a:pt x="2448733" y="335052"/>
                </a:lnTo>
                <a:lnTo>
                  <a:pt x="2418129" y="335052"/>
                </a:lnTo>
                <a:lnTo>
                  <a:pt x="2402759" y="326123"/>
                </a:lnTo>
                <a:lnTo>
                  <a:pt x="2400495" y="307560"/>
                </a:lnTo>
                <a:lnTo>
                  <a:pt x="2393631" y="307560"/>
                </a:lnTo>
                <a:lnTo>
                  <a:pt x="2393631" y="296519"/>
                </a:lnTo>
                <a:lnTo>
                  <a:pt x="2399148" y="296519"/>
                </a:lnTo>
                <a:lnTo>
                  <a:pt x="2398303" y="289592"/>
                </a:lnTo>
                <a:lnTo>
                  <a:pt x="2416902" y="272057"/>
                </a:lnTo>
                <a:lnTo>
                  <a:pt x="2446452" y="272057"/>
                </a:lnTo>
                <a:lnTo>
                  <a:pt x="2442880" y="266537"/>
                </a:lnTo>
                <a:lnTo>
                  <a:pt x="2414485" y="260584"/>
                </a:lnTo>
                <a:close/>
              </a:path>
              <a:path w="3308985" h="1290954">
                <a:moveTo>
                  <a:pt x="2444070" y="322064"/>
                </a:moveTo>
                <a:lnTo>
                  <a:pt x="2442988" y="324950"/>
                </a:lnTo>
                <a:lnTo>
                  <a:pt x="2418129" y="335052"/>
                </a:lnTo>
                <a:lnTo>
                  <a:pt x="2448733" y="335052"/>
                </a:lnTo>
                <a:lnTo>
                  <a:pt x="2456409" y="325527"/>
                </a:lnTo>
                <a:lnTo>
                  <a:pt x="2444070" y="322064"/>
                </a:lnTo>
                <a:close/>
              </a:path>
              <a:path w="3308985" h="1290954">
                <a:moveTo>
                  <a:pt x="2399148" y="296519"/>
                </a:moveTo>
                <a:lnTo>
                  <a:pt x="2393631" y="296519"/>
                </a:lnTo>
                <a:lnTo>
                  <a:pt x="2393631" y="307560"/>
                </a:lnTo>
                <a:lnTo>
                  <a:pt x="2400495" y="307560"/>
                </a:lnTo>
                <a:lnTo>
                  <a:pt x="2399148" y="296519"/>
                </a:lnTo>
                <a:close/>
              </a:path>
              <a:path w="3308985" h="1290954">
                <a:moveTo>
                  <a:pt x="2446452" y="272057"/>
                </a:moveTo>
                <a:lnTo>
                  <a:pt x="2416902" y="272057"/>
                </a:lnTo>
                <a:lnTo>
                  <a:pt x="2437431" y="277379"/>
                </a:lnTo>
                <a:lnTo>
                  <a:pt x="2444720" y="296519"/>
                </a:lnTo>
                <a:lnTo>
                  <a:pt x="2399148" y="296519"/>
                </a:lnTo>
                <a:lnTo>
                  <a:pt x="2400495" y="307560"/>
                </a:lnTo>
                <a:lnTo>
                  <a:pt x="2457708" y="307560"/>
                </a:lnTo>
                <a:lnTo>
                  <a:pt x="2456770" y="289592"/>
                </a:lnTo>
                <a:lnTo>
                  <a:pt x="2456680" y="287860"/>
                </a:lnTo>
                <a:lnTo>
                  <a:pt x="2446452" y="272057"/>
                </a:lnTo>
                <a:close/>
              </a:path>
              <a:path w="3308985" h="1290954">
                <a:moveTo>
                  <a:pt x="2489476" y="261666"/>
                </a:moveTo>
                <a:lnTo>
                  <a:pt x="2477137" y="261666"/>
                </a:lnTo>
                <a:lnTo>
                  <a:pt x="2477137" y="344794"/>
                </a:lnTo>
                <a:lnTo>
                  <a:pt x="2489909" y="344794"/>
                </a:lnTo>
                <a:lnTo>
                  <a:pt x="2490811" y="285100"/>
                </a:lnTo>
                <a:lnTo>
                  <a:pt x="2508450" y="274222"/>
                </a:lnTo>
                <a:lnTo>
                  <a:pt x="2490342" y="274222"/>
                </a:lnTo>
                <a:lnTo>
                  <a:pt x="2489476" y="261666"/>
                </a:lnTo>
                <a:close/>
              </a:path>
              <a:path w="3308985" h="1290954">
                <a:moveTo>
                  <a:pt x="2507011" y="260368"/>
                </a:moveTo>
                <a:lnTo>
                  <a:pt x="2490342" y="274222"/>
                </a:lnTo>
                <a:lnTo>
                  <a:pt x="2508450" y="274222"/>
                </a:lnTo>
                <a:lnTo>
                  <a:pt x="2510907" y="272707"/>
                </a:lnTo>
                <a:lnTo>
                  <a:pt x="2518701" y="260584"/>
                </a:lnTo>
                <a:lnTo>
                  <a:pt x="2507011" y="260368"/>
                </a:lnTo>
                <a:close/>
              </a:path>
              <a:path w="3308985" h="1290954">
                <a:moveTo>
                  <a:pt x="2662463" y="273176"/>
                </a:moveTo>
                <a:lnTo>
                  <a:pt x="2626465" y="273176"/>
                </a:lnTo>
                <a:lnTo>
                  <a:pt x="2647607" y="273320"/>
                </a:lnTo>
                <a:lnTo>
                  <a:pt x="2654877" y="288726"/>
                </a:lnTo>
                <a:lnTo>
                  <a:pt x="2602129" y="312575"/>
                </a:lnTo>
                <a:lnTo>
                  <a:pt x="2607505" y="338841"/>
                </a:lnTo>
                <a:lnTo>
                  <a:pt x="2629550" y="346742"/>
                </a:lnTo>
                <a:lnTo>
                  <a:pt x="2634384" y="346742"/>
                </a:lnTo>
                <a:lnTo>
                  <a:pt x="2653362" y="335341"/>
                </a:lnTo>
                <a:lnTo>
                  <a:pt x="2626511" y="335341"/>
                </a:lnTo>
                <a:lnTo>
                  <a:pt x="2613963" y="326285"/>
                </a:lnTo>
                <a:lnTo>
                  <a:pt x="2618228" y="312575"/>
                </a:lnTo>
                <a:lnTo>
                  <a:pt x="2618329" y="312250"/>
                </a:lnTo>
                <a:lnTo>
                  <a:pt x="2667650" y="312250"/>
                </a:lnTo>
                <a:lnTo>
                  <a:pt x="2667650" y="283422"/>
                </a:lnTo>
                <a:lnTo>
                  <a:pt x="2662536" y="273320"/>
                </a:lnTo>
                <a:lnTo>
                  <a:pt x="2662463" y="273176"/>
                </a:lnTo>
                <a:close/>
              </a:path>
              <a:path w="3308985" h="1290954">
                <a:moveTo>
                  <a:pt x="2667650" y="312250"/>
                </a:moveTo>
                <a:lnTo>
                  <a:pt x="2618329" y="312250"/>
                </a:lnTo>
                <a:lnTo>
                  <a:pt x="2654877" y="314703"/>
                </a:lnTo>
                <a:lnTo>
                  <a:pt x="2650404" y="327746"/>
                </a:lnTo>
                <a:lnTo>
                  <a:pt x="2631316" y="335341"/>
                </a:lnTo>
                <a:lnTo>
                  <a:pt x="2653362" y="335341"/>
                </a:lnTo>
                <a:lnTo>
                  <a:pt x="2654877" y="344794"/>
                </a:lnTo>
                <a:lnTo>
                  <a:pt x="2667650" y="344794"/>
                </a:lnTo>
                <a:lnTo>
                  <a:pt x="2667650" y="312250"/>
                </a:lnTo>
                <a:close/>
              </a:path>
              <a:path w="3308985" h="1290954">
                <a:moveTo>
                  <a:pt x="2619844" y="263434"/>
                </a:moveTo>
                <a:lnTo>
                  <a:pt x="2603572" y="280067"/>
                </a:lnTo>
                <a:lnTo>
                  <a:pt x="2615695" y="284396"/>
                </a:lnTo>
                <a:lnTo>
                  <a:pt x="2626465" y="273176"/>
                </a:lnTo>
                <a:lnTo>
                  <a:pt x="2662463" y="273176"/>
                </a:lnTo>
                <a:lnTo>
                  <a:pt x="2659514" y="267349"/>
                </a:lnTo>
                <a:lnTo>
                  <a:pt x="2619844" y="263434"/>
                </a:lnTo>
                <a:close/>
              </a:path>
              <a:path w="3308985" h="1290954">
                <a:moveTo>
                  <a:pt x="2703307" y="261739"/>
                </a:moveTo>
                <a:lnTo>
                  <a:pt x="2690962" y="261739"/>
                </a:lnTo>
                <a:lnTo>
                  <a:pt x="2690962" y="344794"/>
                </a:lnTo>
                <a:lnTo>
                  <a:pt x="2703734" y="344794"/>
                </a:lnTo>
                <a:lnTo>
                  <a:pt x="2703734" y="294787"/>
                </a:lnTo>
                <a:lnTo>
                  <a:pt x="2708334" y="279057"/>
                </a:lnTo>
                <a:lnTo>
                  <a:pt x="2722503" y="274655"/>
                </a:lnTo>
                <a:lnTo>
                  <a:pt x="2704383" y="274655"/>
                </a:lnTo>
                <a:lnTo>
                  <a:pt x="2703319" y="261883"/>
                </a:lnTo>
                <a:lnTo>
                  <a:pt x="2703307" y="261739"/>
                </a:lnTo>
                <a:close/>
              </a:path>
              <a:path w="3308985" h="1290954">
                <a:moveTo>
                  <a:pt x="2748963" y="272057"/>
                </a:moveTo>
                <a:lnTo>
                  <a:pt x="2730865" y="272057"/>
                </a:lnTo>
                <a:lnTo>
                  <a:pt x="2742303" y="281221"/>
                </a:lnTo>
                <a:lnTo>
                  <a:pt x="2743998" y="344794"/>
                </a:lnTo>
                <a:lnTo>
                  <a:pt x="2756771" y="344794"/>
                </a:lnTo>
                <a:lnTo>
                  <a:pt x="2755637" y="281221"/>
                </a:lnTo>
                <a:lnTo>
                  <a:pt x="2755598" y="279057"/>
                </a:lnTo>
                <a:lnTo>
                  <a:pt x="2748963" y="272057"/>
                </a:lnTo>
                <a:close/>
              </a:path>
              <a:path w="3308985" h="1290954">
                <a:moveTo>
                  <a:pt x="2739182" y="261739"/>
                </a:moveTo>
                <a:lnTo>
                  <a:pt x="2717227" y="261883"/>
                </a:lnTo>
                <a:lnTo>
                  <a:pt x="2704383" y="274655"/>
                </a:lnTo>
                <a:lnTo>
                  <a:pt x="2722503" y="274655"/>
                </a:lnTo>
                <a:lnTo>
                  <a:pt x="2730865" y="272057"/>
                </a:lnTo>
                <a:lnTo>
                  <a:pt x="2748963" y="272057"/>
                </a:lnTo>
                <a:lnTo>
                  <a:pt x="2739182" y="261739"/>
                </a:lnTo>
                <a:close/>
              </a:path>
              <a:path w="3308985" h="1290954">
                <a:moveTo>
                  <a:pt x="2804716" y="260584"/>
                </a:moveTo>
                <a:lnTo>
                  <a:pt x="2787867" y="269333"/>
                </a:lnTo>
                <a:lnTo>
                  <a:pt x="2777710" y="287139"/>
                </a:lnTo>
                <a:lnTo>
                  <a:pt x="2776213" y="312250"/>
                </a:lnTo>
                <a:lnTo>
                  <a:pt x="2783699" y="332761"/>
                </a:lnTo>
                <a:lnTo>
                  <a:pt x="2798590" y="344794"/>
                </a:lnTo>
                <a:lnTo>
                  <a:pt x="2811499" y="346526"/>
                </a:lnTo>
                <a:lnTo>
                  <a:pt x="2816839" y="346526"/>
                </a:lnTo>
                <a:lnTo>
                  <a:pt x="2832710" y="335052"/>
                </a:lnTo>
                <a:lnTo>
                  <a:pt x="2807891" y="335052"/>
                </a:lnTo>
                <a:lnTo>
                  <a:pt x="2793531" y="324156"/>
                </a:lnTo>
                <a:lnTo>
                  <a:pt x="2789869" y="292118"/>
                </a:lnTo>
                <a:lnTo>
                  <a:pt x="2803309" y="273446"/>
                </a:lnTo>
                <a:lnTo>
                  <a:pt x="2833624" y="273446"/>
                </a:lnTo>
                <a:lnTo>
                  <a:pt x="2804716" y="260584"/>
                </a:lnTo>
                <a:close/>
              </a:path>
              <a:path w="3308985" h="1290954">
                <a:moveTo>
                  <a:pt x="2849599" y="333537"/>
                </a:moveTo>
                <a:lnTo>
                  <a:pt x="2834806" y="333537"/>
                </a:lnTo>
                <a:lnTo>
                  <a:pt x="2837260" y="344794"/>
                </a:lnTo>
                <a:lnTo>
                  <a:pt x="2849599" y="344794"/>
                </a:lnTo>
                <a:lnTo>
                  <a:pt x="2849599" y="333537"/>
                </a:lnTo>
                <a:close/>
              </a:path>
              <a:path w="3308985" h="1290954">
                <a:moveTo>
                  <a:pt x="2833624" y="273446"/>
                </a:moveTo>
                <a:lnTo>
                  <a:pt x="2822845" y="273446"/>
                </a:lnTo>
                <a:lnTo>
                  <a:pt x="2836141" y="291594"/>
                </a:lnTo>
                <a:lnTo>
                  <a:pt x="2829755" y="328341"/>
                </a:lnTo>
                <a:lnTo>
                  <a:pt x="2813231" y="335052"/>
                </a:lnTo>
                <a:lnTo>
                  <a:pt x="2832710" y="335052"/>
                </a:lnTo>
                <a:lnTo>
                  <a:pt x="2834806" y="333537"/>
                </a:lnTo>
                <a:lnTo>
                  <a:pt x="2849599" y="333537"/>
                </a:lnTo>
                <a:lnTo>
                  <a:pt x="2849599" y="274871"/>
                </a:lnTo>
                <a:lnTo>
                  <a:pt x="2836827" y="274871"/>
                </a:lnTo>
                <a:lnTo>
                  <a:pt x="2833624" y="273446"/>
                </a:lnTo>
                <a:close/>
              </a:path>
              <a:path w="3308985" h="1290954">
                <a:moveTo>
                  <a:pt x="2849599" y="233957"/>
                </a:moveTo>
                <a:lnTo>
                  <a:pt x="2836827" y="233957"/>
                </a:lnTo>
                <a:lnTo>
                  <a:pt x="2836827" y="274871"/>
                </a:lnTo>
                <a:lnTo>
                  <a:pt x="2849599" y="274871"/>
                </a:lnTo>
                <a:lnTo>
                  <a:pt x="2849599" y="233957"/>
                </a:lnTo>
                <a:close/>
              </a:path>
              <a:path w="3308985" h="1290954">
                <a:moveTo>
                  <a:pt x="2972061" y="260584"/>
                </a:moveTo>
                <a:lnTo>
                  <a:pt x="2954274" y="269748"/>
                </a:lnTo>
                <a:lnTo>
                  <a:pt x="2943666" y="287860"/>
                </a:lnTo>
                <a:lnTo>
                  <a:pt x="2942115" y="312394"/>
                </a:lnTo>
                <a:lnTo>
                  <a:pt x="2949908" y="332671"/>
                </a:lnTo>
                <a:lnTo>
                  <a:pt x="2965946" y="344758"/>
                </a:lnTo>
                <a:lnTo>
                  <a:pt x="2980865" y="346526"/>
                </a:lnTo>
                <a:lnTo>
                  <a:pt x="3000582" y="342160"/>
                </a:lnTo>
                <a:lnTo>
                  <a:pt x="3006310" y="335052"/>
                </a:lnTo>
                <a:lnTo>
                  <a:pt x="2975705" y="335052"/>
                </a:lnTo>
                <a:lnTo>
                  <a:pt x="2960335" y="326123"/>
                </a:lnTo>
                <a:lnTo>
                  <a:pt x="2958071" y="307560"/>
                </a:lnTo>
                <a:lnTo>
                  <a:pt x="2951207" y="307560"/>
                </a:lnTo>
                <a:lnTo>
                  <a:pt x="2951207" y="296519"/>
                </a:lnTo>
                <a:lnTo>
                  <a:pt x="2956724" y="296519"/>
                </a:lnTo>
                <a:lnTo>
                  <a:pt x="2955879" y="289592"/>
                </a:lnTo>
                <a:lnTo>
                  <a:pt x="2974479" y="272057"/>
                </a:lnTo>
                <a:lnTo>
                  <a:pt x="3004029" y="272057"/>
                </a:lnTo>
                <a:lnTo>
                  <a:pt x="3000456" y="266537"/>
                </a:lnTo>
                <a:lnTo>
                  <a:pt x="2972061" y="260584"/>
                </a:lnTo>
                <a:close/>
              </a:path>
              <a:path w="3308985" h="1290954">
                <a:moveTo>
                  <a:pt x="3001646" y="322064"/>
                </a:moveTo>
                <a:lnTo>
                  <a:pt x="3000564" y="324950"/>
                </a:lnTo>
                <a:lnTo>
                  <a:pt x="2975705" y="335052"/>
                </a:lnTo>
                <a:lnTo>
                  <a:pt x="3006310" y="335052"/>
                </a:lnTo>
                <a:lnTo>
                  <a:pt x="3013985" y="325527"/>
                </a:lnTo>
                <a:lnTo>
                  <a:pt x="3001646" y="322064"/>
                </a:lnTo>
                <a:close/>
              </a:path>
              <a:path w="3308985" h="1290954">
                <a:moveTo>
                  <a:pt x="2956724" y="296519"/>
                </a:moveTo>
                <a:lnTo>
                  <a:pt x="2951207" y="296519"/>
                </a:lnTo>
                <a:lnTo>
                  <a:pt x="2951207" y="307560"/>
                </a:lnTo>
                <a:lnTo>
                  <a:pt x="2958071" y="307560"/>
                </a:lnTo>
                <a:lnTo>
                  <a:pt x="2956724" y="296519"/>
                </a:lnTo>
                <a:close/>
              </a:path>
              <a:path w="3308985" h="1290954">
                <a:moveTo>
                  <a:pt x="3004029" y="272057"/>
                </a:moveTo>
                <a:lnTo>
                  <a:pt x="2974479" y="272057"/>
                </a:lnTo>
                <a:lnTo>
                  <a:pt x="2995008" y="277379"/>
                </a:lnTo>
                <a:lnTo>
                  <a:pt x="3002296" y="296519"/>
                </a:lnTo>
                <a:lnTo>
                  <a:pt x="2956724" y="296519"/>
                </a:lnTo>
                <a:lnTo>
                  <a:pt x="2958071" y="307560"/>
                </a:lnTo>
                <a:lnTo>
                  <a:pt x="3015284" y="307560"/>
                </a:lnTo>
                <a:lnTo>
                  <a:pt x="3014347" y="289592"/>
                </a:lnTo>
                <a:lnTo>
                  <a:pt x="3014256" y="287860"/>
                </a:lnTo>
                <a:lnTo>
                  <a:pt x="3004029" y="272057"/>
                </a:lnTo>
                <a:close/>
              </a:path>
              <a:path w="3308985" h="1290954">
                <a:moveTo>
                  <a:pt x="3047058" y="261739"/>
                </a:moveTo>
                <a:lnTo>
                  <a:pt x="3034713" y="261739"/>
                </a:lnTo>
                <a:lnTo>
                  <a:pt x="3034713" y="344794"/>
                </a:lnTo>
                <a:lnTo>
                  <a:pt x="3047485" y="344794"/>
                </a:lnTo>
                <a:lnTo>
                  <a:pt x="3047485" y="294787"/>
                </a:lnTo>
                <a:lnTo>
                  <a:pt x="3052085" y="279057"/>
                </a:lnTo>
                <a:lnTo>
                  <a:pt x="3066255" y="274655"/>
                </a:lnTo>
                <a:lnTo>
                  <a:pt x="3048135" y="274655"/>
                </a:lnTo>
                <a:lnTo>
                  <a:pt x="3047070" y="261883"/>
                </a:lnTo>
                <a:lnTo>
                  <a:pt x="3047058" y="261739"/>
                </a:lnTo>
                <a:close/>
              </a:path>
              <a:path w="3308985" h="1290954">
                <a:moveTo>
                  <a:pt x="3092715" y="272057"/>
                </a:moveTo>
                <a:lnTo>
                  <a:pt x="3074617" y="272057"/>
                </a:lnTo>
                <a:lnTo>
                  <a:pt x="3086054" y="281221"/>
                </a:lnTo>
                <a:lnTo>
                  <a:pt x="3087750" y="344794"/>
                </a:lnTo>
                <a:lnTo>
                  <a:pt x="3100522" y="344794"/>
                </a:lnTo>
                <a:lnTo>
                  <a:pt x="3099388" y="281221"/>
                </a:lnTo>
                <a:lnTo>
                  <a:pt x="3099350" y="279057"/>
                </a:lnTo>
                <a:lnTo>
                  <a:pt x="3092715" y="272057"/>
                </a:lnTo>
                <a:close/>
              </a:path>
              <a:path w="3308985" h="1290954">
                <a:moveTo>
                  <a:pt x="3082934" y="261739"/>
                </a:moveTo>
                <a:lnTo>
                  <a:pt x="3060979" y="261883"/>
                </a:lnTo>
                <a:lnTo>
                  <a:pt x="3048135" y="274655"/>
                </a:lnTo>
                <a:lnTo>
                  <a:pt x="3066255" y="274655"/>
                </a:lnTo>
                <a:lnTo>
                  <a:pt x="3074617" y="272057"/>
                </a:lnTo>
                <a:lnTo>
                  <a:pt x="3092715" y="272057"/>
                </a:lnTo>
                <a:lnTo>
                  <a:pt x="3082934" y="261739"/>
                </a:lnTo>
                <a:close/>
              </a:path>
              <a:path w="3308985" h="1290954">
                <a:moveTo>
                  <a:pt x="3142262" y="241751"/>
                </a:moveTo>
                <a:lnTo>
                  <a:pt x="3129490" y="241751"/>
                </a:lnTo>
                <a:lnTo>
                  <a:pt x="3129490" y="324445"/>
                </a:lnTo>
                <a:lnTo>
                  <a:pt x="3135118" y="339634"/>
                </a:lnTo>
                <a:lnTo>
                  <a:pt x="3156351" y="345696"/>
                </a:lnTo>
                <a:lnTo>
                  <a:pt x="3142262" y="241751"/>
                </a:lnTo>
                <a:close/>
              </a:path>
              <a:path w="3308985" h="1290954">
                <a:moveTo>
                  <a:pt x="3129490" y="261666"/>
                </a:moveTo>
                <a:lnTo>
                  <a:pt x="3116934" y="261666"/>
                </a:lnTo>
                <a:lnTo>
                  <a:pt x="3116934" y="272490"/>
                </a:lnTo>
                <a:lnTo>
                  <a:pt x="3129490" y="272490"/>
                </a:lnTo>
                <a:lnTo>
                  <a:pt x="3129490" y="261666"/>
                </a:lnTo>
                <a:close/>
              </a:path>
              <a:path w="3308985" h="1290954">
                <a:moveTo>
                  <a:pt x="3160013" y="261666"/>
                </a:moveTo>
                <a:lnTo>
                  <a:pt x="3144961" y="261666"/>
                </a:lnTo>
                <a:lnTo>
                  <a:pt x="3146428" y="272490"/>
                </a:lnTo>
                <a:lnTo>
                  <a:pt x="3160013" y="272490"/>
                </a:lnTo>
                <a:lnTo>
                  <a:pt x="3160013" y="261666"/>
                </a:lnTo>
                <a:close/>
              </a:path>
              <a:path w="3308985" h="1290954">
                <a:moveTo>
                  <a:pt x="3204382" y="260584"/>
                </a:moveTo>
                <a:lnTo>
                  <a:pt x="3186594" y="269748"/>
                </a:lnTo>
                <a:lnTo>
                  <a:pt x="3175987" y="287860"/>
                </a:lnTo>
                <a:lnTo>
                  <a:pt x="3174436" y="312394"/>
                </a:lnTo>
                <a:lnTo>
                  <a:pt x="3182229" y="332671"/>
                </a:lnTo>
                <a:lnTo>
                  <a:pt x="3198266" y="344758"/>
                </a:lnTo>
                <a:lnTo>
                  <a:pt x="3213185" y="346526"/>
                </a:lnTo>
                <a:lnTo>
                  <a:pt x="3232903" y="342160"/>
                </a:lnTo>
                <a:lnTo>
                  <a:pt x="3238631" y="335052"/>
                </a:lnTo>
                <a:lnTo>
                  <a:pt x="3208026" y="335052"/>
                </a:lnTo>
                <a:lnTo>
                  <a:pt x="3192656" y="326123"/>
                </a:lnTo>
                <a:lnTo>
                  <a:pt x="3190392" y="307560"/>
                </a:lnTo>
                <a:lnTo>
                  <a:pt x="3183528" y="307560"/>
                </a:lnTo>
                <a:lnTo>
                  <a:pt x="3183528" y="296519"/>
                </a:lnTo>
                <a:lnTo>
                  <a:pt x="3189045" y="296519"/>
                </a:lnTo>
                <a:lnTo>
                  <a:pt x="3188200" y="289592"/>
                </a:lnTo>
                <a:lnTo>
                  <a:pt x="3206799" y="272057"/>
                </a:lnTo>
                <a:lnTo>
                  <a:pt x="3236349" y="272057"/>
                </a:lnTo>
                <a:lnTo>
                  <a:pt x="3232776" y="266537"/>
                </a:lnTo>
                <a:lnTo>
                  <a:pt x="3204382" y="260584"/>
                </a:lnTo>
                <a:close/>
              </a:path>
              <a:path w="3308985" h="1290954">
                <a:moveTo>
                  <a:pt x="3233967" y="322064"/>
                </a:moveTo>
                <a:lnTo>
                  <a:pt x="3232885" y="324950"/>
                </a:lnTo>
                <a:lnTo>
                  <a:pt x="3208026" y="335052"/>
                </a:lnTo>
                <a:lnTo>
                  <a:pt x="3238631" y="335052"/>
                </a:lnTo>
                <a:lnTo>
                  <a:pt x="3246306" y="325527"/>
                </a:lnTo>
                <a:lnTo>
                  <a:pt x="3233967" y="322064"/>
                </a:lnTo>
                <a:close/>
              </a:path>
              <a:path w="3308985" h="1290954">
                <a:moveTo>
                  <a:pt x="3189045" y="296519"/>
                </a:moveTo>
                <a:lnTo>
                  <a:pt x="3183528" y="296519"/>
                </a:lnTo>
                <a:lnTo>
                  <a:pt x="3183528" y="307560"/>
                </a:lnTo>
                <a:lnTo>
                  <a:pt x="3190392" y="307560"/>
                </a:lnTo>
                <a:lnTo>
                  <a:pt x="3189045" y="296519"/>
                </a:lnTo>
                <a:close/>
              </a:path>
              <a:path w="3308985" h="1290954">
                <a:moveTo>
                  <a:pt x="3236349" y="272057"/>
                </a:moveTo>
                <a:lnTo>
                  <a:pt x="3206799" y="272057"/>
                </a:lnTo>
                <a:lnTo>
                  <a:pt x="3227328" y="277379"/>
                </a:lnTo>
                <a:lnTo>
                  <a:pt x="3234616" y="296519"/>
                </a:lnTo>
                <a:lnTo>
                  <a:pt x="3189045" y="296519"/>
                </a:lnTo>
                <a:lnTo>
                  <a:pt x="3190392" y="307560"/>
                </a:lnTo>
                <a:lnTo>
                  <a:pt x="3247605" y="307560"/>
                </a:lnTo>
                <a:lnTo>
                  <a:pt x="3246667" y="289592"/>
                </a:lnTo>
                <a:lnTo>
                  <a:pt x="3246577" y="287860"/>
                </a:lnTo>
                <a:lnTo>
                  <a:pt x="3236349" y="272057"/>
                </a:lnTo>
                <a:close/>
              </a:path>
              <a:path w="3308985" h="1290954">
                <a:moveTo>
                  <a:pt x="3279373" y="261666"/>
                </a:moveTo>
                <a:lnTo>
                  <a:pt x="3267034" y="261666"/>
                </a:lnTo>
                <a:lnTo>
                  <a:pt x="3267034" y="344794"/>
                </a:lnTo>
                <a:lnTo>
                  <a:pt x="3279806" y="344794"/>
                </a:lnTo>
                <a:lnTo>
                  <a:pt x="3280708" y="285100"/>
                </a:lnTo>
                <a:lnTo>
                  <a:pt x="3298347" y="274222"/>
                </a:lnTo>
                <a:lnTo>
                  <a:pt x="3280239" y="274222"/>
                </a:lnTo>
                <a:lnTo>
                  <a:pt x="3279373" y="261666"/>
                </a:lnTo>
                <a:close/>
              </a:path>
              <a:path w="3308985" h="1290954">
                <a:moveTo>
                  <a:pt x="3296907" y="260368"/>
                </a:moveTo>
                <a:lnTo>
                  <a:pt x="3280239" y="274222"/>
                </a:lnTo>
                <a:lnTo>
                  <a:pt x="3298347" y="274222"/>
                </a:lnTo>
                <a:lnTo>
                  <a:pt x="3300805" y="272707"/>
                </a:lnTo>
                <a:lnTo>
                  <a:pt x="3308597" y="260584"/>
                </a:lnTo>
                <a:lnTo>
                  <a:pt x="3296907" y="260368"/>
                </a:lnTo>
                <a:close/>
              </a:path>
              <a:path w="3308985" h="1290954">
                <a:moveTo>
                  <a:pt x="161077" y="490266"/>
                </a:moveTo>
                <a:lnTo>
                  <a:pt x="148737" y="490266"/>
                </a:lnTo>
                <a:lnTo>
                  <a:pt x="148737" y="604566"/>
                </a:lnTo>
                <a:lnTo>
                  <a:pt x="161510" y="604566"/>
                </a:lnTo>
                <a:lnTo>
                  <a:pt x="161510" y="560622"/>
                </a:lnTo>
                <a:lnTo>
                  <a:pt x="174833" y="560622"/>
                </a:lnTo>
                <a:lnTo>
                  <a:pt x="168581" y="556941"/>
                </a:lnTo>
                <a:lnTo>
                  <a:pt x="161293" y="531830"/>
                </a:lnTo>
                <a:lnTo>
                  <a:pt x="168473" y="507206"/>
                </a:lnTo>
                <a:lnTo>
                  <a:pt x="190518" y="500657"/>
                </a:lnTo>
                <a:lnTo>
                  <a:pt x="211860" y="500657"/>
                </a:lnTo>
                <a:lnTo>
                  <a:pt x="211278" y="500188"/>
                </a:lnTo>
                <a:lnTo>
                  <a:pt x="164829" y="500188"/>
                </a:lnTo>
                <a:lnTo>
                  <a:pt x="161077" y="490266"/>
                </a:lnTo>
                <a:close/>
              </a:path>
              <a:path w="3308985" h="1290954">
                <a:moveTo>
                  <a:pt x="174833" y="560622"/>
                </a:moveTo>
                <a:lnTo>
                  <a:pt x="161510" y="560622"/>
                </a:lnTo>
                <a:lnTo>
                  <a:pt x="193765" y="575125"/>
                </a:lnTo>
                <a:lnTo>
                  <a:pt x="210488" y="566340"/>
                </a:lnTo>
                <a:lnTo>
                  <a:pt x="212013" y="563652"/>
                </a:lnTo>
                <a:lnTo>
                  <a:pt x="179982" y="563652"/>
                </a:lnTo>
                <a:lnTo>
                  <a:pt x="174833" y="560622"/>
                </a:lnTo>
                <a:close/>
              </a:path>
              <a:path w="3308985" h="1290954">
                <a:moveTo>
                  <a:pt x="211860" y="500657"/>
                </a:moveTo>
                <a:lnTo>
                  <a:pt x="190518" y="500657"/>
                </a:lnTo>
                <a:lnTo>
                  <a:pt x="204877" y="511301"/>
                </a:lnTo>
                <a:lnTo>
                  <a:pt x="208431" y="543123"/>
                </a:lnTo>
                <a:lnTo>
                  <a:pt x="194901" y="562245"/>
                </a:lnTo>
                <a:lnTo>
                  <a:pt x="179982" y="563652"/>
                </a:lnTo>
                <a:lnTo>
                  <a:pt x="212013" y="563652"/>
                </a:lnTo>
                <a:lnTo>
                  <a:pt x="220626" y="548481"/>
                </a:lnTo>
                <a:lnTo>
                  <a:pt x="222123" y="523315"/>
                </a:lnTo>
                <a:lnTo>
                  <a:pt x="214637" y="502894"/>
                </a:lnTo>
                <a:lnTo>
                  <a:pt x="211860" y="500657"/>
                </a:lnTo>
                <a:close/>
              </a:path>
              <a:path w="3308985" h="1290954">
                <a:moveTo>
                  <a:pt x="181209" y="489184"/>
                </a:moveTo>
                <a:lnTo>
                  <a:pt x="164829" y="500188"/>
                </a:lnTo>
                <a:lnTo>
                  <a:pt x="211278" y="500188"/>
                </a:lnTo>
                <a:lnTo>
                  <a:pt x="199790" y="490934"/>
                </a:lnTo>
                <a:lnTo>
                  <a:pt x="181209" y="489184"/>
                </a:lnTo>
                <a:close/>
              </a:path>
              <a:path w="3308985" h="1290954">
                <a:moveTo>
                  <a:pt x="253945" y="490266"/>
                </a:moveTo>
                <a:lnTo>
                  <a:pt x="241606" y="490266"/>
                </a:lnTo>
                <a:lnTo>
                  <a:pt x="241606" y="573394"/>
                </a:lnTo>
                <a:lnTo>
                  <a:pt x="254378" y="573394"/>
                </a:lnTo>
                <a:lnTo>
                  <a:pt x="255280" y="513700"/>
                </a:lnTo>
                <a:lnTo>
                  <a:pt x="272919" y="502822"/>
                </a:lnTo>
                <a:lnTo>
                  <a:pt x="254811" y="502822"/>
                </a:lnTo>
                <a:lnTo>
                  <a:pt x="253945" y="490266"/>
                </a:lnTo>
                <a:close/>
              </a:path>
              <a:path w="3308985" h="1290954">
                <a:moveTo>
                  <a:pt x="271480" y="488968"/>
                </a:moveTo>
                <a:lnTo>
                  <a:pt x="254811" y="502822"/>
                </a:lnTo>
                <a:lnTo>
                  <a:pt x="272919" y="502822"/>
                </a:lnTo>
                <a:lnTo>
                  <a:pt x="275377" y="501307"/>
                </a:lnTo>
                <a:lnTo>
                  <a:pt x="283170" y="489184"/>
                </a:lnTo>
                <a:lnTo>
                  <a:pt x="271480" y="488968"/>
                </a:lnTo>
                <a:close/>
              </a:path>
              <a:path w="3308985" h="1290954">
                <a:moveTo>
                  <a:pt x="321829" y="489184"/>
                </a:moveTo>
                <a:lnTo>
                  <a:pt x="304042" y="498348"/>
                </a:lnTo>
                <a:lnTo>
                  <a:pt x="293434" y="516460"/>
                </a:lnTo>
                <a:lnTo>
                  <a:pt x="291883" y="540994"/>
                </a:lnTo>
                <a:lnTo>
                  <a:pt x="299676" y="561271"/>
                </a:lnTo>
                <a:lnTo>
                  <a:pt x="315714" y="573358"/>
                </a:lnTo>
                <a:lnTo>
                  <a:pt x="330632" y="575125"/>
                </a:lnTo>
                <a:lnTo>
                  <a:pt x="350350" y="570760"/>
                </a:lnTo>
                <a:lnTo>
                  <a:pt x="356078" y="563652"/>
                </a:lnTo>
                <a:lnTo>
                  <a:pt x="325473" y="563652"/>
                </a:lnTo>
                <a:lnTo>
                  <a:pt x="310103" y="554722"/>
                </a:lnTo>
                <a:lnTo>
                  <a:pt x="307839" y="536160"/>
                </a:lnTo>
                <a:lnTo>
                  <a:pt x="300975" y="536160"/>
                </a:lnTo>
                <a:lnTo>
                  <a:pt x="300975" y="525119"/>
                </a:lnTo>
                <a:lnTo>
                  <a:pt x="306492" y="525119"/>
                </a:lnTo>
                <a:lnTo>
                  <a:pt x="305647" y="518192"/>
                </a:lnTo>
                <a:lnTo>
                  <a:pt x="324246" y="500657"/>
                </a:lnTo>
                <a:lnTo>
                  <a:pt x="353796" y="500657"/>
                </a:lnTo>
                <a:lnTo>
                  <a:pt x="350224" y="495137"/>
                </a:lnTo>
                <a:lnTo>
                  <a:pt x="321829" y="489184"/>
                </a:lnTo>
                <a:close/>
              </a:path>
              <a:path w="3308985" h="1290954">
                <a:moveTo>
                  <a:pt x="351414" y="550664"/>
                </a:moveTo>
                <a:lnTo>
                  <a:pt x="350332" y="553550"/>
                </a:lnTo>
                <a:lnTo>
                  <a:pt x="325473" y="563652"/>
                </a:lnTo>
                <a:lnTo>
                  <a:pt x="356078" y="563652"/>
                </a:lnTo>
                <a:lnTo>
                  <a:pt x="363753" y="554127"/>
                </a:lnTo>
                <a:lnTo>
                  <a:pt x="351414" y="550664"/>
                </a:lnTo>
                <a:close/>
              </a:path>
              <a:path w="3308985" h="1290954">
                <a:moveTo>
                  <a:pt x="306492" y="525119"/>
                </a:moveTo>
                <a:lnTo>
                  <a:pt x="300975" y="525119"/>
                </a:lnTo>
                <a:lnTo>
                  <a:pt x="300975" y="536160"/>
                </a:lnTo>
                <a:lnTo>
                  <a:pt x="307839" y="536160"/>
                </a:lnTo>
                <a:lnTo>
                  <a:pt x="306492" y="525119"/>
                </a:lnTo>
                <a:close/>
              </a:path>
              <a:path w="3308985" h="1290954">
                <a:moveTo>
                  <a:pt x="353796" y="500657"/>
                </a:moveTo>
                <a:lnTo>
                  <a:pt x="324246" y="500657"/>
                </a:lnTo>
                <a:lnTo>
                  <a:pt x="344776" y="505979"/>
                </a:lnTo>
                <a:lnTo>
                  <a:pt x="352064" y="525119"/>
                </a:lnTo>
                <a:lnTo>
                  <a:pt x="306492" y="525119"/>
                </a:lnTo>
                <a:lnTo>
                  <a:pt x="307839" y="536160"/>
                </a:lnTo>
                <a:lnTo>
                  <a:pt x="365052" y="536160"/>
                </a:lnTo>
                <a:lnTo>
                  <a:pt x="364114" y="518192"/>
                </a:lnTo>
                <a:lnTo>
                  <a:pt x="364024" y="516460"/>
                </a:lnTo>
                <a:lnTo>
                  <a:pt x="353796" y="500657"/>
                </a:lnTo>
                <a:close/>
              </a:path>
              <a:path w="3308985" h="1290954">
                <a:moveTo>
                  <a:pt x="392924" y="550447"/>
                </a:moveTo>
                <a:lnTo>
                  <a:pt x="380801" y="553478"/>
                </a:lnTo>
                <a:lnTo>
                  <a:pt x="382280" y="560549"/>
                </a:lnTo>
                <a:lnTo>
                  <a:pt x="396911" y="573285"/>
                </a:lnTo>
                <a:lnTo>
                  <a:pt x="418865" y="575125"/>
                </a:lnTo>
                <a:lnTo>
                  <a:pt x="438059" y="566755"/>
                </a:lnTo>
                <a:lnTo>
                  <a:pt x="439282" y="562750"/>
                </a:lnTo>
                <a:lnTo>
                  <a:pt x="402719" y="562750"/>
                </a:lnTo>
                <a:lnTo>
                  <a:pt x="392924" y="550447"/>
                </a:lnTo>
                <a:close/>
              </a:path>
              <a:path w="3308985" h="1290954">
                <a:moveTo>
                  <a:pt x="413922" y="489184"/>
                </a:moveTo>
                <a:lnTo>
                  <a:pt x="390019" y="497158"/>
                </a:lnTo>
                <a:lnTo>
                  <a:pt x="383399" y="518950"/>
                </a:lnTo>
                <a:lnTo>
                  <a:pt x="392274" y="531343"/>
                </a:lnTo>
                <a:lnTo>
                  <a:pt x="426622" y="541644"/>
                </a:lnTo>
                <a:lnTo>
                  <a:pt x="431673" y="554452"/>
                </a:lnTo>
                <a:lnTo>
                  <a:pt x="422870" y="562606"/>
                </a:lnTo>
                <a:lnTo>
                  <a:pt x="402719" y="562750"/>
                </a:lnTo>
                <a:lnTo>
                  <a:pt x="439282" y="562750"/>
                </a:lnTo>
                <a:lnTo>
                  <a:pt x="444878" y="544422"/>
                </a:lnTo>
                <a:lnTo>
                  <a:pt x="435768" y="532281"/>
                </a:lnTo>
                <a:lnTo>
                  <a:pt x="397325" y="518246"/>
                </a:lnTo>
                <a:lnTo>
                  <a:pt x="397727" y="508883"/>
                </a:lnTo>
                <a:lnTo>
                  <a:pt x="397849" y="506051"/>
                </a:lnTo>
                <a:lnTo>
                  <a:pt x="417638" y="500224"/>
                </a:lnTo>
                <a:lnTo>
                  <a:pt x="438455" y="500224"/>
                </a:lnTo>
                <a:lnTo>
                  <a:pt x="428606" y="490988"/>
                </a:lnTo>
                <a:lnTo>
                  <a:pt x="413922" y="489184"/>
                </a:lnTo>
                <a:close/>
              </a:path>
              <a:path w="3308985" h="1290954">
                <a:moveTo>
                  <a:pt x="438455" y="500224"/>
                </a:moveTo>
                <a:lnTo>
                  <a:pt x="417638" y="500224"/>
                </a:lnTo>
                <a:lnTo>
                  <a:pt x="431890" y="512131"/>
                </a:lnTo>
                <a:lnTo>
                  <a:pt x="443363" y="508883"/>
                </a:lnTo>
                <a:lnTo>
                  <a:pt x="441379" y="502966"/>
                </a:lnTo>
                <a:lnTo>
                  <a:pt x="438455" y="500224"/>
                </a:lnTo>
                <a:close/>
              </a:path>
              <a:path w="3308985" h="1290954">
                <a:moveTo>
                  <a:pt x="490154" y="489184"/>
                </a:moveTo>
                <a:lnTo>
                  <a:pt x="472366" y="498348"/>
                </a:lnTo>
                <a:lnTo>
                  <a:pt x="461759" y="516370"/>
                </a:lnTo>
                <a:lnTo>
                  <a:pt x="460208" y="540561"/>
                </a:lnTo>
                <a:lnTo>
                  <a:pt x="467784" y="560856"/>
                </a:lnTo>
                <a:lnTo>
                  <a:pt x="483371" y="573285"/>
                </a:lnTo>
                <a:lnTo>
                  <a:pt x="497875" y="575125"/>
                </a:lnTo>
                <a:lnTo>
                  <a:pt x="518656" y="569407"/>
                </a:lnTo>
                <a:lnTo>
                  <a:pt x="522039" y="563652"/>
                </a:lnTo>
                <a:lnTo>
                  <a:pt x="492824" y="563652"/>
                </a:lnTo>
                <a:lnTo>
                  <a:pt x="478067" y="553370"/>
                </a:lnTo>
                <a:lnTo>
                  <a:pt x="474008" y="520086"/>
                </a:lnTo>
                <a:lnTo>
                  <a:pt x="488530" y="501956"/>
                </a:lnTo>
                <a:lnTo>
                  <a:pt x="523749" y="501956"/>
                </a:lnTo>
                <a:lnTo>
                  <a:pt x="518151" y="494596"/>
                </a:lnTo>
                <a:lnTo>
                  <a:pt x="490154" y="489184"/>
                </a:lnTo>
                <a:close/>
              </a:path>
              <a:path w="3308985" h="1290954">
                <a:moveTo>
                  <a:pt x="530563" y="549148"/>
                </a:moveTo>
                <a:lnTo>
                  <a:pt x="517791" y="549148"/>
                </a:lnTo>
                <a:lnTo>
                  <a:pt x="516997" y="552179"/>
                </a:lnTo>
                <a:lnTo>
                  <a:pt x="492824" y="563652"/>
                </a:lnTo>
                <a:lnTo>
                  <a:pt x="522039" y="563652"/>
                </a:lnTo>
                <a:lnTo>
                  <a:pt x="530563" y="549148"/>
                </a:lnTo>
                <a:close/>
              </a:path>
              <a:path w="3308985" h="1290954">
                <a:moveTo>
                  <a:pt x="523749" y="501956"/>
                </a:moveTo>
                <a:lnTo>
                  <a:pt x="488530" y="501956"/>
                </a:lnTo>
                <a:lnTo>
                  <a:pt x="507977" y="502137"/>
                </a:lnTo>
                <a:lnTo>
                  <a:pt x="517791" y="515161"/>
                </a:lnTo>
                <a:lnTo>
                  <a:pt x="530563" y="515161"/>
                </a:lnTo>
                <a:lnTo>
                  <a:pt x="529841" y="509966"/>
                </a:lnTo>
                <a:lnTo>
                  <a:pt x="523749" y="501956"/>
                </a:lnTo>
                <a:close/>
              </a:path>
              <a:path w="3308985" h="1290954">
                <a:moveTo>
                  <a:pt x="561573" y="490266"/>
                </a:moveTo>
                <a:lnTo>
                  <a:pt x="549234" y="490266"/>
                </a:lnTo>
                <a:lnTo>
                  <a:pt x="549234" y="573394"/>
                </a:lnTo>
                <a:lnTo>
                  <a:pt x="562006" y="573394"/>
                </a:lnTo>
                <a:lnTo>
                  <a:pt x="562908" y="513700"/>
                </a:lnTo>
                <a:lnTo>
                  <a:pt x="580547" y="502822"/>
                </a:lnTo>
                <a:lnTo>
                  <a:pt x="562439" y="502822"/>
                </a:lnTo>
                <a:lnTo>
                  <a:pt x="561573" y="490266"/>
                </a:lnTo>
                <a:close/>
              </a:path>
              <a:path w="3308985" h="1290954">
                <a:moveTo>
                  <a:pt x="579108" y="488968"/>
                </a:moveTo>
                <a:lnTo>
                  <a:pt x="562439" y="502822"/>
                </a:lnTo>
                <a:lnTo>
                  <a:pt x="580547" y="502822"/>
                </a:lnTo>
                <a:lnTo>
                  <a:pt x="583004" y="501307"/>
                </a:lnTo>
                <a:lnTo>
                  <a:pt x="590798" y="489184"/>
                </a:lnTo>
                <a:lnTo>
                  <a:pt x="579108" y="488968"/>
                </a:lnTo>
                <a:close/>
              </a:path>
              <a:path w="3308985" h="1290954">
                <a:moveTo>
                  <a:pt x="618710" y="490266"/>
                </a:moveTo>
                <a:lnTo>
                  <a:pt x="605937" y="490266"/>
                </a:lnTo>
                <a:lnTo>
                  <a:pt x="605937" y="573394"/>
                </a:lnTo>
                <a:lnTo>
                  <a:pt x="618710" y="573394"/>
                </a:lnTo>
                <a:lnTo>
                  <a:pt x="618710" y="490266"/>
                </a:lnTo>
                <a:close/>
              </a:path>
              <a:path w="3308985" h="1290954">
                <a:moveTo>
                  <a:pt x="607796" y="459942"/>
                </a:moveTo>
                <a:lnTo>
                  <a:pt x="612432" y="476412"/>
                </a:lnTo>
                <a:lnTo>
                  <a:pt x="614921" y="476412"/>
                </a:lnTo>
                <a:lnTo>
                  <a:pt x="621524" y="465372"/>
                </a:lnTo>
                <a:lnTo>
                  <a:pt x="607796" y="459942"/>
                </a:lnTo>
                <a:close/>
              </a:path>
              <a:path w="3308985" h="1290954">
                <a:moveTo>
                  <a:pt x="654442" y="490266"/>
                </a:moveTo>
                <a:lnTo>
                  <a:pt x="642103" y="490266"/>
                </a:lnTo>
                <a:lnTo>
                  <a:pt x="642103" y="604566"/>
                </a:lnTo>
                <a:lnTo>
                  <a:pt x="654875" y="604566"/>
                </a:lnTo>
                <a:lnTo>
                  <a:pt x="654875" y="560622"/>
                </a:lnTo>
                <a:lnTo>
                  <a:pt x="668199" y="560622"/>
                </a:lnTo>
                <a:lnTo>
                  <a:pt x="661946" y="556941"/>
                </a:lnTo>
                <a:lnTo>
                  <a:pt x="654658" y="531830"/>
                </a:lnTo>
                <a:lnTo>
                  <a:pt x="661838" y="507206"/>
                </a:lnTo>
                <a:lnTo>
                  <a:pt x="683883" y="500657"/>
                </a:lnTo>
                <a:lnTo>
                  <a:pt x="705225" y="500657"/>
                </a:lnTo>
                <a:lnTo>
                  <a:pt x="704643" y="500188"/>
                </a:lnTo>
                <a:lnTo>
                  <a:pt x="658194" y="500188"/>
                </a:lnTo>
                <a:lnTo>
                  <a:pt x="654442" y="490266"/>
                </a:lnTo>
                <a:close/>
              </a:path>
              <a:path w="3308985" h="1290954">
                <a:moveTo>
                  <a:pt x="668199" y="560622"/>
                </a:moveTo>
                <a:lnTo>
                  <a:pt x="654875" y="560622"/>
                </a:lnTo>
                <a:lnTo>
                  <a:pt x="687130" y="575125"/>
                </a:lnTo>
                <a:lnTo>
                  <a:pt x="703853" y="566340"/>
                </a:lnTo>
                <a:lnTo>
                  <a:pt x="705379" y="563652"/>
                </a:lnTo>
                <a:lnTo>
                  <a:pt x="673348" y="563652"/>
                </a:lnTo>
                <a:lnTo>
                  <a:pt x="668199" y="560622"/>
                </a:lnTo>
                <a:close/>
              </a:path>
              <a:path w="3308985" h="1290954">
                <a:moveTo>
                  <a:pt x="705225" y="500657"/>
                </a:moveTo>
                <a:lnTo>
                  <a:pt x="683883" y="500657"/>
                </a:lnTo>
                <a:lnTo>
                  <a:pt x="698242" y="511301"/>
                </a:lnTo>
                <a:lnTo>
                  <a:pt x="701796" y="543123"/>
                </a:lnTo>
                <a:lnTo>
                  <a:pt x="688266" y="562245"/>
                </a:lnTo>
                <a:lnTo>
                  <a:pt x="673348" y="563652"/>
                </a:lnTo>
                <a:lnTo>
                  <a:pt x="705379" y="563652"/>
                </a:lnTo>
                <a:lnTo>
                  <a:pt x="713991" y="548481"/>
                </a:lnTo>
                <a:lnTo>
                  <a:pt x="715488" y="523315"/>
                </a:lnTo>
                <a:lnTo>
                  <a:pt x="708002" y="502894"/>
                </a:lnTo>
                <a:lnTo>
                  <a:pt x="705225" y="500657"/>
                </a:lnTo>
                <a:close/>
              </a:path>
              <a:path w="3308985" h="1290954">
                <a:moveTo>
                  <a:pt x="674574" y="489184"/>
                </a:moveTo>
                <a:lnTo>
                  <a:pt x="658194" y="500188"/>
                </a:lnTo>
                <a:lnTo>
                  <a:pt x="704643" y="500188"/>
                </a:lnTo>
                <a:lnTo>
                  <a:pt x="693155" y="490934"/>
                </a:lnTo>
                <a:lnTo>
                  <a:pt x="674574" y="489184"/>
                </a:lnTo>
                <a:close/>
              </a:path>
              <a:path w="3308985" h="1290954">
                <a:moveTo>
                  <a:pt x="753372" y="470350"/>
                </a:moveTo>
                <a:lnTo>
                  <a:pt x="740600" y="470350"/>
                </a:lnTo>
                <a:lnTo>
                  <a:pt x="740600" y="553045"/>
                </a:lnTo>
                <a:lnTo>
                  <a:pt x="746228" y="568234"/>
                </a:lnTo>
                <a:lnTo>
                  <a:pt x="767461" y="574296"/>
                </a:lnTo>
                <a:lnTo>
                  <a:pt x="753372" y="470350"/>
                </a:lnTo>
                <a:close/>
              </a:path>
              <a:path w="3308985" h="1290954">
                <a:moveTo>
                  <a:pt x="740600" y="490266"/>
                </a:moveTo>
                <a:lnTo>
                  <a:pt x="728044" y="490266"/>
                </a:lnTo>
                <a:lnTo>
                  <a:pt x="728044" y="501090"/>
                </a:lnTo>
                <a:lnTo>
                  <a:pt x="740600" y="501090"/>
                </a:lnTo>
                <a:lnTo>
                  <a:pt x="740600" y="490266"/>
                </a:lnTo>
                <a:close/>
              </a:path>
              <a:path w="3308985" h="1290954">
                <a:moveTo>
                  <a:pt x="771123" y="490266"/>
                </a:moveTo>
                <a:lnTo>
                  <a:pt x="756071" y="490266"/>
                </a:lnTo>
                <a:lnTo>
                  <a:pt x="757539" y="501090"/>
                </a:lnTo>
                <a:lnTo>
                  <a:pt x="771123" y="501090"/>
                </a:lnTo>
                <a:lnTo>
                  <a:pt x="771123" y="490266"/>
                </a:lnTo>
                <a:close/>
              </a:path>
              <a:path w="3308985" h="1290954">
                <a:moveTo>
                  <a:pt x="803108" y="490266"/>
                </a:moveTo>
                <a:lnTo>
                  <a:pt x="790335" y="490266"/>
                </a:lnTo>
                <a:lnTo>
                  <a:pt x="790335" y="573394"/>
                </a:lnTo>
                <a:lnTo>
                  <a:pt x="803108" y="573394"/>
                </a:lnTo>
                <a:lnTo>
                  <a:pt x="803108" y="490266"/>
                </a:lnTo>
                <a:close/>
              </a:path>
              <a:path w="3308985" h="1290954">
                <a:moveTo>
                  <a:pt x="792194" y="459942"/>
                </a:moveTo>
                <a:lnTo>
                  <a:pt x="796830" y="476412"/>
                </a:lnTo>
                <a:lnTo>
                  <a:pt x="799319" y="476412"/>
                </a:lnTo>
                <a:lnTo>
                  <a:pt x="805922" y="465372"/>
                </a:lnTo>
                <a:lnTo>
                  <a:pt x="792194" y="459942"/>
                </a:lnTo>
                <a:close/>
              </a:path>
              <a:path w="3308985" h="1290954">
                <a:moveTo>
                  <a:pt x="852767" y="489184"/>
                </a:moveTo>
                <a:lnTo>
                  <a:pt x="834889" y="498114"/>
                </a:lnTo>
                <a:lnTo>
                  <a:pt x="824174" y="516045"/>
                </a:lnTo>
                <a:lnTo>
                  <a:pt x="822604" y="540850"/>
                </a:lnTo>
                <a:lnTo>
                  <a:pt x="830487" y="561199"/>
                </a:lnTo>
                <a:lnTo>
                  <a:pt x="846182" y="573340"/>
                </a:lnTo>
                <a:lnTo>
                  <a:pt x="860271" y="575125"/>
                </a:lnTo>
                <a:lnTo>
                  <a:pt x="867776" y="575125"/>
                </a:lnTo>
                <a:lnTo>
                  <a:pt x="885635" y="566196"/>
                </a:lnTo>
                <a:lnTo>
                  <a:pt x="887163" y="563652"/>
                </a:lnTo>
                <a:lnTo>
                  <a:pt x="854571" y="563652"/>
                </a:lnTo>
                <a:lnTo>
                  <a:pt x="842520" y="556346"/>
                </a:lnTo>
                <a:lnTo>
                  <a:pt x="835376" y="526707"/>
                </a:lnTo>
                <a:lnTo>
                  <a:pt x="849880" y="502137"/>
                </a:lnTo>
                <a:lnTo>
                  <a:pt x="888756" y="502137"/>
                </a:lnTo>
                <a:lnTo>
                  <a:pt x="874342" y="490970"/>
                </a:lnTo>
                <a:lnTo>
                  <a:pt x="852767" y="489184"/>
                </a:lnTo>
                <a:close/>
              </a:path>
              <a:path w="3308985" h="1290954">
                <a:moveTo>
                  <a:pt x="888756" y="502137"/>
                </a:moveTo>
                <a:lnTo>
                  <a:pt x="870662" y="502137"/>
                </a:lnTo>
                <a:lnTo>
                  <a:pt x="884282" y="521529"/>
                </a:lnTo>
                <a:lnTo>
                  <a:pt x="878022" y="556346"/>
                </a:lnTo>
                <a:lnTo>
                  <a:pt x="860271" y="563652"/>
                </a:lnTo>
                <a:lnTo>
                  <a:pt x="887163" y="563652"/>
                </a:lnTo>
                <a:lnTo>
                  <a:pt x="896351" y="548354"/>
                </a:lnTo>
                <a:lnTo>
                  <a:pt x="897938" y="523604"/>
                </a:lnTo>
                <a:lnTo>
                  <a:pt x="890037" y="503129"/>
                </a:lnTo>
                <a:lnTo>
                  <a:pt x="888756" y="502137"/>
                </a:lnTo>
                <a:close/>
              </a:path>
              <a:path w="3308985" h="1290954">
                <a:moveTo>
                  <a:pt x="929780" y="490339"/>
                </a:moveTo>
                <a:lnTo>
                  <a:pt x="917435" y="490339"/>
                </a:lnTo>
                <a:lnTo>
                  <a:pt x="917435" y="573394"/>
                </a:lnTo>
                <a:lnTo>
                  <a:pt x="930207" y="573394"/>
                </a:lnTo>
                <a:lnTo>
                  <a:pt x="930207" y="523387"/>
                </a:lnTo>
                <a:lnTo>
                  <a:pt x="934807" y="507657"/>
                </a:lnTo>
                <a:lnTo>
                  <a:pt x="948976" y="503255"/>
                </a:lnTo>
                <a:lnTo>
                  <a:pt x="930856" y="503255"/>
                </a:lnTo>
                <a:lnTo>
                  <a:pt x="929792" y="490483"/>
                </a:lnTo>
                <a:lnTo>
                  <a:pt x="929780" y="490339"/>
                </a:lnTo>
                <a:close/>
              </a:path>
              <a:path w="3308985" h="1290954">
                <a:moveTo>
                  <a:pt x="975436" y="500657"/>
                </a:moveTo>
                <a:lnTo>
                  <a:pt x="957339" y="500657"/>
                </a:lnTo>
                <a:lnTo>
                  <a:pt x="968776" y="509821"/>
                </a:lnTo>
                <a:lnTo>
                  <a:pt x="970472" y="573394"/>
                </a:lnTo>
                <a:lnTo>
                  <a:pt x="983244" y="573394"/>
                </a:lnTo>
                <a:lnTo>
                  <a:pt x="982110" y="509821"/>
                </a:lnTo>
                <a:lnTo>
                  <a:pt x="982071" y="507657"/>
                </a:lnTo>
                <a:lnTo>
                  <a:pt x="975436" y="500657"/>
                </a:lnTo>
                <a:close/>
              </a:path>
              <a:path w="3308985" h="1290954">
                <a:moveTo>
                  <a:pt x="965655" y="490339"/>
                </a:moveTo>
                <a:lnTo>
                  <a:pt x="943701" y="490483"/>
                </a:lnTo>
                <a:lnTo>
                  <a:pt x="930856" y="503255"/>
                </a:lnTo>
                <a:lnTo>
                  <a:pt x="948976" y="503255"/>
                </a:lnTo>
                <a:lnTo>
                  <a:pt x="957339" y="500657"/>
                </a:lnTo>
                <a:lnTo>
                  <a:pt x="975436" y="500657"/>
                </a:lnTo>
                <a:lnTo>
                  <a:pt x="965655" y="490339"/>
                </a:lnTo>
                <a:close/>
              </a:path>
              <a:path w="3308985" h="1290954">
                <a:moveTo>
                  <a:pt x="1115624" y="489184"/>
                </a:moveTo>
                <a:lnTo>
                  <a:pt x="1098775" y="497933"/>
                </a:lnTo>
                <a:lnTo>
                  <a:pt x="1088619" y="515739"/>
                </a:lnTo>
                <a:lnTo>
                  <a:pt x="1087121" y="540850"/>
                </a:lnTo>
                <a:lnTo>
                  <a:pt x="1094608" y="561361"/>
                </a:lnTo>
                <a:lnTo>
                  <a:pt x="1109499" y="573394"/>
                </a:lnTo>
                <a:lnTo>
                  <a:pt x="1122407" y="575125"/>
                </a:lnTo>
                <a:lnTo>
                  <a:pt x="1127747" y="575125"/>
                </a:lnTo>
                <a:lnTo>
                  <a:pt x="1143618" y="563652"/>
                </a:lnTo>
                <a:lnTo>
                  <a:pt x="1118799" y="563652"/>
                </a:lnTo>
                <a:lnTo>
                  <a:pt x="1104439" y="552756"/>
                </a:lnTo>
                <a:lnTo>
                  <a:pt x="1100777" y="520718"/>
                </a:lnTo>
                <a:lnTo>
                  <a:pt x="1114217" y="502046"/>
                </a:lnTo>
                <a:lnTo>
                  <a:pt x="1144532" y="502046"/>
                </a:lnTo>
                <a:lnTo>
                  <a:pt x="1115624" y="489184"/>
                </a:lnTo>
                <a:close/>
              </a:path>
              <a:path w="3308985" h="1290954">
                <a:moveTo>
                  <a:pt x="1160507" y="562137"/>
                </a:moveTo>
                <a:lnTo>
                  <a:pt x="1145714" y="562137"/>
                </a:lnTo>
                <a:lnTo>
                  <a:pt x="1148168" y="573394"/>
                </a:lnTo>
                <a:lnTo>
                  <a:pt x="1160507" y="573394"/>
                </a:lnTo>
                <a:lnTo>
                  <a:pt x="1160507" y="562137"/>
                </a:lnTo>
                <a:close/>
              </a:path>
              <a:path w="3308985" h="1290954">
                <a:moveTo>
                  <a:pt x="1144532" y="502046"/>
                </a:moveTo>
                <a:lnTo>
                  <a:pt x="1133753" y="502046"/>
                </a:lnTo>
                <a:lnTo>
                  <a:pt x="1147049" y="520194"/>
                </a:lnTo>
                <a:lnTo>
                  <a:pt x="1140663" y="556941"/>
                </a:lnTo>
                <a:lnTo>
                  <a:pt x="1124139" y="563652"/>
                </a:lnTo>
                <a:lnTo>
                  <a:pt x="1143618" y="563652"/>
                </a:lnTo>
                <a:lnTo>
                  <a:pt x="1145714" y="562137"/>
                </a:lnTo>
                <a:lnTo>
                  <a:pt x="1160507" y="562137"/>
                </a:lnTo>
                <a:lnTo>
                  <a:pt x="1160507" y="503471"/>
                </a:lnTo>
                <a:lnTo>
                  <a:pt x="1147735" y="503471"/>
                </a:lnTo>
                <a:lnTo>
                  <a:pt x="1144532" y="502046"/>
                </a:lnTo>
                <a:close/>
              </a:path>
              <a:path w="3308985" h="1290954">
                <a:moveTo>
                  <a:pt x="1160507" y="462557"/>
                </a:moveTo>
                <a:lnTo>
                  <a:pt x="1147735" y="462557"/>
                </a:lnTo>
                <a:lnTo>
                  <a:pt x="1147735" y="503471"/>
                </a:lnTo>
                <a:lnTo>
                  <a:pt x="1160507" y="503471"/>
                </a:lnTo>
                <a:lnTo>
                  <a:pt x="1160507" y="462557"/>
                </a:lnTo>
                <a:close/>
              </a:path>
              <a:path w="3308985" h="1290954">
                <a:moveTo>
                  <a:pt x="1211722" y="489184"/>
                </a:moveTo>
                <a:lnTo>
                  <a:pt x="1193935" y="498348"/>
                </a:lnTo>
                <a:lnTo>
                  <a:pt x="1183327" y="516460"/>
                </a:lnTo>
                <a:lnTo>
                  <a:pt x="1181776" y="540994"/>
                </a:lnTo>
                <a:lnTo>
                  <a:pt x="1189569" y="561271"/>
                </a:lnTo>
                <a:lnTo>
                  <a:pt x="1205607" y="573358"/>
                </a:lnTo>
                <a:lnTo>
                  <a:pt x="1220525" y="575125"/>
                </a:lnTo>
                <a:lnTo>
                  <a:pt x="1240243" y="570760"/>
                </a:lnTo>
                <a:lnTo>
                  <a:pt x="1245971" y="563652"/>
                </a:lnTo>
                <a:lnTo>
                  <a:pt x="1215366" y="563652"/>
                </a:lnTo>
                <a:lnTo>
                  <a:pt x="1199996" y="554722"/>
                </a:lnTo>
                <a:lnTo>
                  <a:pt x="1197732" y="536160"/>
                </a:lnTo>
                <a:lnTo>
                  <a:pt x="1190868" y="536160"/>
                </a:lnTo>
                <a:lnTo>
                  <a:pt x="1190868" y="525119"/>
                </a:lnTo>
                <a:lnTo>
                  <a:pt x="1196385" y="525119"/>
                </a:lnTo>
                <a:lnTo>
                  <a:pt x="1195540" y="518192"/>
                </a:lnTo>
                <a:lnTo>
                  <a:pt x="1214139" y="500657"/>
                </a:lnTo>
                <a:lnTo>
                  <a:pt x="1243689" y="500657"/>
                </a:lnTo>
                <a:lnTo>
                  <a:pt x="1240117" y="495137"/>
                </a:lnTo>
                <a:lnTo>
                  <a:pt x="1211722" y="489184"/>
                </a:lnTo>
                <a:close/>
              </a:path>
              <a:path w="3308985" h="1290954">
                <a:moveTo>
                  <a:pt x="1241307" y="550664"/>
                </a:moveTo>
                <a:lnTo>
                  <a:pt x="1240225" y="553550"/>
                </a:lnTo>
                <a:lnTo>
                  <a:pt x="1215366" y="563652"/>
                </a:lnTo>
                <a:lnTo>
                  <a:pt x="1245971" y="563652"/>
                </a:lnTo>
                <a:lnTo>
                  <a:pt x="1253646" y="554127"/>
                </a:lnTo>
                <a:lnTo>
                  <a:pt x="1241307" y="550664"/>
                </a:lnTo>
                <a:close/>
              </a:path>
              <a:path w="3308985" h="1290954">
                <a:moveTo>
                  <a:pt x="1196385" y="525119"/>
                </a:moveTo>
                <a:lnTo>
                  <a:pt x="1190868" y="525119"/>
                </a:lnTo>
                <a:lnTo>
                  <a:pt x="1190868" y="536160"/>
                </a:lnTo>
                <a:lnTo>
                  <a:pt x="1197732" y="536160"/>
                </a:lnTo>
                <a:lnTo>
                  <a:pt x="1196385" y="525119"/>
                </a:lnTo>
                <a:close/>
              </a:path>
              <a:path w="3308985" h="1290954">
                <a:moveTo>
                  <a:pt x="1243689" y="500657"/>
                </a:moveTo>
                <a:lnTo>
                  <a:pt x="1214139" y="500657"/>
                </a:lnTo>
                <a:lnTo>
                  <a:pt x="1234669" y="505979"/>
                </a:lnTo>
                <a:lnTo>
                  <a:pt x="1241957" y="525119"/>
                </a:lnTo>
                <a:lnTo>
                  <a:pt x="1196385" y="525119"/>
                </a:lnTo>
                <a:lnTo>
                  <a:pt x="1197732" y="536160"/>
                </a:lnTo>
                <a:lnTo>
                  <a:pt x="1254945" y="536160"/>
                </a:lnTo>
                <a:lnTo>
                  <a:pt x="1254007" y="518192"/>
                </a:lnTo>
                <a:lnTo>
                  <a:pt x="1253917" y="516460"/>
                </a:lnTo>
                <a:lnTo>
                  <a:pt x="1243689" y="500657"/>
                </a:lnTo>
                <a:close/>
              </a:path>
              <a:path w="3308985" h="1290954">
                <a:moveTo>
                  <a:pt x="1292775" y="470350"/>
                </a:moveTo>
                <a:lnTo>
                  <a:pt x="1280003" y="470350"/>
                </a:lnTo>
                <a:lnTo>
                  <a:pt x="1280003" y="553045"/>
                </a:lnTo>
                <a:lnTo>
                  <a:pt x="1285631" y="568234"/>
                </a:lnTo>
                <a:lnTo>
                  <a:pt x="1306864" y="574296"/>
                </a:lnTo>
                <a:lnTo>
                  <a:pt x="1292775" y="470350"/>
                </a:lnTo>
                <a:close/>
              </a:path>
              <a:path w="3308985" h="1290954">
                <a:moveTo>
                  <a:pt x="1280003" y="490266"/>
                </a:moveTo>
                <a:lnTo>
                  <a:pt x="1267447" y="490266"/>
                </a:lnTo>
                <a:lnTo>
                  <a:pt x="1267447" y="501090"/>
                </a:lnTo>
                <a:lnTo>
                  <a:pt x="1280003" y="501090"/>
                </a:lnTo>
                <a:lnTo>
                  <a:pt x="1280003" y="490266"/>
                </a:lnTo>
                <a:close/>
              </a:path>
              <a:path w="3308985" h="1290954">
                <a:moveTo>
                  <a:pt x="1310526" y="490266"/>
                </a:moveTo>
                <a:lnTo>
                  <a:pt x="1295474" y="490266"/>
                </a:lnTo>
                <a:lnTo>
                  <a:pt x="1296941" y="501090"/>
                </a:lnTo>
                <a:lnTo>
                  <a:pt x="1310526" y="501090"/>
                </a:lnTo>
                <a:lnTo>
                  <a:pt x="1310526" y="490266"/>
                </a:lnTo>
                <a:close/>
              </a:path>
              <a:path w="3308985" h="1290954">
                <a:moveTo>
                  <a:pt x="1387114" y="501776"/>
                </a:moveTo>
                <a:lnTo>
                  <a:pt x="1351115" y="501776"/>
                </a:lnTo>
                <a:lnTo>
                  <a:pt x="1372258" y="501920"/>
                </a:lnTo>
                <a:lnTo>
                  <a:pt x="1379528" y="517326"/>
                </a:lnTo>
                <a:lnTo>
                  <a:pt x="1326780" y="541175"/>
                </a:lnTo>
                <a:lnTo>
                  <a:pt x="1332156" y="567441"/>
                </a:lnTo>
                <a:lnTo>
                  <a:pt x="1354200" y="575342"/>
                </a:lnTo>
                <a:lnTo>
                  <a:pt x="1359035" y="575342"/>
                </a:lnTo>
                <a:lnTo>
                  <a:pt x="1378013" y="563941"/>
                </a:lnTo>
                <a:lnTo>
                  <a:pt x="1351161" y="563941"/>
                </a:lnTo>
                <a:lnTo>
                  <a:pt x="1338614" y="554885"/>
                </a:lnTo>
                <a:lnTo>
                  <a:pt x="1342878" y="541175"/>
                </a:lnTo>
                <a:lnTo>
                  <a:pt x="1342979" y="540850"/>
                </a:lnTo>
                <a:lnTo>
                  <a:pt x="1392300" y="540850"/>
                </a:lnTo>
                <a:lnTo>
                  <a:pt x="1392300" y="512022"/>
                </a:lnTo>
                <a:lnTo>
                  <a:pt x="1387187" y="501920"/>
                </a:lnTo>
                <a:lnTo>
                  <a:pt x="1387114" y="501776"/>
                </a:lnTo>
                <a:close/>
              </a:path>
              <a:path w="3308985" h="1290954">
                <a:moveTo>
                  <a:pt x="1392300" y="540850"/>
                </a:moveTo>
                <a:lnTo>
                  <a:pt x="1342979" y="540850"/>
                </a:lnTo>
                <a:lnTo>
                  <a:pt x="1379528" y="543303"/>
                </a:lnTo>
                <a:lnTo>
                  <a:pt x="1375054" y="556346"/>
                </a:lnTo>
                <a:lnTo>
                  <a:pt x="1355967" y="563941"/>
                </a:lnTo>
                <a:lnTo>
                  <a:pt x="1378013" y="563941"/>
                </a:lnTo>
                <a:lnTo>
                  <a:pt x="1379528" y="573394"/>
                </a:lnTo>
                <a:lnTo>
                  <a:pt x="1392300" y="573394"/>
                </a:lnTo>
                <a:lnTo>
                  <a:pt x="1392300" y="540850"/>
                </a:lnTo>
                <a:close/>
              </a:path>
              <a:path w="3308985" h="1290954">
                <a:moveTo>
                  <a:pt x="1344495" y="492034"/>
                </a:moveTo>
                <a:lnTo>
                  <a:pt x="1328223" y="508667"/>
                </a:lnTo>
                <a:lnTo>
                  <a:pt x="1340346" y="512996"/>
                </a:lnTo>
                <a:lnTo>
                  <a:pt x="1351115" y="501776"/>
                </a:lnTo>
                <a:lnTo>
                  <a:pt x="1387114" y="501776"/>
                </a:lnTo>
                <a:lnTo>
                  <a:pt x="1384164" y="495949"/>
                </a:lnTo>
                <a:lnTo>
                  <a:pt x="1344495" y="492034"/>
                </a:lnTo>
                <a:close/>
              </a:path>
              <a:path w="3308985" h="1290954">
                <a:moveTo>
                  <a:pt x="1428384" y="490266"/>
                </a:moveTo>
                <a:lnTo>
                  <a:pt x="1415612" y="490266"/>
                </a:lnTo>
                <a:lnTo>
                  <a:pt x="1415612" y="573394"/>
                </a:lnTo>
                <a:lnTo>
                  <a:pt x="1428384" y="573394"/>
                </a:lnTo>
                <a:lnTo>
                  <a:pt x="1428384" y="490266"/>
                </a:lnTo>
                <a:close/>
              </a:path>
              <a:path w="3308985" h="1290954">
                <a:moveTo>
                  <a:pt x="1417470" y="459942"/>
                </a:moveTo>
                <a:lnTo>
                  <a:pt x="1422106" y="476412"/>
                </a:lnTo>
                <a:lnTo>
                  <a:pt x="1424596" y="476412"/>
                </a:lnTo>
                <a:lnTo>
                  <a:pt x="1431198" y="465372"/>
                </a:lnTo>
                <a:lnTo>
                  <a:pt x="1417470" y="459942"/>
                </a:lnTo>
                <a:close/>
              </a:path>
              <a:path w="3308985" h="1290954">
                <a:moveTo>
                  <a:pt x="1464549" y="462557"/>
                </a:moveTo>
                <a:lnTo>
                  <a:pt x="1451777" y="462557"/>
                </a:lnTo>
                <a:lnTo>
                  <a:pt x="1451777" y="573394"/>
                </a:lnTo>
                <a:lnTo>
                  <a:pt x="1464549" y="573394"/>
                </a:lnTo>
                <a:lnTo>
                  <a:pt x="1464549" y="462557"/>
                </a:lnTo>
                <a:close/>
              </a:path>
              <a:path w="3308985" h="1290954">
                <a:moveTo>
                  <a:pt x="1496385" y="550447"/>
                </a:moveTo>
                <a:lnTo>
                  <a:pt x="1484262" y="553478"/>
                </a:lnTo>
                <a:lnTo>
                  <a:pt x="1485742" y="560549"/>
                </a:lnTo>
                <a:lnTo>
                  <a:pt x="1500372" y="573285"/>
                </a:lnTo>
                <a:lnTo>
                  <a:pt x="1522326" y="575125"/>
                </a:lnTo>
                <a:lnTo>
                  <a:pt x="1541521" y="566755"/>
                </a:lnTo>
                <a:lnTo>
                  <a:pt x="1542743" y="562750"/>
                </a:lnTo>
                <a:lnTo>
                  <a:pt x="1506181" y="562750"/>
                </a:lnTo>
                <a:lnTo>
                  <a:pt x="1496385" y="550447"/>
                </a:lnTo>
                <a:close/>
              </a:path>
              <a:path w="3308985" h="1290954">
                <a:moveTo>
                  <a:pt x="1517383" y="489184"/>
                </a:moveTo>
                <a:lnTo>
                  <a:pt x="1493481" y="497158"/>
                </a:lnTo>
                <a:lnTo>
                  <a:pt x="1486860" y="518950"/>
                </a:lnTo>
                <a:lnTo>
                  <a:pt x="1495736" y="531343"/>
                </a:lnTo>
                <a:lnTo>
                  <a:pt x="1530083" y="541644"/>
                </a:lnTo>
                <a:lnTo>
                  <a:pt x="1535135" y="554452"/>
                </a:lnTo>
                <a:lnTo>
                  <a:pt x="1526331" y="562606"/>
                </a:lnTo>
                <a:lnTo>
                  <a:pt x="1506181" y="562750"/>
                </a:lnTo>
                <a:lnTo>
                  <a:pt x="1542743" y="562750"/>
                </a:lnTo>
                <a:lnTo>
                  <a:pt x="1548340" y="544422"/>
                </a:lnTo>
                <a:lnTo>
                  <a:pt x="1539230" y="532281"/>
                </a:lnTo>
                <a:lnTo>
                  <a:pt x="1500787" y="518246"/>
                </a:lnTo>
                <a:lnTo>
                  <a:pt x="1501189" y="508883"/>
                </a:lnTo>
                <a:lnTo>
                  <a:pt x="1501310" y="506051"/>
                </a:lnTo>
                <a:lnTo>
                  <a:pt x="1521100" y="500224"/>
                </a:lnTo>
                <a:lnTo>
                  <a:pt x="1541916" y="500224"/>
                </a:lnTo>
                <a:lnTo>
                  <a:pt x="1532068" y="490988"/>
                </a:lnTo>
                <a:lnTo>
                  <a:pt x="1517383" y="489184"/>
                </a:lnTo>
                <a:close/>
              </a:path>
              <a:path w="3308985" h="1290954">
                <a:moveTo>
                  <a:pt x="1541916" y="500224"/>
                </a:moveTo>
                <a:lnTo>
                  <a:pt x="1521100" y="500224"/>
                </a:lnTo>
                <a:lnTo>
                  <a:pt x="1535351" y="512131"/>
                </a:lnTo>
                <a:lnTo>
                  <a:pt x="1546824" y="508883"/>
                </a:lnTo>
                <a:lnTo>
                  <a:pt x="1544840" y="502966"/>
                </a:lnTo>
                <a:lnTo>
                  <a:pt x="1541916" y="500224"/>
                </a:lnTo>
                <a:close/>
              </a:path>
              <a:path w="3308985" h="1290954">
                <a:moveTo>
                  <a:pt x="1586616" y="558240"/>
                </a:moveTo>
                <a:lnTo>
                  <a:pt x="1572761" y="558240"/>
                </a:lnTo>
                <a:lnTo>
                  <a:pt x="1566050" y="600453"/>
                </a:lnTo>
                <a:lnTo>
                  <a:pt x="1575792" y="600453"/>
                </a:lnTo>
                <a:lnTo>
                  <a:pt x="1586616" y="558240"/>
                </a:lnTo>
                <a:close/>
              </a:path>
              <a:path w="3308985" h="1290954">
                <a:moveTo>
                  <a:pt x="1707486" y="490266"/>
                </a:moveTo>
                <a:lnTo>
                  <a:pt x="1694714" y="490266"/>
                </a:lnTo>
                <a:lnTo>
                  <a:pt x="1694714" y="573394"/>
                </a:lnTo>
                <a:lnTo>
                  <a:pt x="1707486" y="573394"/>
                </a:lnTo>
                <a:lnTo>
                  <a:pt x="1707486" y="490266"/>
                </a:lnTo>
                <a:close/>
              </a:path>
              <a:path w="3308985" h="1290954">
                <a:moveTo>
                  <a:pt x="1696572" y="459942"/>
                </a:moveTo>
                <a:lnTo>
                  <a:pt x="1701209" y="476412"/>
                </a:lnTo>
                <a:lnTo>
                  <a:pt x="1703698" y="476412"/>
                </a:lnTo>
                <a:lnTo>
                  <a:pt x="1710301" y="465372"/>
                </a:lnTo>
                <a:lnTo>
                  <a:pt x="1696572" y="459942"/>
                </a:lnTo>
                <a:close/>
              </a:path>
              <a:path w="3308985" h="1290954">
                <a:moveTo>
                  <a:pt x="1743225" y="490339"/>
                </a:moveTo>
                <a:lnTo>
                  <a:pt x="1730880" y="490339"/>
                </a:lnTo>
                <a:lnTo>
                  <a:pt x="1730880" y="573394"/>
                </a:lnTo>
                <a:lnTo>
                  <a:pt x="1743652" y="573394"/>
                </a:lnTo>
                <a:lnTo>
                  <a:pt x="1743652" y="523387"/>
                </a:lnTo>
                <a:lnTo>
                  <a:pt x="1748252" y="507657"/>
                </a:lnTo>
                <a:lnTo>
                  <a:pt x="1762421" y="503255"/>
                </a:lnTo>
                <a:lnTo>
                  <a:pt x="1744301" y="503255"/>
                </a:lnTo>
                <a:lnTo>
                  <a:pt x="1743237" y="490483"/>
                </a:lnTo>
                <a:lnTo>
                  <a:pt x="1743225" y="490339"/>
                </a:lnTo>
                <a:close/>
              </a:path>
              <a:path w="3308985" h="1290954">
                <a:moveTo>
                  <a:pt x="1788881" y="500657"/>
                </a:moveTo>
                <a:lnTo>
                  <a:pt x="1770784" y="500657"/>
                </a:lnTo>
                <a:lnTo>
                  <a:pt x="1782221" y="509821"/>
                </a:lnTo>
                <a:lnTo>
                  <a:pt x="1783917" y="573394"/>
                </a:lnTo>
                <a:lnTo>
                  <a:pt x="1796689" y="573394"/>
                </a:lnTo>
                <a:lnTo>
                  <a:pt x="1795555" y="509821"/>
                </a:lnTo>
                <a:lnTo>
                  <a:pt x="1795516" y="507657"/>
                </a:lnTo>
                <a:lnTo>
                  <a:pt x="1788881" y="500657"/>
                </a:lnTo>
                <a:close/>
              </a:path>
              <a:path w="3308985" h="1290954">
                <a:moveTo>
                  <a:pt x="1779100" y="490339"/>
                </a:moveTo>
                <a:lnTo>
                  <a:pt x="1757145" y="490483"/>
                </a:lnTo>
                <a:lnTo>
                  <a:pt x="1744301" y="503255"/>
                </a:lnTo>
                <a:lnTo>
                  <a:pt x="1762421" y="503255"/>
                </a:lnTo>
                <a:lnTo>
                  <a:pt x="1770784" y="500657"/>
                </a:lnTo>
                <a:lnTo>
                  <a:pt x="1788881" y="500657"/>
                </a:lnTo>
                <a:lnTo>
                  <a:pt x="1779100" y="490339"/>
                </a:lnTo>
                <a:close/>
              </a:path>
              <a:path w="3308985" h="1290954">
                <a:moveTo>
                  <a:pt x="1846077" y="489184"/>
                </a:moveTo>
                <a:lnTo>
                  <a:pt x="1828290" y="498348"/>
                </a:lnTo>
                <a:lnTo>
                  <a:pt x="1817682" y="516370"/>
                </a:lnTo>
                <a:lnTo>
                  <a:pt x="1816131" y="540561"/>
                </a:lnTo>
                <a:lnTo>
                  <a:pt x="1823708" y="560856"/>
                </a:lnTo>
                <a:lnTo>
                  <a:pt x="1839294" y="573285"/>
                </a:lnTo>
                <a:lnTo>
                  <a:pt x="1853798" y="575125"/>
                </a:lnTo>
                <a:lnTo>
                  <a:pt x="1874580" y="569407"/>
                </a:lnTo>
                <a:lnTo>
                  <a:pt x="1877962" y="563652"/>
                </a:lnTo>
                <a:lnTo>
                  <a:pt x="1848747" y="563652"/>
                </a:lnTo>
                <a:lnTo>
                  <a:pt x="1833990" y="553370"/>
                </a:lnTo>
                <a:lnTo>
                  <a:pt x="1829932" y="520086"/>
                </a:lnTo>
                <a:lnTo>
                  <a:pt x="1844454" y="501956"/>
                </a:lnTo>
                <a:lnTo>
                  <a:pt x="1879673" y="501956"/>
                </a:lnTo>
                <a:lnTo>
                  <a:pt x="1874075" y="494596"/>
                </a:lnTo>
                <a:lnTo>
                  <a:pt x="1846077" y="489184"/>
                </a:lnTo>
                <a:close/>
              </a:path>
              <a:path w="3308985" h="1290954">
                <a:moveTo>
                  <a:pt x="1886486" y="549148"/>
                </a:moveTo>
                <a:lnTo>
                  <a:pt x="1873714" y="549148"/>
                </a:lnTo>
                <a:lnTo>
                  <a:pt x="1872920" y="552179"/>
                </a:lnTo>
                <a:lnTo>
                  <a:pt x="1848747" y="563652"/>
                </a:lnTo>
                <a:lnTo>
                  <a:pt x="1877962" y="563652"/>
                </a:lnTo>
                <a:lnTo>
                  <a:pt x="1886486" y="549148"/>
                </a:lnTo>
                <a:close/>
              </a:path>
              <a:path w="3308985" h="1290954">
                <a:moveTo>
                  <a:pt x="1879673" y="501956"/>
                </a:moveTo>
                <a:lnTo>
                  <a:pt x="1844454" y="501956"/>
                </a:lnTo>
                <a:lnTo>
                  <a:pt x="1863900" y="502137"/>
                </a:lnTo>
                <a:lnTo>
                  <a:pt x="1873714" y="515161"/>
                </a:lnTo>
                <a:lnTo>
                  <a:pt x="1886486" y="515161"/>
                </a:lnTo>
                <a:lnTo>
                  <a:pt x="1885765" y="509966"/>
                </a:lnTo>
                <a:lnTo>
                  <a:pt x="1879673" y="501956"/>
                </a:lnTo>
                <a:close/>
              </a:path>
              <a:path w="3308985" h="1290954">
                <a:moveTo>
                  <a:pt x="1917929" y="462557"/>
                </a:moveTo>
                <a:lnTo>
                  <a:pt x="1905157" y="462557"/>
                </a:lnTo>
                <a:lnTo>
                  <a:pt x="1905157" y="573394"/>
                </a:lnTo>
                <a:lnTo>
                  <a:pt x="1917929" y="573394"/>
                </a:lnTo>
                <a:lnTo>
                  <a:pt x="1917929" y="462557"/>
                </a:lnTo>
                <a:close/>
              </a:path>
              <a:path w="3308985" h="1290954">
                <a:moveTo>
                  <a:pt x="1954095" y="490266"/>
                </a:moveTo>
                <a:lnTo>
                  <a:pt x="1941323" y="490266"/>
                </a:lnTo>
                <a:lnTo>
                  <a:pt x="1942426" y="553117"/>
                </a:lnTo>
                <a:lnTo>
                  <a:pt x="1942477" y="556021"/>
                </a:lnTo>
                <a:lnTo>
                  <a:pt x="1958402" y="573394"/>
                </a:lnTo>
                <a:lnTo>
                  <a:pt x="1954805" y="573394"/>
                </a:lnTo>
                <a:lnTo>
                  <a:pt x="1979639" y="573015"/>
                </a:lnTo>
                <a:lnTo>
                  <a:pt x="1990130" y="562137"/>
                </a:lnTo>
                <a:lnTo>
                  <a:pt x="1966975" y="562137"/>
                </a:lnTo>
                <a:lnTo>
                  <a:pt x="1955791" y="553117"/>
                </a:lnTo>
                <a:lnTo>
                  <a:pt x="1954095" y="490266"/>
                </a:lnTo>
                <a:close/>
              </a:path>
              <a:path w="3308985" h="1290954">
                <a:moveTo>
                  <a:pt x="2006482" y="559323"/>
                </a:moveTo>
                <a:lnTo>
                  <a:pt x="1992844" y="559323"/>
                </a:lnTo>
                <a:lnTo>
                  <a:pt x="1993687" y="573015"/>
                </a:lnTo>
                <a:lnTo>
                  <a:pt x="1993710" y="573394"/>
                </a:lnTo>
                <a:lnTo>
                  <a:pt x="2006482" y="573394"/>
                </a:lnTo>
                <a:lnTo>
                  <a:pt x="2006482" y="559323"/>
                </a:lnTo>
                <a:close/>
              </a:path>
              <a:path w="3308985" h="1290954">
                <a:moveTo>
                  <a:pt x="2006482" y="490266"/>
                </a:moveTo>
                <a:lnTo>
                  <a:pt x="1993710" y="490266"/>
                </a:lnTo>
                <a:lnTo>
                  <a:pt x="1993710" y="539407"/>
                </a:lnTo>
                <a:lnTo>
                  <a:pt x="1988064" y="555588"/>
                </a:lnTo>
                <a:lnTo>
                  <a:pt x="1966975" y="562137"/>
                </a:lnTo>
                <a:lnTo>
                  <a:pt x="1990130" y="562137"/>
                </a:lnTo>
                <a:lnTo>
                  <a:pt x="1992844" y="559323"/>
                </a:lnTo>
                <a:lnTo>
                  <a:pt x="2006482" y="559323"/>
                </a:lnTo>
                <a:lnTo>
                  <a:pt x="2006482" y="490266"/>
                </a:lnTo>
                <a:close/>
              </a:path>
              <a:path w="3308985" h="1290954">
                <a:moveTo>
                  <a:pt x="2054482" y="489184"/>
                </a:moveTo>
                <a:lnTo>
                  <a:pt x="2037632" y="497933"/>
                </a:lnTo>
                <a:lnTo>
                  <a:pt x="2027476" y="515739"/>
                </a:lnTo>
                <a:lnTo>
                  <a:pt x="2025979" y="540850"/>
                </a:lnTo>
                <a:lnTo>
                  <a:pt x="2033465" y="561361"/>
                </a:lnTo>
                <a:lnTo>
                  <a:pt x="2048356" y="573394"/>
                </a:lnTo>
                <a:lnTo>
                  <a:pt x="2061265" y="575125"/>
                </a:lnTo>
                <a:lnTo>
                  <a:pt x="2066604" y="575125"/>
                </a:lnTo>
                <a:lnTo>
                  <a:pt x="2082476" y="563652"/>
                </a:lnTo>
                <a:lnTo>
                  <a:pt x="2057657" y="563652"/>
                </a:lnTo>
                <a:lnTo>
                  <a:pt x="2043297" y="552756"/>
                </a:lnTo>
                <a:lnTo>
                  <a:pt x="2039635" y="520718"/>
                </a:lnTo>
                <a:lnTo>
                  <a:pt x="2053075" y="502046"/>
                </a:lnTo>
                <a:lnTo>
                  <a:pt x="2083390" y="502046"/>
                </a:lnTo>
                <a:lnTo>
                  <a:pt x="2054482" y="489184"/>
                </a:lnTo>
                <a:close/>
              </a:path>
              <a:path w="3308985" h="1290954">
                <a:moveTo>
                  <a:pt x="2099365" y="562137"/>
                </a:moveTo>
                <a:lnTo>
                  <a:pt x="2084572" y="562137"/>
                </a:lnTo>
                <a:lnTo>
                  <a:pt x="2087025" y="573394"/>
                </a:lnTo>
                <a:lnTo>
                  <a:pt x="2099365" y="573394"/>
                </a:lnTo>
                <a:lnTo>
                  <a:pt x="2099365" y="562137"/>
                </a:lnTo>
                <a:close/>
              </a:path>
              <a:path w="3308985" h="1290954">
                <a:moveTo>
                  <a:pt x="2083390" y="502046"/>
                </a:moveTo>
                <a:lnTo>
                  <a:pt x="2072610" y="502046"/>
                </a:lnTo>
                <a:lnTo>
                  <a:pt x="2085907" y="520194"/>
                </a:lnTo>
                <a:lnTo>
                  <a:pt x="2079521" y="556941"/>
                </a:lnTo>
                <a:lnTo>
                  <a:pt x="2062996" y="563652"/>
                </a:lnTo>
                <a:lnTo>
                  <a:pt x="2082476" y="563652"/>
                </a:lnTo>
                <a:lnTo>
                  <a:pt x="2084572" y="562137"/>
                </a:lnTo>
                <a:lnTo>
                  <a:pt x="2099365" y="562137"/>
                </a:lnTo>
                <a:lnTo>
                  <a:pt x="2099365" y="503471"/>
                </a:lnTo>
                <a:lnTo>
                  <a:pt x="2086592" y="503471"/>
                </a:lnTo>
                <a:lnTo>
                  <a:pt x="2083390" y="502046"/>
                </a:lnTo>
                <a:close/>
              </a:path>
              <a:path w="3308985" h="1290954">
                <a:moveTo>
                  <a:pt x="2099365" y="462557"/>
                </a:moveTo>
                <a:lnTo>
                  <a:pt x="2086592" y="462557"/>
                </a:lnTo>
                <a:lnTo>
                  <a:pt x="2086592" y="503471"/>
                </a:lnTo>
                <a:lnTo>
                  <a:pt x="2099365" y="503471"/>
                </a:lnTo>
                <a:lnTo>
                  <a:pt x="2099365" y="462557"/>
                </a:lnTo>
                <a:close/>
              </a:path>
              <a:path w="3308985" h="1290954">
                <a:moveTo>
                  <a:pt x="2137302" y="490266"/>
                </a:moveTo>
                <a:lnTo>
                  <a:pt x="2124530" y="490266"/>
                </a:lnTo>
                <a:lnTo>
                  <a:pt x="2124530" y="573394"/>
                </a:lnTo>
                <a:lnTo>
                  <a:pt x="2137302" y="573394"/>
                </a:lnTo>
                <a:lnTo>
                  <a:pt x="2137302" y="490266"/>
                </a:lnTo>
                <a:close/>
              </a:path>
              <a:path w="3308985" h="1290954">
                <a:moveTo>
                  <a:pt x="2126388" y="459942"/>
                </a:moveTo>
                <a:lnTo>
                  <a:pt x="2131024" y="476412"/>
                </a:lnTo>
                <a:lnTo>
                  <a:pt x="2133514" y="476412"/>
                </a:lnTo>
                <a:lnTo>
                  <a:pt x="2140116" y="465372"/>
                </a:lnTo>
                <a:lnTo>
                  <a:pt x="2126388" y="459942"/>
                </a:lnTo>
                <a:close/>
              </a:path>
              <a:path w="3308985" h="1290954">
                <a:moveTo>
                  <a:pt x="2173040" y="490339"/>
                </a:moveTo>
                <a:lnTo>
                  <a:pt x="2160695" y="490339"/>
                </a:lnTo>
                <a:lnTo>
                  <a:pt x="2160695" y="573394"/>
                </a:lnTo>
                <a:lnTo>
                  <a:pt x="2173467" y="573394"/>
                </a:lnTo>
                <a:lnTo>
                  <a:pt x="2173467" y="523387"/>
                </a:lnTo>
                <a:lnTo>
                  <a:pt x="2178067" y="507657"/>
                </a:lnTo>
                <a:lnTo>
                  <a:pt x="2192237" y="503255"/>
                </a:lnTo>
                <a:lnTo>
                  <a:pt x="2174117" y="503255"/>
                </a:lnTo>
                <a:lnTo>
                  <a:pt x="2173052" y="490483"/>
                </a:lnTo>
                <a:lnTo>
                  <a:pt x="2173040" y="490339"/>
                </a:lnTo>
                <a:close/>
              </a:path>
              <a:path w="3308985" h="1290954">
                <a:moveTo>
                  <a:pt x="2218697" y="500657"/>
                </a:moveTo>
                <a:lnTo>
                  <a:pt x="2200599" y="500657"/>
                </a:lnTo>
                <a:lnTo>
                  <a:pt x="2212037" y="509821"/>
                </a:lnTo>
                <a:lnTo>
                  <a:pt x="2213732" y="573394"/>
                </a:lnTo>
                <a:lnTo>
                  <a:pt x="2226504" y="573394"/>
                </a:lnTo>
                <a:lnTo>
                  <a:pt x="2225370" y="509821"/>
                </a:lnTo>
                <a:lnTo>
                  <a:pt x="2225332" y="507657"/>
                </a:lnTo>
                <a:lnTo>
                  <a:pt x="2218697" y="500657"/>
                </a:lnTo>
                <a:close/>
              </a:path>
              <a:path w="3308985" h="1290954">
                <a:moveTo>
                  <a:pt x="2208916" y="490339"/>
                </a:moveTo>
                <a:lnTo>
                  <a:pt x="2186961" y="490483"/>
                </a:lnTo>
                <a:lnTo>
                  <a:pt x="2174117" y="503255"/>
                </a:lnTo>
                <a:lnTo>
                  <a:pt x="2192237" y="503255"/>
                </a:lnTo>
                <a:lnTo>
                  <a:pt x="2200599" y="500657"/>
                </a:lnTo>
                <a:lnTo>
                  <a:pt x="2218697" y="500657"/>
                </a:lnTo>
                <a:lnTo>
                  <a:pt x="2208916" y="490339"/>
                </a:lnTo>
                <a:close/>
              </a:path>
              <a:path w="3308985" h="1290954">
                <a:moveTo>
                  <a:pt x="2262200" y="585733"/>
                </a:moveTo>
                <a:lnTo>
                  <a:pt x="2249410" y="589629"/>
                </a:lnTo>
                <a:lnTo>
                  <a:pt x="2283397" y="606298"/>
                </a:lnTo>
                <a:lnTo>
                  <a:pt x="2306921" y="601013"/>
                </a:lnTo>
                <a:lnTo>
                  <a:pt x="2312165" y="595041"/>
                </a:lnTo>
                <a:lnTo>
                  <a:pt x="2278382" y="595041"/>
                </a:lnTo>
                <a:lnTo>
                  <a:pt x="2262200" y="585733"/>
                </a:lnTo>
                <a:close/>
              </a:path>
              <a:path w="3308985" h="1290954">
                <a:moveTo>
                  <a:pt x="2318159" y="561415"/>
                </a:moveTo>
                <a:lnTo>
                  <a:pt x="2303205" y="561415"/>
                </a:lnTo>
                <a:lnTo>
                  <a:pt x="2306560" y="581836"/>
                </a:lnTo>
                <a:lnTo>
                  <a:pt x="2295646" y="593418"/>
                </a:lnTo>
                <a:lnTo>
                  <a:pt x="2278382" y="595041"/>
                </a:lnTo>
                <a:lnTo>
                  <a:pt x="2312165" y="595041"/>
                </a:lnTo>
                <a:lnTo>
                  <a:pt x="2317709" y="588727"/>
                </a:lnTo>
                <a:lnTo>
                  <a:pt x="2318159" y="561415"/>
                </a:lnTo>
                <a:close/>
              </a:path>
              <a:path w="3308985" h="1290954">
                <a:moveTo>
                  <a:pt x="2274450" y="489184"/>
                </a:moveTo>
                <a:lnTo>
                  <a:pt x="2257600" y="497897"/>
                </a:lnTo>
                <a:lnTo>
                  <a:pt x="2247444" y="515468"/>
                </a:lnTo>
                <a:lnTo>
                  <a:pt x="2245947" y="540056"/>
                </a:lnTo>
                <a:lnTo>
                  <a:pt x="2253650" y="559539"/>
                </a:lnTo>
                <a:lnTo>
                  <a:pt x="2268496" y="570507"/>
                </a:lnTo>
                <a:lnTo>
                  <a:pt x="2286644" y="572095"/>
                </a:lnTo>
                <a:lnTo>
                  <a:pt x="2303205" y="561415"/>
                </a:lnTo>
                <a:lnTo>
                  <a:pt x="2318159" y="561415"/>
                </a:lnTo>
                <a:lnTo>
                  <a:pt x="2318172" y="560622"/>
                </a:lnTo>
                <a:lnTo>
                  <a:pt x="2277625" y="560622"/>
                </a:lnTo>
                <a:lnTo>
                  <a:pt x="2263265" y="550898"/>
                </a:lnTo>
                <a:lnTo>
                  <a:pt x="2259603" y="520429"/>
                </a:lnTo>
                <a:lnTo>
                  <a:pt x="2273042" y="502028"/>
                </a:lnTo>
                <a:lnTo>
                  <a:pt x="2303706" y="502028"/>
                </a:lnTo>
                <a:lnTo>
                  <a:pt x="2274450" y="489184"/>
                </a:lnTo>
                <a:close/>
              </a:path>
              <a:path w="3308985" h="1290954">
                <a:moveTo>
                  <a:pt x="2303706" y="502028"/>
                </a:moveTo>
                <a:lnTo>
                  <a:pt x="2292579" y="502028"/>
                </a:lnTo>
                <a:lnTo>
                  <a:pt x="2305875" y="519906"/>
                </a:lnTo>
                <a:lnTo>
                  <a:pt x="2302234" y="550898"/>
                </a:lnTo>
                <a:lnTo>
                  <a:pt x="2302177" y="551385"/>
                </a:lnTo>
                <a:lnTo>
                  <a:pt x="2282964" y="560622"/>
                </a:lnTo>
                <a:lnTo>
                  <a:pt x="2318172" y="560622"/>
                </a:lnTo>
                <a:lnTo>
                  <a:pt x="2319115" y="503471"/>
                </a:lnTo>
                <a:lnTo>
                  <a:pt x="2306993" y="503471"/>
                </a:lnTo>
                <a:lnTo>
                  <a:pt x="2303706" y="502028"/>
                </a:lnTo>
                <a:close/>
              </a:path>
              <a:path w="3308985" h="1290954">
                <a:moveTo>
                  <a:pt x="2319332" y="490266"/>
                </a:moveTo>
                <a:lnTo>
                  <a:pt x="2306993" y="490266"/>
                </a:lnTo>
                <a:lnTo>
                  <a:pt x="2306993" y="503471"/>
                </a:lnTo>
                <a:lnTo>
                  <a:pt x="2319115" y="503471"/>
                </a:lnTo>
                <a:lnTo>
                  <a:pt x="2319207" y="497897"/>
                </a:lnTo>
                <a:lnTo>
                  <a:pt x="2319332" y="490266"/>
                </a:lnTo>
                <a:close/>
              </a:path>
              <a:path w="3308985" h="1290954">
                <a:moveTo>
                  <a:pt x="2428879" y="462557"/>
                </a:moveTo>
                <a:lnTo>
                  <a:pt x="2428879" y="573394"/>
                </a:lnTo>
                <a:lnTo>
                  <a:pt x="2463082" y="573394"/>
                </a:lnTo>
                <a:lnTo>
                  <a:pt x="2485549" y="569649"/>
                </a:lnTo>
                <a:lnTo>
                  <a:pt x="2495998" y="561487"/>
                </a:lnTo>
                <a:lnTo>
                  <a:pt x="2442301" y="561487"/>
                </a:lnTo>
                <a:lnTo>
                  <a:pt x="2442301" y="474464"/>
                </a:lnTo>
                <a:lnTo>
                  <a:pt x="2496440" y="474464"/>
                </a:lnTo>
                <a:lnTo>
                  <a:pt x="2486171" y="466302"/>
                </a:lnTo>
                <a:lnTo>
                  <a:pt x="2428879" y="462557"/>
                </a:lnTo>
                <a:close/>
              </a:path>
              <a:path w="3308985" h="1290954">
                <a:moveTo>
                  <a:pt x="2496440" y="474464"/>
                </a:moveTo>
                <a:lnTo>
                  <a:pt x="2472391" y="474464"/>
                </a:lnTo>
                <a:lnTo>
                  <a:pt x="2491243" y="483177"/>
                </a:lnTo>
                <a:lnTo>
                  <a:pt x="2501453" y="501108"/>
                </a:lnTo>
                <a:lnTo>
                  <a:pt x="2502914" y="526779"/>
                </a:lnTo>
                <a:lnTo>
                  <a:pt x="2495518" y="547615"/>
                </a:lnTo>
                <a:lnTo>
                  <a:pt x="2478975" y="559720"/>
                </a:lnTo>
                <a:lnTo>
                  <a:pt x="2442301" y="561487"/>
                </a:lnTo>
                <a:lnTo>
                  <a:pt x="2495998" y="561487"/>
                </a:lnTo>
                <a:lnTo>
                  <a:pt x="2506297" y="553444"/>
                </a:lnTo>
                <a:lnTo>
                  <a:pt x="2515903" y="517759"/>
                </a:lnTo>
                <a:lnTo>
                  <a:pt x="2506395" y="482375"/>
                </a:lnTo>
                <a:lnTo>
                  <a:pt x="2496440" y="474464"/>
                </a:lnTo>
                <a:close/>
              </a:path>
              <a:path w="3308985" h="1290954">
                <a:moveTo>
                  <a:pt x="2549024" y="490266"/>
                </a:moveTo>
                <a:lnTo>
                  <a:pt x="2536685" y="490266"/>
                </a:lnTo>
                <a:lnTo>
                  <a:pt x="2536685" y="573394"/>
                </a:lnTo>
                <a:lnTo>
                  <a:pt x="2549457" y="573394"/>
                </a:lnTo>
                <a:lnTo>
                  <a:pt x="2550359" y="513700"/>
                </a:lnTo>
                <a:lnTo>
                  <a:pt x="2567998" y="502822"/>
                </a:lnTo>
                <a:lnTo>
                  <a:pt x="2549890" y="502822"/>
                </a:lnTo>
                <a:lnTo>
                  <a:pt x="2549024" y="490266"/>
                </a:lnTo>
                <a:close/>
              </a:path>
              <a:path w="3308985" h="1290954">
                <a:moveTo>
                  <a:pt x="2566559" y="488968"/>
                </a:moveTo>
                <a:lnTo>
                  <a:pt x="2549890" y="502822"/>
                </a:lnTo>
                <a:lnTo>
                  <a:pt x="2567998" y="502822"/>
                </a:lnTo>
                <a:lnTo>
                  <a:pt x="2570455" y="501307"/>
                </a:lnTo>
                <a:lnTo>
                  <a:pt x="2578248" y="489184"/>
                </a:lnTo>
                <a:lnTo>
                  <a:pt x="2566559" y="488968"/>
                </a:lnTo>
                <a:close/>
              </a:path>
              <a:path w="3308985" h="1290954">
                <a:moveTo>
                  <a:pt x="2606160" y="490266"/>
                </a:moveTo>
                <a:lnTo>
                  <a:pt x="2593388" y="490266"/>
                </a:lnTo>
                <a:lnTo>
                  <a:pt x="2594492" y="553117"/>
                </a:lnTo>
                <a:lnTo>
                  <a:pt x="2594543" y="556021"/>
                </a:lnTo>
                <a:lnTo>
                  <a:pt x="2610467" y="573394"/>
                </a:lnTo>
                <a:lnTo>
                  <a:pt x="2606871" y="573394"/>
                </a:lnTo>
                <a:lnTo>
                  <a:pt x="2631705" y="573015"/>
                </a:lnTo>
                <a:lnTo>
                  <a:pt x="2642196" y="562137"/>
                </a:lnTo>
                <a:lnTo>
                  <a:pt x="2619041" y="562137"/>
                </a:lnTo>
                <a:lnTo>
                  <a:pt x="2607856" y="553117"/>
                </a:lnTo>
                <a:lnTo>
                  <a:pt x="2606160" y="490266"/>
                </a:lnTo>
                <a:close/>
              </a:path>
              <a:path w="3308985" h="1290954">
                <a:moveTo>
                  <a:pt x="2658548" y="559323"/>
                </a:moveTo>
                <a:lnTo>
                  <a:pt x="2644910" y="559323"/>
                </a:lnTo>
                <a:lnTo>
                  <a:pt x="2645752" y="573015"/>
                </a:lnTo>
                <a:lnTo>
                  <a:pt x="2645776" y="573394"/>
                </a:lnTo>
                <a:lnTo>
                  <a:pt x="2658548" y="573394"/>
                </a:lnTo>
                <a:lnTo>
                  <a:pt x="2658548" y="559323"/>
                </a:lnTo>
                <a:close/>
              </a:path>
              <a:path w="3308985" h="1290954">
                <a:moveTo>
                  <a:pt x="2658548" y="490266"/>
                </a:moveTo>
                <a:lnTo>
                  <a:pt x="2645776" y="490266"/>
                </a:lnTo>
                <a:lnTo>
                  <a:pt x="2645776" y="539407"/>
                </a:lnTo>
                <a:lnTo>
                  <a:pt x="2640129" y="555588"/>
                </a:lnTo>
                <a:lnTo>
                  <a:pt x="2619041" y="562137"/>
                </a:lnTo>
                <a:lnTo>
                  <a:pt x="2642196" y="562137"/>
                </a:lnTo>
                <a:lnTo>
                  <a:pt x="2644910" y="559323"/>
                </a:lnTo>
                <a:lnTo>
                  <a:pt x="2658548" y="559323"/>
                </a:lnTo>
                <a:lnTo>
                  <a:pt x="2658548" y="490266"/>
                </a:lnTo>
                <a:close/>
              </a:path>
              <a:path w="3308985" h="1290954">
                <a:moveTo>
                  <a:pt x="2694298" y="585733"/>
                </a:moveTo>
                <a:lnTo>
                  <a:pt x="2681508" y="589629"/>
                </a:lnTo>
                <a:lnTo>
                  <a:pt x="2715495" y="606298"/>
                </a:lnTo>
                <a:lnTo>
                  <a:pt x="2739019" y="601013"/>
                </a:lnTo>
                <a:lnTo>
                  <a:pt x="2744262" y="595041"/>
                </a:lnTo>
                <a:lnTo>
                  <a:pt x="2710480" y="595041"/>
                </a:lnTo>
                <a:lnTo>
                  <a:pt x="2694298" y="585733"/>
                </a:lnTo>
                <a:close/>
              </a:path>
              <a:path w="3308985" h="1290954">
                <a:moveTo>
                  <a:pt x="2750257" y="561415"/>
                </a:moveTo>
                <a:lnTo>
                  <a:pt x="2735303" y="561415"/>
                </a:lnTo>
                <a:lnTo>
                  <a:pt x="2738658" y="581836"/>
                </a:lnTo>
                <a:lnTo>
                  <a:pt x="2727744" y="593418"/>
                </a:lnTo>
                <a:lnTo>
                  <a:pt x="2710480" y="595041"/>
                </a:lnTo>
                <a:lnTo>
                  <a:pt x="2744262" y="595041"/>
                </a:lnTo>
                <a:lnTo>
                  <a:pt x="2749807" y="588727"/>
                </a:lnTo>
                <a:lnTo>
                  <a:pt x="2750257" y="561415"/>
                </a:lnTo>
                <a:close/>
              </a:path>
              <a:path w="3308985" h="1290954">
                <a:moveTo>
                  <a:pt x="2706547" y="489184"/>
                </a:moveTo>
                <a:lnTo>
                  <a:pt x="2689698" y="497897"/>
                </a:lnTo>
                <a:lnTo>
                  <a:pt x="2679542" y="515468"/>
                </a:lnTo>
                <a:lnTo>
                  <a:pt x="2678044" y="540056"/>
                </a:lnTo>
                <a:lnTo>
                  <a:pt x="2685747" y="559539"/>
                </a:lnTo>
                <a:lnTo>
                  <a:pt x="2700594" y="570507"/>
                </a:lnTo>
                <a:lnTo>
                  <a:pt x="2718742" y="572095"/>
                </a:lnTo>
                <a:lnTo>
                  <a:pt x="2735303" y="561415"/>
                </a:lnTo>
                <a:lnTo>
                  <a:pt x="2750257" y="561415"/>
                </a:lnTo>
                <a:lnTo>
                  <a:pt x="2750270" y="560622"/>
                </a:lnTo>
                <a:lnTo>
                  <a:pt x="2709722" y="560622"/>
                </a:lnTo>
                <a:lnTo>
                  <a:pt x="2695362" y="550898"/>
                </a:lnTo>
                <a:lnTo>
                  <a:pt x="2691700" y="520429"/>
                </a:lnTo>
                <a:lnTo>
                  <a:pt x="2705140" y="502028"/>
                </a:lnTo>
                <a:lnTo>
                  <a:pt x="2735804" y="502028"/>
                </a:lnTo>
                <a:lnTo>
                  <a:pt x="2706547" y="489184"/>
                </a:lnTo>
                <a:close/>
              </a:path>
              <a:path w="3308985" h="1290954">
                <a:moveTo>
                  <a:pt x="2735804" y="502028"/>
                </a:moveTo>
                <a:lnTo>
                  <a:pt x="2724677" y="502028"/>
                </a:lnTo>
                <a:lnTo>
                  <a:pt x="2737972" y="519906"/>
                </a:lnTo>
                <a:lnTo>
                  <a:pt x="2734332" y="550898"/>
                </a:lnTo>
                <a:lnTo>
                  <a:pt x="2734274" y="551385"/>
                </a:lnTo>
                <a:lnTo>
                  <a:pt x="2715062" y="560622"/>
                </a:lnTo>
                <a:lnTo>
                  <a:pt x="2750270" y="560622"/>
                </a:lnTo>
                <a:lnTo>
                  <a:pt x="2751212" y="503471"/>
                </a:lnTo>
                <a:lnTo>
                  <a:pt x="2739091" y="503471"/>
                </a:lnTo>
                <a:lnTo>
                  <a:pt x="2735804" y="502028"/>
                </a:lnTo>
                <a:close/>
              </a:path>
              <a:path w="3308985" h="1290954">
                <a:moveTo>
                  <a:pt x="2751430" y="490266"/>
                </a:moveTo>
                <a:lnTo>
                  <a:pt x="2739091" y="490266"/>
                </a:lnTo>
                <a:lnTo>
                  <a:pt x="2739091" y="503471"/>
                </a:lnTo>
                <a:lnTo>
                  <a:pt x="2751212" y="503471"/>
                </a:lnTo>
                <a:lnTo>
                  <a:pt x="2751304" y="497897"/>
                </a:lnTo>
                <a:lnTo>
                  <a:pt x="2751430" y="490266"/>
                </a:lnTo>
                <a:close/>
              </a:path>
              <a:path w="3308985" h="1290954">
                <a:moveTo>
                  <a:pt x="2873965" y="462557"/>
                </a:moveTo>
                <a:lnTo>
                  <a:pt x="2860977" y="462557"/>
                </a:lnTo>
                <a:lnTo>
                  <a:pt x="2860977" y="573394"/>
                </a:lnTo>
                <a:lnTo>
                  <a:pt x="2874398" y="573394"/>
                </a:lnTo>
                <a:lnTo>
                  <a:pt x="2874398" y="486370"/>
                </a:lnTo>
                <a:lnTo>
                  <a:pt x="2890805" y="486370"/>
                </a:lnTo>
                <a:lnTo>
                  <a:pt x="2873965" y="462557"/>
                </a:lnTo>
                <a:close/>
              </a:path>
              <a:path w="3308985" h="1290954">
                <a:moveTo>
                  <a:pt x="2890805" y="486370"/>
                </a:moveTo>
                <a:lnTo>
                  <a:pt x="2874398" y="486370"/>
                </a:lnTo>
                <a:lnTo>
                  <a:pt x="2935878" y="573394"/>
                </a:lnTo>
                <a:lnTo>
                  <a:pt x="2948867" y="573394"/>
                </a:lnTo>
                <a:lnTo>
                  <a:pt x="2948867" y="549798"/>
                </a:lnTo>
                <a:lnTo>
                  <a:pt x="2935661" y="549798"/>
                </a:lnTo>
                <a:lnTo>
                  <a:pt x="2890805" y="486370"/>
                </a:lnTo>
                <a:close/>
              </a:path>
              <a:path w="3308985" h="1290954">
                <a:moveTo>
                  <a:pt x="2948867" y="462557"/>
                </a:moveTo>
                <a:lnTo>
                  <a:pt x="2935661" y="462557"/>
                </a:lnTo>
                <a:lnTo>
                  <a:pt x="2935661" y="549798"/>
                </a:lnTo>
                <a:lnTo>
                  <a:pt x="2948867" y="549798"/>
                </a:lnTo>
                <a:lnTo>
                  <a:pt x="2948867" y="462557"/>
                </a:lnTo>
                <a:close/>
              </a:path>
              <a:path w="3308985" h="1290954">
                <a:moveTo>
                  <a:pt x="3031367" y="501776"/>
                </a:moveTo>
                <a:lnTo>
                  <a:pt x="2995368" y="501776"/>
                </a:lnTo>
                <a:lnTo>
                  <a:pt x="3016511" y="501920"/>
                </a:lnTo>
                <a:lnTo>
                  <a:pt x="3023781" y="517326"/>
                </a:lnTo>
                <a:lnTo>
                  <a:pt x="2971033" y="541175"/>
                </a:lnTo>
                <a:lnTo>
                  <a:pt x="2976409" y="567441"/>
                </a:lnTo>
                <a:lnTo>
                  <a:pt x="2998453" y="575342"/>
                </a:lnTo>
                <a:lnTo>
                  <a:pt x="3003288" y="575342"/>
                </a:lnTo>
                <a:lnTo>
                  <a:pt x="3022266" y="563941"/>
                </a:lnTo>
                <a:lnTo>
                  <a:pt x="2995414" y="563941"/>
                </a:lnTo>
                <a:lnTo>
                  <a:pt x="2982867" y="554885"/>
                </a:lnTo>
                <a:lnTo>
                  <a:pt x="2987132" y="541175"/>
                </a:lnTo>
                <a:lnTo>
                  <a:pt x="2987233" y="540850"/>
                </a:lnTo>
                <a:lnTo>
                  <a:pt x="3036553" y="540850"/>
                </a:lnTo>
                <a:lnTo>
                  <a:pt x="3036553" y="512022"/>
                </a:lnTo>
                <a:lnTo>
                  <a:pt x="3031440" y="501920"/>
                </a:lnTo>
                <a:lnTo>
                  <a:pt x="3031367" y="501776"/>
                </a:lnTo>
                <a:close/>
              </a:path>
              <a:path w="3308985" h="1290954">
                <a:moveTo>
                  <a:pt x="3036553" y="540850"/>
                </a:moveTo>
                <a:lnTo>
                  <a:pt x="2987233" y="540850"/>
                </a:lnTo>
                <a:lnTo>
                  <a:pt x="3023781" y="543303"/>
                </a:lnTo>
                <a:lnTo>
                  <a:pt x="3019307" y="556346"/>
                </a:lnTo>
                <a:lnTo>
                  <a:pt x="3000220" y="563941"/>
                </a:lnTo>
                <a:lnTo>
                  <a:pt x="3022266" y="563941"/>
                </a:lnTo>
                <a:lnTo>
                  <a:pt x="3023781" y="573394"/>
                </a:lnTo>
                <a:lnTo>
                  <a:pt x="3036553" y="573394"/>
                </a:lnTo>
                <a:lnTo>
                  <a:pt x="3036553" y="540850"/>
                </a:lnTo>
                <a:close/>
              </a:path>
              <a:path w="3308985" h="1290954">
                <a:moveTo>
                  <a:pt x="2988748" y="492034"/>
                </a:moveTo>
                <a:lnTo>
                  <a:pt x="2972476" y="508667"/>
                </a:lnTo>
                <a:lnTo>
                  <a:pt x="2984599" y="512996"/>
                </a:lnTo>
                <a:lnTo>
                  <a:pt x="2995368" y="501776"/>
                </a:lnTo>
                <a:lnTo>
                  <a:pt x="3031367" y="501776"/>
                </a:lnTo>
                <a:lnTo>
                  <a:pt x="3028417" y="495949"/>
                </a:lnTo>
                <a:lnTo>
                  <a:pt x="2988748" y="492034"/>
                </a:lnTo>
                <a:close/>
              </a:path>
              <a:path w="3308985" h="1290954">
                <a:moveTo>
                  <a:pt x="3072204" y="490266"/>
                </a:moveTo>
                <a:lnTo>
                  <a:pt x="3059865" y="490266"/>
                </a:lnTo>
                <a:lnTo>
                  <a:pt x="3059865" y="573394"/>
                </a:lnTo>
                <a:lnTo>
                  <a:pt x="3072637" y="573394"/>
                </a:lnTo>
                <a:lnTo>
                  <a:pt x="3072637" y="521439"/>
                </a:lnTo>
                <a:lnTo>
                  <a:pt x="3076878" y="507927"/>
                </a:lnTo>
                <a:lnTo>
                  <a:pt x="3077003" y="507530"/>
                </a:lnTo>
                <a:lnTo>
                  <a:pt x="3089010" y="503255"/>
                </a:lnTo>
                <a:lnTo>
                  <a:pt x="3073287" y="503255"/>
                </a:lnTo>
                <a:lnTo>
                  <a:pt x="3072221" y="490465"/>
                </a:lnTo>
                <a:lnTo>
                  <a:pt x="3072204" y="490266"/>
                </a:lnTo>
                <a:close/>
              </a:path>
              <a:path w="3308985" h="1290954">
                <a:moveTo>
                  <a:pt x="3116220" y="500784"/>
                </a:moveTo>
                <a:lnTo>
                  <a:pt x="3096481" y="500784"/>
                </a:lnTo>
                <a:lnTo>
                  <a:pt x="3106390" y="507927"/>
                </a:lnTo>
                <a:lnTo>
                  <a:pt x="3107923" y="573394"/>
                </a:lnTo>
                <a:lnTo>
                  <a:pt x="3120912" y="573394"/>
                </a:lnTo>
                <a:lnTo>
                  <a:pt x="3120912" y="513898"/>
                </a:lnTo>
                <a:lnTo>
                  <a:pt x="3131004" y="503255"/>
                </a:lnTo>
                <a:lnTo>
                  <a:pt x="3118747" y="503255"/>
                </a:lnTo>
                <a:lnTo>
                  <a:pt x="3116220" y="500784"/>
                </a:lnTo>
                <a:close/>
              </a:path>
              <a:path w="3308985" h="1290954">
                <a:moveTo>
                  <a:pt x="3166607" y="500784"/>
                </a:moveTo>
                <a:lnTo>
                  <a:pt x="3133871" y="500784"/>
                </a:lnTo>
                <a:lnTo>
                  <a:pt x="3154520" y="507242"/>
                </a:lnTo>
                <a:lnTo>
                  <a:pt x="3156197" y="573394"/>
                </a:lnTo>
                <a:lnTo>
                  <a:pt x="3168970" y="573394"/>
                </a:lnTo>
                <a:lnTo>
                  <a:pt x="3166687" y="503255"/>
                </a:lnTo>
                <a:lnTo>
                  <a:pt x="3166607" y="500784"/>
                </a:lnTo>
                <a:close/>
              </a:path>
              <a:path w="3308985" h="1290954">
                <a:moveTo>
                  <a:pt x="3105669" y="490465"/>
                </a:moveTo>
                <a:lnTo>
                  <a:pt x="3085501" y="490465"/>
                </a:lnTo>
                <a:lnTo>
                  <a:pt x="3073287" y="503255"/>
                </a:lnTo>
                <a:lnTo>
                  <a:pt x="3089010" y="503255"/>
                </a:lnTo>
                <a:lnTo>
                  <a:pt x="3095951" y="500784"/>
                </a:lnTo>
                <a:lnTo>
                  <a:pt x="3116220" y="500784"/>
                </a:lnTo>
                <a:lnTo>
                  <a:pt x="3105669" y="490465"/>
                </a:lnTo>
                <a:close/>
              </a:path>
              <a:path w="3308985" h="1290954">
                <a:moveTo>
                  <a:pt x="3151074" y="489184"/>
                </a:moveTo>
                <a:lnTo>
                  <a:pt x="3132583" y="490465"/>
                </a:lnTo>
                <a:lnTo>
                  <a:pt x="3118747" y="503255"/>
                </a:lnTo>
                <a:lnTo>
                  <a:pt x="3131004" y="503255"/>
                </a:lnTo>
                <a:lnTo>
                  <a:pt x="3133348" y="500784"/>
                </a:lnTo>
                <a:lnTo>
                  <a:pt x="3166607" y="500784"/>
                </a:lnTo>
                <a:lnTo>
                  <a:pt x="3151074" y="489184"/>
                </a:lnTo>
                <a:close/>
              </a:path>
              <a:path w="3308985" h="1290954">
                <a:moveTo>
                  <a:pt x="3218372" y="489184"/>
                </a:moveTo>
                <a:lnTo>
                  <a:pt x="3200584" y="498348"/>
                </a:lnTo>
                <a:lnTo>
                  <a:pt x="3189977" y="516460"/>
                </a:lnTo>
                <a:lnTo>
                  <a:pt x="3188426" y="540994"/>
                </a:lnTo>
                <a:lnTo>
                  <a:pt x="3196219" y="561271"/>
                </a:lnTo>
                <a:lnTo>
                  <a:pt x="3212256" y="573358"/>
                </a:lnTo>
                <a:lnTo>
                  <a:pt x="3227175" y="575125"/>
                </a:lnTo>
                <a:lnTo>
                  <a:pt x="3246893" y="570760"/>
                </a:lnTo>
                <a:lnTo>
                  <a:pt x="3252620" y="563652"/>
                </a:lnTo>
                <a:lnTo>
                  <a:pt x="3222016" y="563652"/>
                </a:lnTo>
                <a:lnTo>
                  <a:pt x="3206646" y="554722"/>
                </a:lnTo>
                <a:lnTo>
                  <a:pt x="3204382" y="536160"/>
                </a:lnTo>
                <a:lnTo>
                  <a:pt x="3197518" y="536160"/>
                </a:lnTo>
                <a:lnTo>
                  <a:pt x="3197518" y="525119"/>
                </a:lnTo>
                <a:lnTo>
                  <a:pt x="3203035" y="525119"/>
                </a:lnTo>
                <a:lnTo>
                  <a:pt x="3202190" y="518192"/>
                </a:lnTo>
                <a:lnTo>
                  <a:pt x="3220789" y="500657"/>
                </a:lnTo>
                <a:lnTo>
                  <a:pt x="3250339" y="500657"/>
                </a:lnTo>
                <a:lnTo>
                  <a:pt x="3246766" y="495137"/>
                </a:lnTo>
                <a:lnTo>
                  <a:pt x="3218372" y="489184"/>
                </a:lnTo>
                <a:close/>
              </a:path>
              <a:path w="3308985" h="1290954">
                <a:moveTo>
                  <a:pt x="3247957" y="550664"/>
                </a:moveTo>
                <a:lnTo>
                  <a:pt x="3246875" y="553550"/>
                </a:lnTo>
                <a:lnTo>
                  <a:pt x="3222016" y="563652"/>
                </a:lnTo>
                <a:lnTo>
                  <a:pt x="3252620" y="563652"/>
                </a:lnTo>
                <a:lnTo>
                  <a:pt x="3260296" y="554127"/>
                </a:lnTo>
                <a:lnTo>
                  <a:pt x="3247957" y="550664"/>
                </a:lnTo>
                <a:close/>
              </a:path>
              <a:path w="3308985" h="1290954">
                <a:moveTo>
                  <a:pt x="3203035" y="525119"/>
                </a:moveTo>
                <a:lnTo>
                  <a:pt x="3197518" y="525119"/>
                </a:lnTo>
                <a:lnTo>
                  <a:pt x="3197518" y="536160"/>
                </a:lnTo>
                <a:lnTo>
                  <a:pt x="3204382" y="536160"/>
                </a:lnTo>
                <a:lnTo>
                  <a:pt x="3203035" y="525119"/>
                </a:lnTo>
                <a:close/>
              </a:path>
              <a:path w="3308985" h="1290954">
                <a:moveTo>
                  <a:pt x="3250339" y="500657"/>
                </a:moveTo>
                <a:lnTo>
                  <a:pt x="3220789" y="500657"/>
                </a:lnTo>
                <a:lnTo>
                  <a:pt x="3241318" y="505979"/>
                </a:lnTo>
                <a:lnTo>
                  <a:pt x="3248606" y="525119"/>
                </a:lnTo>
                <a:lnTo>
                  <a:pt x="3203035" y="525119"/>
                </a:lnTo>
                <a:lnTo>
                  <a:pt x="3204382" y="536160"/>
                </a:lnTo>
                <a:lnTo>
                  <a:pt x="3261595" y="536160"/>
                </a:lnTo>
                <a:lnTo>
                  <a:pt x="3260657" y="518192"/>
                </a:lnTo>
                <a:lnTo>
                  <a:pt x="3260567" y="516460"/>
                </a:lnTo>
                <a:lnTo>
                  <a:pt x="3250339" y="500657"/>
                </a:lnTo>
                <a:close/>
              </a:path>
              <a:path w="3308985" h="1290954">
                <a:moveTo>
                  <a:pt x="3300074" y="558240"/>
                </a:moveTo>
                <a:lnTo>
                  <a:pt x="3286219" y="558240"/>
                </a:lnTo>
                <a:lnTo>
                  <a:pt x="3279509" y="600453"/>
                </a:lnTo>
                <a:lnTo>
                  <a:pt x="3289250" y="600453"/>
                </a:lnTo>
                <a:lnTo>
                  <a:pt x="3300074" y="558240"/>
                </a:lnTo>
                <a:close/>
              </a:path>
              <a:path w="3308985" h="1290954">
                <a:moveTo>
                  <a:pt x="150469" y="691157"/>
                </a:moveTo>
                <a:lnTo>
                  <a:pt x="150469" y="801994"/>
                </a:lnTo>
                <a:lnTo>
                  <a:pt x="184673" y="801994"/>
                </a:lnTo>
                <a:lnTo>
                  <a:pt x="207139" y="798249"/>
                </a:lnTo>
                <a:lnTo>
                  <a:pt x="217589" y="790087"/>
                </a:lnTo>
                <a:lnTo>
                  <a:pt x="163891" y="790087"/>
                </a:lnTo>
                <a:lnTo>
                  <a:pt x="163891" y="703064"/>
                </a:lnTo>
                <a:lnTo>
                  <a:pt x="218031" y="703064"/>
                </a:lnTo>
                <a:lnTo>
                  <a:pt x="207761" y="694902"/>
                </a:lnTo>
                <a:lnTo>
                  <a:pt x="150469" y="691157"/>
                </a:lnTo>
                <a:close/>
              </a:path>
              <a:path w="3308985" h="1290954">
                <a:moveTo>
                  <a:pt x="218031" y="703064"/>
                </a:moveTo>
                <a:lnTo>
                  <a:pt x="193981" y="703064"/>
                </a:lnTo>
                <a:lnTo>
                  <a:pt x="212833" y="711777"/>
                </a:lnTo>
                <a:lnTo>
                  <a:pt x="223043" y="729708"/>
                </a:lnTo>
                <a:lnTo>
                  <a:pt x="224504" y="755379"/>
                </a:lnTo>
                <a:lnTo>
                  <a:pt x="217108" y="776215"/>
                </a:lnTo>
                <a:lnTo>
                  <a:pt x="200566" y="788320"/>
                </a:lnTo>
                <a:lnTo>
                  <a:pt x="163891" y="790087"/>
                </a:lnTo>
                <a:lnTo>
                  <a:pt x="217589" y="790087"/>
                </a:lnTo>
                <a:lnTo>
                  <a:pt x="227887" y="782044"/>
                </a:lnTo>
                <a:lnTo>
                  <a:pt x="237493" y="746359"/>
                </a:lnTo>
                <a:lnTo>
                  <a:pt x="227985" y="710975"/>
                </a:lnTo>
                <a:lnTo>
                  <a:pt x="218031" y="703064"/>
                </a:lnTo>
                <a:close/>
              </a:path>
              <a:path w="3308985" h="1290954">
                <a:moveTo>
                  <a:pt x="284541" y="717784"/>
                </a:moveTo>
                <a:lnTo>
                  <a:pt x="266663" y="726714"/>
                </a:lnTo>
                <a:lnTo>
                  <a:pt x="255948" y="744645"/>
                </a:lnTo>
                <a:lnTo>
                  <a:pt x="254378" y="769450"/>
                </a:lnTo>
                <a:lnTo>
                  <a:pt x="262262" y="789799"/>
                </a:lnTo>
                <a:lnTo>
                  <a:pt x="277956" y="801940"/>
                </a:lnTo>
                <a:lnTo>
                  <a:pt x="292045" y="803725"/>
                </a:lnTo>
                <a:lnTo>
                  <a:pt x="299550" y="803725"/>
                </a:lnTo>
                <a:lnTo>
                  <a:pt x="317409" y="794796"/>
                </a:lnTo>
                <a:lnTo>
                  <a:pt x="318937" y="792252"/>
                </a:lnTo>
                <a:lnTo>
                  <a:pt x="286345" y="792252"/>
                </a:lnTo>
                <a:lnTo>
                  <a:pt x="274294" y="784946"/>
                </a:lnTo>
                <a:lnTo>
                  <a:pt x="267150" y="755307"/>
                </a:lnTo>
                <a:lnTo>
                  <a:pt x="281654" y="730737"/>
                </a:lnTo>
                <a:lnTo>
                  <a:pt x="320530" y="730737"/>
                </a:lnTo>
                <a:lnTo>
                  <a:pt x="306116" y="719570"/>
                </a:lnTo>
                <a:lnTo>
                  <a:pt x="284541" y="717784"/>
                </a:lnTo>
                <a:close/>
              </a:path>
              <a:path w="3308985" h="1290954">
                <a:moveTo>
                  <a:pt x="320530" y="730737"/>
                </a:moveTo>
                <a:lnTo>
                  <a:pt x="302436" y="730737"/>
                </a:lnTo>
                <a:lnTo>
                  <a:pt x="316056" y="750129"/>
                </a:lnTo>
                <a:lnTo>
                  <a:pt x="309797" y="784946"/>
                </a:lnTo>
                <a:lnTo>
                  <a:pt x="292045" y="792252"/>
                </a:lnTo>
                <a:lnTo>
                  <a:pt x="318937" y="792252"/>
                </a:lnTo>
                <a:lnTo>
                  <a:pt x="328125" y="776954"/>
                </a:lnTo>
                <a:lnTo>
                  <a:pt x="329712" y="752204"/>
                </a:lnTo>
                <a:lnTo>
                  <a:pt x="321811" y="731729"/>
                </a:lnTo>
                <a:lnTo>
                  <a:pt x="320530" y="730737"/>
                </a:lnTo>
                <a:close/>
              </a:path>
              <a:path w="3308985" h="1290954">
                <a:moveTo>
                  <a:pt x="357652" y="779047"/>
                </a:moveTo>
                <a:lnTo>
                  <a:pt x="345529" y="782078"/>
                </a:lnTo>
                <a:lnTo>
                  <a:pt x="347008" y="789149"/>
                </a:lnTo>
                <a:lnTo>
                  <a:pt x="361638" y="801885"/>
                </a:lnTo>
                <a:lnTo>
                  <a:pt x="383593" y="803725"/>
                </a:lnTo>
                <a:lnTo>
                  <a:pt x="402787" y="795355"/>
                </a:lnTo>
                <a:lnTo>
                  <a:pt x="404010" y="791350"/>
                </a:lnTo>
                <a:lnTo>
                  <a:pt x="367447" y="791350"/>
                </a:lnTo>
                <a:lnTo>
                  <a:pt x="357652" y="779047"/>
                </a:lnTo>
                <a:close/>
              </a:path>
              <a:path w="3308985" h="1290954">
                <a:moveTo>
                  <a:pt x="378650" y="717784"/>
                </a:moveTo>
                <a:lnTo>
                  <a:pt x="354747" y="725758"/>
                </a:lnTo>
                <a:lnTo>
                  <a:pt x="348127" y="747550"/>
                </a:lnTo>
                <a:lnTo>
                  <a:pt x="357002" y="759943"/>
                </a:lnTo>
                <a:lnTo>
                  <a:pt x="391350" y="770244"/>
                </a:lnTo>
                <a:lnTo>
                  <a:pt x="396401" y="783052"/>
                </a:lnTo>
                <a:lnTo>
                  <a:pt x="387598" y="791206"/>
                </a:lnTo>
                <a:lnTo>
                  <a:pt x="367447" y="791350"/>
                </a:lnTo>
                <a:lnTo>
                  <a:pt x="404010" y="791350"/>
                </a:lnTo>
                <a:lnTo>
                  <a:pt x="409606" y="773022"/>
                </a:lnTo>
                <a:lnTo>
                  <a:pt x="400496" y="760881"/>
                </a:lnTo>
                <a:lnTo>
                  <a:pt x="362053" y="746846"/>
                </a:lnTo>
                <a:lnTo>
                  <a:pt x="362455" y="737483"/>
                </a:lnTo>
                <a:lnTo>
                  <a:pt x="362576" y="734651"/>
                </a:lnTo>
                <a:lnTo>
                  <a:pt x="382366" y="728824"/>
                </a:lnTo>
                <a:lnTo>
                  <a:pt x="403183" y="728824"/>
                </a:lnTo>
                <a:lnTo>
                  <a:pt x="393334" y="719588"/>
                </a:lnTo>
                <a:lnTo>
                  <a:pt x="378650" y="717784"/>
                </a:lnTo>
                <a:close/>
              </a:path>
              <a:path w="3308985" h="1290954">
                <a:moveTo>
                  <a:pt x="403183" y="728824"/>
                </a:moveTo>
                <a:lnTo>
                  <a:pt x="382366" y="728824"/>
                </a:lnTo>
                <a:lnTo>
                  <a:pt x="396617" y="740731"/>
                </a:lnTo>
                <a:lnTo>
                  <a:pt x="408091" y="737483"/>
                </a:lnTo>
                <a:lnTo>
                  <a:pt x="406106" y="731566"/>
                </a:lnTo>
                <a:lnTo>
                  <a:pt x="403183" y="728824"/>
                </a:lnTo>
                <a:close/>
              </a:path>
              <a:path w="3308985" h="1290954">
                <a:moveTo>
                  <a:pt x="486207" y="730376"/>
                </a:moveTo>
                <a:lnTo>
                  <a:pt x="450209" y="730376"/>
                </a:lnTo>
                <a:lnTo>
                  <a:pt x="471352" y="730520"/>
                </a:lnTo>
                <a:lnTo>
                  <a:pt x="478622" y="745926"/>
                </a:lnTo>
                <a:lnTo>
                  <a:pt x="425873" y="769775"/>
                </a:lnTo>
                <a:lnTo>
                  <a:pt x="431249" y="796041"/>
                </a:lnTo>
                <a:lnTo>
                  <a:pt x="453294" y="803942"/>
                </a:lnTo>
                <a:lnTo>
                  <a:pt x="458129" y="803942"/>
                </a:lnTo>
                <a:lnTo>
                  <a:pt x="477106" y="792541"/>
                </a:lnTo>
                <a:lnTo>
                  <a:pt x="450255" y="792541"/>
                </a:lnTo>
                <a:lnTo>
                  <a:pt x="437708" y="783485"/>
                </a:lnTo>
                <a:lnTo>
                  <a:pt x="441972" y="769775"/>
                </a:lnTo>
                <a:lnTo>
                  <a:pt x="442073" y="769450"/>
                </a:lnTo>
                <a:lnTo>
                  <a:pt x="491394" y="769450"/>
                </a:lnTo>
                <a:lnTo>
                  <a:pt x="491394" y="740622"/>
                </a:lnTo>
                <a:lnTo>
                  <a:pt x="486280" y="730520"/>
                </a:lnTo>
                <a:lnTo>
                  <a:pt x="486207" y="730376"/>
                </a:lnTo>
                <a:close/>
              </a:path>
              <a:path w="3308985" h="1290954">
                <a:moveTo>
                  <a:pt x="491394" y="769450"/>
                </a:moveTo>
                <a:lnTo>
                  <a:pt x="442073" y="769450"/>
                </a:lnTo>
                <a:lnTo>
                  <a:pt x="478622" y="771903"/>
                </a:lnTo>
                <a:lnTo>
                  <a:pt x="474148" y="784946"/>
                </a:lnTo>
                <a:lnTo>
                  <a:pt x="455061" y="792541"/>
                </a:lnTo>
                <a:lnTo>
                  <a:pt x="477106" y="792541"/>
                </a:lnTo>
                <a:lnTo>
                  <a:pt x="478622" y="801994"/>
                </a:lnTo>
                <a:lnTo>
                  <a:pt x="491394" y="801994"/>
                </a:lnTo>
                <a:lnTo>
                  <a:pt x="491394" y="769450"/>
                </a:lnTo>
                <a:close/>
              </a:path>
              <a:path w="3308985" h="1290954">
                <a:moveTo>
                  <a:pt x="443588" y="720634"/>
                </a:moveTo>
                <a:lnTo>
                  <a:pt x="427317" y="737267"/>
                </a:lnTo>
                <a:lnTo>
                  <a:pt x="439439" y="741596"/>
                </a:lnTo>
                <a:lnTo>
                  <a:pt x="450209" y="730376"/>
                </a:lnTo>
                <a:lnTo>
                  <a:pt x="486207" y="730376"/>
                </a:lnTo>
                <a:lnTo>
                  <a:pt x="483258" y="724549"/>
                </a:lnTo>
                <a:lnTo>
                  <a:pt x="443588" y="720634"/>
                </a:lnTo>
                <a:close/>
              </a:path>
              <a:path w="3308985" h="1290954">
                <a:moveTo>
                  <a:pt x="527063" y="814333"/>
                </a:moveTo>
                <a:lnTo>
                  <a:pt x="514273" y="818229"/>
                </a:lnTo>
                <a:lnTo>
                  <a:pt x="548260" y="834898"/>
                </a:lnTo>
                <a:lnTo>
                  <a:pt x="571784" y="829613"/>
                </a:lnTo>
                <a:lnTo>
                  <a:pt x="577027" y="823641"/>
                </a:lnTo>
                <a:lnTo>
                  <a:pt x="543245" y="823641"/>
                </a:lnTo>
                <a:lnTo>
                  <a:pt x="527063" y="814333"/>
                </a:lnTo>
                <a:close/>
              </a:path>
              <a:path w="3308985" h="1290954">
                <a:moveTo>
                  <a:pt x="583022" y="790015"/>
                </a:moveTo>
                <a:lnTo>
                  <a:pt x="568067" y="790015"/>
                </a:lnTo>
                <a:lnTo>
                  <a:pt x="571423" y="810436"/>
                </a:lnTo>
                <a:lnTo>
                  <a:pt x="560509" y="822018"/>
                </a:lnTo>
                <a:lnTo>
                  <a:pt x="543245" y="823641"/>
                </a:lnTo>
                <a:lnTo>
                  <a:pt x="577027" y="823641"/>
                </a:lnTo>
                <a:lnTo>
                  <a:pt x="582571" y="817328"/>
                </a:lnTo>
                <a:lnTo>
                  <a:pt x="583022" y="790015"/>
                </a:lnTo>
                <a:close/>
              </a:path>
              <a:path w="3308985" h="1290954">
                <a:moveTo>
                  <a:pt x="539312" y="717784"/>
                </a:moveTo>
                <a:lnTo>
                  <a:pt x="522463" y="726497"/>
                </a:lnTo>
                <a:lnTo>
                  <a:pt x="512306" y="744068"/>
                </a:lnTo>
                <a:lnTo>
                  <a:pt x="510809" y="768656"/>
                </a:lnTo>
                <a:lnTo>
                  <a:pt x="518512" y="788139"/>
                </a:lnTo>
                <a:lnTo>
                  <a:pt x="533359" y="799107"/>
                </a:lnTo>
                <a:lnTo>
                  <a:pt x="551507" y="800695"/>
                </a:lnTo>
                <a:lnTo>
                  <a:pt x="568067" y="790015"/>
                </a:lnTo>
                <a:lnTo>
                  <a:pt x="583022" y="790015"/>
                </a:lnTo>
                <a:lnTo>
                  <a:pt x="583035" y="789221"/>
                </a:lnTo>
                <a:lnTo>
                  <a:pt x="542487" y="789221"/>
                </a:lnTo>
                <a:lnTo>
                  <a:pt x="528127" y="779498"/>
                </a:lnTo>
                <a:lnTo>
                  <a:pt x="524465" y="749029"/>
                </a:lnTo>
                <a:lnTo>
                  <a:pt x="537905" y="730628"/>
                </a:lnTo>
                <a:lnTo>
                  <a:pt x="568569" y="730628"/>
                </a:lnTo>
                <a:lnTo>
                  <a:pt x="539312" y="717784"/>
                </a:lnTo>
                <a:close/>
              </a:path>
              <a:path w="3308985" h="1290954">
                <a:moveTo>
                  <a:pt x="568569" y="730628"/>
                </a:moveTo>
                <a:lnTo>
                  <a:pt x="557442" y="730628"/>
                </a:lnTo>
                <a:lnTo>
                  <a:pt x="570737" y="748506"/>
                </a:lnTo>
                <a:lnTo>
                  <a:pt x="567096" y="779498"/>
                </a:lnTo>
                <a:lnTo>
                  <a:pt x="567039" y="779985"/>
                </a:lnTo>
                <a:lnTo>
                  <a:pt x="547827" y="789221"/>
                </a:lnTo>
                <a:lnTo>
                  <a:pt x="583035" y="789221"/>
                </a:lnTo>
                <a:lnTo>
                  <a:pt x="583977" y="732071"/>
                </a:lnTo>
                <a:lnTo>
                  <a:pt x="571856" y="732071"/>
                </a:lnTo>
                <a:lnTo>
                  <a:pt x="568569" y="730628"/>
                </a:lnTo>
                <a:close/>
              </a:path>
              <a:path w="3308985" h="1290954">
                <a:moveTo>
                  <a:pt x="584195" y="718866"/>
                </a:moveTo>
                <a:lnTo>
                  <a:pt x="571856" y="718866"/>
                </a:lnTo>
                <a:lnTo>
                  <a:pt x="571856" y="732071"/>
                </a:lnTo>
                <a:lnTo>
                  <a:pt x="583977" y="732071"/>
                </a:lnTo>
                <a:lnTo>
                  <a:pt x="584069" y="726497"/>
                </a:lnTo>
                <a:lnTo>
                  <a:pt x="584195" y="718866"/>
                </a:lnTo>
                <a:close/>
              </a:path>
              <a:path w="3308985" h="1290954">
                <a:moveTo>
                  <a:pt x="633624" y="717784"/>
                </a:moveTo>
                <a:lnTo>
                  <a:pt x="615837" y="726948"/>
                </a:lnTo>
                <a:lnTo>
                  <a:pt x="605229" y="745060"/>
                </a:lnTo>
                <a:lnTo>
                  <a:pt x="603678" y="769594"/>
                </a:lnTo>
                <a:lnTo>
                  <a:pt x="611471" y="789871"/>
                </a:lnTo>
                <a:lnTo>
                  <a:pt x="627508" y="801958"/>
                </a:lnTo>
                <a:lnTo>
                  <a:pt x="642427" y="803725"/>
                </a:lnTo>
                <a:lnTo>
                  <a:pt x="662145" y="799360"/>
                </a:lnTo>
                <a:lnTo>
                  <a:pt x="667873" y="792252"/>
                </a:lnTo>
                <a:lnTo>
                  <a:pt x="637268" y="792252"/>
                </a:lnTo>
                <a:lnTo>
                  <a:pt x="621898" y="783323"/>
                </a:lnTo>
                <a:lnTo>
                  <a:pt x="619634" y="764760"/>
                </a:lnTo>
                <a:lnTo>
                  <a:pt x="612770" y="764760"/>
                </a:lnTo>
                <a:lnTo>
                  <a:pt x="612770" y="753719"/>
                </a:lnTo>
                <a:lnTo>
                  <a:pt x="618287" y="753719"/>
                </a:lnTo>
                <a:lnTo>
                  <a:pt x="617442" y="746792"/>
                </a:lnTo>
                <a:lnTo>
                  <a:pt x="636041" y="729257"/>
                </a:lnTo>
                <a:lnTo>
                  <a:pt x="665591" y="729257"/>
                </a:lnTo>
                <a:lnTo>
                  <a:pt x="662019" y="723737"/>
                </a:lnTo>
                <a:lnTo>
                  <a:pt x="633624" y="717784"/>
                </a:lnTo>
                <a:close/>
              </a:path>
              <a:path w="3308985" h="1290954">
                <a:moveTo>
                  <a:pt x="663209" y="779264"/>
                </a:moveTo>
                <a:lnTo>
                  <a:pt x="662127" y="782150"/>
                </a:lnTo>
                <a:lnTo>
                  <a:pt x="637268" y="792252"/>
                </a:lnTo>
                <a:lnTo>
                  <a:pt x="667873" y="792252"/>
                </a:lnTo>
                <a:lnTo>
                  <a:pt x="675548" y="782727"/>
                </a:lnTo>
                <a:lnTo>
                  <a:pt x="663209" y="779264"/>
                </a:lnTo>
                <a:close/>
              </a:path>
              <a:path w="3308985" h="1290954">
                <a:moveTo>
                  <a:pt x="618287" y="753719"/>
                </a:moveTo>
                <a:lnTo>
                  <a:pt x="612770" y="753719"/>
                </a:lnTo>
                <a:lnTo>
                  <a:pt x="612770" y="764760"/>
                </a:lnTo>
                <a:lnTo>
                  <a:pt x="619634" y="764760"/>
                </a:lnTo>
                <a:lnTo>
                  <a:pt x="618287" y="753719"/>
                </a:lnTo>
                <a:close/>
              </a:path>
              <a:path w="3308985" h="1290954">
                <a:moveTo>
                  <a:pt x="665591" y="729257"/>
                </a:moveTo>
                <a:lnTo>
                  <a:pt x="636041" y="729257"/>
                </a:lnTo>
                <a:lnTo>
                  <a:pt x="656571" y="734579"/>
                </a:lnTo>
                <a:lnTo>
                  <a:pt x="663859" y="753719"/>
                </a:lnTo>
                <a:lnTo>
                  <a:pt x="618287" y="753719"/>
                </a:lnTo>
                <a:lnTo>
                  <a:pt x="619634" y="764760"/>
                </a:lnTo>
                <a:lnTo>
                  <a:pt x="676847" y="764760"/>
                </a:lnTo>
                <a:lnTo>
                  <a:pt x="675909" y="746792"/>
                </a:lnTo>
                <a:lnTo>
                  <a:pt x="675819" y="745060"/>
                </a:lnTo>
                <a:lnTo>
                  <a:pt x="665591" y="729257"/>
                </a:lnTo>
                <a:close/>
              </a:path>
              <a:path w="3308985" h="1290954">
                <a:moveTo>
                  <a:pt x="715326" y="786840"/>
                </a:moveTo>
                <a:lnTo>
                  <a:pt x="701472" y="786840"/>
                </a:lnTo>
                <a:lnTo>
                  <a:pt x="694761" y="829053"/>
                </a:lnTo>
                <a:lnTo>
                  <a:pt x="704502" y="829053"/>
                </a:lnTo>
                <a:lnTo>
                  <a:pt x="715326" y="786840"/>
                </a:lnTo>
                <a:close/>
              </a:path>
              <a:path w="3308985" h="1290954">
                <a:moveTo>
                  <a:pt x="847613" y="691157"/>
                </a:moveTo>
                <a:lnTo>
                  <a:pt x="831594" y="691157"/>
                </a:lnTo>
                <a:lnTo>
                  <a:pt x="831594" y="801994"/>
                </a:lnTo>
                <a:lnTo>
                  <a:pt x="844149" y="801994"/>
                </a:lnTo>
                <a:lnTo>
                  <a:pt x="844149" y="717784"/>
                </a:lnTo>
                <a:lnTo>
                  <a:pt x="858890" y="717784"/>
                </a:lnTo>
                <a:lnTo>
                  <a:pt x="847613" y="691157"/>
                </a:lnTo>
                <a:close/>
              </a:path>
              <a:path w="3308985" h="1290954">
                <a:moveTo>
                  <a:pt x="858890" y="717784"/>
                </a:moveTo>
                <a:lnTo>
                  <a:pt x="844149" y="717784"/>
                </a:lnTo>
                <a:lnTo>
                  <a:pt x="879868" y="801994"/>
                </a:lnTo>
                <a:lnTo>
                  <a:pt x="891991" y="801994"/>
                </a:lnTo>
                <a:lnTo>
                  <a:pt x="899737" y="783160"/>
                </a:lnTo>
                <a:lnTo>
                  <a:pt x="886579" y="783160"/>
                </a:lnTo>
                <a:lnTo>
                  <a:pt x="858890" y="717784"/>
                </a:lnTo>
                <a:close/>
              </a:path>
              <a:path w="3308985" h="1290954">
                <a:moveTo>
                  <a:pt x="940265" y="717784"/>
                </a:moveTo>
                <a:lnTo>
                  <a:pt x="926627" y="717784"/>
                </a:lnTo>
                <a:lnTo>
                  <a:pt x="927709" y="801994"/>
                </a:lnTo>
                <a:lnTo>
                  <a:pt x="940265" y="801994"/>
                </a:lnTo>
                <a:lnTo>
                  <a:pt x="940265" y="717784"/>
                </a:lnTo>
                <a:close/>
              </a:path>
              <a:path w="3308985" h="1290954">
                <a:moveTo>
                  <a:pt x="940265" y="691157"/>
                </a:moveTo>
                <a:lnTo>
                  <a:pt x="924246" y="691157"/>
                </a:lnTo>
                <a:lnTo>
                  <a:pt x="886579" y="783160"/>
                </a:lnTo>
                <a:lnTo>
                  <a:pt x="899737" y="783160"/>
                </a:lnTo>
                <a:lnTo>
                  <a:pt x="926627" y="717784"/>
                </a:lnTo>
                <a:lnTo>
                  <a:pt x="940265" y="717784"/>
                </a:lnTo>
                <a:lnTo>
                  <a:pt x="940265" y="691157"/>
                </a:lnTo>
                <a:close/>
              </a:path>
              <a:path w="3308985" h="1290954">
                <a:moveTo>
                  <a:pt x="991494" y="717784"/>
                </a:moveTo>
                <a:lnTo>
                  <a:pt x="973706" y="726948"/>
                </a:lnTo>
                <a:lnTo>
                  <a:pt x="963099" y="745060"/>
                </a:lnTo>
                <a:lnTo>
                  <a:pt x="961548" y="769594"/>
                </a:lnTo>
                <a:lnTo>
                  <a:pt x="969341" y="789871"/>
                </a:lnTo>
                <a:lnTo>
                  <a:pt x="985378" y="801958"/>
                </a:lnTo>
                <a:lnTo>
                  <a:pt x="1000297" y="803725"/>
                </a:lnTo>
                <a:lnTo>
                  <a:pt x="1020014" y="799360"/>
                </a:lnTo>
                <a:lnTo>
                  <a:pt x="1025742" y="792252"/>
                </a:lnTo>
                <a:lnTo>
                  <a:pt x="995138" y="792252"/>
                </a:lnTo>
                <a:lnTo>
                  <a:pt x="979768" y="783323"/>
                </a:lnTo>
                <a:lnTo>
                  <a:pt x="977504" y="764760"/>
                </a:lnTo>
                <a:lnTo>
                  <a:pt x="970640" y="764760"/>
                </a:lnTo>
                <a:lnTo>
                  <a:pt x="970640" y="753719"/>
                </a:lnTo>
                <a:lnTo>
                  <a:pt x="976157" y="753719"/>
                </a:lnTo>
                <a:lnTo>
                  <a:pt x="975312" y="746792"/>
                </a:lnTo>
                <a:lnTo>
                  <a:pt x="993911" y="729257"/>
                </a:lnTo>
                <a:lnTo>
                  <a:pt x="1023461" y="729257"/>
                </a:lnTo>
                <a:lnTo>
                  <a:pt x="1019888" y="723737"/>
                </a:lnTo>
                <a:lnTo>
                  <a:pt x="991494" y="717784"/>
                </a:lnTo>
                <a:close/>
              </a:path>
              <a:path w="3308985" h="1290954">
                <a:moveTo>
                  <a:pt x="1021079" y="779264"/>
                </a:moveTo>
                <a:lnTo>
                  <a:pt x="1019996" y="782150"/>
                </a:lnTo>
                <a:lnTo>
                  <a:pt x="995138" y="792252"/>
                </a:lnTo>
                <a:lnTo>
                  <a:pt x="1025742" y="792252"/>
                </a:lnTo>
                <a:lnTo>
                  <a:pt x="1033418" y="782727"/>
                </a:lnTo>
                <a:lnTo>
                  <a:pt x="1021079" y="779264"/>
                </a:lnTo>
                <a:close/>
              </a:path>
              <a:path w="3308985" h="1290954">
                <a:moveTo>
                  <a:pt x="976157" y="753719"/>
                </a:moveTo>
                <a:lnTo>
                  <a:pt x="970640" y="753719"/>
                </a:lnTo>
                <a:lnTo>
                  <a:pt x="970640" y="764760"/>
                </a:lnTo>
                <a:lnTo>
                  <a:pt x="977504" y="764760"/>
                </a:lnTo>
                <a:lnTo>
                  <a:pt x="976157" y="753719"/>
                </a:lnTo>
                <a:close/>
              </a:path>
              <a:path w="3308985" h="1290954">
                <a:moveTo>
                  <a:pt x="1023461" y="729257"/>
                </a:moveTo>
                <a:lnTo>
                  <a:pt x="993911" y="729257"/>
                </a:lnTo>
                <a:lnTo>
                  <a:pt x="1014440" y="734579"/>
                </a:lnTo>
                <a:lnTo>
                  <a:pt x="1021728" y="753719"/>
                </a:lnTo>
                <a:lnTo>
                  <a:pt x="976157" y="753719"/>
                </a:lnTo>
                <a:lnTo>
                  <a:pt x="977504" y="764760"/>
                </a:lnTo>
                <a:lnTo>
                  <a:pt x="1034717" y="764760"/>
                </a:lnTo>
                <a:lnTo>
                  <a:pt x="1033779" y="746792"/>
                </a:lnTo>
                <a:lnTo>
                  <a:pt x="1033689" y="745060"/>
                </a:lnTo>
                <a:lnTo>
                  <a:pt x="1023461" y="729257"/>
                </a:lnTo>
                <a:close/>
              </a:path>
              <a:path w="3308985" h="1290954">
                <a:moveTo>
                  <a:pt x="1078752" y="717784"/>
                </a:moveTo>
                <a:lnTo>
                  <a:pt x="1061903" y="726533"/>
                </a:lnTo>
                <a:lnTo>
                  <a:pt x="1051746" y="744339"/>
                </a:lnTo>
                <a:lnTo>
                  <a:pt x="1050249" y="769450"/>
                </a:lnTo>
                <a:lnTo>
                  <a:pt x="1057736" y="789961"/>
                </a:lnTo>
                <a:lnTo>
                  <a:pt x="1072626" y="801994"/>
                </a:lnTo>
                <a:lnTo>
                  <a:pt x="1085535" y="803725"/>
                </a:lnTo>
                <a:lnTo>
                  <a:pt x="1090875" y="803725"/>
                </a:lnTo>
                <a:lnTo>
                  <a:pt x="1106746" y="792252"/>
                </a:lnTo>
                <a:lnTo>
                  <a:pt x="1081927" y="792252"/>
                </a:lnTo>
                <a:lnTo>
                  <a:pt x="1067567" y="781356"/>
                </a:lnTo>
                <a:lnTo>
                  <a:pt x="1063905" y="749318"/>
                </a:lnTo>
                <a:lnTo>
                  <a:pt x="1077345" y="730646"/>
                </a:lnTo>
                <a:lnTo>
                  <a:pt x="1107660" y="730646"/>
                </a:lnTo>
                <a:lnTo>
                  <a:pt x="1078752" y="717784"/>
                </a:lnTo>
                <a:close/>
              </a:path>
              <a:path w="3308985" h="1290954">
                <a:moveTo>
                  <a:pt x="1123635" y="790737"/>
                </a:moveTo>
                <a:lnTo>
                  <a:pt x="1108842" y="790737"/>
                </a:lnTo>
                <a:lnTo>
                  <a:pt x="1111296" y="801994"/>
                </a:lnTo>
                <a:lnTo>
                  <a:pt x="1123635" y="801994"/>
                </a:lnTo>
                <a:lnTo>
                  <a:pt x="1123635" y="790737"/>
                </a:lnTo>
                <a:close/>
              </a:path>
              <a:path w="3308985" h="1290954">
                <a:moveTo>
                  <a:pt x="1107660" y="730646"/>
                </a:moveTo>
                <a:lnTo>
                  <a:pt x="1096881" y="730646"/>
                </a:lnTo>
                <a:lnTo>
                  <a:pt x="1110177" y="748794"/>
                </a:lnTo>
                <a:lnTo>
                  <a:pt x="1103791" y="785541"/>
                </a:lnTo>
                <a:lnTo>
                  <a:pt x="1087267" y="792252"/>
                </a:lnTo>
                <a:lnTo>
                  <a:pt x="1106746" y="792252"/>
                </a:lnTo>
                <a:lnTo>
                  <a:pt x="1108842" y="790737"/>
                </a:lnTo>
                <a:lnTo>
                  <a:pt x="1123635" y="790737"/>
                </a:lnTo>
                <a:lnTo>
                  <a:pt x="1123635" y="732071"/>
                </a:lnTo>
                <a:lnTo>
                  <a:pt x="1110863" y="732071"/>
                </a:lnTo>
                <a:lnTo>
                  <a:pt x="1107660" y="730646"/>
                </a:lnTo>
                <a:close/>
              </a:path>
              <a:path w="3308985" h="1290954">
                <a:moveTo>
                  <a:pt x="1123635" y="691157"/>
                </a:moveTo>
                <a:lnTo>
                  <a:pt x="1110863" y="691157"/>
                </a:lnTo>
                <a:lnTo>
                  <a:pt x="1110863" y="732071"/>
                </a:lnTo>
                <a:lnTo>
                  <a:pt x="1123635" y="732071"/>
                </a:lnTo>
                <a:lnTo>
                  <a:pt x="1123635" y="691157"/>
                </a:lnTo>
                <a:close/>
              </a:path>
              <a:path w="3308985" h="1290954">
                <a:moveTo>
                  <a:pt x="1161573" y="718866"/>
                </a:moveTo>
                <a:lnTo>
                  <a:pt x="1148800" y="718866"/>
                </a:lnTo>
                <a:lnTo>
                  <a:pt x="1148800" y="801994"/>
                </a:lnTo>
                <a:lnTo>
                  <a:pt x="1161573" y="801994"/>
                </a:lnTo>
                <a:lnTo>
                  <a:pt x="1161573" y="718866"/>
                </a:lnTo>
                <a:close/>
              </a:path>
              <a:path w="3308985" h="1290954">
                <a:moveTo>
                  <a:pt x="1150659" y="688542"/>
                </a:moveTo>
                <a:lnTo>
                  <a:pt x="1155295" y="705012"/>
                </a:lnTo>
                <a:lnTo>
                  <a:pt x="1157784" y="705012"/>
                </a:lnTo>
                <a:lnTo>
                  <a:pt x="1164387" y="693972"/>
                </a:lnTo>
                <a:lnTo>
                  <a:pt x="1150659" y="688542"/>
                </a:lnTo>
                <a:close/>
              </a:path>
              <a:path w="3308985" h="1290954">
                <a:moveTo>
                  <a:pt x="1211015" y="717784"/>
                </a:moveTo>
                <a:lnTo>
                  <a:pt x="1193228" y="726948"/>
                </a:lnTo>
                <a:lnTo>
                  <a:pt x="1182620" y="744970"/>
                </a:lnTo>
                <a:lnTo>
                  <a:pt x="1181069" y="769161"/>
                </a:lnTo>
                <a:lnTo>
                  <a:pt x="1188646" y="789456"/>
                </a:lnTo>
                <a:lnTo>
                  <a:pt x="1204232" y="801885"/>
                </a:lnTo>
                <a:lnTo>
                  <a:pt x="1218736" y="803725"/>
                </a:lnTo>
                <a:lnTo>
                  <a:pt x="1239518" y="798007"/>
                </a:lnTo>
                <a:lnTo>
                  <a:pt x="1242900" y="792252"/>
                </a:lnTo>
                <a:lnTo>
                  <a:pt x="1213685" y="792252"/>
                </a:lnTo>
                <a:lnTo>
                  <a:pt x="1198928" y="781970"/>
                </a:lnTo>
                <a:lnTo>
                  <a:pt x="1194869" y="748686"/>
                </a:lnTo>
                <a:lnTo>
                  <a:pt x="1209391" y="730556"/>
                </a:lnTo>
                <a:lnTo>
                  <a:pt x="1244611" y="730556"/>
                </a:lnTo>
                <a:lnTo>
                  <a:pt x="1239013" y="723196"/>
                </a:lnTo>
                <a:lnTo>
                  <a:pt x="1211015" y="717784"/>
                </a:lnTo>
                <a:close/>
              </a:path>
              <a:path w="3308985" h="1290954">
                <a:moveTo>
                  <a:pt x="1251424" y="777748"/>
                </a:moveTo>
                <a:lnTo>
                  <a:pt x="1238652" y="777748"/>
                </a:lnTo>
                <a:lnTo>
                  <a:pt x="1237858" y="780779"/>
                </a:lnTo>
                <a:lnTo>
                  <a:pt x="1213685" y="792252"/>
                </a:lnTo>
                <a:lnTo>
                  <a:pt x="1242900" y="792252"/>
                </a:lnTo>
                <a:lnTo>
                  <a:pt x="1251424" y="777748"/>
                </a:lnTo>
                <a:close/>
              </a:path>
              <a:path w="3308985" h="1290954">
                <a:moveTo>
                  <a:pt x="1244611" y="730556"/>
                </a:moveTo>
                <a:lnTo>
                  <a:pt x="1209391" y="730556"/>
                </a:lnTo>
                <a:lnTo>
                  <a:pt x="1228838" y="730737"/>
                </a:lnTo>
                <a:lnTo>
                  <a:pt x="1238652" y="743761"/>
                </a:lnTo>
                <a:lnTo>
                  <a:pt x="1251424" y="743761"/>
                </a:lnTo>
                <a:lnTo>
                  <a:pt x="1250703" y="738566"/>
                </a:lnTo>
                <a:lnTo>
                  <a:pt x="1244611" y="730556"/>
                </a:lnTo>
                <a:close/>
              </a:path>
              <a:path w="3308985" h="1290954">
                <a:moveTo>
                  <a:pt x="1327471" y="730376"/>
                </a:moveTo>
                <a:lnTo>
                  <a:pt x="1291472" y="730376"/>
                </a:lnTo>
                <a:lnTo>
                  <a:pt x="1312615" y="730520"/>
                </a:lnTo>
                <a:lnTo>
                  <a:pt x="1319885" y="745926"/>
                </a:lnTo>
                <a:lnTo>
                  <a:pt x="1267137" y="769775"/>
                </a:lnTo>
                <a:lnTo>
                  <a:pt x="1272513" y="796041"/>
                </a:lnTo>
                <a:lnTo>
                  <a:pt x="1294557" y="803942"/>
                </a:lnTo>
                <a:lnTo>
                  <a:pt x="1299392" y="803942"/>
                </a:lnTo>
                <a:lnTo>
                  <a:pt x="1318370" y="792541"/>
                </a:lnTo>
                <a:lnTo>
                  <a:pt x="1291518" y="792541"/>
                </a:lnTo>
                <a:lnTo>
                  <a:pt x="1278971" y="783485"/>
                </a:lnTo>
                <a:lnTo>
                  <a:pt x="1283236" y="769775"/>
                </a:lnTo>
                <a:lnTo>
                  <a:pt x="1283337" y="769450"/>
                </a:lnTo>
                <a:lnTo>
                  <a:pt x="1332657" y="769450"/>
                </a:lnTo>
                <a:lnTo>
                  <a:pt x="1332657" y="740622"/>
                </a:lnTo>
                <a:lnTo>
                  <a:pt x="1327544" y="730520"/>
                </a:lnTo>
                <a:lnTo>
                  <a:pt x="1327471" y="730376"/>
                </a:lnTo>
                <a:close/>
              </a:path>
              <a:path w="3308985" h="1290954">
                <a:moveTo>
                  <a:pt x="1332657" y="769450"/>
                </a:moveTo>
                <a:lnTo>
                  <a:pt x="1283337" y="769450"/>
                </a:lnTo>
                <a:lnTo>
                  <a:pt x="1319885" y="771903"/>
                </a:lnTo>
                <a:lnTo>
                  <a:pt x="1315411" y="784946"/>
                </a:lnTo>
                <a:lnTo>
                  <a:pt x="1296324" y="792541"/>
                </a:lnTo>
                <a:lnTo>
                  <a:pt x="1318370" y="792541"/>
                </a:lnTo>
                <a:lnTo>
                  <a:pt x="1319885" y="801994"/>
                </a:lnTo>
                <a:lnTo>
                  <a:pt x="1332657" y="801994"/>
                </a:lnTo>
                <a:lnTo>
                  <a:pt x="1332657" y="769450"/>
                </a:lnTo>
                <a:close/>
              </a:path>
              <a:path w="3308985" h="1290954">
                <a:moveTo>
                  <a:pt x="1284852" y="720634"/>
                </a:moveTo>
                <a:lnTo>
                  <a:pt x="1268580" y="737267"/>
                </a:lnTo>
                <a:lnTo>
                  <a:pt x="1280703" y="741596"/>
                </a:lnTo>
                <a:lnTo>
                  <a:pt x="1291472" y="730376"/>
                </a:lnTo>
                <a:lnTo>
                  <a:pt x="1327471" y="730376"/>
                </a:lnTo>
                <a:lnTo>
                  <a:pt x="1324521" y="724549"/>
                </a:lnTo>
                <a:lnTo>
                  <a:pt x="1284852" y="720634"/>
                </a:lnTo>
                <a:close/>
              </a:path>
              <a:path w="3308985" h="1290954">
                <a:moveTo>
                  <a:pt x="1374370" y="698950"/>
                </a:moveTo>
                <a:lnTo>
                  <a:pt x="1361598" y="698950"/>
                </a:lnTo>
                <a:lnTo>
                  <a:pt x="1361598" y="781645"/>
                </a:lnTo>
                <a:lnTo>
                  <a:pt x="1367226" y="796834"/>
                </a:lnTo>
                <a:lnTo>
                  <a:pt x="1388459" y="802896"/>
                </a:lnTo>
                <a:lnTo>
                  <a:pt x="1374370" y="698950"/>
                </a:lnTo>
                <a:close/>
              </a:path>
              <a:path w="3308985" h="1290954">
                <a:moveTo>
                  <a:pt x="1361598" y="718866"/>
                </a:moveTo>
                <a:lnTo>
                  <a:pt x="1349042" y="718866"/>
                </a:lnTo>
                <a:lnTo>
                  <a:pt x="1349042" y="729690"/>
                </a:lnTo>
                <a:lnTo>
                  <a:pt x="1361598" y="729690"/>
                </a:lnTo>
                <a:lnTo>
                  <a:pt x="1361598" y="718866"/>
                </a:lnTo>
                <a:close/>
              </a:path>
              <a:path w="3308985" h="1290954">
                <a:moveTo>
                  <a:pt x="1392121" y="718866"/>
                </a:moveTo>
                <a:lnTo>
                  <a:pt x="1377069" y="718866"/>
                </a:lnTo>
                <a:lnTo>
                  <a:pt x="1378536" y="729690"/>
                </a:lnTo>
                <a:lnTo>
                  <a:pt x="1392121" y="729690"/>
                </a:lnTo>
                <a:lnTo>
                  <a:pt x="1392121" y="718866"/>
                </a:lnTo>
                <a:close/>
              </a:path>
              <a:path w="3308985" h="1290954">
                <a:moveTo>
                  <a:pt x="1424105" y="718866"/>
                </a:moveTo>
                <a:lnTo>
                  <a:pt x="1411333" y="718866"/>
                </a:lnTo>
                <a:lnTo>
                  <a:pt x="1411333" y="801994"/>
                </a:lnTo>
                <a:lnTo>
                  <a:pt x="1424105" y="801994"/>
                </a:lnTo>
                <a:lnTo>
                  <a:pt x="1424105" y="718866"/>
                </a:lnTo>
                <a:close/>
              </a:path>
              <a:path w="3308985" h="1290954">
                <a:moveTo>
                  <a:pt x="1413191" y="688542"/>
                </a:moveTo>
                <a:lnTo>
                  <a:pt x="1417828" y="705012"/>
                </a:lnTo>
                <a:lnTo>
                  <a:pt x="1420317" y="705012"/>
                </a:lnTo>
                <a:lnTo>
                  <a:pt x="1426920" y="693972"/>
                </a:lnTo>
                <a:lnTo>
                  <a:pt x="1413191" y="688542"/>
                </a:lnTo>
                <a:close/>
              </a:path>
              <a:path w="3308985" h="1290954">
                <a:moveTo>
                  <a:pt x="1473764" y="717784"/>
                </a:moveTo>
                <a:lnTo>
                  <a:pt x="1455887" y="726714"/>
                </a:lnTo>
                <a:lnTo>
                  <a:pt x="1445171" y="744645"/>
                </a:lnTo>
                <a:lnTo>
                  <a:pt x="1443602" y="769450"/>
                </a:lnTo>
                <a:lnTo>
                  <a:pt x="1451485" y="789799"/>
                </a:lnTo>
                <a:lnTo>
                  <a:pt x="1467180" y="801940"/>
                </a:lnTo>
                <a:lnTo>
                  <a:pt x="1481269" y="803725"/>
                </a:lnTo>
                <a:lnTo>
                  <a:pt x="1488773" y="803725"/>
                </a:lnTo>
                <a:lnTo>
                  <a:pt x="1506633" y="794796"/>
                </a:lnTo>
                <a:lnTo>
                  <a:pt x="1508161" y="792252"/>
                </a:lnTo>
                <a:lnTo>
                  <a:pt x="1475568" y="792252"/>
                </a:lnTo>
                <a:lnTo>
                  <a:pt x="1463518" y="784946"/>
                </a:lnTo>
                <a:lnTo>
                  <a:pt x="1456374" y="755307"/>
                </a:lnTo>
                <a:lnTo>
                  <a:pt x="1470878" y="730737"/>
                </a:lnTo>
                <a:lnTo>
                  <a:pt x="1509754" y="730737"/>
                </a:lnTo>
                <a:lnTo>
                  <a:pt x="1495340" y="719570"/>
                </a:lnTo>
                <a:lnTo>
                  <a:pt x="1473764" y="717784"/>
                </a:lnTo>
                <a:close/>
              </a:path>
              <a:path w="3308985" h="1290954">
                <a:moveTo>
                  <a:pt x="1509754" y="730737"/>
                </a:moveTo>
                <a:lnTo>
                  <a:pt x="1491660" y="730737"/>
                </a:lnTo>
                <a:lnTo>
                  <a:pt x="1505280" y="750129"/>
                </a:lnTo>
                <a:lnTo>
                  <a:pt x="1499020" y="784946"/>
                </a:lnTo>
                <a:lnTo>
                  <a:pt x="1481269" y="792252"/>
                </a:lnTo>
                <a:lnTo>
                  <a:pt x="1508161" y="792252"/>
                </a:lnTo>
                <a:lnTo>
                  <a:pt x="1517348" y="776954"/>
                </a:lnTo>
                <a:lnTo>
                  <a:pt x="1518936" y="752204"/>
                </a:lnTo>
                <a:lnTo>
                  <a:pt x="1511035" y="731729"/>
                </a:lnTo>
                <a:lnTo>
                  <a:pt x="1509754" y="730737"/>
                </a:lnTo>
                <a:close/>
              </a:path>
              <a:path w="3308985" h="1290954">
                <a:moveTo>
                  <a:pt x="1550778" y="718939"/>
                </a:moveTo>
                <a:lnTo>
                  <a:pt x="1538432" y="718939"/>
                </a:lnTo>
                <a:lnTo>
                  <a:pt x="1538432" y="801994"/>
                </a:lnTo>
                <a:lnTo>
                  <a:pt x="1551205" y="801994"/>
                </a:lnTo>
                <a:lnTo>
                  <a:pt x="1551205" y="751987"/>
                </a:lnTo>
                <a:lnTo>
                  <a:pt x="1555805" y="736257"/>
                </a:lnTo>
                <a:lnTo>
                  <a:pt x="1569974" y="731855"/>
                </a:lnTo>
                <a:lnTo>
                  <a:pt x="1551854" y="731855"/>
                </a:lnTo>
                <a:lnTo>
                  <a:pt x="1550790" y="719083"/>
                </a:lnTo>
                <a:lnTo>
                  <a:pt x="1550778" y="718939"/>
                </a:lnTo>
                <a:close/>
              </a:path>
              <a:path w="3308985" h="1290954">
                <a:moveTo>
                  <a:pt x="1596434" y="729257"/>
                </a:moveTo>
                <a:lnTo>
                  <a:pt x="1578336" y="729257"/>
                </a:lnTo>
                <a:lnTo>
                  <a:pt x="1589774" y="738421"/>
                </a:lnTo>
                <a:lnTo>
                  <a:pt x="1591469" y="801994"/>
                </a:lnTo>
                <a:lnTo>
                  <a:pt x="1604242" y="801994"/>
                </a:lnTo>
                <a:lnTo>
                  <a:pt x="1603108" y="738421"/>
                </a:lnTo>
                <a:lnTo>
                  <a:pt x="1603069" y="736257"/>
                </a:lnTo>
                <a:lnTo>
                  <a:pt x="1596434" y="729257"/>
                </a:lnTo>
                <a:close/>
              </a:path>
              <a:path w="3308985" h="1290954">
                <a:moveTo>
                  <a:pt x="1586653" y="718939"/>
                </a:moveTo>
                <a:lnTo>
                  <a:pt x="1564698" y="719083"/>
                </a:lnTo>
                <a:lnTo>
                  <a:pt x="1551854" y="731855"/>
                </a:lnTo>
                <a:lnTo>
                  <a:pt x="1569974" y="731855"/>
                </a:lnTo>
                <a:lnTo>
                  <a:pt x="1578336" y="729257"/>
                </a:lnTo>
                <a:lnTo>
                  <a:pt x="1596434" y="729257"/>
                </a:lnTo>
                <a:lnTo>
                  <a:pt x="1586653" y="718939"/>
                </a:lnTo>
                <a:close/>
              </a:path>
              <a:path w="3308985" h="1290954">
                <a:moveTo>
                  <a:pt x="1720184" y="691157"/>
                </a:moveTo>
                <a:lnTo>
                  <a:pt x="1720184" y="801994"/>
                </a:lnTo>
                <a:lnTo>
                  <a:pt x="1733606" y="801994"/>
                </a:lnTo>
                <a:lnTo>
                  <a:pt x="1733606" y="761512"/>
                </a:lnTo>
                <a:lnTo>
                  <a:pt x="1731008" y="761512"/>
                </a:lnTo>
                <a:lnTo>
                  <a:pt x="1731008" y="749606"/>
                </a:lnTo>
                <a:lnTo>
                  <a:pt x="1733606" y="749305"/>
                </a:lnTo>
                <a:lnTo>
                  <a:pt x="1733606" y="703172"/>
                </a:lnTo>
                <a:lnTo>
                  <a:pt x="1788627" y="703172"/>
                </a:lnTo>
                <a:lnTo>
                  <a:pt x="1773438" y="692727"/>
                </a:lnTo>
                <a:lnTo>
                  <a:pt x="1720184" y="691157"/>
                </a:lnTo>
                <a:close/>
              </a:path>
              <a:path w="3308985" h="1290954">
                <a:moveTo>
                  <a:pt x="1733606" y="749305"/>
                </a:moveTo>
                <a:lnTo>
                  <a:pt x="1731008" y="749606"/>
                </a:lnTo>
                <a:lnTo>
                  <a:pt x="1731008" y="761512"/>
                </a:lnTo>
                <a:lnTo>
                  <a:pt x="1733606" y="761512"/>
                </a:lnTo>
                <a:lnTo>
                  <a:pt x="1733606" y="749305"/>
                </a:lnTo>
                <a:close/>
              </a:path>
              <a:path w="3308985" h="1290954">
                <a:moveTo>
                  <a:pt x="1788627" y="703172"/>
                </a:moveTo>
                <a:lnTo>
                  <a:pt x="1737297" y="703172"/>
                </a:lnTo>
                <a:lnTo>
                  <a:pt x="1768062" y="704074"/>
                </a:lnTo>
                <a:lnTo>
                  <a:pt x="1781267" y="717820"/>
                </a:lnTo>
                <a:lnTo>
                  <a:pt x="1775368" y="744465"/>
                </a:lnTo>
                <a:lnTo>
                  <a:pt x="1733606" y="749305"/>
                </a:lnTo>
                <a:lnTo>
                  <a:pt x="1733606" y="761512"/>
                </a:lnTo>
                <a:lnTo>
                  <a:pt x="1766474" y="761512"/>
                </a:lnTo>
                <a:lnTo>
                  <a:pt x="1784586" y="753629"/>
                </a:lnTo>
                <a:lnTo>
                  <a:pt x="1795302" y="732757"/>
                </a:lnTo>
                <a:lnTo>
                  <a:pt x="1788627" y="703172"/>
                </a:lnTo>
                <a:close/>
              </a:path>
              <a:path w="3308985" h="1290954">
                <a:moveTo>
                  <a:pt x="1840347" y="717784"/>
                </a:moveTo>
                <a:lnTo>
                  <a:pt x="1822560" y="726948"/>
                </a:lnTo>
                <a:lnTo>
                  <a:pt x="1811953" y="745060"/>
                </a:lnTo>
                <a:lnTo>
                  <a:pt x="1810401" y="769594"/>
                </a:lnTo>
                <a:lnTo>
                  <a:pt x="1818194" y="789871"/>
                </a:lnTo>
                <a:lnTo>
                  <a:pt x="1834232" y="801958"/>
                </a:lnTo>
                <a:lnTo>
                  <a:pt x="1849151" y="803725"/>
                </a:lnTo>
                <a:lnTo>
                  <a:pt x="1868868" y="799360"/>
                </a:lnTo>
                <a:lnTo>
                  <a:pt x="1874596" y="792252"/>
                </a:lnTo>
                <a:lnTo>
                  <a:pt x="1843991" y="792252"/>
                </a:lnTo>
                <a:lnTo>
                  <a:pt x="1828621" y="783323"/>
                </a:lnTo>
                <a:lnTo>
                  <a:pt x="1826357" y="764760"/>
                </a:lnTo>
                <a:lnTo>
                  <a:pt x="1819493" y="764760"/>
                </a:lnTo>
                <a:lnTo>
                  <a:pt x="1819493" y="753719"/>
                </a:lnTo>
                <a:lnTo>
                  <a:pt x="1825011" y="753719"/>
                </a:lnTo>
                <a:lnTo>
                  <a:pt x="1824166" y="746792"/>
                </a:lnTo>
                <a:lnTo>
                  <a:pt x="1842765" y="729257"/>
                </a:lnTo>
                <a:lnTo>
                  <a:pt x="1872315" y="729257"/>
                </a:lnTo>
                <a:lnTo>
                  <a:pt x="1868742" y="723737"/>
                </a:lnTo>
                <a:lnTo>
                  <a:pt x="1840347" y="717784"/>
                </a:lnTo>
                <a:close/>
              </a:path>
              <a:path w="3308985" h="1290954">
                <a:moveTo>
                  <a:pt x="1869932" y="779264"/>
                </a:moveTo>
                <a:lnTo>
                  <a:pt x="1868850" y="782150"/>
                </a:lnTo>
                <a:lnTo>
                  <a:pt x="1843991" y="792252"/>
                </a:lnTo>
                <a:lnTo>
                  <a:pt x="1874596" y="792252"/>
                </a:lnTo>
                <a:lnTo>
                  <a:pt x="1882272" y="782727"/>
                </a:lnTo>
                <a:lnTo>
                  <a:pt x="1869932" y="779264"/>
                </a:lnTo>
                <a:close/>
              </a:path>
              <a:path w="3308985" h="1290954">
                <a:moveTo>
                  <a:pt x="1825011" y="753719"/>
                </a:moveTo>
                <a:lnTo>
                  <a:pt x="1819493" y="753719"/>
                </a:lnTo>
                <a:lnTo>
                  <a:pt x="1819493" y="764760"/>
                </a:lnTo>
                <a:lnTo>
                  <a:pt x="1826357" y="764760"/>
                </a:lnTo>
                <a:lnTo>
                  <a:pt x="1825011" y="753719"/>
                </a:lnTo>
                <a:close/>
              </a:path>
              <a:path w="3308985" h="1290954">
                <a:moveTo>
                  <a:pt x="1872315" y="729257"/>
                </a:moveTo>
                <a:lnTo>
                  <a:pt x="1842765" y="729257"/>
                </a:lnTo>
                <a:lnTo>
                  <a:pt x="1863294" y="734579"/>
                </a:lnTo>
                <a:lnTo>
                  <a:pt x="1870582" y="753719"/>
                </a:lnTo>
                <a:lnTo>
                  <a:pt x="1825011" y="753719"/>
                </a:lnTo>
                <a:lnTo>
                  <a:pt x="1826357" y="764760"/>
                </a:lnTo>
                <a:lnTo>
                  <a:pt x="1883570" y="764760"/>
                </a:lnTo>
                <a:lnTo>
                  <a:pt x="1882633" y="746792"/>
                </a:lnTo>
                <a:lnTo>
                  <a:pt x="1882542" y="745060"/>
                </a:lnTo>
                <a:lnTo>
                  <a:pt x="1872315" y="729257"/>
                </a:lnTo>
                <a:close/>
              </a:path>
              <a:path w="3308985" h="1290954">
                <a:moveTo>
                  <a:pt x="1915339" y="718866"/>
                </a:moveTo>
                <a:lnTo>
                  <a:pt x="1902999" y="718866"/>
                </a:lnTo>
                <a:lnTo>
                  <a:pt x="1902999" y="801994"/>
                </a:lnTo>
                <a:lnTo>
                  <a:pt x="1915771" y="801994"/>
                </a:lnTo>
                <a:lnTo>
                  <a:pt x="1916674" y="742300"/>
                </a:lnTo>
                <a:lnTo>
                  <a:pt x="1934313" y="731422"/>
                </a:lnTo>
                <a:lnTo>
                  <a:pt x="1916204" y="731422"/>
                </a:lnTo>
                <a:lnTo>
                  <a:pt x="1915339" y="718866"/>
                </a:lnTo>
                <a:close/>
              </a:path>
              <a:path w="3308985" h="1290954">
                <a:moveTo>
                  <a:pt x="1932873" y="717568"/>
                </a:moveTo>
                <a:lnTo>
                  <a:pt x="1916204" y="731422"/>
                </a:lnTo>
                <a:lnTo>
                  <a:pt x="1934313" y="731422"/>
                </a:lnTo>
                <a:lnTo>
                  <a:pt x="1936770" y="729907"/>
                </a:lnTo>
                <a:lnTo>
                  <a:pt x="1944563" y="717784"/>
                </a:lnTo>
                <a:lnTo>
                  <a:pt x="1932873" y="717568"/>
                </a:lnTo>
                <a:close/>
              </a:path>
              <a:path w="3308985" h="1290954">
                <a:moveTo>
                  <a:pt x="1972475" y="718866"/>
                </a:moveTo>
                <a:lnTo>
                  <a:pt x="1959703" y="718866"/>
                </a:lnTo>
                <a:lnTo>
                  <a:pt x="1959703" y="801994"/>
                </a:lnTo>
                <a:lnTo>
                  <a:pt x="1972475" y="801994"/>
                </a:lnTo>
                <a:lnTo>
                  <a:pt x="1972475" y="718866"/>
                </a:lnTo>
                <a:close/>
              </a:path>
              <a:path w="3308985" h="1290954">
                <a:moveTo>
                  <a:pt x="1961561" y="688542"/>
                </a:moveTo>
                <a:lnTo>
                  <a:pt x="1966197" y="705012"/>
                </a:lnTo>
                <a:lnTo>
                  <a:pt x="1968687" y="705012"/>
                </a:lnTo>
                <a:lnTo>
                  <a:pt x="1975289" y="693972"/>
                </a:lnTo>
                <a:lnTo>
                  <a:pt x="1961561" y="688542"/>
                </a:lnTo>
                <a:close/>
              </a:path>
              <a:path w="3308985" h="1290954">
                <a:moveTo>
                  <a:pt x="2022134" y="717784"/>
                </a:moveTo>
                <a:lnTo>
                  <a:pt x="2004257" y="726714"/>
                </a:lnTo>
                <a:lnTo>
                  <a:pt x="1993541" y="744645"/>
                </a:lnTo>
                <a:lnTo>
                  <a:pt x="1991971" y="769450"/>
                </a:lnTo>
                <a:lnTo>
                  <a:pt x="1999855" y="789799"/>
                </a:lnTo>
                <a:lnTo>
                  <a:pt x="2015549" y="801940"/>
                </a:lnTo>
                <a:lnTo>
                  <a:pt x="2029639" y="803725"/>
                </a:lnTo>
                <a:lnTo>
                  <a:pt x="2037143" y="803725"/>
                </a:lnTo>
                <a:lnTo>
                  <a:pt x="2055002" y="794796"/>
                </a:lnTo>
                <a:lnTo>
                  <a:pt x="2056530" y="792252"/>
                </a:lnTo>
                <a:lnTo>
                  <a:pt x="2023938" y="792252"/>
                </a:lnTo>
                <a:lnTo>
                  <a:pt x="2011887" y="784946"/>
                </a:lnTo>
                <a:lnTo>
                  <a:pt x="2004744" y="755307"/>
                </a:lnTo>
                <a:lnTo>
                  <a:pt x="2019248" y="730737"/>
                </a:lnTo>
                <a:lnTo>
                  <a:pt x="2058123" y="730737"/>
                </a:lnTo>
                <a:lnTo>
                  <a:pt x="2043710" y="719570"/>
                </a:lnTo>
                <a:lnTo>
                  <a:pt x="2022134" y="717784"/>
                </a:lnTo>
                <a:close/>
              </a:path>
              <a:path w="3308985" h="1290954">
                <a:moveTo>
                  <a:pt x="2058123" y="730737"/>
                </a:moveTo>
                <a:lnTo>
                  <a:pt x="2040029" y="730737"/>
                </a:lnTo>
                <a:lnTo>
                  <a:pt x="2053649" y="750129"/>
                </a:lnTo>
                <a:lnTo>
                  <a:pt x="2047390" y="784946"/>
                </a:lnTo>
                <a:lnTo>
                  <a:pt x="2029639" y="792252"/>
                </a:lnTo>
                <a:lnTo>
                  <a:pt x="2056530" y="792252"/>
                </a:lnTo>
                <a:lnTo>
                  <a:pt x="2065718" y="776954"/>
                </a:lnTo>
                <a:lnTo>
                  <a:pt x="2067306" y="752204"/>
                </a:lnTo>
                <a:lnTo>
                  <a:pt x="2059404" y="731729"/>
                </a:lnTo>
                <a:lnTo>
                  <a:pt x="2058123" y="730737"/>
                </a:lnTo>
                <a:close/>
              </a:path>
              <a:path w="3308985" h="1290954">
                <a:moveTo>
                  <a:pt x="2111408" y="717784"/>
                </a:moveTo>
                <a:lnTo>
                  <a:pt x="2094559" y="726533"/>
                </a:lnTo>
                <a:lnTo>
                  <a:pt x="2084403" y="744339"/>
                </a:lnTo>
                <a:lnTo>
                  <a:pt x="2082905" y="769450"/>
                </a:lnTo>
                <a:lnTo>
                  <a:pt x="2090392" y="789961"/>
                </a:lnTo>
                <a:lnTo>
                  <a:pt x="2105283" y="801994"/>
                </a:lnTo>
                <a:lnTo>
                  <a:pt x="2118191" y="803725"/>
                </a:lnTo>
                <a:lnTo>
                  <a:pt x="2123531" y="803725"/>
                </a:lnTo>
                <a:lnTo>
                  <a:pt x="2139402" y="792252"/>
                </a:lnTo>
                <a:lnTo>
                  <a:pt x="2114583" y="792252"/>
                </a:lnTo>
                <a:lnTo>
                  <a:pt x="2100224" y="781356"/>
                </a:lnTo>
                <a:lnTo>
                  <a:pt x="2096562" y="749318"/>
                </a:lnTo>
                <a:lnTo>
                  <a:pt x="2110001" y="730646"/>
                </a:lnTo>
                <a:lnTo>
                  <a:pt x="2140316" y="730646"/>
                </a:lnTo>
                <a:lnTo>
                  <a:pt x="2111408" y="717784"/>
                </a:lnTo>
                <a:close/>
              </a:path>
              <a:path w="3308985" h="1290954">
                <a:moveTo>
                  <a:pt x="2156291" y="790737"/>
                </a:moveTo>
                <a:lnTo>
                  <a:pt x="2141499" y="790737"/>
                </a:lnTo>
                <a:lnTo>
                  <a:pt x="2143952" y="801994"/>
                </a:lnTo>
                <a:lnTo>
                  <a:pt x="2156291" y="801994"/>
                </a:lnTo>
                <a:lnTo>
                  <a:pt x="2156291" y="790737"/>
                </a:lnTo>
                <a:close/>
              </a:path>
              <a:path w="3308985" h="1290954">
                <a:moveTo>
                  <a:pt x="2140316" y="730646"/>
                </a:moveTo>
                <a:lnTo>
                  <a:pt x="2129537" y="730646"/>
                </a:lnTo>
                <a:lnTo>
                  <a:pt x="2142834" y="748794"/>
                </a:lnTo>
                <a:lnTo>
                  <a:pt x="2136448" y="785541"/>
                </a:lnTo>
                <a:lnTo>
                  <a:pt x="2119923" y="792252"/>
                </a:lnTo>
                <a:lnTo>
                  <a:pt x="2139402" y="792252"/>
                </a:lnTo>
                <a:lnTo>
                  <a:pt x="2141499" y="790737"/>
                </a:lnTo>
                <a:lnTo>
                  <a:pt x="2156291" y="790737"/>
                </a:lnTo>
                <a:lnTo>
                  <a:pt x="2156291" y="732071"/>
                </a:lnTo>
                <a:lnTo>
                  <a:pt x="2143519" y="732071"/>
                </a:lnTo>
                <a:lnTo>
                  <a:pt x="2140316" y="730646"/>
                </a:lnTo>
                <a:close/>
              </a:path>
              <a:path w="3308985" h="1290954">
                <a:moveTo>
                  <a:pt x="2156291" y="691157"/>
                </a:moveTo>
                <a:lnTo>
                  <a:pt x="2143519" y="691157"/>
                </a:lnTo>
                <a:lnTo>
                  <a:pt x="2143519" y="732071"/>
                </a:lnTo>
                <a:lnTo>
                  <a:pt x="2156291" y="732071"/>
                </a:lnTo>
                <a:lnTo>
                  <a:pt x="2156291" y="691157"/>
                </a:lnTo>
                <a:close/>
              </a:path>
              <a:path w="3308985" h="1290954">
                <a:moveTo>
                  <a:pt x="2200507" y="786840"/>
                </a:moveTo>
                <a:lnTo>
                  <a:pt x="2186652" y="786840"/>
                </a:lnTo>
                <a:lnTo>
                  <a:pt x="2179941" y="829053"/>
                </a:lnTo>
                <a:lnTo>
                  <a:pt x="2189683" y="829053"/>
                </a:lnTo>
                <a:lnTo>
                  <a:pt x="2200507" y="786840"/>
                </a:lnTo>
                <a:close/>
              </a:path>
              <a:path w="3308985" h="1290954">
                <a:moveTo>
                  <a:pt x="2372418" y="730376"/>
                </a:moveTo>
                <a:lnTo>
                  <a:pt x="2336419" y="730376"/>
                </a:lnTo>
                <a:lnTo>
                  <a:pt x="2357562" y="730520"/>
                </a:lnTo>
                <a:lnTo>
                  <a:pt x="2364832" y="745926"/>
                </a:lnTo>
                <a:lnTo>
                  <a:pt x="2312084" y="769775"/>
                </a:lnTo>
                <a:lnTo>
                  <a:pt x="2317460" y="796041"/>
                </a:lnTo>
                <a:lnTo>
                  <a:pt x="2339504" y="803942"/>
                </a:lnTo>
                <a:lnTo>
                  <a:pt x="2344339" y="803942"/>
                </a:lnTo>
                <a:lnTo>
                  <a:pt x="2363317" y="792541"/>
                </a:lnTo>
                <a:lnTo>
                  <a:pt x="2336466" y="792541"/>
                </a:lnTo>
                <a:lnTo>
                  <a:pt x="2323918" y="783485"/>
                </a:lnTo>
                <a:lnTo>
                  <a:pt x="2328183" y="769775"/>
                </a:lnTo>
                <a:lnTo>
                  <a:pt x="2328284" y="769450"/>
                </a:lnTo>
                <a:lnTo>
                  <a:pt x="2377604" y="769450"/>
                </a:lnTo>
                <a:lnTo>
                  <a:pt x="2377604" y="740622"/>
                </a:lnTo>
                <a:lnTo>
                  <a:pt x="2372491" y="730520"/>
                </a:lnTo>
                <a:lnTo>
                  <a:pt x="2372418" y="730376"/>
                </a:lnTo>
                <a:close/>
              </a:path>
              <a:path w="3308985" h="1290954">
                <a:moveTo>
                  <a:pt x="2377604" y="769450"/>
                </a:moveTo>
                <a:lnTo>
                  <a:pt x="2328284" y="769450"/>
                </a:lnTo>
                <a:lnTo>
                  <a:pt x="2364832" y="771903"/>
                </a:lnTo>
                <a:lnTo>
                  <a:pt x="2360358" y="784946"/>
                </a:lnTo>
                <a:lnTo>
                  <a:pt x="2341271" y="792541"/>
                </a:lnTo>
                <a:lnTo>
                  <a:pt x="2363317" y="792541"/>
                </a:lnTo>
                <a:lnTo>
                  <a:pt x="2364832" y="801994"/>
                </a:lnTo>
                <a:lnTo>
                  <a:pt x="2377604" y="801994"/>
                </a:lnTo>
                <a:lnTo>
                  <a:pt x="2377604" y="769450"/>
                </a:lnTo>
                <a:close/>
              </a:path>
              <a:path w="3308985" h="1290954">
                <a:moveTo>
                  <a:pt x="2329799" y="720634"/>
                </a:moveTo>
                <a:lnTo>
                  <a:pt x="2313527" y="737267"/>
                </a:lnTo>
                <a:lnTo>
                  <a:pt x="2325650" y="741596"/>
                </a:lnTo>
                <a:lnTo>
                  <a:pt x="2336419" y="730376"/>
                </a:lnTo>
                <a:lnTo>
                  <a:pt x="2372418" y="730376"/>
                </a:lnTo>
                <a:lnTo>
                  <a:pt x="2369468" y="724549"/>
                </a:lnTo>
                <a:lnTo>
                  <a:pt x="2329799" y="720634"/>
                </a:lnTo>
                <a:close/>
              </a:path>
              <a:path w="3308985" h="1290954">
                <a:moveTo>
                  <a:pt x="2413261" y="718939"/>
                </a:moveTo>
                <a:lnTo>
                  <a:pt x="2400916" y="718939"/>
                </a:lnTo>
                <a:lnTo>
                  <a:pt x="2400916" y="801994"/>
                </a:lnTo>
                <a:lnTo>
                  <a:pt x="2413688" y="801994"/>
                </a:lnTo>
                <a:lnTo>
                  <a:pt x="2413688" y="751987"/>
                </a:lnTo>
                <a:lnTo>
                  <a:pt x="2418288" y="736257"/>
                </a:lnTo>
                <a:lnTo>
                  <a:pt x="2432458" y="731855"/>
                </a:lnTo>
                <a:lnTo>
                  <a:pt x="2414338" y="731855"/>
                </a:lnTo>
                <a:lnTo>
                  <a:pt x="2413273" y="719083"/>
                </a:lnTo>
                <a:lnTo>
                  <a:pt x="2413261" y="718939"/>
                </a:lnTo>
                <a:close/>
              </a:path>
              <a:path w="3308985" h="1290954">
                <a:moveTo>
                  <a:pt x="2458918" y="729257"/>
                </a:moveTo>
                <a:lnTo>
                  <a:pt x="2440820" y="729257"/>
                </a:lnTo>
                <a:lnTo>
                  <a:pt x="2452257" y="738421"/>
                </a:lnTo>
                <a:lnTo>
                  <a:pt x="2453953" y="801994"/>
                </a:lnTo>
                <a:lnTo>
                  <a:pt x="2466725" y="801994"/>
                </a:lnTo>
                <a:lnTo>
                  <a:pt x="2465591" y="738421"/>
                </a:lnTo>
                <a:lnTo>
                  <a:pt x="2465553" y="736257"/>
                </a:lnTo>
                <a:lnTo>
                  <a:pt x="2458918" y="729257"/>
                </a:lnTo>
                <a:close/>
              </a:path>
              <a:path w="3308985" h="1290954">
                <a:moveTo>
                  <a:pt x="2449137" y="718939"/>
                </a:moveTo>
                <a:lnTo>
                  <a:pt x="2427182" y="719083"/>
                </a:lnTo>
                <a:lnTo>
                  <a:pt x="2414338" y="731855"/>
                </a:lnTo>
                <a:lnTo>
                  <a:pt x="2432458" y="731855"/>
                </a:lnTo>
                <a:lnTo>
                  <a:pt x="2440820" y="729257"/>
                </a:lnTo>
                <a:lnTo>
                  <a:pt x="2458918" y="729257"/>
                </a:lnTo>
                <a:lnTo>
                  <a:pt x="2449137" y="718939"/>
                </a:lnTo>
                <a:close/>
              </a:path>
              <a:path w="3308985" h="1290954">
                <a:moveTo>
                  <a:pt x="2514671" y="717784"/>
                </a:moveTo>
                <a:lnTo>
                  <a:pt x="2497821" y="726533"/>
                </a:lnTo>
                <a:lnTo>
                  <a:pt x="2487665" y="744339"/>
                </a:lnTo>
                <a:lnTo>
                  <a:pt x="2486168" y="769450"/>
                </a:lnTo>
                <a:lnTo>
                  <a:pt x="2493654" y="789961"/>
                </a:lnTo>
                <a:lnTo>
                  <a:pt x="2508545" y="801994"/>
                </a:lnTo>
                <a:lnTo>
                  <a:pt x="2521453" y="803725"/>
                </a:lnTo>
                <a:lnTo>
                  <a:pt x="2526793" y="803725"/>
                </a:lnTo>
                <a:lnTo>
                  <a:pt x="2542664" y="792252"/>
                </a:lnTo>
                <a:lnTo>
                  <a:pt x="2517846" y="792252"/>
                </a:lnTo>
                <a:lnTo>
                  <a:pt x="2503486" y="781356"/>
                </a:lnTo>
                <a:lnTo>
                  <a:pt x="2499824" y="749318"/>
                </a:lnTo>
                <a:lnTo>
                  <a:pt x="2513263" y="730646"/>
                </a:lnTo>
                <a:lnTo>
                  <a:pt x="2543578" y="730646"/>
                </a:lnTo>
                <a:lnTo>
                  <a:pt x="2514671" y="717784"/>
                </a:lnTo>
                <a:close/>
              </a:path>
              <a:path w="3308985" h="1290954">
                <a:moveTo>
                  <a:pt x="2559553" y="790737"/>
                </a:moveTo>
                <a:lnTo>
                  <a:pt x="2544761" y="790737"/>
                </a:lnTo>
                <a:lnTo>
                  <a:pt x="2547214" y="801994"/>
                </a:lnTo>
                <a:lnTo>
                  <a:pt x="2559553" y="801994"/>
                </a:lnTo>
                <a:lnTo>
                  <a:pt x="2559553" y="790737"/>
                </a:lnTo>
                <a:close/>
              </a:path>
              <a:path w="3308985" h="1290954">
                <a:moveTo>
                  <a:pt x="2543578" y="730646"/>
                </a:moveTo>
                <a:lnTo>
                  <a:pt x="2532799" y="730646"/>
                </a:lnTo>
                <a:lnTo>
                  <a:pt x="2546096" y="748794"/>
                </a:lnTo>
                <a:lnTo>
                  <a:pt x="2539710" y="785541"/>
                </a:lnTo>
                <a:lnTo>
                  <a:pt x="2523185" y="792252"/>
                </a:lnTo>
                <a:lnTo>
                  <a:pt x="2542664" y="792252"/>
                </a:lnTo>
                <a:lnTo>
                  <a:pt x="2544761" y="790737"/>
                </a:lnTo>
                <a:lnTo>
                  <a:pt x="2559553" y="790737"/>
                </a:lnTo>
                <a:lnTo>
                  <a:pt x="2559553" y="732071"/>
                </a:lnTo>
                <a:lnTo>
                  <a:pt x="2546781" y="732071"/>
                </a:lnTo>
                <a:lnTo>
                  <a:pt x="2543578" y="730646"/>
                </a:lnTo>
                <a:close/>
              </a:path>
              <a:path w="3308985" h="1290954">
                <a:moveTo>
                  <a:pt x="2559553" y="691157"/>
                </a:moveTo>
                <a:lnTo>
                  <a:pt x="2546781" y="691157"/>
                </a:lnTo>
                <a:lnTo>
                  <a:pt x="2546781" y="732071"/>
                </a:lnTo>
                <a:lnTo>
                  <a:pt x="2559553" y="732071"/>
                </a:lnTo>
                <a:lnTo>
                  <a:pt x="2559553" y="691157"/>
                </a:lnTo>
                <a:close/>
              </a:path>
              <a:path w="3308985" h="1290954">
                <a:moveTo>
                  <a:pt x="2750118" y="790953"/>
                </a:moveTo>
                <a:lnTo>
                  <a:pt x="2740626" y="797880"/>
                </a:lnTo>
                <a:lnTo>
                  <a:pt x="2751575" y="812385"/>
                </a:lnTo>
                <a:lnTo>
                  <a:pt x="2766295" y="812385"/>
                </a:lnTo>
                <a:lnTo>
                  <a:pt x="2750118" y="790953"/>
                </a:lnTo>
                <a:close/>
              </a:path>
              <a:path w="3308985" h="1290954">
                <a:moveTo>
                  <a:pt x="2715024" y="690075"/>
                </a:moveTo>
                <a:lnTo>
                  <a:pt x="2686834" y="704958"/>
                </a:lnTo>
                <a:lnTo>
                  <a:pt x="2673389" y="738106"/>
                </a:lnTo>
                <a:lnTo>
                  <a:pt x="2679325" y="776882"/>
                </a:lnTo>
                <a:lnTo>
                  <a:pt x="2702414" y="799612"/>
                </a:lnTo>
                <a:lnTo>
                  <a:pt x="2735312" y="801777"/>
                </a:lnTo>
                <a:lnTo>
                  <a:pt x="2740626" y="797880"/>
                </a:lnTo>
                <a:lnTo>
                  <a:pt x="2735398" y="790953"/>
                </a:lnTo>
                <a:lnTo>
                  <a:pt x="2715206" y="790953"/>
                </a:lnTo>
                <a:lnTo>
                  <a:pt x="2698267" y="782475"/>
                </a:lnTo>
                <a:lnTo>
                  <a:pt x="2687569" y="764273"/>
                </a:lnTo>
                <a:lnTo>
                  <a:pt x="2686047" y="738106"/>
                </a:lnTo>
                <a:lnTo>
                  <a:pt x="2685982" y="736978"/>
                </a:lnTo>
                <a:lnTo>
                  <a:pt x="2693956" y="715673"/>
                </a:lnTo>
                <a:lnTo>
                  <a:pt x="2709127" y="703893"/>
                </a:lnTo>
                <a:lnTo>
                  <a:pt x="2728628" y="702198"/>
                </a:lnTo>
                <a:lnTo>
                  <a:pt x="2751434" y="702198"/>
                </a:lnTo>
                <a:lnTo>
                  <a:pt x="2747137" y="696569"/>
                </a:lnTo>
                <a:lnTo>
                  <a:pt x="2715024" y="690075"/>
                </a:lnTo>
                <a:close/>
              </a:path>
              <a:path w="3308985" h="1290954">
                <a:moveTo>
                  <a:pt x="2732308" y="767357"/>
                </a:moveTo>
                <a:lnTo>
                  <a:pt x="2717588" y="767357"/>
                </a:lnTo>
                <a:lnTo>
                  <a:pt x="2740626" y="797880"/>
                </a:lnTo>
                <a:lnTo>
                  <a:pt x="2750071" y="790953"/>
                </a:lnTo>
                <a:lnTo>
                  <a:pt x="2748874" y="789304"/>
                </a:lnTo>
                <a:lnTo>
                  <a:pt x="2734629" y="789304"/>
                </a:lnTo>
                <a:lnTo>
                  <a:pt x="2743610" y="782331"/>
                </a:lnTo>
                <a:lnTo>
                  <a:pt x="2732308" y="767357"/>
                </a:lnTo>
                <a:close/>
              </a:path>
              <a:path w="3308985" h="1290954">
                <a:moveTo>
                  <a:pt x="2734153" y="789304"/>
                </a:moveTo>
                <a:lnTo>
                  <a:pt x="2715206" y="790953"/>
                </a:lnTo>
                <a:lnTo>
                  <a:pt x="2735398" y="790953"/>
                </a:lnTo>
                <a:lnTo>
                  <a:pt x="2734153" y="789304"/>
                </a:lnTo>
                <a:close/>
              </a:path>
              <a:path w="3308985" h="1290954">
                <a:moveTo>
                  <a:pt x="2751434" y="702198"/>
                </a:moveTo>
                <a:lnTo>
                  <a:pt x="2728628" y="702198"/>
                </a:lnTo>
                <a:lnTo>
                  <a:pt x="2749861" y="715673"/>
                </a:lnTo>
                <a:lnTo>
                  <a:pt x="2757852" y="746575"/>
                </a:lnTo>
                <a:lnTo>
                  <a:pt x="2757852" y="756173"/>
                </a:lnTo>
                <a:lnTo>
                  <a:pt x="2749861" y="777478"/>
                </a:lnTo>
                <a:lnTo>
                  <a:pt x="2743610" y="782331"/>
                </a:lnTo>
                <a:lnTo>
                  <a:pt x="2750118" y="790953"/>
                </a:lnTo>
                <a:lnTo>
                  <a:pt x="2752320" y="789304"/>
                </a:lnTo>
                <a:lnTo>
                  <a:pt x="2761049" y="782903"/>
                </a:lnTo>
                <a:lnTo>
                  <a:pt x="2770841" y="746575"/>
                </a:lnTo>
                <a:lnTo>
                  <a:pt x="2767279" y="722952"/>
                </a:lnTo>
                <a:lnTo>
                  <a:pt x="2751434" y="702198"/>
                </a:lnTo>
                <a:close/>
              </a:path>
              <a:path w="3308985" h="1290954">
                <a:moveTo>
                  <a:pt x="2743610" y="782331"/>
                </a:moveTo>
                <a:lnTo>
                  <a:pt x="2734629" y="789304"/>
                </a:lnTo>
                <a:lnTo>
                  <a:pt x="2748874" y="789304"/>
                </a:lnTo>
                <a:lnTo>
                  <a:pt x="2743719" y="782475"/>
                </a:lnTo>
                <a:lnTo>
                  <a:pt x="2743610" y="782331"/>
                </a:lnTo>
                <a:close/>
              </a:path>
              <a:path w="3308985" h="1290954">
                <a:moveTo>
                  <a:pt x="2804449" y="718866"/>
                </a:moveTo>
                <a:lnTo>
                  <a:pt x="2791677" y="718866"/>
                </a:lnTo>
                <a:lnTo>
                  <a:pt x="2792780" y="781717"/>
                </a:lnTo>
                <a:lnTo>
                  <a:pt x="2792831" y="784621"/>
                </a:lnTo>
                <a:lnTo>
                  <a:pt x="2808756" y="801994"/>
                </a:lnTo>
                <a:lnTo>
                  <a:pt x="2805163" y="801994"/>
                </a:lnTo>
                <a:lnTo>
                  <a:pt x="2829993" y="801615"/>
                </a:lnTo>
                <a:lnTo>
                  <a:pt x="2840484" y="790737"/>
                </a:lnTo>
                <a:lnTo>
                  <a:pt x="2817329" y="790737"/>
                </a:lnTo>
                <a:lnTo>
                  <a:pt x="2806145" y="781717"/>
                </a:lnTo>
                <a:lnTo>
                  <a:pt x="2804449" y="718866"/>
                </a:lnTo>
                <a:close/>
              </a:path>
              <a:path w="3308985" h="1290954">
                <a:moveTo>
                  <a:pt x="2856836" y="787923"/>
                </a:moveTo>
                <a:lnTo>
                  <a:pt x="2843199" y="787923"/>
                </a:lnTo>
                <a:lnTo>
                  <a:pt x="2844041" y="801615"/>
                </a:lnTo>
                <a:lnTo>
                  <a:pt x="2844064" y="801994"/>
                </a:lnTo>
                <a:lnTo>
                  <a:pt x="2856836" y="801994"/>
                </a:lnTo>
                <a:lnTo>
                  <a:pt x="2856836" y="787923"/>
                </a:lnTo>
                <a:close/>
              </a:path>
              <a:path w="3308985" h="1290954">
                <a:moveTo>
                  <a:pt x="2856836" y="718866"/>
                </a:moveTo>
                <a:lnTo>
                  <a:pt x="2844064" y="718866"/>
                </a:lnTo>
                <a:lnTo>
                  <a:pt x="2844064" y="768007"/>
                </a:lnTo>
                <a:lnTo>
                  <a:pt x="2838418" y="784188"/>
                </a:lnTo>
                <a:lnTo>
                  <a:pt x="2817329" y="790737"/>
                </a:lnTo>
                <a:lnTo>
                  <a:pt x="2840484" y="790737"/>
                </a:lnTo>
                <a:lnTo>
                  <a:pt x="2843199" y="787923"/>
                </a:lnTo>
                <a:lnTo>
                  <a:pt x="2856836" y="787923"/>
                </a:lnTo>
                <a:lnTo>
                  <a:pt x="2856836" y="718866"/>
                </a:lnTo>
                <a:close/>
              </a:path>
              <a:path w="3308985" h="1290954">
                <a:moveTo>
                  <a:pt x="2937605" y="730376"/>
                </a:moveTo>
                <a:lnTo>
                  <a:pt x="2901607" y="730376"/>
                </a:lnTo>
                <a:lnTo>
                  <a:pt x="2922749" y="730520"/>
                </a:lnTo>
                <a:lnTo>
                  <a:pt x="2930019" y="745926"/>
                </a:lnTo>
                <a:lnTo>
                  <a:pt x="2877271" y="769775"/>
                </a:lnTo>
                <a:lnTo>
                  <a:pt x="2882647" y="796041"/>
                </a:lnTo>
                <a:lnTo>
                  <a:pt x="2904692" y="803942"/>
                </a:lnTo>
                <a:lnTo>
                  <a:pt x="2909526" y="803942"/>
                </a:lnTo>
                <a:lnTo>
                  <a:pt x="2928504" y="792541"/>
                </a:lnTo>
                <a:lnTo>
                  <a:pt x="2901653" y="792541"/>
                </a:lnTo>
                <a:lnTo>
                  <a:pt x="2889105" y="783485"/>
                </a:lnTo>
                <a:lnTo>
                  <a:pt x="2893370" y="769775"/>
                </a:lnTo>
                <a:lnTo>
                  <a:pt x="2893471" y="769450"/>
                </a:lnTo>
                <a:lnTo>
                  <a:pt x="2942792" y="769450"/>
                </a:lnTo>
                <a:lnTo>
                  <a:pt x="2942792" y="740622"/>
                </a:lnTo>
                <a:lnTo>
                  <a:pt x="2937678" y="730520"/>
                </a:lnTo>
                <a:lnTo>
                  <a:pt x="2937605" y="730376"/>
                </a:lnTo>
                <a:close/>
              </a:path>
              <a:path w="3308985" h="1290954">
                <a:moveTo>
                  <a:pt x="2942792" y="769450"/>
                </a:moveTo>
                <a:lnTo>
                  <a:pt x="2893471" y="769450"/>
                </a:lnTo>
                <a:lnTo>
                  <a:pt x="2930019" y="771903"/>
                </a:lnTo>
                <a:lnTo>
                  <a:pt x="2925545" y="784946"/>
                </a:lnTo>
                <a:lnTo>
                  <a:pt x="2906458" y="792541"/>
                </a:lnTo>
                <a:lnTo>
                  <a:pt x="2928504" y="792541"/>
                </a:lnTo>
                <a:lnTo>
                  <a:pt x="2930019" y="801994"/>
                </a:lnTo>
                <a:lnTo>
                  <a:pt x="2942792" y="801994"/>
                </a:lnTo>
                <a:lnTo>
                  <a:pt x="2942792" y="769450"/>
                </a:lnTo>
                <a:close/>
              </a:path>
              <a:path w="3308985" h="1290954">
                <a:moveTo>
                  <a:pt x="2894986" y="720634"/>
                </a:moveTo>
                <a:lnTo>
                  <a:pt x="2878714" y="737267"/>
                </a:lnTo>
                <a:lnTo>
                  <a:pt x="2890837" y="741596"/>
                </a:lnTo>
                <a:lnTo>
                  <a:pt x="2901607" y="730376"/>
                </a:lnTo>
                <a:lnTo>
                  <a:pt x="2937605" y="730376"/>
                </a:lnTo>
                <a:lnTo>
                  <a:pt x="2934656" y="724549"/>
                </a:lnTo>
                <a:lnTo>
                  <a:pt x="2894986" y="720634"/>
                </a:lnTo>
                <a:close/>
              </a:path>
              <a:path w="3308985" h="1290954">
                <a:moveTo>
                  <a:pt x="2978449" y="718939"/>
                </a:moveTo>
                <a:lnTo>
                  <a:pt x="2966103" y="718939"/>
                </a:lnTo>
                <a:lnTo>
                  <a:pt x="2966103" y="801994"/>
                </a:lnTo>
                <a:lnTo>
                  <a:pt x="2978876" y="801994"/>
                </a:lnTo>
                <a:lnTo>
                  <a:pt x="2978876" y="751987"/>
                </a:lnTo>
                <a:lnTo>
                  <a:pt x="2983476" y="736257"/>
                </a:lnTo>
                <a:lnTo>
                  <a:pt x="2997645" y="731855"/>
                </a:lnTo>
                <a:lnTo>
                  <a:pt x="2979525" y="731855"/>
                </a:lnTo>
                <a:lnTo>
                  <a:pt x="2978461" y="719083"/>
                </a:lnTo>
                <a:lnTo>
                  <a:pt x="2978449" y="718939"/>
                </a:lnTo>
                <a:close/>
              </a:path>
              <a:path w="3308985" h="1290954">
                <a:moveTo>
                  <a:pt x="3024105" y="729257"/>
                </a:moveTo>
                <a:lnTo>
                  <a:pt x="3006007" y="729257"/>
                </a:lnTo>
                <a:lnTo>
                  <a:pt x="3017445" y="738421"/>
                </a:lnTo>
                <a:lnTo>
                  <a:pt x="3019140" y="801994"/>
                </a:lnTo>
                <a:lnTo>
                  <a:pt x="3031913" y="801994"/>
                </a:lnTo>
                <a:lnTo>
                  <a:pt x="3030779" y="738421"/>
                </a:lnTo>
                <a:lnTo>
                  <a:pt x="3030740" y="736257"/>
                </a:lnTo>
                <a:lnTo>
                  <a:pt x="3024105" y="729257"/>
                </a:lnTo>
                <a:close/>
              </a:path>
              <a:path w="3308985" h="1290954">
                <a:moveTo>
                  <a:pt x="3014324" y="718939"/>
                </a:moveTo>
                <a:lnTo>
                  <a:pt x="2992369" y="719083"/>
                </a:lnTo>
                <a:lnTo>
                  <a:pt x="2979525" y="731855"/>
                </a:lnTo>
                <a:lnTo>
                  <a:pt x="2997645" y="731855"/>
                </a:lnTo>
                <a:lnTo>
                  <a:pt x="3006007" y="729257"/>
                </a:lnTo>
                <a:lnTo>
                  <a:pt x="3024105" y="729257"/>
                </a:lnTo>
                <a:lnTo>
                  <a:pt x="3014324" y="718939"/>
                </a:lnTo>
                <a:close/>
              </a:path>
              <a:path w="3308985" h="1290954">
                <a:moveTo>
                  <a:pt x="3073652" y="698950"/>
                </a:moveTo>
                <a:lnTo>
                  <a:pt x="3060880" y="698950"/>
                </a:lnTo>
                <a:lnTo>
                  <a:pt x="3060880" y="781645"/>
                </a:lnTo>
                <a:lnTo>
                  <a:pt x="3066508" y="796834"/>
                </a:lnTo>
                <a:lnTo>
                  <a:pt x="3087741" y="802896"/>
                </a:lnTo>
                <a:lnTo>
                  <a:pt x="3073652" y="698950"/>
                </a:lnTo>
                <a:close/>
              </a:path>
              <a:path w="3308985" h="1290954">
                <a:moveTo>
                  <a:pt x="3060880" y="718866"/>
                </a:moveTo>
                <a:lnTo>
                  <a:pt x="3048324" y="718866"/>
                </a:lnTo>
                <a:lnTo>
                  <a:pt x="3048324" y="729690"/>
                </a:lnTo>
                <a:lnTo>
                  <a:pt x="3060880" y="729690"/>
                </a:lnTo>
                <a:lnTo>
                  <a:pt x="3060880" y="718866"/>
                </a:lnTo>
                <a:close/>
              </a:path>
              <a:path w="3308985" h="1290954">
                <a:moveTo>
                  <a:pt x="3091403" y="718866"/>
                </a:moveTo>
                <a:lnTo>
                  <a:pt x="3076352" y="718866"/>
                </a:lnTo>
                <a:lnTo>
                  <a:pt x="3077819" y="729690"/>
                </a:lnTo>
                <a:lnTo>
                  <a:pt x="3091403" y="729690"/>
                </a:lnTo>
                <a:lnTo>
                  <a:pt x="3091403" y="718866"/>
                </a:lnTo>
                <a:close/>
              </a:path>
              <a:path w="3308985" h="1290954">
                <a:moveTo>
                  <a:pt x="3123388" y="718866"/>
                </a:moveTo>
                <a:lnTo>
                  <a:pt x="3110616" y="718866"/>
                </a:lnTo>
                <a:lnTo>
                  <a:pt x="3110616" y="801994"/>
                </a:lnTo>
                <a:lnTo>
                  <a:pt x="3123388" y="801994"/>
                </a:lnTo>
                <a:lnTo>
                  <a:pt x="3123388" y="718866"/>
                </a:lnTo>
                <a:close/>
              </a:path>
              <a:path w="3308985" h="1290954">
                <a:moveTo>
                  <a:pt x="3112474" y="688542"/>
                </a:moveTo>
                <a:lnTo>
                  <a:pt x="3117110" y="705012"/>
                </a:lnTo>
                <a:lnTo>
                  <a:pt x="3119599" y="705012"/>
                </a:lnTo>
                <a:lnTo>
                  <a:pt x="3126202" y="693972"/>
                </a:lnTo>
                <a:lnTo>
                  <a:pt x="3112474" y="688542"/>
                </a:lnTo>
                <a:close/>
              </a:path>
              <a:path w="3308985" h="1290954">
                <a:moveTo>
                  <a:pt x="3165181" y="698950"/>
                </a:moveTo>
                <a:lnTo>
                  <a:pt x="3152409" y="698950"/>
                </a:lnTo>
                <a:lnTo>
                  <a:pt x="3152409" y="781645"/>
                </a:lnTo>
                <a:lnTo>
                  <a:pt x="3158037" y="796834"/>
                </a:lnTo>
                <a:lnTo>
                  <a:pt x="3179270" y="802896"/>
                </a:lnTo>
                <a:lnTo>
                  <a:pt x="3165181" y="698950"/>
                </a:lnTo>
                <a:close/>
              </a:path>
              <a:path w="3308985" h="1290954">
                <a:moveTo>
                  <a:pt x="3152409" y="718866"/>
                </a:moveTo>
                <a:lnTo>
                  <a:pt x="3139854" y="718866"/>
                </a:lnTo>
                <a:lnTo>
                  <a:pt x="3139854" y="729690"/>
                </a:lnTo>
                <a:lnTo>
                  <a:pt x="3152409" y="729690"/>
                </a:lnTo>
                <a:lnTo>
                  <a:pt x="3152409" y="718866"/>
                </a:lnTo>
                <a:close/>
              </a:path>
              <a:path w="3308985" h="1290954">
                <a:moveTo>
                  <a:pt x="3182933" y="718866"/>
                </a:moveTo>
                <a:lnTo>
                  <a:pt x="3167881" y="718866"/>
                </a:lnTo>
                <a:lnTo>
                  <a:pt x="3169348" y="729690"/>
                </a:lnTo>
                <a:lnTo>
                  <a:pt x="3182933" y="729690"/>
                </a:lnTo>
                <a:lnTo>
                  <a:pt x="3182933" y="718866"/>
                </a:lnTo>
                <a:close/>
              </a:path>
              <a:path w="3308985" h="1290954">
                <a:moveTo>
                  <a:pt x="3209505" y="718866"/>
                </a:moveTo>
                <a:lnTo>
                  <a:pt x="3195650" y="718866"/>
                </a:lnTo>
                <a:lnTo>
                  <a:pt x="3226390" y="802427"/>
                </a:lnTo>
                <a:lnTo>
                  <a:pt x="3220744" y="816191"/>
                </a:lnTo>
                <a:lnTo>
                  <a:pt x="3204310" y="820394"/>
                </a:lnTo>
                <a:lnTo>
                  <a:pt x="3201063" y="831651"/>
                </a:lnTo>
                <a:lnTo>
                  <a:pt x="3210371" y="833166"/>
                </a:lnTo>
                <a:lnTo>
                  <a:pt x="3223865" y="829739"/>
                </a:lnTo>
                <a:lnTo>
                  <a:pt x="3242484" y="785108"/>
                </a:lnTo>
                <a:lnTo>
                  <a:pt x="3233318" y="785108"/>
                </a:lnTo>
                <a:lnTo>
                  <a:pt x="3209505" y="718866"/>
                </a:lnTo>
                <a:close/>
              </a:path>
              <a:path w="3308985" h="1290954">
                <a:moveTo>
                  <a:pt x="3270119" y="718866"/>
                </a:moveTo>
                <a:lnTo>
                  <a:pt x="3256264" y="718866"/>
                </a:lnTo>
                <a:lnTo>
                  <a:pt x="3233318" y="785108"/>
                </a:lnTo>
                <a:lnTo>
                  <a:pt x="3242484" y="785108"/>
                </a:lnTo>
                <a:lnTo>
                  <a:pt x="3270119" y="718866"/>
                </a:lnTo>
                <a:close/>
              </a:path>
              <a:path w="3308985" h="1290954">
                <a:moveTo>
                  <a:pt x="3296037" y="784333"/>
                </a:moveTo>
                <a:lnTo>
                  <a:pt x="3281335" y="790448"/>
                </a:lnTo>
                <a:lnTo>
                  <a:pt x="3291076" y="802860"/>
                </a:lnTo>
                <a:lnTo>
                  <a:pt x="3296037" y="784333"/>
                </a:lnTo>
                <a:close/>
              </a:path>
              <a:path w="3308985" h="1290954">
                <a:moveTo>
                  <a:pt x="216928" y="919757"/>
                </a:moveTo>
                <a:lnTo>
                  <a:pt x="150469" y="919757"/>
                </a:lnTo>
                <a:lnTo>
                  <a:pt x="150469" y="1030594"/>
                </a:lnTo>
                <a:lnTo>
                  <a:pt x="163891" y="1030594"/>
                </a:lnTo>
                <a:lnTo>
                  <a:pt x="163891" y="981020"/>
                </a:lnTo>
                <a:lnTo>
                  <a:pt x="211949" y="981020"/>
                </a:lnTo>
                <a:lnTo>
                  <a:pt x="211949" y="969114"/>
                </a:lnTo>
                <a:lnTo>
                  <a:pt x="163891" y="969114"/>
                </a:lnTo>
                <a:lnTo>
                  <a:pt x="163891" y="931664"/>
                </a:lnTo>
                <a:lnTo>
                  <a:pt x="216928" y="931664"/>
                </a:lnTo>
                <a:lnTo>
                  <a:pt x="216928" y="919757"/>
                </a:lnTo>
                <a:close/>
              </a:path>
              <a:path w="3308985" h="1290954">
                <a:moveTo>
                  <a:pt x="250955" y="947466"/>
                </a:moveTo>
                <a:lnTo>
                  <a:pt x="238183" y="947466"/>
                </a:lnTo>
                <a:lnTo>
                  <a:pt x="238183" y="1030594"/>
                </a:lnTo>
                <a:lnTo>
                  <a:pt x="250955" y="1030594"/>
                </a:lnTo>
                <a:lnTo>
                  <a:pt x="250955" y="947466"/>
                </a:lnTo>
                <a:close/>
              </a:path>
              <a:path w="3308985" h="1290954">
                <a:moveTo>
                  <a:pt x="240041" y="917142"/>
                </a:moveTo>
                <a:lnTo>
                  <a:pt x="244677" y="933612"/>
                </a:lnTo>
                <a:lnTo>
                  <a:pt x="247167" y="933612"/>
                </a:lnTo>
                <a:lnTo>
                  <a:pt x="253770" y="922571"/>
                </a:lnTo>
                <a:lnTo>
                  <a:pt x="240041" y="917142"/>
                </a:lnTo>
                <a:close/>
              </a:path>
              <a:path w="3308985" h="1290954">
                <a:moveTo>
                  <a:pt x="286694" y="947539"/>
                </a:moveTo>
                <a:lnTo>
                  <a:pt x="274348" y="947539"/>
                </a:lnTo>
                <a:lnTo>
                  <a:pt x="274348" y="1030594"/>
                </a:lnTo>
                <a:lnTo>
                  <a:pt x="287121" y="1030594"/>
                </a:lnTo>
                <a:lnTo>
                  <a:pt x="287121" y="980587"/>
                </a:lnTo>
                <a:lnTo>
                  <a:pt x="291721" y="964857"/>
                </a:lnTo>
                <a:lnTo>
                  <a:pt x="305890" y="960455"/>
                </a:lnTo>
                <a:lnTo>
                  <a:pt x="287770" y="960455"/>
                </a:lnTo>
                <a:lnTo>
                  <a:pt x="286706" y="947683"/>
                </a:lnTo>
                <a:lnTo>
                  <a:pt x="286694" y="947539"/>
                </a:lnTo>
                <a:close/>
              </a:path>
              <a:path w="3308985" h="1290954">
                <a:moveTo>
                  <a:pt x="332350" y="957857"/>
                </a:moveTo>
                <a:lnTo>
                  <a:pt x="314252" y="957857"/>
                </a:lnTo>
                <a:lnTo>
                  <a:pt x="325690" y="967022"/>
                </a:lnTo>
                <a:lnTo>
                  <a:pt x="327385" y="1030594"/>
                </a:lnTo>
                <a:lnTo>
                  <a:pt x="340157" y="1030594"/>
                </a:lnTo>
                <a:lnTo>
                  <a:pt x="339023" y="967022"/>
                </a:lnTo>
                <a:lnTo>
                  <a:pt x="338985" y="964857"/>
                </a:lnTo>
                <a:lnTo>
                  <a:pt x="332350" y="957857"/>
                </a:lnTo>
                <a:close/>
              </a:path>
              <a:path w="3308985" h="1290954">
                <a:moveTo>
                  <a:pt x="322569" y="947539"/>
                </a:moveTo>
                <a:lnTo>
                  <a:pt x="300614" y="947683"/>
                </a:lnTo>
                <a:lnTo>
                  <a:pt x="287770" y="960455"/>
                </a:lnTo>
                <a:lnTo>
                  <a:pt x="305890" y="960455"/>
                </a:lnTo>
                <a:lnTo>
                  <a:pt x="314252" y="957857"/>
                </a:lnTo>
                <a:lnTo>
                  <a:pt x="332350" y="957857"/>
                </a:lnTo>
                <a:lnTo>
                  <a:pt x="322569" y="947539"/>
                </a:lnTo>
                <a:close/>
              </a:path>
              <a:path w="3308985" h="1290954">
                <a:moveTo>
                  <a:pt x="420872" y="958976"/>
                </a:moveTo>
                <a:lnTo>
                  <a:pt x="384874" y="958976"/>
                </a:lnTo>
                <a:lnTo>
                  <a:pt x="406016" y="959120"/>
                </a:lnTo>
                <a:lnTo>
                  <a:pt x="413286" y="974526"/>
                </a:lnTo>
                <a:lnTo>
                  <a:pt x="360538" y="998375"/>
                </a:lnTo>
                <a:lnTo>
                  <a:pt x="365914" y="1024641"/>
                </a:lnTo>
                <a:lnTo>
                  <a:pt x="387958" y="1032542"/>
                </a:lnTo>
                <a:lnTo>
                  <a:pt x="392793" y="1032542"/>
                </a:lnTo>
                <a:lnTo>
                  <a:pt x="411771" y="1021141"/>
                </a:lnTo>
                <a:lnTo>
                  <a:pt x="384919" y="1021141"/>
                </a:lnTo>
                <a:lnTo>
                  <a:pt x="372372" y="1012085"/>
                </a:lnTo>
                <a:lnTo>
                  <a:pt x="376637" y="998375"/>
                </a:lnTo>
                <a:lnTo>
                  <a:pt x="376738" y="998050"/>
                </a:lnTo>
                <a:lnTo>
                  <a:pt x="426058" y="998050"/>
                </a:lnTo>
                <a:lnTo>
                  <a:pt x="426058" y="969222"/>
                </a:lnTo>
                <a:lnTo>
                  <a:pt x="420945" y="959120"/>
                </a:lnTo>
                <a:lnTo>
                  <a:pt x="420872" y="958976"/>
                </a:lnTo>
                <a:close/>
              </a:path>
              <a:path w="3308985" h="1290954">
                <a:moveTo>
                  <a:pt x="426058" y="998050"/>
                </a:moveTo>
                <a:lnTo>
                  <a:pt x="376738" y="998050"/>
                </a:lnTo>
                <a:lnTo>
                  <a:pt x="413286" y="1000503"/>
                </a:lnTo>
                <a:lnTo>
                  <a:pt x="408812" y="1013546"/>
                </a:lnTo>
                <a:lnTo>
                  <a:pt x="389725" y="1021141"/>
                </a:lnTo>
                <a:lnTo>
                  <a:pt x="411771" y="1021141"/>
                </a:lnTo>
                <a:lnTo>
                  <a:pt x="413286" y="1030594"/>
                </a:lnTo>
                <a:lnTo>
                  <a:pt x="426058" y="1030594"/>
                </a:lnTo>
                <a:lnTo>
                  <a:pt x="426058" y="998050"/>
                </a:lnTo>
                <a:close/>
              </a:path>
              <a:path w="3308985" h="1290954">
                <a:moveTo>
                  <a:pt x="378253" y="949234"/>
                </a:moveTo>
                <a:lnTo>
                  <a:pt x="361981" y="965867"/>
                </a:lnTo>
                <a:lnTo>
                  <a:pt x="374104" y="970196"/>
                </a:lnTo>
                <a:lnTo>
                  <a:pt x="384874" y="958976"/>
                </a:lnTo>
                <a:lnTo>
                  <a:pt x="420872" y="958976"/>
                </a:lnTo>
                <a:lnTo>
                  <a:pt x="417922" y="953149"/>
                </a:lnTo>
                <a:lnTo>
                  <a:pt x="378253" y="949234"/>
                </a:lnTo>
                <a:close/>
              </a:path>
              <a:path w="3308985" h="1290954">
                <a:moveTo>
                  <a:pt x="462142" y="919757"/>
                </a:moveTo>
                <a:lnTo>
                  <a:pt x="449370" y="919757"/>
                </a:lnTo>
                <a:lnTo>
                  <a:pt x="449370" y="1030594"/>
                </a:lnTo>
                <a:lnTo>
                  <a:pt x="462142" y="1030594"/>
                </a:lnTo>
                <a:lnTo>
                  <a:pt x="462142" y="919757"/>
                </a:lnTo>
                <a:close/>
              </a:path>
              <a:path w="3308985" h="1290954">
                <a:moveTo>
                  <a:pt x="498308" y="919757"/>
                </a:moveTo>
                <a:lnTo>
                  <a:pt x="485535" y="919757"/>
                </a:lnTo>
                <a:lnTo>
                  <a:pt x="485535" y="1030594"/>
                </a:lnTo>
                <a:lnTo>
                  <a:pt x="498308" y="1030594"/>
                </a:lnTo>
                <a:lnTo>
                  <a:pt x="498308" y="919757"/>
                </a:lnTo>
                <a:close/>
              </a:path>
              <a:path w="3308985" h="1290954">
                <a:moveTo>
                  <a:pt x="529061" y="947466"/>
                </a:moveTo>
                <a:lnTo>
                  <a:pt x="515206" y="947466"/>
                </a:lnTo>
                <a:lnTo>
                  <a:pt x="545946" y="1031027"/>
                </a:lnTo>
                <a:lnTo>
                  <a:pt x="540300" y="1044791"/>
                </a:lnTo>
                <a:lnTo>
                  <a:pt x="523865" y="1048994"/>
                </a:lnTo>
                <a:lnTo>
                  <a:pt x="520618" y="1060251"/>
                </a:lnTo>
                <a:lnTo>
                  <a:pt x="529927" y="1061766"/>
                </a:lnTo>
                <a:lnTo>
                  <a:pt x="543421" y="1058339"/>
                </a:lnTo>
                <a:lnTo>
                  <a:pt x="562040" y="1013708"/>
                </a:lnTo>
                <a:lnTo>
                  <a:pt x="552873" y="1013708"/>
                </a:lnTo>
                <a:lnTo>
                  <a:pt x="529061" y="947466"/>
                </a:lnTo>
                <a:close/>
              </a:path>
              <a:path w="3308985" h="1290954">
                <a:moveTo>
                  <a:pt x="589675" y="947466"/>
                </a:moveTo>
                <a:lnTo>
                  <a:pt x="575820" y="947466"/>
                </a:lnTo>
                <a:lnTo>
                  <a:pt x="552873" y="1013708"/>
                </a:lnTo>
                <a:lnTo>
                  <a:pt x="562040" y="1013708"/>
                </a:lnTo>
                <a:lnTo>
                  <a:pt x="589675" y="947466"/>
                </a:lnTo>
                <a:close/>
              </a:path>
              <a:path w="3308985" h="1290954">
                <a:moveTo>
                  <a:pt x="620374" y="1015440"/>
                </a:moveTo>
                <a:lnTo>
                  <a:pt x="606519" y="1015440"/>
                </a:lnTo>
                <a:lnTo>
                  <a:pt x="599808" y="1057653"/>
                </a:lnTo>
                <a:lnTo>
                  <a:pt x="609550" y="1057653"/>
                </a:lnTo>
                <a:lnTo>
                  <a:pt x="620374" y="1015440"/>
                </a:lnTo>
                <a:close/>
              </a:path>
              <a:path w="3308985" h="1290954">
                <a:moveTo>
                  <a:pt x="735392" y="927550"/>
                </a:moveTo>
                <a:lnTo>
                  <a:pt x="722620" y="927550"/>
                </a:lnTo>
                <a:lnTo>
                  <a:pt x="722620" y="1010245"/>
                </a:lnTo>
                <a:lnTo>
                  <a:pt x="728248" y="1025434"/>
                </a:lnTo>
                <a:lnTo>
                  <a:pt x="749481" y="1031496"/>
                </a:lnTo>
                <a:lnTo>
                  <a:pt x="735392" y="927550"/>
                </a:lnTo>
                <a:close/>
              </a:path>
              <a:path w="3308985" h="1290954">
                <a:moveTo>
                  <a:pt x="722620" y="947466"/>
                </a:moveTo>
                <a:lnTo>
                  <a:pt x="710064" y="947466"/>
                </a:lnTo>
                <a:lnTo>
                  <a:pt x="710064" y="958290"/>
                </a:lnTo>
                <a:lnTo>
                  <a:pt x="722620" y="958290"/>
                </a:lnTo>
                <a:lnTo>
                  <a:pt x="722620" y="947466"/>
                </a:lnTo>
                <a:close/>
              </a:path>
              <a:path w="3308985" h="1290954">
                <a:moveTo>
                  <a:pt x="753143" y="947466"/>
                </a:moveTo>
                <a:lnTo>
                  <a:pt x="738092" y="947466"/>
                </a:lnTo>
                <a:lnTo>
                  <a:pt x="739559" y="958290"/>
                </a:lnTo>
                <a:lnTo>
                  <a:pt x="753143" y="958290"/>
                </a:lnTo>
                <a:lnTo>
                  <a:pt x="753143" y="947466"/>
                </a:lnTo>
                <a:close/>
              </a:path>
              <a:path w="3308985" h="1290954">
                <a:moveTo>
                  <a:pt x="786914" y="919757"/>
                </a:moveTo>
                <a:lnTo>
                  <a:pt x="774142" y="919757"/>
                </a:lnTo>
                <a:lnTo>
                  <a:pt x="774142" y="1030594"/>
                </a:lnTo>
                <a:lnTo>
                  <a:pt x="786914" y="1030594"/>
                </a:lnTo>
                <a:lnTo>
                  <a:pt x="786914" y="980587"/>
                </a:lnTo>
                <a:lnTo>
                  <a:pt x="791640" y="964857"/>
                </a:lnTo>
                <a:lnTo>
                  <a:pt x="806207" y="960455"/>
                </a:lnTo>
                <a:lnTo>
                  <a:pt x="787996" y="960455"/>
                </a:lnTo>
                <a:lnTo>
                  <a:pt x="786914" y="919757"/>
                </a:lnTo>
                <a:close/>
              </a:path>
              <a:path w="3308985" h="1290954">
                <a:moveTo>
                  <a:pt x="835531" y="957857"/>
                </a:moveTo>
                <a:lnTo>
                  <a:pt x="814803" y="957857"/>
                </a:lnTo>
                <a:lnTo>
                  <a:pt x="826331" y="966931"/>
                </a:lnTo>
                <a:lnTo>
                  <a:pt x="828044" y="1030594"/>
                </a:lnTo>
                <a:lnTo>
                  <a:pt x="840817" y="1030594"/>
                </a:lnTo>
                <a:lnTo>
                  <a:pt x="840817" y="977773"/>
                </a:lnTo>
                <a:lnTo>
                  <a:pt x="835531" y="957857"/>
                </a:lnTo>
                <a:close/>
              </a:path>
              <a:path w="3308985" h="1290954">
                <a:moveTo>
                  <a:pt x="823083" y="947521"/>
                </a:moveTo>
                <a:lnTo>
                  <a:pt x="800696" y="947665"/>
                </a:lnTo>
                <a:lnTo>
                  <a:pt x="787996" y="960455"/>
                </a:lnTo>
                <a:lnTo>
                  <a:pt x="806207" y="960455"/>
                </a:lnTo>
                <a:lnTo>
                  <a:pt x="814803" y="957857"/>
                </a:lnTo>
                <a:lnTo>
                  <a:pt x="835531" y="957857"/>
                </a:lnTo>
                <a:lnTo>
                  <a:pt x="834900" y="955476"/>
                </a:lnTo>
                <a:lnTo>
                  <a:pt x="823083" y="947521"/>
                </a:lnTo>
                <a:close/>
              </a:path>
              <a:path w="3308985" h="1290954">
                <a:moveTo>
                  <a:pt x="890232" y="946384"/>
                </a:moveTo>
                <a:lnTo>
                  <a:pt x="872445" y="955548"/>
                </a:lnTo>
                <a:lnTo>
                  <a:pt x="861837" y="973660"/>
                </a:lnTo>
                <a:lnTo>
                  <a:pt x="860286" y="998194"/>
                </a:lnTo>
                <a:lnTo>
                  <a:pt x="868079" y="1018471"/>
                </a:lnTo>
                <a:lnTo>
                  <a:pt x="884117" y="1030558"/>
                </a:lnTo>
                <a:lnTo>
                  <a:pt x="899035" y="1032325"/>
                </a:lnTo>
                <a:lnTo>
                  <a:pt x="918753" y="1027960"/>
                </a:lnTo>
                <a:lnTo>
                  <a:pt x="924481" y="1020852"/>
                </a:lnTo>
                <a:lnTo>
                  <a:pt x="893876" y="1020852"/>
                </a:lnTo>
                <a:lnTo>
                  <a:pt x="878506" y="1011923"/>
                </a:lnTo>
                <a:lnTo>
                  <a:pt x="876242" y="993360"/>
                </a:lnTo>
                <a:lnTo>
                  <a:pt x="869378" y="993360"/>
                </a:lnTo>
                <a:lnTo>
                  <a:pt x="869378" y="982319"/>
                </a:lnTo>
                <a:lnTo>
                  <a:pt x="874895" y="982319"/>
                </a:lnTo>
                <a:lnTo>
                  <a:pt x="874050" y="975392"/>
                </a:lnTo>
                <a:lnTo>
                  <a:pt x="892649" y="957857"/>
                </a:lnTo>
                <a:lnTo>
                  <a:pt x="922199" y="957857"/>
                </a:lnTo>
                <a:lnTo>
                  <a:pt x="918627" y="952337"/>
                </a:lnTo>
                <a:lnTo>
                  <a:pt x="890232" y="946384"/>
                </a:lnTo>
                <a:close/>
              </a:path>
              <a:path w="3308985" h="1290954">
                <a:moveTo>
                  <a:pt x="919817" y="1007864"/>
                </a:moveTo>
                <a:lnTo>
                  <a:pt x="918735" y="1010750"/>
                </a:lnTo>
                <a:lnTo>
                  <a:pt x="893876" y="1020852"/>
                </a:lnTo>
                <a:lnTo>
                  <a:pt x="924481" y="1020852"/>
                </a:lnTo>
                <a:lnTo>
                  <a:pt x="932156" y="1011327"/>
                </a:lnTo>
                <a:lnTo>
                  <a:pt x="919817" y="1007864"/>
                </a:lnTo>
                <a:close/>
              </a:path>
              <a:path w="3308985" h="1290954">
                <a:moveTo>
                  <a:pt x="874895" y="982319"/>
                </a:moveTo>
                <a:lnTo>
                  <a:pt x="869378" y="982319"/>
                </a:lnTo>
                <a:lnTo>
                  <a:pt x="869378" y="993360"/>
                </a:lnTo>
                <a:lnTo>
                  <a:pt x="876242" y="993360"/>
                </a:lnTo>
                <a:lnTo>
                  <a:pt x="874895" y="982319"/>
                </a:lnTo>
                <a:close/>
              </a:path>
              <a:path w="3308985" h="1290954">
                <a:moveTo>
                  <a:pt x="922199" y="957857"/>
                </a:moveTo>
                <a:lnTo>
                  <a:pt x="892649" y="957857"/>
                </a:lnTo>
                <a:lnTo>
                  <a:pt x="913179" y="963179"/>
                </a:lnTo>
                <a:lnTo>
                  <a:pt x="920467" y="982319"/>
                </a:lnTo>
                <a:lnTo>
                  <a:pt x="874895" y="982319"/>
                </a:lnTo>
                <a:lnTo>
                  <a:pt x="876242" y="993360"/>
                </a:lnTo>
                <a:lnTo>
                  <a:pt x="933455" y="993360"/>
                </a:lnTo>
                <a:lnTo>
                  <a:pt x="932518" y="975392"/>
                </a:lnTo>
                <a:lnTo>
                  <a:pt x="932427" y="973660"/>
                </a:lnTo>
                <a:lnTo>
                  <a:pt x="922199" y="957857"/>
                </a:lnTo>
                <a:close/>
              </a:path>
              <a:path w="3308985" h="1290954">
                <a:moveTo>
                  <a:pt x="1038610" y="947466"/>
                </a:moveTo>
                <a:lnTo>
                  <a:pt x="1025838" y="947466"/>
                </a:lnTo>
                <a:lnTo>
                  <a:pt x="1026942" y="1010317"/>
                </a:lnTo>
                <a:lnTo>
                  <a:pt x="1026993" y="1013221"/>
                </a:lnTo>
                <a:lnTo>
                  <a:pt x="1042917" y="1030594"/>
                </a:lnTo>
                <a:lnTo>
                  <a:pt x="1039324" y="1030594"/>
                </a:lnTo>
                <a:lnTo>
                  <a:pt x="1064155" y="1030215"/>
                </a:lnTo>
                <a:lnTo>
                  <a:pt x="1074646" y="1019337"/>
                </a:lnTo>
                <a:lnTo>
                  <a:pt x="1051491" y="1019337"/>
                </a:lnTo>
                <a:lnTo>
                  <a:pt x="1040306" y="1010317"/>
                </a:lnTo>
                <a:lnTo>
                  <a:pt x="1038610" y="947466"/>
                </a:lnTo>
                <a:close/>
              </a:path>
              <a:path w="3308985" h="1290954">
                <a:moveTo>
                  <a:pt x="1090998" y="1016523"/>
                </a:moveTo>
                <a:lnTo>
                  <a:pt x="1077360" y="1016523"/>
                </a:lnTo>
                <a:lnTo>
                  <a:pt x="1078202" y="1030215"/>
                </a:lnTo>
                <a:lnTo>
                  <a:pt x="1078226" y="1030594"/>
                </a:lnTo>
                <a:lnTo>
                  <a:pt x="1090998" y="1030594"/>
                </a:lnTo>
                <a:lnTo>
                  <a:pt x="1090998" y="1016523"/>
                </a:lnTo>
                <a:close/>
              </a:path>
              <a:path w="3308985" h="1290954">
                <a:moveTo>
                  <a:pt x="1090998" y="947466"/>
                </a:moveTo>
                <a:lnTo>
                  <a:pt x="1078226" y="947466"/>
                </a:lnTo>
                <a:lnTo>
                  <a:pt x="1078226" y="996607"/>
                </a:lnTo>
                <a:lnTo>
                  <a:pt x="1072579" y="1012788"/>
                </a:lnTo>
                <a:lnTo>
                  <a:pt x="1051491" y="1019337"/>
                </a:lnTo>
                <a:lnTo>
                  <a:pt x="1074646" y="1019337"/>
                </a:lnTo>
                <a:lnTo>
                  <a:pt x="1077360" y="1016523"/>
                </a:lnTo>
                <a:lnTo>
                  <a:pt x="1090998" y="1016523"/>
                </a:lnTo>
                <a:lnTo>
                  <a:pt x="1090998" y="947466"/>
                </a:lnTo>
                <a:close/>
              </a:path>
              <a:path w="3308985" h="1290954">
                <a:moveTo>
                  <a:pt x="1122834" y="1007647"/>
                </a:moveTo>
                <a:lnTo>
                  <a:pt x="1110711" y="1010678"/>
                </a:lnTo>
                <a:lnTo>
                  <a:pt x="1112190" y="1017749"/>
                </a:lnTo>
                <a:lnTo>
                  <a:pt x="1126820" y="1030485"/>
                </a:lnTo>
                <a:lnTo>
                  <a:pt x="1148775" y="1032325"/>
                </a:lnTo>
                <a:lnTo>
                  <a:pt x="1167969" y="1023955"/>
                </a:lnTo>
                <a:lnTo>
                  <a:pt x="1169192" y="1019950"/>
                </a:lnTo>
                <a:lnTo>
                  <a:pt x="1132629" y="1019950"/>
                </a:lnTo>
                <a:lnTo>
                  <a:pt x="1122834" y="1007647"/>
                </a:lnTo>
                <a:close/>
              </a:path>
              <a:path w="3308985" h="1290954">
                <a:moveTo>
                  <a:pt x="1143832" y="946384"/>
                </a:moveTo>
                <a:lnTo>
                  <a:pt x="1119929" y="954358"/>
                </a:lnTo>
                <a:lnTo>
                  <a:pt x="1113309" y="976150"/>
                </a:lnTo>
                <a:lnTo>
                  <a:pt x="1122184" y="988543"/>
                </a:lnTo>
                <a:lnTo>
                  <a:pt x="1156532" y="998844"/>
                </a:lnTo>
                <a:lnTo>
                  <a:pt x="1161583" y="1011652"/>
                </a:lnTo>
                <a:lnTo>
                  <a:pt x="1152780" y="1019806"/>
                </a:lnTo>
                <a:lnTo>
                  <a:pt x="1132629" y="1019950"/>
                </a:lnTo>
                <a:lnTo>
                  <a:pt x="1169192" y="1019950"/>
                </a:lnTo>
                <a:lnTo>
                  <a:pt x="1174788" y="1001622"/>
                </a:lnTo>
                <a:lnTo>
                  <a:pt x="1165678" y="989481"/>
                </a:lnTo>
                <a:lnTo>
                  <a:pt x="1127235" y="975446"/>
                </a:lnTo>
                <a:lnTo>
                  <a:pt x="1127637" y="966083"/>
                </a:lnTo>
                <a:lnTo>
                  <a:pt x="1127758" y="963251"/>
                </a:lnTo>
                <a:lnTo>
                  <a:pt x="1147548" y="957424"/>
                </a:lnTo>
                <a:lnTo>
                  <a:pt x="1168365" y="957424"/>
                </a:lnTo>
                <a:lnTo>
                  <a:pt x="1158516" y="948188"/>
                </a:lnTo>
                <a:lnTo>
                  <a:pt x="1143832" y="946384"/>
                </a:lnTo>
                <a:close/>
              </a:path>
              <a:path w="3308985" h="1290954">
                <a:moveTo>
                  <a:pt x="1168365" y="957424"/>
                </a:moveTo>
                <a:lnTo>
                  <a:pt x="1147548" y="957424"/>
                </a:lnTo>
                <a:lnTo>
                  <a:pt x="1161800" y="969331"/>
                </a:lnTo>
                <a:lnTo>
                  <a:pt x="1173273" y="966083"/>
                </a:lnTo>
                <a:lnTo>
                  <a:pt x="1171288" y="960166"/>
                </a:lnTo>
                <a:lnTo>
                  <a:pt x="1168365" y="957424"/>
                </a:lnTo>
                <a:close/>
              </a:path>
              <a:path w="3308985" h="1290954">
                <a:moveTo>
                  <a:pt x="1220064" y="946384"/>
                </a:moveTo>
                <a:lnTo>
                  <a:pt x="1202276" y="955548"/>
                </a:lnTo>
                <a:lnTo>
                  <a:pt x="1191669" y="973660"/>
                </a:lnTo>
                <a:lnTo>
                  <a:pt x="1190117" y="998194"/>
                </a:lnTo>
                <a:lnTo>
                  <a:pt x="1197911" y="1018471"/>
                </a:lnTo>
                <a:lnTo>
                  <a:pt x="1213948" y="1030558"/>
                </a:lnTo>
                <a:lnTo>
                  <a:pt x="1228867" y="1032325"/>
                </a:lnTo>
                <a:lnTo>
                  <a:pt x="1248584" y="1027960"/>
                </a:lnTo>
                <a:lnTo>
                  <a:pt x="1254312" y="1020852"/>
                </a:lnTo>
                <a:lnTo>
                  <a:pt x="1223707" y="1020852"/>
                </a:lnTo>
                <a:lnTo>
                  <a:pt x="1208338" y="1011923"/>
                </a:lnTo>
                <a:lnTo>
                  <a:pt x="1206073" y="993360"/>
                </a:lnTo>
                <a:lnTo>
                  <a:pt x="1199209" y="993360"/>
                </a:lnTo>
                <a:lnTo>
                  <a:pt x="1199209" y="982319"/>
                </a:lnTo>
                <a:lnTo>
                  <a:pt x="1204727" y="982319"/>
                </a:lnTo>
                <a:lnTo>
                  <a:pt x="1203882" y="975392"/>
                </a:lnTo>
                <a:lnTo>
                  <a:pt x="1222481" y="957857"/>
                </a:lnTo>
                <a:lnTo>
                  <a:pt x="1252031" y="957857"/>
                </a:lnTo>
                <a:lnTo>
                  <a:pt x="1248458" y="952337"/>
                </a:lnTo>
                <a:lnTo>
                  <a:pt x="1220064" y="946384"/>
                </a:lnTo>
                <a:close/>
              </a:path>
              <a:path w="3308985" h="1290954">
                <a:moveTo>
                  <a:pt x="1249649" y="1007864"/>
                </a:moveTo>
                <a:lnTo>
                  <a:pt x="1248566" y="1010750"/>
                </a:lnTo>
                <a:lnTo>
                  <a:pt x="1223707" y="1020852"/>
                </a:lnTo>
                <a:lnTo>
                  <a:pt x="1254312" y="1020852"/>
                </a:lnTo>
                <a:lnTo>
                  <a:pt x="1261988" y="1011327"/>
                </a:lnTo>
                <a:lnTo>
                  <a:pt x="1249649" y="1007864"/>
                </a:lnTo>
                <a:close/>
              </a:path>
              <a:path w="3308985" h="1290954">
                <a:moveTo>
                  <a:pt x="1204727" y="982319"/>
                </a:moveTo>
                <a:lnTo>
                  <a:pt x="1199209" y="982319"/>
                </a:lnTo>
                <a:lnTo>
                  <a:pt x="1199209" y="993360"/>
                </a:lnTo>
                <a:lnTo>
                  <a:pt x="1206073" y="993360"/>
                </a:lnTo>
                <a:lnTo>
                  <a:pt x="1204727" y="982319"/>
                </a:lnTo>
                <a:close/>
              </a:path>
              <a:path w="3308985" h="1290954">
                <a:moveTo>
                  <a:pt x="1252031" y="957857"/>
                </a:moveTo>
                <a:lnTo>
                  <a:pt x="1222481" y="957857"/>
                </a:lnTo>
                <a:lnTo>
                  <a:pt x="1243010" y="963179"/>
                </a:lnTo>
                <a:lnTo>
                  <a:pt x="1250298" y="982319"/>
                </a:lnTo>
                <a:lnTo>
                  <a:pt x="1204727" y="982319"/>
                </a:lnTo>
                <a:lnTo>
                  <a:pt x="1206073" y="993360"/>
                </a:lnTo>
                <a:lnTo>
                  <a:pt x="1263287" y="993360"/>
                </a:lnTo>
                <a:lnTo>
                  <a:pt x="1262349" y="975392"/>
                </a:lnTo>
                <a:lnTo>
                  <a:pt x="1262259" y="973660"/>
                </a:lnTo>
                <a:lnTo>
                  <a:pt x="1252031" y="957857"/>
                </a:lnTo>
                <a:close/>
              </a:path>
              <a:path w="3308985" h="1290954">
                <a:moveTo>
                  <a:pt x="1295055" y="947466"/>
                </a:moveTo>
                <a:lnTo>
                  <a:pt x="1282716" y="947466"/>
                </a:lnTo>
                <a:lnTo>
                  <a:pt x="1282716" y="1030594"/>
                </a:lnTo>
                <a:lnTo>
                  <a:pt x="1295488" y="1030594"/>
                </a:lnTo>
                <a:lnTo>
                  <a:pt x="1296390" y="970900"/>
                </a:lnTo>
                <a:lnTo>
                  <a:pt x="1314029" y="960022"/>
                </a:lnTo>
                <a:lnTo>
                  <a:pt x="1295921" y="960022"/>
                </a:lnTo>
                <a:lnTo>
                  <a:pt x="1295055" y="947466"/>
                </a:lnTo>
                <a:close/>
              </a:path>
              <a:path w="3308985" h="1290954">
                <a:moveTo>
                  <a:pt x="1312589" y="946168"/>
                </a:moveTo>
                <a:lnTo>
                  <a:pt x="1295921" y="960022"/>
                </a:lnTo>
                <a:lnTo>
                  <a:pt x="1314029" y="960022"/>
                </a:lnTo>
                <a:lnTo>
                  <a:pt x="1316486" y="958507"/>
                </a:lnTo>
                <a:lnTo>
                  <a:pt x="1324279" y="946384"/>
                </a:lnTo>
                <a:lnTo>
                  <a:pt x="1312589" y="946168"/>
                </a:lnTo>
                <a:close/>
              </a:path>
              <a:path w="3308985" h="1290954">
                <a:moveTo>
                  <a:pt x="1424712" y="947466"/>
                </a:moveTo>
                <a:lnTo>
                  <a:pt x="1412373" y="947466"/>
                </a:lnTo>
                <a:lnTo>
                  <a:pt x="1412373" y="1030594"/>
                </a:lnTo>
                <a:lnTo>
                  <a:pt x="1425145" y="1030594"/>
                </a:lnTo>
                <a:lnTo>
                  <a:pt x="1425145" y="978639"/>
                </a:lnTo>
                <a:lnTo>
                  <a:pt x="1429386" y="965127"/>
                </a:lnTo>
                <a:lnTo>
                  <a:pt x="1429511" y="964730"/>
                </a:lnTo>
                <a:lnTo>
                  <a:pt x="1441518" y="960455"/>
                </a:lnTo>
                <a:lnTo>
                  <a:pt x="1425795" y="960455"/>
                </a:lnTo>
                <a:lnTo>
                  <a:pt x="1424729" y="947665"/>
                </a:lnTo>
                <a:lnTo>
                  <a:pt x="1424712" y="947466"/>
                </a:lnTo>
                <a:close/>
              </a:path>
              <a:path w="3308985" h="1290954">
                <a:moveTo>
                  <a:pt x="1468728" y="957984"/>
                </a:moveTo>
                <a:lnTo>
                  <a:pt x="1448989" y="957984"/>
                </a:lnTo>
                <a:lnTo>
                  <a:pt x="1458898" y="965127"/>
                </a:lnTo>
                <a:lnTo>
                  <a:pt x="1460431" y="1030594"/>
                </a:lnTo>
                <a:lnTo>
                  <a:pt x="1473420" y="1030594"/>
                </a:lnTo>
                <a:lnTo>
                  <a:pt x="1473420" y="971098"/>
                </a:lnTo>
                <a:lnTo>
                  <a:pt x="1483512" y="960455"/>
                </a:lnTo>
                <a:lnTo>
                  <a:pt x="1471255" y="960455"/>
                </a:lnTo>
                <a:lnTo>
                  <a:pt x="1468728" y="957984"/>
                </a:lnTo>
                <a:close/>
              </a:path>
              <a:path w="3308985" h="1290954">
                <a:moveTo>
                  <a:pt x="1519115" y="957984"/>
                </a:moveTo>
                <a:lnTo>
                  <a:pt x="1486379" y="957984"/>
                </a:lnTo>
                <a:lnTo>
                  <a:pt x="1507028" y="964442"/>
                </a:lnTo>
                <a:lnTo>
                  <a:pt x="1508706" y="1030594"/>
                </a:lnTo>
                <a:lnTo>
                  <a:pt x="1521478" y="1030594"/>
                </a:lnTo>
                <a:lnTo>
                  <a:pt x="1519195" y="960455"/>
                </a:lnTo>
                <a:lnTo>
                  <a:pt x="1519115" y="957984"/>
                </a:lnTo>
                <a:close/>
              </a:path>
              <a:path w="3308985" h="1290954">
                <a:moveTo>
                  <a:pt x="1458177" y="947665"/>
                </a:moveTo>
                <a:lnTo>
                  <a:pt x="1438009" y="947665"/>
                </a:lnTo>
                <a:lnTo>
                  <a:pt x="1425795" y="960455"/>
                </a:lnTo>
                <a:lnTo>
                  <a:pt x="1441518" y="960455"/>
                </a:lnTo>
                <a:lnTo>
                  <a:pt x="1448459" y="957984"/>
                </a:lnTo>
                <a:lnTo>
                  <a:pt x="1468728" y="957984"/>
                </a:lnTo>
                <a:lnTo>
                  <a:pt x="1458177" y="947665"/>
                </a:lnTo>
                <a:close/>
              </a:path>
              <a:path w="3308985" h="1290954">
                <a:moveTo>
                  <a:pt x="1503582" y="946384"/>
                </a:moveTo>
                <a:lnTo>
                  <a:pt x="1485092" y="947665"/>
                </a:lnTo>
                <a:lnTo>
                  <a:pt x="1471255" y="960455"/>
                </a:lnTo>
                <a:lnTo>
                  <a:pt x="1483512" y="960455"/>
                </a:lnTo>
                <a:lnTo>
                  <a:pt x="1485856" y="957984"/>
                </a:lnTo>
                <a:lnTo>
                  <a:pt x="1519115" y="957984"/>
                </a:lnTo>
                <a:lnTo>
                  <a:pt x="1503582" y="946384"/>
                </a:lnTo>
                <a:close/>
              </a:path>
              <a:path w="3308985" h="1290954">
                <a:moveTo>
                  <a:pt x="1557602" y="947466"/>
                </a:moveTo>
                <a:lnTo>
                  <a:pt x="1544830" y="947466"/>
                </a:lnTo>
                <a:lnTo>
                  <a:pt x="1545934" y="1010317"/>
                </a:lnTo>
                <a:lnTo>
                  <a:pt x="1545985" y="1013221"/>
                </a:lnTo>
                <a:lnTo>
                  <a:pt x="1561909" y="1030594"/>
                </a:lnTo>
                <a:lnTo>
                  <a:pt x="1558317" y="1030594"/>
                </a:lnTo>
                <a:lnTo>
                  <a:pt x="1583147" y="1030215"/>
                </a:lnTo>
                <a:lnTo>
                  <a:pt x="1593638" y="1019337"/>
                </a:lnTo>
                <a:lnTo>
                  <a:pt x="1570483" y="1019337"/>
                </a:lnTo>
                <a:lnTo>
                  <a:pt x="1559298" y="1010317"/>
                </a:lnTo>
                <a:lnTo>
                  <a:pt x="1557602" y="947466"/>
                </a:lnTo>
                <a:close/>
              </a:path>
              <a:path w="3308985" h="1290954">
                <a:moveTo>
                  <a:pt x="1609990" y="1016523"/>
                </a:moveTo>
                <a:lnTo>
                  <a:pt x="1596352" y="1016523"/>
                </a:lnTo>
                <a:lnTo>
                  <a:pt x="1597195" y="1030215"/>
                </a:lnTo>
                <a:lnTo>
                  <a:pt x="1597218" y="1030594"/>
                </a:lnTo>
                <a:lnTo>
                  <a:pt x="1609990" y="1030594"/>
                </a:lnTo>
                <a:lnTo>
                  <a:pt x="1609990" y="1016523"/>
                </a:lnTo>
                <a:close/>
              </a:path>
              <a:path w="3308985" h="1290954">
                <a:moveTo>
                  <a:pt x="1609990" y="947466"/>
                </a:moveTo>
                <a:lnTo>
                  <a:pt x="1597218" y="947466"/>
                </a:lnTo>
                <a:lnTo>
                  <a:pt x="1597218" y="996607"/>
                </a:lnTo>
                <a:lnTo>
                  <a:pt x="1591571" y="1012788"/>
                </a:lnTo>
                <a:lnTo>
                  <a:pt x="1570483" y="1019337"/>
                </a:lnTo>
                <a:lnTo>
                  <a:pt x="1593638" y="1019337"/>
                </a:lnTo>
                <a:lnTo>
                  <a:pt x="1596352" y="1016523"/>
                </a:lnTo>
                <a:lnTo>
                  <a:pt x="1609990" y="1016523"/>
                </a:lnTo>
                <a:lnTo>
                  <a:pt x="1609990" y="947466"/>
                </a:lnTo>
                <a:close/>
              </a:path>
              <a:path w="3308985" h="1290954">
                <a:moveTo>
                  <a:pt x="1641826" y="1007647"/>
                </a:moveTo>
                <a:lnTo>
                  <a:pt x="1629703" y="1010678"/>
                </a:lnTo>
                <a:lnTo>
                  <a:pt x="1631182" y="1017749"/>
                </a:lnTo>
                <a:lnTo>
                  <a:pt x="1645813" y="1030485"/>
                </a:lnTo>
                <a:lnTo>
                  <a:pt x="1667767" y="1032325"/>
                </a:lnTo>
                <a:lnTo>
                  <a:pt x="1686961" y="1023955"/>
                </a:lnTo>
                <a:lnTo>
                  <a:pt x="1688184" y="1019950"/>
                </a:lnTo>
                <a:lnTo>
                  <a:pt x="1651621" y="1019950"/>
                </a:lnTo>
                <a:lnTo>
                  <a:pt x="1641826" y="1007647"/>
                </a:lnTo>
                <a:close/>
              </a:path>
              <a:path w="3308985" h="1290954">
                <a:moveTo>
                  <a:pt x="1662824" y="946384"/>
                </a:moveTo>
                <a:lnTo>
                  <a:pt x="1638921" y="954358"/>
                </a:lnTo>
                <a:lnTo>
                  <a:pt x="1632301" y="976150"/>
                </a:lnTo>
                <a:lnTo>
                  <a:pt x="1641176" y="988543"/>
                </a:lnTo>
                <a:lnTo>
                  <a:pt x="1675524" y="998844"/>
                </a:lnTo>
                <a:lnTo>
                  <a:pt x="1680575" y="1011652"/>
                </a:lnTo>
                <a:lnTo>
                  <a:pt x="1671772" y="1019806"/>
                </a:lnTo>
                <a:lnTo>
                  <a:pt x="1651621" y="1019950"/>
                </a:lnTo>
                <a:lnTo>
                  <a:pt x="1688184" y="1019950"/>
                </a:lnTo>
                <a:lnTo>
                  <a:pt x="1693780" y="1001622"/>
                </a:lnTo>
                <a:lnTo>
                  <a:pt x="1684670" y="989481"/>
                </a:lnTo>
                <a:lnTo>
                  <a:pt x="1646227" y="975446"/>
                </a:lnTo>
                <a:lnTo>
                  <a:pt x="1646629" y="966083"/>
                </a:lnTo>
                <a:lnTo>
                  <a:pt x="1646750" y="963251"/>
                </a:lnTo>
                <a:lnTo>
                  <a:pt x="1666540" y="957424"/>
                </a:lnTo>
                <a:lnTo>
                  <a:pt x="1687357" y="957424"/>
                </a:lnTo>
                <a:lnTo>
                  <a:pt x="1677508" y="948188"/>
                </a:lnTo>
                <a:lnTo>
                  <a:pt x="1662824" y="946384"/>
                </a:lnTo>
                <a:close/>
              </a:path>
              <a:path w="3308985" h="1290954">
                <a:moveTo>
                  <a:pt x="1687357" y="957424"/>
                </a:moveTo>
                <a:lnTo>
                  <a:pt x="1666540" y="957424"/>
                </a:lnTo>
                <a:lnTo>
                  <a:pt x="1680792" y="969331"/>
                </a:lnTo>
                <a:lnTo>
                  <a:pt x="1692265" y="966083"/>
                </a:lnTo>
                <a:lnTo>
                  <a:pt x="1690281" y="960166"/>
                </a:lnTo>
                <a:lnTo>
                  <a:pt x="1687357" y="957424"/>
                </a:lnTo>
                <a:close/>
              </a:path>
              <a:path w="3308985" h="1290954">
                <a:moveTo>
                  <a:pt x="1731407" y="927550"/>
                </a:moveTo>
                <a:lnTo>
                  <a:pt x="1718634" y="927550"/>
                </a:lnTo>
                <a:lnTo>
                  <a:pt x="1718634" y="1010245"/>
                </a:lnTo>
                <a:lnTo>
                  <a:pt x="1724263" y="1025434"/>
                </a:lnTo>
                <a:lnTo>
                  <a:pt x="1745496" y="1031496"/>
                </a:lnTo>
                <a:lnTo>
                  <a:pt x="1731407" y="927550"/>
                </a:lnTo>
                <a:close/>
              </a:path>
              <a:path w="3308985" h="1290954">
                <a:moveTo>
                  <a:pt x="1718634" y="947466"/>
                </a:moveTo>
                <a:lnTo>
                  <a:pt x="1706079" y="947466"/>
                </a:lnTo>
                <a:lnTo>
                  <a:pt x="1706079" y="958290"/>
                </a:lnTo>
                <a:lnTo>
                  <a:pt x="1718634" y="958290"/>
                </a:lnTo>
                <a:lnTo>
                  <a:pt x="1718634" y="947466"/>
                </a:lnTo>
                <a:close/>
              </a:path>
              <a:path w="3308985" h="1290954">
                <a:moveTo>
                  <a:pt x="1749158" y="947466"/>
                </a:moveTo>
                <a:lnTo>
                  <a:pt x="1734106" y="947466"/>
                </a:lnTo>
                <a:lnTo>
                  <a:pt x="1735573" y="958290"/>
                </a:lnTo>
                <a:lnTo>
                  <a:pt x="1749158" y="958290"/>
                </a:lnTo>
                <a:lnTo>
                  <a:pt x="1749158" y="947466"/>
                </a:lnTo>
                <a:close/>
              </a:path>
              <a:path w="3308985" h="1290954">
                <a:moveTo>
                  <a:pt x="1867374" y="946384"/>
                </a:moveTo>
                <a:lnTo>
                  <a:pt x="1849586" y="955548"/>
                </a:lnTo>
                <a:lnTo>
                  <a:pt x="1838979" y="973570"/>
                </a:lnTo>
                <a:lnTo>
                  <a:pt x="1837428" y="997761"/>
                </a:lnTo>
                <a:lnTo>
                  <a:pt x="1845004" y="1018056"/>
                </a:lnTo>
                <a:lnTo>
                  <a:pt x="1860591" y="1030485"/>
                </a:lnTo>
                <a:lnTo>
                  <a:pt x="1875095" y="1032325"/>
                </a:lnTo>
                <a:lnTo>
                  <a:pt x="1895877" y="1026607"/>
                </a:lnTo>
                <a:lnTo>
                  <a:pt x="1899259" y="1020852"/>
                </a:lnTo>
                <a:lnTo>
                  <a:pt x="1870044" y="1020852"/>
                </a:lnTo>
                <a:lnTo>
                  <a:pt x="1855287" y="1010570"/>
                </a:lnTo>
                <a:lnTo>
                  <a:pt x="1851228" y="977286"/>
                </a:lnTo>
                <a:lnTo>
                  <a:pt x="1865750" y="959156"/>
                </a:lnTo>
                <a:lnTo>
                  <a:pt x="1900969" y="959156"/>
                </a:lnTo>
                <a:lnTo>
                  <a:pt x="1895371" y="951796"/>
                </a:lnTo>
                <a:lnTo>
                  <a:pt x="1867374" y="946384"/>
                </a:lnTo>
                <a:close/>
              </a:path>
              <a:path w="3308985" h="1290954">
                <a:moveTo>
                  <a:pt x="1907783" y="1006348"/>
                </a:moveTo>
                <a:lnTo>
                  <a:pt x="1895011" y="1006348"/>
                </a:lnTo>
                <a:lnTo>
                  <a:pt x="1894217" y="1009379"/>
                </a:lnTo>
                <a:lnTo>
                  <a:pt x="1870044" y="1020852"/>
                </a:lnTo>
                <a:lnTo>
                  <a:pt x="1899259" y="1020852"/>
                </a:lnTo>
                <a:lnTo>
                  <a:pt x="1907783" y="1006348"/>
                </a:lnTo>
                <a:close/>
              </a:path>
              <a:path w="3308985" h="1290954">
                <a:moveTo>
                  <a:pt x="1900969" y="959156"/>
                </a:moveTo>
                <a:lnTo>
                  <a:pt x="1865750" y="959156"/>
                </a:lnTo>
                <a:lnTo>
                  <a:pt x="1885197" y="959337"/>
                </a:lnTo>
                <a:lnTo>
                  <a:pt x="1895011" y="972361"/>
                </a:lnTo>
                <a:lnTo>
                  <a:pt x="1907783" y="972361"/>
                </a:lnTo>
                <a:lnTo>
                  <a:pt x="1907061" y="967166"/>
                </a:lnTo>
                <a:lnTo>
                  <a:pt x="1900969" y="959156"/>
                </a:lnTo>
                <a:close/>
              </a:path>
              <a:path w="3308985" h="1290954">
                <a:moveTo>
                  <a:pt x="1939226" y="919757"/>
                </a:moveTo>
                <a:lnTo>
                  <a:pt x="1926454" y="919757"/>
                </a:lnTo>
                <a:lnTo>
                  <a:pt x="1926454" y="1030594"/>
                </a:lnTo>
                <a:lnTo>
                  <a:pt x="1939226" y="1030594"/>
                </a:lnTo>
                <a:lnTo>
                  <a:pt x="1939226" y="919757"/>
                </a:lnTo>
                <a:close/>
              </a:path>
              <a:path w="3308985" h="1290954">
                <a:moveTo>
                  <a:pt x="1975391" y="947466"/>
                </a:moveTo>
                <a:lnTo>
                  <a:pt x="1962619" y="947466"/>
                </a:lnTo>
                <a:lnTo>
                  <a:pt x="1962619" y="1030594"/>
                </a:lnTo>
                <a:lnTo>
                  <a:pt x="1975391" y="1030594"/>
                </a:lnTo>
                <a:lnTo>
                  <a:pt x="1975391" y="947466"/>
                </a:lnTo>
                <a:close/>
              </a:path>
              <a:path w="3308985" h="1290954">
                <a:moveTo>
                  <a:pt x="1964477" y="917142"/>
                </a:moveTo>
                <a:lnTo>
                  <a:pt x="1969114" y="933612"/>
                </a:lnTo>
                <a:lnTo>
                  <a:pt x="1971603" y="933612"/>
                </a:lnTo>
                <a:lnTo>
                  <a:pt x="1978205" y="922571"/>
                </a:lnTo>
                <a:lnTo>
                  <a:pt x="1964477" y="917142"/>
                </a:lnTo>
                <a:close/>
              </a:path>
              <a:path w="3308985" h="1290954">
                <a:moveTo>
                  <a:pt x="2024834" y="946384"/>
                </a:moveTo>
                <a:lnTo>
                  <a:pt x="2007046" y="955548"/>
                </a:lnTo>
                <a:lnTo>
                  <a:pt x="1996439" y="973570"/>
                </a:lnTo>
                <a:lnTo>
                  <a:pt x="1994888" y="997761"/>
                </a:lnTo>
                <a:lnTo>
                  <a:pt x="2002464" y="1018056"/>
                </a:lnTo>
                <a:lnTo>
                  <a:pt x="2018051" y="1030485"/>
                </a:lnTo>
                <a:lnTo>
                  <a:pt x="2032555" y="1032325"/>
                </a:lnTo>
                <a:lnTo>
                  <a:pt x="2053337" y="1026607"/>
                </a:lnTo>
                <a:lnTo>
                  <a:pt x="2056719" y="1020852"/>
                </a:lnTo>
                <a:lnTo>
                  <a:pt x="2027504" y="1020852"/>
                </a:lnTo>
                <a:lnTo>
                  <a:pt x="2012747" y="1010570"/>
                </a:lnTo>
                <a:lnTo>
                  <a:pt x="2008688" y="977286"/>
                </a:lnTo>
                <a:lnTo>
                  <a:pt x="2023210" y="959156"/>
                </a:lnTo>
                <a:lnTo>
                  <a:pt x="2058429" y="959156"/>
                </a:lnTo>
                <a:lnTo>
                  <a:pt x="2052831" y="951796"/>
                </a:lnTo>
                <a:lnTo>
                  <a:pt x="2024834" y="946384"/>
                </a:lnTo>
                <a:close/>
              </a:path>
              <a:path w="3308985" h="1290954">
                <a:moveTo>
                  <a:pt x="2065243" y="1006348"/>
                </a:moveTo>
                <a:lnTo>
                  <a:pt x="2052471" y="1006348"/>
                </a:lnTo>
                <a:lnTo>
                  <a:pt x="2051677" y="1009379"/>
                </a:lnTo>
                <a:lnTo>
                  <a:pt x="2027504" y="1020852"/>
                </a:lnTo>
                <a:lnTo>
                  <a:pt x="2056719" y="1020852"/>
                </a:lnTo>
                <a:lnTo>
                  <a:pt x="2065243" y="1006348"/>
                </a:lnTo>
                <a:close/>
              </a:path>
              <a:path w="3308985" h="1290954">
                <a:moveTo>
                  <a:pt x="2058429" y="959156"/>
                </a:moveTo>
                <a:lnTo>
                  <a:pt x="2023210" y="959156"/>
                </a:lnTo>
                <a:lnTo>
                  <a:pt x="2042657" y="959337"/>
                </a:lnTo>
                <a:lnTo>
                  <a:pt x="2052471" y="972361"/>
                </a:lnTo>
                <a:lnTo>
                  <a:pt x="2065243" y="972361"/>
                </a:lnTo>
                <a:lnTo>
                  <a:pt x="2064521" y="967166"/>
                </a:lnTo>
                <a:lnTo>
                  <a:pt x="2058429" y="959156"/>
                </a:lnTo>
                <a:close/>
              </a:path>
              <a:path w="3308985" h="1290954">
                <a:moveTo>
                  <a:pt x="2096686" y="919757"/>
                </a:moveTo>
                <a:lnTo>
                  <a:pt x="2083914" y="919757"/>
                </a:lnTo>
                <a:lnTo>
                  <a:pt x="2083914" y="1030594"/>
                </a:lnTo>
                <a:lnTo>
                  <a:pt x="2096686" y="1030594"/>
                </a:lnTo>
                <a:lnTo>
                  <a:pt x="2096686" y="1000287"/>
                </a:lnTo>
                <a:lnTo>
                  <a:pt x="2095820" y="1000287"/>
                </a:lnTo>
                <a:lnTo>
                  <a:pt x="2095809" y="999449"/>
                </a:lnTo>
                <a:lnTo>
                  <a:pt x="2095693" y="990965"/>
                </a:lnTo>
                <a:lnTo>
                  <a:pt x="2095604" y="984484"/>
                </a:lnTo>
                <a:lnTo>
                  <a:pt x="2096686" y="983456"/>
                </a:lnTo>
                <a:lnTo>
                  <a:pt x="2096686" y="919757"/>
                </a:lnTo>
                <a:close/>
              </a:path>
              <a:path w="3308985" h="1290954">
                <a:moveTo>
                  <a:pt x="2114575" y="982128"/>
                </a:moveTo>
                <a:lnTo>
                  <a:pt x="2105448" y="990965"/>
                </a:lnTo>
                <a:lnTo>
                  <a:pt x="2136735" y="1030594"/>
                </a:lnTo>
                <a:lnTo>
                  <a:pt x="2152970" y="1030594"/>
                </a:lnTo>
                <a:lnTo>
                  <a:pt x="2114575" y="982128"/>
                </a:lnTo>
                <a:close/>
              </a:path>
              <a:path w="3308985" h="1290954">
                <a:moveTo>
                  <a:pt x="2096686" y="983456"/>
                </a:moveTo>
                <a:lnTo>
                  <a:pt x="2095604" y="984484"/>
                </a:lnTo>
                <a:lnTo>
                  <a:pt x="2095693" y="990965"/>
                </a:lnTo>
                <a:lnTo>
                  <a:pt x="2095809" y="999449"/>
                </a:lnTo>
                <a:lnTo>
                  <a:pt x="2095820" y="1000287"/>
                </a:lnTo>
                <a:lnTo>
                  <a:pt x="2096686" y="999449"/>
                </a:lnTo>
                <a:lnTo>
                  <a:pt x="2096686" y="983456"/>
                </a:lnTo>
                <a:close/>
              </a:path>
              <a:path w="3308985" h="1290954">
                <a:moveTo>
                  <a:pt x="2096686" y="999449"/>
                </a:moveTo>
                <a:lnTo>
                  <a:pt x="2095820" y="1000287"/>
                </a:lnTo>
                <a:lnTo>
                  <a:pt x="2096686" y="1000287"/>
                </a:lnTo>
                <a:lnTo>
                  <a:pt x="2096686" y="999449"/>
                </a:lnTo>
                <a:close/>
              </a:path>
              <a:path w="3308985" h="1290954">
                <a:moveTo>
                  <a:pt x="2150373" y="947466"/>
                </a:moveTo>
                <a:lnTo>
                  <a:pt x="2134570" y="947466"/>
                </a:lnTo>
                <a:lnTo>
                  <a:pt x="2096686" y="983456"/>
                </a:lnTo>
                <a:lnTo>
                  <a:pt x="2096686" y="999449"/>
                </a:lnTo>
                <a:lnTo>
                  <a:pt x="2105448" y="990965"/>
                </a:lnTo>
                <a:lnTo>
                  <a:pt x="2104263" y="989463"/>
                </a:lnTo>
                <a:lnTo>
                  <a:pt x="2113355" y="980587"/>
                </a:lnTo>
                <a:lnTo>
                  <a:pt x="2116166" y="980587"/>
                </a:lnTo>
                <a:lnTo>
                  <a:pt x="2150373" y="947466"/>
                </a:lnTo>
                <a:close/>
              </a:path>
              <a:path w="3308985" h="1290954">
                <a:moveTo>
                  <a:pt x="2113355" y="980587"/>
                </a:moveTo>
                <a:lnTo>
                  <a:pt x="2104263" y="989463"/>
                </a:lnTo>
                <a:lnTo>
                  <a:pt x="2105448" y="990965"/>
                </a:lnTo>
                <a:lnTo>
                  <a:pt x="2114575" y="982128"/>
                </a:lnTo>
                <a:lnTo>
                  <a:pt x="2113355" y="980587"/>
                </a:lnTo>
                <a:close/>
              </a:path>
              <a:path w="3308985" h="1290954">
                <a:moveTo>
                  <a:pt x="2116166" y="980587"/>
                </a:moveTo>
                <a:lnTo>
                  <a:pt x="2113355" y="980587"/>
                </a:lnTo>
                <a:lnTo>
                  <a:pt x="2114575" y="982128"/>
                </a:lnTo>
                <a:lnTo>
                  <a:pt x="2116166" y="980587"/>
                </a:lnTo>
                <a:close/>
              </a:path>
              <a:path w="3308985" h="1290954">
                <a:moveTo>
                  <a:pt x="2266031" y="946384"/>
                </a:moveTo>
                <a:lnTo>
                  <a:pt x="2248154" y="955314"/>
                </a:lnTo>
                <a:lnTo>
                  <a:pt x="2237438" y="973245"/>
                </a:lnTo>
                <a:lnTo>
                  <a:pt x="2235869" y="998050"/>
                </a:lnTo>
                <a:lnTo>
                  <a:pt x="2243752" y="1018399"/>
                </a:lnTo>
                <a:lnTo>
                  <a:pt x="2259447" y="1030540"/>
                </a:lnTo>
                <a:lnTo>
                  <a:pt x="2273536" y="1032325"/>
                </a:lnTo>
                <a:lnTo>
                  <a:pt x="2281040" y="1032325"/>
                </a:lnTo>
                <a:lnTo>
                  <a:pt x="2298900" y="1023396"/>
                </a:lnTo>
                <a:lnTo>
                  <a:pt x="2300427" y="1020852"/>
                </a:lnTo>
                <a:lnTo>
                  <a:pt x="2267835" y="1020852"/>
                </a:lnTo>
                <a:lnTo>
                  <a:pt x="2255785" y="1013546"/>
                </a:lnTo>
                <a:lnTo>
                  <a:pt x="2248641" y="983907"/>
                </a:lnTo>
                <a:lnTo>
                  <a:pt x="2263145" y="959337"/>
                </a:lnTo>
                <a:lnTo>
                  <a:pt x="2302021" y="959337"/>
                </a:lnTo>
                <a:lnTo>
                  <a:pt x="2287607" y="948170"/>
                </a:lnTo>
                <a:lnTo>
                  <a:pt x="2266031" y="946384"/>
                </a:lnTo>
                <a:close/>
              </a:path>
              <a:path w="3308985" h="1290954">
                <a:moveTo>
                  <a:pt x="2302021" y="959337"/>
                </a:moveTo>
                <a:lnTo>
                  <a:pt x="2283927" y="959337"/>
                </a:lnTo>
                <a:lnTo>
                  <a:pt x="2297547" y="978729"/>
                </a:lnTo>
                <a:lnTo>
                  <a:pt x="2291287" y="1013546"/>
                </a:lnTo>
                <a:lnTo>
                  <a:pt x="2273536" y="1020852"/>
                </a:lnTo>
                <a:lnTo>
                  <a:pt x="2300427" y="1020852"/>
                </a:lnTo>
                <a:lnTo>
                  <a:pt x="2309615" y="1005554"/>
                </a:lnTo>
                <a:lnTo>
                  <a:pt x="2311203" y="980804"/>
                </a:lnTo>
                <a:lnTo>
                  <a:pt x="2303301" y="960329"/>
                </a:lnTo>
                <a:lnTo>
                  <a:pt x="2302021" y="959337"/>
                </a:lnTo>
                <a:close/>
              </a:path>
              <a:path w="3308985" h="1290954">
                <a:moveTo>
                  <a:pt x="2343045" y="947539"/>
                </a:moveTo>
                <a:lnTo>
                  <a:pt x="2330699" y="947539"/>
                </a:lnTo>
                <a:lnTo>
                  <a:pt x="2330699" y="1030594"/>
                </a:lnTo>
                <a:lnTo>
                  <a:pt x="2343471" y="1030594"/>
                </a:lnTo>
                <a:lnTo>
                  <a:pt x="2343471" y="980587"/>
                </a:lnTo>
                <a:lnTo>
                  <a:pt x="2348072" y="964857"/>
                </a:lnTo>
                <a:lnTo>
                  <a:pt x="2362241" y="960455"/>
                </a:lnTo>
                <a:lnTo>
                  <a:pt x="2344121" y="960455"/>
                </a:lnTo>
                <a:lnTo>
                  <a:pt x="2343057" y="947683"/>
                </a:lnTo>
                <a:lnTo>
                  <a:pt x="2343045" y="947539"/>
                </a:lnTo>
                <a:close/>
              </a:path>
              <a:path w="3308985" h="1290954">
                <a:moveTo>
                  <a:pt x="2388701" y="957857"/>
                </a:moveTo>
                <a:lnTo>
                  <a:pt x="2370603" y="957857"/>
                </a:lnTo>
                <a:lnTo>
                  <a:pt x="2382041" y="967022"/>
                </a:lnTo>
                <a:lnTo>
                  <a:pt x="2383736" y="1030594"/>
                </a:lnTo>
                <a:lnTo>
                  <a:pt x="2396509" y="1030594"/>
                </a:lnTo>
                <a:lnTo>
                  <a:pt x="2395375" y="967022"/>
                </a:lnTo>
                <a:lnTo>
                  <a:pt x="2395336" y="964857"/>
                </a:lnTo>
                <a:lnTo>
                  <a:pt x="2388701" y="957857"/>
                </a:lnTo>
                <a:close/>
              </a:path>
              <a:path w="3308985" h="1290954">
                <a:moveTo>
                  <a:pt x="2378920" y="947539"/>
                </a:moveTo>
                <a:lnTo>
                  <a:pt x="2356965" y="947683"/>
                </a:lnTo>
                <a:lnTo>
                  <a:pt x="2344121" y="960455"/>
                </a:lnTo>
                <a:lnTo>
                  <a:pt x="2362241" y="960455"/>
                </a:lnTo>
                <a:lnTo>
                  <a:pt x="2370603" y="957857"/>
                </a:lnTo>
                <a:lnTo>
                  <a:pt x="2388701" y="957857"/>
                </a:lnTo>
                <a:lnTo>
                  <a:pt x="2378920" y="947539"/>
                </a:lnTo>
                <a:close/>
              </a:path>
              <a:path w="3308985" h="1290954">
                <a:moveTo>
                  <a:pt x="2511202" y="927550"/>
                </a:moveTo>
                <a:lnTo>
                  <a:pt x="2498430" y="927550"/>
                </a:lnTo>
                <a:lnTo>
                  <a:pt x="2498430" y="1010245"/>
                </a:lnTo>
                <a:lnTo>
                  <a:pt x="2504058" y="1025434"/>
                </a:lnTo>
                <a:lnTo>
                  <a:pt x="2525291" y="1031496"/>
                </a:lnTo>
                <a:lnTo>
                  <a:pt x="2511202" y="927550"/>
                </a:lnTo>
                <a:close/>
              </a:path>
              <a:path w="3308985" h="1290954">
                <a:moveTo>
                  <a:pt x="2498430" y="947466"/>
                </a:moveTo>
                <a:lnTo>
                  <a:pt x="2485874" y="947466"/>
                </a:lnTo>
                <a:lnTo>
                  <a:pt x="2485874" y="958290"/>
                </a:lnTo>
                <a:lnTo>
                  <a:pt x="2498430" y="958290"/>
                </a:lnTo>
                <a:lnTo>
                  <a:pt x="2498430" y="947466"/>
                </a:lnTo>
                <a:close/>
              </a:path>
              <a:path w="3308985" h="1290954">
                <a:moveTo>
                  <a:pt x="2528953" y="947466"/>
                </a:moveTo>
                <a:lnTo>
                  <a:pt x="2513902" y="947466"/>
                </a:lnTo>
                <a:lnTo>
                  <a:pt x="2515369" y="958290"/>
                </a:lnTo>
                <a:lnTo>
                  <a:pt x="2528953" y="958290"/>
                </a:lnTo>
                <a:lnTo>
                  <a:pt x="2528953" y="947466"/>
                </a:lnTo>
                <a:close/>
              </a:path>
              <a:path w="3308985" h="1290954">
                <a:moveTo>
                  <a:pt x="2562724" y="919757"/>
                </a:moveTo>
                <a:lnTo>
                  <a:pt x="2549952" y="919757"/>
                </a:lnTo>
                <a:lnTo>
                  <a:pt x="2549952" y="1030594"/>
                </a:lnTo>
                <a:lnTo>
                  <a:pt x="2562724" y="1030594"/>
                </a:lnTo>
                <a:lnTo>
                  <a:pt x="2562724" y="980587"/>
                </a:lnTo>
                <a:lnTo>
                  <a:pt x="2567450" y="964857"/>
                </a:lnTo>
                <a:lnTo>
                  <a:pt x="2582017" y="960455"/>
                </a:lnTo>
                <a:lnTo>
                  <a:pt x="2563806" y="960455"/>
                </a:lnTo>
                <a:lnTo>
                  <a:pt x="2562724" y="919757"/>
                </a:lnTo>
                <a:close/>
              </a:path>
              <a:path w="3308985" h="1290954">
                <a:moveTo>
                  <a:pt x="2611342" y="957857"/>
                </a:moveTo>
                <a:lnTo>
                  <a:pt x="2590613" y="957857"/>
                </a:lnTo>
                <a:lnTo>
                  <a:pt x="2602141" y="966931"/>
                </a:lnTo>
                <a:lnTo>
                  <a:pt x="2603855" y="1030594"/>
                </a:lnTo>
                <a:lnTo>
                  <a:pt x="2616627" y="1030594"/>
                </a:lnTo>
                <a:lnTo>
                  <a:pt x="2616627" y="977773"/>
                </a:lnTo>
                <a:lnTo>
                  <a:pt x="2611342" y="957857"/>
                </a:lnTo>
                <a:close/>
              </a:path>
              <a:path w="3308985" h="1290954">
                <a:moveTo>
                  <a:pt x="2598894" y="947521"/>
                </a:moveTo>
                <a:lnTo>
                  <a:pt x="2576506" y="947665"/>
                </a:lnTo>
                <a:lnTo>
                  <a:pt x="2563806" y="960455"/>
                </a:lnTo>
                <a:lnTo>
                  <a:pt x="2582017" y="960455"/>
                </a:lnTo>
                <a:lnTo>
                  <a:pt x="2590613" y="957857"/>
                </a:lnTo>
                <a:lnTo>
                  <a:pt x="2611342" y="957857"/>
                </a:lnTo>
                <a:lnTo>
                  <a:pt x="2610710" y="955476"/>
                </a:lnTo>
                <a:lnTo>
                  <a:pt x="2598894" y="947521"/>
                </a:lnTo>
                <a:close/>
              </a:path>
              <a:path w="3308985" h="1290954">
                <a:moveTo>
                  <a:pt x="2666042" y="946384"/>
                </a:moveTo>
                <a:lnTo>
                  <a:pt x="2648255" y="955548"/>
                </a:lnTo>
                <a:lnTo>
                  <a:pt x="2637648" y="973660"/>
                </a:lnTo>
                <a:lnTo>
                  <a:pt x="2636096" y="998194"/>
                </a:lnTo>
                <a:lnTo>
                  <a:pt x="2643889" y="1018471"/>
                </a:lnTo>
                <a:lnTo>
                  <a:pt x="2659927" y="1030558"/>
                </a:lnTo>
                <a:lnTo>
                  <a:pt x="2674846" y="1032325"/>
                </a:lnTo>
                <a:lnTo>
                  <a:pt x="2694563" y="1027960"/>
                </a:lnTo>
                <a:lnTo>
                  <a:pt x="2700291" y="1020852"/>
                </a:lnTo>
                <a:lnTo>
                  <a:pt x="2669686" y="1020852"/>
                </a:lnTo>
                <a:lnTo>
                  <a:pt x="2654316" y="1011923"/>
                </a:lnTo>
                <a:lnTo>
                  <a:pt x="2652052" y="993360"/>
                </a:lnTo>
                <a:lnTo>
                  <a:pt x="2645188" y="993360"/>
                </a:lnTo>
                <a:lnTo>
                  <a:pt x="2645188" y="982319"/>
                </a:lnTo>
                <a:lnTo>
                  <a:pt x="2650705" y="982319"/>
                </a:lnTo>
                <a:lnTo>
                  <a:pt x="2649861" y="975392"/>
                </a:lnTo>
                <a:lnTo>
                  <a:pt x="2668460" y="957857"/>
                </a:lnTo>
                <a:lnTo>
                  <a:pt x="2698010" y="957857"/>
                </a:lnTo>
                <a:lnTo>
                  <a:pt x="2694437" y="952337"/>
                </a:lnTo>
                <a:lnTo>
                  <a:pt x="2666042" y="946384"/>
                </a:lnTo>
                <a:close/>
              </a:path>
              <a:path w="3308985" h="1290954">
                <a:moveTo>
                  <a:pt x="2695627" y="1007864"/>
                </a:moveTo>
                <a:lnTo>
                  <a:pt x="2694545" y="1010750"/>
                </a:lnTo>
                <a:lnTo>
                  <a:pt x="2669686" y="1020852"/>
                </a:lnTo>
                <a:lnTo>
                  <a:pt x="2700291" y="1020852"/>
                </a:lnTo>
                <a:lnTo>
                  <a:pt x="2707966" y="1011327"/>
                </a:lnTo>
                <a:lnTo>
                  <a:pt x="2695627" y="1007864"/>
                </a:lnTo>
                <a:close/>
              </a:path>
              <a:path w="3308985" h="1290954">
                <a:moveTo>
                  <a:pt x="2650705" y="982319"/>
                </a:moveTo>
                <a:lnTo>
                  <a:pt x="2645188" y="982319"/>
                </a:lnTo>
                <a:lnTo>
                  <a:pt x="2645188" y="993360"/>
                </a:lnTo>
                <a:lnTo>
                  <a:pt x="2652052" y="993360"/>
                </a:lnTo>
                <a:lnTo>
                  <a:pt x="2650705" y="982319"/>
                </a:lnTo>
                <a:close/>
              </a:path>
              <a:path w="3308985" h="1290954">
                <a:moveTo>
                  <a:pt x="2698010" y="957857"/>
                </a:moveTo>
                <a:lnTo>
                  <a:pt x="2668460" y="957857"/>
                </a:lnTo>
                <a:lnTo>
                  <a:pt x="2688989" y="963179"/>
                </a:lnTo>
                <a:lnTo>
                  <a:pt x="2696277" y="982319"/>
                </a:lnTo>
                <a:lnTo>
                  <a:pt x="2650705" y="982319"/>
                </a:lnTo>
                <a:lnTo>
                  <a:pt x="2652052" y="993360"/>
                </a:lnTo>
                <a:lnTo>
                  <a:pt x="2709265" y="993360"/>
                </a:lnTo>
                <a:lnTo>
                  <a:pt x="2708328" y="975392"/>
                </a:lnTo>
                <a:lnTo>
                  <a:pt x="2708237" y="973660"/>
                </a:lnTo>
                <a:lnTo>
                  <a:pt x="2698010" y="957857"/>
                </a:lnTo>
                <a:close/>
              </a:path>
              <a:path w="3308985" h="1290954">
                <a:moveTo>
                  <a:pt x="2816639" y="997851"/>
                </a:moveTo>
                <a:lnTo>
                  <a:pt x="2796886" y="997851"/>
                </a:lnTo>
                <a:lnTo>
                  <a:pt x="2799087" y="1011453"/>
                </a:lnTo>
                <a:lnTo>
                  <a:pt x="2811137" y="1025597"/>
                </a:lnTo>
                <a:lnTo>
                  <a:pt x="2848786" y="1032271"/>
                </a:lnTo>
                <a:lnTo>
                  <a:pt x="2868864" y="1025380"/>
                </a:lnTo>
                <a:lnTo>
                  <a:pt x="2876216" y="1014484"/>
                </a:lnTo>
                <a:lnTo>
                  <a:pt x="2831775" y="1014484"/>
                </a:lnTo>
                <a:lnTo>
                  <a:pt x="2816639" y="997851"/>
                </a:lnTo>
                <a:close/>
              </a:path>
              <a:path w="3308985" h="1290954">
                <a:moveTo>
                  <a:pt x="2848371" y="918242"/>
                </a:moveTo>
                <a:lnTo>
                  <a:pt x="2813537" y="925061"/>
                </a:lnTo>
                <a:lnTo>
                  <a:pt x="2800103" y="943985"/>
                </a:lnTo>
                <a:lnTo>
                  <a:pt x="2799813" y="944436"/>
                </a:lnTo>
                <a:lnTo>
                  <a:pt x="2802406" y="964947"/>
                </a:lnTo>
                <a:lnTo>
                  <a:pt x="2802442" y="965236"/>
                </a:lnTo>
                <a:lnTo>
                  <a:pt x="2813013" y="974797"/>
                </a:lnTo>
                <a:lnTo>
                  <a:pt x="2855353" y="988669"/>
                </a:lnTo>
                <a:lnTo>
                  <a:pt x="2860891" y="1005266"/>
                </a:lnTo>
                <a:lnTo>
                  <a:pt x="2831775" y="1014484"/>
                </a:lnTo>
                <a:lnTo>
                  <a:pt x="2876216" y="1014484"/>
                </a:lnTo>
                <a:lnTo>
                  <a:pt x="2881962" y="1005969"/>
                </a:lnTo>
                <a:lnTo>
                  <a:pt x="2877452" y="983348"/>
                </a:lnTo>
                <a:lnTo>
                  <a:pt x="2838991" y="964947"/>
                </a:lnTo>
                <a:lnTo>
                  <a:pt x="2821005" y="944436"/>
                </a:lnTo>
                <a:lnTo>
                  <a:pt x="2846188" y="935235"/>
                </a:lnTo>
                <a:lnTo>
                  <a:pt x="2875411" y="935235"/>
                </a:lnTo>
                <a:lnTo>
                  <a:pt x="2871805" y="928831"/>
                </a:lnTo>
                <a:lnTo>
                  <a:pt x="2848371" y="918242"/>
                </a:lnTo>
                <a:close/>
              </a:path>
              <a:path w="3308985" h="1290954">
                <a:moveTo>
                  <a:pt x="2875411" y="935235"/>
                </a:moveTo>
                <a:lnTo>
                  <a:pt x="2846188" y="935235"/>
                </a:lnTo>
                <a:lnTo>
                  <a:pt x="2858492" y="941820"/>
                </a:lnTo>
                <a:lnTo>
                  <a:pt x="2861126" y="950226"/>
                </a:lnTo>
                <a:lnTo>
                  <a:pt x="2880446" y="950226"/>
                </a:lnTo>
                <a:lnTo>
                  <a:pt x="2880338" y="943985"/>
                </a:lnTo>
                <a:lnTo>
                  <a:pt x="2875411" y="935235"/>
                </a:lnTo>
                <a:close/>
              </a:path>
              <a:path w="3308985" h="1290954">
                <a:moveTo>
                  <a:pt x="2918587" y="947466"/>
                </a:moveTo>
                <a:lnTo>
                  <a:pt x="2898996" y="947466"/>
                </a:lnTo>
                <a:lnTo>
                  <a:pt x="2900000" y="1003372"/>
                </a:lnTo>
                <a:lnTo>
                  <a:pt x="2900062" y="1006817"/>
                </a:lnTo>
                <a:lnTo>
                  <a:pt x="2900168" y="1012698"/>
                </a:lnTo>
                <a:lnTo>
                  <a:pt x="2916556" y="1030594"/>
                </a:lnTo>
                <a:lnTo>
                  <a:pt x="2906290" y="1030594"/>
                </a:lnTo>
                <a:lnTo>
                  <a:pt x="2938196" y="1030197"/>
                </a:lnTo>
                <a:lnTo>
                  <a:pt x="2951708" y="1015819"/>
                </a:lnTo>
                <a:lnTo>
                  <a:pt x="2971569" y="1015819"/>
                </a:lnTo>
                <a:lnTo>
                  <a:pt x="2971569" y="1014574"/>
                </a:lnTo>
                <a:lnTo>
                  <a:pt x="2929591" y="1014574"/>
                </a:lnTo>
                <a:lnTo>
                  <a:pt x="2920030" y="1006817"/>
                </a:lnTo>
                <a:lnTo>
                  <a:pt x="2918587" y="947466"/>
                </a:lnTo>
                <a:close/>
              </a:path>
              <a:path w="3308985" h="1290954">
                <a:moveTo>
                  <a:pt x="2971569" y="1015819"/>
                </a:moveTo>
                <a:lnTo>
                  <a:pt x="2951708" y="1015819"/>
                </a:lnTo>
                <a:lnTo>
                  <a:pt x="2952550" y="1030197"/>
                </a:lnTo>
                <a:lnTo>
                  <a:pt x="2952574" y="1030594"/>
                </a:lnTo>
                <a:lnTo>
                  <a:pt x="2971569" y="1030594"/>
                </a:lnTo>
                <a:lnTo>
                  <a:pt x="2971569" y="1015819"/>
                </a:lnTo>
                <a:close/>
              </a:path>
              <a:path w="3308985" h="1290954">
                <a:moveTo>
                  <a:pt x="2971569" y="947466"/>
                </a:moveTo>
                <a:lnTo>
                  <a:pt x="2951978" y="947466"/>
                </a:lnTo>
                <a:lnTo>
                  <a:pt x="2951978" y="995633"/>
                </a:lnTo>
                <a:lnTo>
                  <a:pt x="2951094" y="1003372"/>
                </a:lnTo>
                <a:lnTo>
                  <a:pt x="2929591" y="1014574"/>
                </a:lnTo>
                <a:lnTo>
                  <a:pt x="2971569" y="1014574"/>
                </a:lnTo>
                <a:lnTo>
                  <a:pt x="2971569" y="947466"/>
                </a:lnTo>
                <a:close/>
              </a:path>
              <a:path w="3308985" h="1290954">
                <a:moveTo>
                  <a:pt x="3063011" y="1017497"/>
                </a:moveTo>
                <a:lnTo>
                  <a:pt x="3011848" y="1017497"/>
                </a:lnTo>
                <a:lnTo>
                  <a:pt x="3043327" y="1032055"/>
                </a:lnTo>
                <a:lnTo>
                  <a:pt x="3059491" y="1023666"/>
                </a:lnTo>
                <a:lnTo>
                  <a:pt x="3063011" y="1017497"/>
                </a:lnTo>
                <a:close/>
              </a:path>
              <a:path w="3308985" h="1290954">
                <a:moveTo>
                  <a:pt x="3012173" y="919757"/>
                </a:moveTo>
                <a:lnTo>
                  <a:pt x="2992581" y="919757"/>
                </a:lnTo>
                <a:lnTo>
                  <a:pt x="2992581" y="1030594"/>
                </a:lnTo>
                <a:lnTo>
                  <a:pt x="3011848" y="1030594"/>
                </a:lnTo>
                <a:lnTo>
                  <a:pt x="3011848" y="1017497"/>
                </a:lnTo>
                <a:lnTo>
                  <a:pt x="3063011" y="1017497"/>
                </a:lnTo>
                <a:lnTo>
                  <a:pt x="3064514" y="1014863"/>
                </a:lnTo>
                <a:lnTo>
                  <a:pt x="3023646" y="1014863"/>
                </a:lnTo>
                <a:lnTo>
                  <a:pt x="3011794" y="989030"/>
                </a:lnTo>
                <a:lnTo>
                  <a:pt x="3011794" y="983654"/>
                </a:lnTo>
                <a:lnTo>
                  <a:pt x="3023592" y="963558"/>
                </a:lnTo>
                <a:lnTo>
                  <a:pt x="3064979" y="963558"/>
                </a:lnTo>
                <a:lnTo>
                  <a:pt x="3064107" y="961213"/>
                </a:lnTo>
                <a:lnTo>
                  <a:pt x="3012984" y="961213"/>
                </a:lnTo>
                <a:lnTo>
                  <a:pt x="3012173" y="919757"/>
                </a:lnTo>
                <a:close/>
              </a:path>
              <a:path w="3308985" h="1290954">
                <a:moveTo>
                  <a:pt x="3064979" y="963558"/>
                </a:moveTo>
                <a:lnTo>
                  <a:pt x="3023592" y="963558"/>
                </a:lnTo>
                <a:lnTo>
                  <a:pt x="3045185" y="968140"/>
                </a:lnTo>
                <a:lnTo>
                  <a:pt x="3051084" y="994226"/>
                </a:lnTo>
                <a:lnTo>
                  <a:pt x="3039265" y="1014863"/>
                </a:lnTo>
                <a:lnTo>
                  <a:pt x="3064514" y="1014863"/>
                </a:lnTo>
                <a:lnTo>
                  <a:pt x="3069557" y="1006023"/>
                </a:lnTo>
                <a:lnTo>
                  <a:pt x="3071054" y="979902"/>
                </a:lnTo>
                <a:lnTo>
                  <a:pt x="3064979" y="963558"/>
                </a:lnTo>
                <a:close/>
              </a:path>
              <a:path w="3308985" h="1290954">
                <a:moveTo>
                  <a:pt x="3031872" y="946384"/>
                </a:moveTo>
                <a:lnTo>
                  <a:pt x="3012984" y="961213"/>
                </a:lnTo>
                <a:lnTo>
                  <a:pt x="3064107" y="961213"/>
                </a:lnTo>
                <a:lnTo>
                  <a:pt x="3063423" y="959373"/>
                </a:lnTo>
                <a:lnTo>
                  <a:pt x="3048956" y="948026"/>
                </a:lnTo>
                <a:lnTo>
                  <a:pt x="3031872" y="946384"/>
                </a:lnTo>
                <a:close/>
              </a:path>
              <a:path w="3308985" h="1290954">
                <a:moveTo>
                  <a:pt x="3106435" y="947466"/>
                </a:moveTo>
                <a:lnTo>
                  <a:pt x="3087710" y="947466"/>
                </a:lnTo>
                <a:lnTo>
                  <a:pt x="3087710" y="1030594"/>
                </a:lnTo>
                <a:lnTo>
                  <a:pt x="3107301" y="1030594"/>
                </a:lnTo>
                <a:lnTo>
                  <a:pt x="3107301" y="980046"/>
                </a:lnTo>
                <a:lnTo>
                  <a:pt x="3112568" y="966462"/>
                </a:lnTo>
                <a:lnTo>
                  <a:pt x="3162756" y="966462"/>
                </a:lnTo>
                <a:lnTo>
                  <a:pt x="3166056" y="962890"/>
                </a:lnTo>
                <a:lnTo>
                  <a:pt x="3202338" y="962890"/>
                </a:lnTo>
                <a:lnTo>
                  <a:pt x="3202295" y="961592"/>
                </a:lnTo>
                <a:lnTo>
                  <a:pt x="3107409" y="961592"/>
                </a:lnTo>
                <a:lnTo>
                  <a:pt x="3106456" y="947773"/>
                </a:lnTo>
                <a:lnTo>
                  <a:pt x="3106435" y="947466"/>
                </a:lnTo>
                <a:close/>
              </a:path>
              <a:path w="3308985" h="1290954">
                <a:moveTo>
                  <a:pt x="3162756" y="966462"/>
                </a:moveTo>
                <a:lnTo>
                  <a:pt x="3112568" y="966462"/>
                </a:lnTo>
                <a:lnTo>
                  <a:pt x="3135226" y="969295"/>
                </a:lnTo>
                <a:lnTo>
                  <a:pt x="3136525" y="1030594"/>
                </a:lnTo>
                <a:lnTo>
                  <a:pt x="3155738" y="1030594"/>
                </a:lnTo>
                <a:lnTo>
                  <a:pt x="3155738" y="974057"/>
                </a:lnTo>
                <a:lnTo>
                  <a:pt x="3162756" y="966462"/>
                </a:lnTo>
                <a:close/>
              </a:path>
              <a:path w="3308985" h="1290954">
                <a:moveTo>
                  <a:pt x="3202338" y="962890"/>
                </a:moveTo>
                <a:lnTo>
                  <a:pt x="3166056" y="962890"/>
                </a:lnTo>
                <a:lnTo>
                  <a:pt x="3183591" y="968898"/>
                </a:lnTo>
                <a:lnTo>
                  <a:pt x="3184962" y="1030594"/>
                </a:lnTo>
                <a:lnTo>
                  <a:pt x="3204607" y="1030594"/>
                </a:lnTo>
                <a:lnTo>
                  <a:pt x="3202553" y="969295"/>
                </a:lnTo>
                <a:lnTo>
                  <a:pt x="3202458" y="966462"/>
                </a:lnTo>
                <a:lnTo>
                  <a:pt x="3202338" y="962890"/>
                </a:lnTo>
                <a:close/>
              </a:path>
              <a:path w="3308985" h="1290954">
                <a:moveTo>
                  <a:pt x="3140745" y="947773"/>
                </a:moveTo>
                <a:lnTo>
                  <a:pt x="3119986" y="947773"/>
                </a:lnTo>
                <a:lnTo>
                  <a:pt x="3107409" y="961592"/>
                </a:lnTo>
                <a:lnTo>
                  <a:pt x="3153681" y="961592"/>
                </a:lnTo>
                <a:lnTo>
                  <a:pt x="3140745" y="947773"/>
                </a:lnTo>
                <a:close/>
              </a:path>
              <a:path w="3308985" h="1290954">
                <a:moveTo>
                  <a:pt x="3186279" y="946384"/>
                </a:moveTo>
                <a:lnTo>
                  <a:pt x="3167391" y="947773"/>
                </a:lnTo>
                <a:lnTo>
                  <a:pt x="3153681" y="961592"/>
                </a:lnTo>
                <a:lnTo>
                  <a:pt x="3202295" y="961592"/>
                </a:lnTo>
                <a:lnTo>
                  <a:pt x="3202190" y="958471"/>
                </a:lnTo>
                <a:lnTo>
                  <a:pt x="3186279" y="946384"/>
                </a:lnTo>
                <a:close/>
              </a:path>
              <a:path w="3308985" h="1290954">
                <a:moveTo>
                  <a:pt x="3244074" y="947466"/>
                </a:moveTo>
                <a:lnTo>
                  <a:pt x="3224482" y="947466"/>
                </a:lnTo>
                <a:lnTo>
                  <a:pt x="3224482" y="1030594"/>
                </a:lnTo>
                <a:lnTo>
                  <a:pt x="3244074" y="1030594"/>
                </a:lnTo>
                <a:lnTo>
                  <a:pt x="3244074" y="947466"/>
                </a:lnTo>
                <a:close/>
              </a:path>
              <a:path w="3308985" h="1290954">
                <a:moveTo>
                  <a:pt x="3231229" y="914400"/>
                </a:moveTo>
                <a:lnTo>
                  <a:pt x="3222967" y="927983"/>
                </a:lnTo>
                <a:lnTo>
                  <a:pt x="3234332" y="935668"/>
                </a:lnTo>
                <a:lnTo>
                  <a:pt x="3237471" y="935668"/>
                </a:lnTo>
                <a:lnTo>
                  <a:pt x="3245697" y="922103"/>
                </a:lnTo>
                <a:lnTo>
                  <a:pt x="3231229" y="914400"/>
                </a:lnTo>
                <a:close/>
              </a:path>
              <a:path w="3308985" h="1290954">
                <a:moveTo>
                  <a:pt x="3289331" y="927550"/>
                </a:moveTo>
                <a:lnTo>
                  <a:pt x="3269740" y="927550"/>
                </a:lnTo>
                <a:lnTo>
                  <a:pt x="3269704" y="1014033"/>
                </a:lnTo>
                <a:lnTo>
                  <a:pt x="3278525" y="1027852"/>
                </a:lnTo>
                <a:lnTo>
                  <a:pt x="3304701" y="1030540"/>
                </a:lnTo>
                <a:lnTo>
                  <a:pt x="3289331" y="927550"/>
                </a:lnTo>
                <a:close/>
              </a:path>
              <a:path w="3308985" h="1290954">
                <a:moveTo>
                  <a:pt x="3269731" y="947466"/>
                </a:moveTo>
                <a:lnTo>
                  <a:pt x="3257942" y="947466"/>
                </a:lnTo>
                <a:lnTo>
                  <a:pt x="3257942" y="962620"/>
                </a:lnTo>
                <a:lnTo>
                  <a:pt x="3269725" y="962620"/>
                </a:lnTo>
                <a:lnTo>
                  <a:pt x="3269731" y="947466"/>
                </a:lnTo>
                <a:close/>
              </a:path>
              <a:path w="3308985" h="1290954">
                <a:moveTo>
                  <a:pt x="3305729" y="947466"/>
                </a:moveTo>
                <a:lnTo>
                  <a:pt x="3292303" y="947466"/>
                </a:lnTo>
                <a:lnTo>
                  <a:pt x="3294565" y="962620"/>
                </a:lnTo>
                <a:lnTo>
                  <a:pt x="3305729" y="962620"/>
                </a:lnTo>
                <a:lnTo>
                  <a:pt x="3305729" y="947466"/>
                </a:lnTo>
                <a:close/>
              </a:path>
              <a:path w="3308985" h="1290954">
                <a:moveTo>
                  <a:pt x="176565" y="1246421"/>
                </a:moveTo>
                <a:lnTo>
                  <a:pt x="162808" y="1246421"/>
                </a:lnTo>
                <a:lnTo>
                  <a:pt x="195497" y="1260925"/>
                </a:lnTo>
                <a:lnTo>
                  <a:pt x="212219" y="1252140"/>
                </a:lnTo>
                <a:lnTo>
                  <a:pt x="213745" y="1249452"/>
                </a:lnTo>
                <a:lnTo>
                  <a:pt x="181714" y="1249452"/>
                </a:lnTo>
                <a:lnTo>
                  <a:pt x="176565" y="1246421"/>
                </a:lnTo>
                <a:close/>
              </a:path>
              <a:path w="3308985" h="1290954">
                <a:moveTo>
                  <a:pt x="163241" y="1148357"/>
                </a:moveTo>
                <a:lnTo>
                  <a:pt x="150469" y="1148357"/>
                </a:lnTo>
                <a:lnTo>
                  <a:pt x="150469" y="1259194"/>
                </a:lnTo>
                <a:lnTo>
                  <a:pt x="162808" y="1259194"/>
                </a:lnTo>
                <a:lnTo>
                  <a:pt x="162808" y="1246421"/>
                </a:lnTo>
                <a:lnTo>
                  <a:pt x="176565" y="1246421"/>
                </a:lnTo>
                <a:lnTo>
                  <a:pt x="170313" y="1242741"/>
                </a:lnTo>
                <a:lnTo>
                  <a:pt x="163025" y="1217630"/>
                </a:lnTo>
                <a:lnTo>
                  <a:pt x="170205" y="1193006"/>
                </a:lnTo>
                <a:lnTo>
                  <a:pt x="192249" y="1186457"/>
                </a:lnTo>
                <a:lnTo>
                  <a:pt x="213592" y="1186457"/>
                </a:lnTo>
                <a:lnTo>
                  <a:pt x="213010" y="1185988"/>
                </a:lnTo>
                <a:lnTo>
                  <a:pt x="166561" y="1185988"/>
                </a:lnTo>
                <a:lnTo>
                  <a:pt x="163241" y="1148357"/>
                </a:lnTo>
                <a:close/>
              </a:path>
              <a:path w="3308985" h="1290954">
                <a:moveTo>
                  <a:pt x="213592" y="1186457"/>
                </a:moveTo>
                <a:lnTo>
                  <a:pt x="192249" y="1186457"/>
                </a:lnTo>
                <a:lnTo>
                  <a:pt x="206609" y="1197101"/>
                </a:lnTo>
                <a:lnTo>
                  <a:pt x="210163" y="1228923"/>
                </a:lnTo>
                <a:lnTo>
                  <a:pt x="196633" y="1248045"/>
                </a:lnTo>
                <a:lnTo>
                  <a:pt x="181714" y="1249452"/>
                </a:lnTo>
                <a:lnTo>
                  <a:pt x="213745" y="1249452"/>
                </a:lnTo>
                <a:lnTo>
                  <a:pt x="222358" y="1234281"/>
                </a:lnTo>
                <a:lnTo>
                  <a:pt x="223855" y="1209115"/>
                </a:lnTo>
                <a:lnTo>
                  <a:pt x="216369" y="1188694"/>
                </a:lnTo>
                <a:lnTo>
                  <a:pt x="213592" y="1186457"/>
                </a:lnTo>
                <a:close/>
              </a:path>
              <a:path w="3308985" h="1290954">
                <a:moveTo>
                  <a:pt x="182941" y="1174984"/>
                </a:moveTo>
                <a:lnTo>
                  <a:pt x="166561" y="1185988"/>
                </a:lnTo>
                <a:lnTo>
                  <a:pt x="213010" y="1185988"/>
                </a:lnTo>
                <a:lnTo>
                  <a:pt x="201522" y="1176734"/>
                </a:lnTo>
                <a:lnTo>
                  <a:pt x="182941" y="1174984"/>
                </a:lnTo>
                <a:close/>
              </a:path>
              <a:path w="3308985" h="1290954">
                <a:moveTo>
                  <a:pt x="256164" y="1176066"/>
                </a:moveTo>
                <a:lnTo>
                  <a:pt x="243392" y="1176066"/>
                </a:lnTo>
                <a:lnTo>
                  <a:pt x="244496" y="1238917"/>
                </a:lnTo>
                <a:lnTo>
                  <a:pt x="244547" y="1241821"/>
                </a:lnTo>
                <a:lnTo>
                  <a:pt x="260471" y="1259194"/>
                </a:lnTo>
                <a:lnTo>
                  <a:pt x="256878" y="1259194"/>
                </a:lnTo>
                <a:lnTo>
                  <a:pt x="281709" y="1258815"/>
                </a:lnTo>
                <a:lnTo>
                  <a:pt x="292200" y="1247937"/>
                </a:lnTo>
                <a:lnTo>
                  <a:pt x="269045" y="1247937"/>
                </a:lnTo>
                <a:lnTo>
                  <a:pt x="257860" y="1238917"/>
                </a:lnTo>
                <a:lnTo>
                  <a:pt x="256164" y="1176066"/>
                </a:lnTo>
                <a:close/>
              </a:path>
              <a:path w="3308985" h="1290954">
                <a:moveTo>
                  <a:pt x="308552" y="1245123"/>
                </a:moveTo>
                <a:lnTo>
                  <a:pt x="294914" y="1245123"/>
                </a:lnTo>
                <a:lnTo>
                  <a:pt x="295756" y="1258815"/>
                </a:lnTo>
                <a:lnTo>
                  <a:pt x="295780" y="1259194"/>
                </a:lnTo>
                <a:lnTo>
                  <a:pt x="308552" y="1259194"/>
                </a:lnTo>
                <a:lnTo>
                  <a:pt x="308552" y="1245123"/>
                </a:lnTo>
                <a:close/>
              </a:path>
              <a:path w="3308985" h="1290954">
                <a:moveTo>
                  <a:pt x="308552" y="1176066"/>
                </a:moveTo>
                <a:lnTo>
                  <a:pt x="295780" y="1176066"/>
                </a:lnTo>
                <a:lnTo>
                  <a:pt x="295780" y="1225207"/>
                </a:lnTo>
                <a:lnTo>
                  <a:pt x="290133" y="1241388"/>
                </a:lnTo>
                <a:lnTo>
                  <a:pt x="269045" y="1247937"/>
                </a:lnTo>
                <a:lnTo>
                  <a:pt x="292200" y="1247937"/>
                </a:lnTo>
                <a:lnTo>
                  <a:pt x="294914" y="1245123"/>
                </a:lnTo>
                <a:lnTo>
                  <a:pt x="308552" y="1245123"/>
                </a:lnTo>
                <a:lnTo>
                  <a:pt x="308552" y="1176066"/>
                </a:lnTo>
                <a:close/>
              </a:path>
              <a:path w="3308985" h="1290954">
                <a:moveTo>
                  <a:pt x="350345" y="1156150"/>
                </a:moveTo>
                <a:lnTo>
                  <a:pt x="337573" y="1156150"/>
                </a:lnTo>
                <a:lnTo>
                  <a:pt x="337573" y="1238845"/>
                </a:lnTo>
                <a:lnTo>
                  <a:pt x="343202" y="1254034"/>
                </a:lnTo>
                <a:lnTo>
                  <a:pt x="364434" y="1260096"/>
                </a:lnTo>
                <a:lnTo>
                  <a:pt x="350345" y="1156150"/>
                </a:lnTo>
                <a:close/>
              </a:path>
              <a:path w="3308985" h="1290954">
                <a:moveTo>
                  <a:pt x="337573" y="1176066"/>
                </a:moveTo>
                <a:lnTo>
                  <a:pt x="325018" y="1176066"/>
                </a:lnTo>
                <a:lnTo>
                  <a:pt x="325018" y="1186890"/>
                </a:lnTo>
                <a:lnTo>
                  <a:pt x="337573" y="1186890"/>
                </a:lnTo>
                <a:lnTo>
                  <a:pt x="337573" y="1176066"/>
                </a:lnTo>
                <a:close/>
              </a:path>
              <a:path w="3308985" h="1290954">
                <a:moveTo>
                  <a:pt x="368097" y="1176066"/>
                </a:moveTo>
                <a:lnTo>
                  <a:pt x="353045" y="1176066"/>
                </a:lnTo>
                <a:lnTo>
                  <a:pt x="354512" y="1186890"/>
                </a:lnTo>
                <a:lnTo>
                  <a:pt x="368097" y="1186890"/>
                </a:lnTo>
                <a:lnTo>
                  <a:pt x="368097" y="1176066"/>
                </a:lnTo>
                <a:close/>
              </a:path>
              <a:path w="3308985" h="1290954">
                <a:moveTo>
                  <a:pt x="405709" y="1156150"/>
                </a:moveTo>
                <a:lnTo>
                  <a:pt x="392937" y="1156150"/>
                </a:lnTo>
                <a:lnTo>
                  <a:pt x="392937" y="1238845"/>
                </a:lnTo>
                <a:lnTo>
                  <a:pt x="398566" y="1254034"/>
                </a:lnTo>
                <a:lnTo>
                  <a:pt x="419799" y="1260096"/>
                </a:lnTo>
                <a:lnTo>
                  <a:pt x="405709" y="1156150"/>
                </a:lnTo>
                <a:close/>
              </a:path>
              <a:path w="3308985" h="1290954">
                <a:moveTo>
                  <a:pt x="392937" y="1176066"/>
                </a:moveTo>
                <a:lnTo>
                  <a:pt x="380382" y="1176066"/>
                </a:lnTo>
                <a:lnTo>
                  <a:pt x="380382" y="1186890"/>
                </a:lnTo>
                <a:lnTo>
                  <a:pt x="392937" y="1186890"/>
                </a:lnTo>
                <a:lnTo>
                  <a:pt x="392937" y="1176066"/>
                </a:lnTo>
                <a:close/>
              </a:path>
              <a:path w="3308985" h="1290954">
                <a:moveTo>
                  <a:pt x="423461" y="1176066"/>
                </a:moveTo>
                <a:lnTo>
                  <a:pt x="408409" y="1176066"/>
                </a:lnTo>
                <a:lnTo>
                  <a:pt x="409876" y="1186890"/>
                </a:lnTo>
                <a:lnTo>
                  <a:pt x="423461" y="1186890"/>
                </a:lnTo>
                <a:lnTo>
                  <a:pt x="423461" y="1176066"/>
                </a:lnTo>
                <a:close/>
              </a:path>
              <a:path w="3308985" h="1290954">
                <a:moveTo>
                  <a:pt x="468046" y="1174984"/>
                </a:moveTo>
                <a:lnTo>
                  <a:pt x="450169" y="1183914"/>
                </a:lnTo>
                <a:lnTo>
                  <a:pt x="439453" y="1201845"/>
                </a:lnTo>
                <a:lnTo>
                  <a:pt x="437883" y="1226650"/>
                </a:lnTo>
                <a:lnTo>
                  <a:pt x="445767" y="1246999"/>
                </a:lnTo>
                <a:lnTo>
                  <a:pt x="461461" y="1259140"/>
                </a:lnTo>
                <a:lnTo>
                  <a:pt x="475550" y="1260925"/>
                </a:lnTo>
                <a:lnTo>
                  <a:pt x="483055" y="1260925"/>
                </a:lnTo>
                <a:lnTo>
                  <a:pt x="500914" y="1251996"/>
                </a:lnTo>
                <a:lnTo>
                  <a:pt x="502442" y="1249452"/>
                </a:lnTo>
                <a:lnTo>
                  <a:pt x="469850" y="1249452"/>
                </a:lnTo>
                <a:lnTo>
                  <a:pt x="457799" y="1242146"/>
                </a:lnTo>
                <a:lnTo>
                  <a:pt x="450656" y="1212507"/>
                </a:lnTo>
                <a:lnTo>
                  <a:pt x="465160" y="1187937"/>
                </a:lnTo>
                <a:lnTo>
                  <a:pt x="504035" y="1187937"/>
                </a:lnTo>
                <a:lnTo>
                  <a:pt x="489621" y="1176770"/>
                </a:lnTo>
                <a:lnTo>
                  <a:pt x="468046" y="1174984"/>
                </a:lnTo>
                <a:close/>
              </a:path>
              <a:path w="3308985" h="1290954">
                <a:moveTo>
                  <a:pt x="504035" y="1187937"/>
                </a:moveTo>
                <a:lnTo>
                  <a:pt x="485941" y="1187937"/>
                </a:lnTo>
                <a:lnTo>
                  <a:pt x="499561" y="1207329"/>
                </a:lnTo>
                <a:lnTo>
                  <a:pt x="493302" y="1242146"/>
                </a:lnTo>
                <a:lnTo>
                  <a:pt x="475550" y="1249452"/>
                </a:lnTo>
                <a:lnTo>
                  <a:pt x="502442" y="1249452"/>
                </a:lnTo>
                <a:lnTo>
                  <a:pt x="511630" y="1234154"/>
                </a:lnTo>
                <a:lnTo>
                  <a:pt x="513218" y="1209404"/>
                </a:lnTo>
                <a:lnTo>
                  <a:pt x="505316" y="1188929"/>
                </a:lnTo>
                <a:lnTo>
                  <a:pt x="504035" y="1187937"/>
                </a:lnTo>
                <a:close/>
              </a:path>
              <a:path w="3308985" h="1290954">
                <a:moveTo>
                  <a:pt x="545059" y="1176139"/>
                </a:moveTo>
                <a:lnTo>
                  <a:pt x="532714" y="1176139"/>
                </a:lnTo>
                <a:lnTo>
                  <a:pt x="532714" y="1259194"/>
                </a:lnTo>
                <a:lnTo>
                  <a:pt x="545486" y="1259194"/>
                </a:lnTo>
                <a:lnTo>
                  <a:pt x="545486" y="1209187"/>
                </a:lnTo>
                <a:lnTo>
                  <a:pt x="550086" y="1193457"/>
                </a:lnTo>
                <a:lnTo>
                  <a:pt x="564256" y="1189055"/>
                </a:lnTo>
                <a:lnTo>
                  <a:pt x="546136" y="1189055"/>
                </a:lnTo>
                <a:lnTo>
                  <a:pt x="545071" y="1176283"/>
                </a:lnTo>
                <a:lnTo>
                  <a:pt x="545059" y="1176139"/>
                </a:lnTo>
                <a:close/>
              </a:path>
              <a:path w="3308985" h="1290954">
                <a:moveTo>
                  <a:pt x="590716" y="1186457"/>
                </a:moveTo>
                <a:lnTo>
                  <a:pt x="572618" y="1186457"/>
                </a:lnTo>
                <a:lnTo>
                  <a:pt x="584055" y="1195622"/>
                </a:lnTo>
                <a:lnTo>
                  <a:pt x="585751" y="1259194"/>
                </a:lnTo>
                <a:lnTo>
                  <a:pt x="598523" y="1259194"/>
                </a:lnTo>
                <a:lnTo>
                  <a:pt x="597389" y="1195622"/>
                </a:lnTo>
                <a:lnTo>
                  <a:pt x="597350" y="1193457"/>
                </a:lnTo>
                <a:lnTo>
                  <a:pt x="590716" y="1186457"/>
                </a:lnTo>
                <a:close/>
              </a:path>
              <a:path w="3308985" h="1290954">
                <a:moveTo>
                  <a:pt x="580934" y="1176139"/>
                </a:moveTo>
                <a:lnTo>
                  <a:pt x="558980" y="1176283"/>
                </a:lnTo>
                <a:lnTo>
                  <a:pt x="546136" y="1189055"/>
                </a:lnTo>
                <a:lnTo>
                  <a:pt x="564256" y="1189055"/>
                </a:lnTo>
                <a:lnTo>
                  <a:pt x="572618" y="1186457"/>
                </a:lnTo>
                <a:lnTo>
                  <a:pt x="590716" y="1186457"/>
                </a:lnTo>
                <a:lnTo>
                  <a:pt x="580934" y="1176139"/>
                </a:lnTo>
                <a:close/>
              </a:path>
              <a:path w="3308985" h="1290954">
                <a:moveTo>
                  <a:pt x="683125" y="1156150"/>
                </a:moveTo>
                <a:lnTo>
                  <a:pt x="670353" y="1156150"/>
                </a:lnTo>
                <a:lnTo>
                  <a:pt x="670353" y="1238845"/>
                </a:lnTo>
                <a:lnTo>
                  <a:pt x="675981" y="1254034"/>
                </a:lnTo>
                <a:lnTo>
                  <a:pt x="697214" y="1260096"/>
                </a:lnTo>
                <a:lnTo>
                  <a:pt x="683125" y="1156150"/>
                </a:lnTo>
                <a:close/>
              </a:path>
              <a:path w="3308985" h="1290954">
                <a:moveTo>
                  <a:pt x="670353" y="1176066"/>
                </a:moveTo>
                <a:lnTo>
                  <a:pt x="657797" y="1176066"/>
                </a:lnTo>
                <a:lnTo>
                  <a:pt x="657797" y="1186890"/>
                </a:lnTo>
                <a:lnTo>
                  <a:pt x="670353" y="1186890"/>
                </a:lnTo>
                <a:lnTo>
                  <a:pt x="670353" y="1176066"/>
                </a:lnTo>
                <a:close/>
              </a:path>
              <a:path w="3308985" h="1290954">
                <a:moveTo>
                  <a:pt x="700876" y="1176066"/>
                </a:moveTo>
                <a:lnTo>
                  <a:pt x="685825" y="1176066"/>
                </a:lnTo>
                <a:lnTo>
                  <a:pt x="687292" y="1186890"/>
                </a:lnTo>
                <a:lnTo>
                  <a:pt x="700876" y="1186890"/>
                </a:lnTo>
                <a:lnTo>
                  <a:pt x="700876" y="1176066"/>
                </a:lnTo>
                <a:close/>
              </a:path>
              <a:path w="3308985" h="1290954">
                <a:moveTo>
                  <a:pt x="745462" y="1174984"/>
                </a:moveTo>
                <a:lnTo>
                  <a:pt x="727584" y="1183914"/>
                </a:lnTo>
                <a:lnTo>
                  <a:pt x="716869" y="1201845"/>
                </a:lnTo>
                <a:lnTo>
                  <a:pt x="715299" y="1226650"/>
                </a:lnTo>
                <a:lnTo>
                  <a:pt x="723182" y="1246999"/>
                </a:lnTo>
                <a:lnTo>
                  <a:pt x="738877" y="1259140"/>
                </a:lnTo>
                <a:lnTo>
                  <a:pt x="752966" y="1260925"/>
                </a:lnTo>
                <a:lnTo>
                  <a:pt x="760471" y="1260925"/>
                </a:lnTo>
                <a:lnTo>
                  <a:pt x="778330" y="1251996"/>
                </a:lnTo>
                <a:lnTo>
                  <a:pt x="779858" y="1249452"/>
                </a:lnTo>
                <a:lnTo>
                  <a:pt x="747266" y="1249452"/>
                </a:lnTo>
                <a:lnTo>
                  <a:pt x="735215" y="1242146"/>
                </a:lnTo>
                <a:lnTo>
                  <a:pt x="728071" y="1212507"/>
                </a:lnTo>
                <a:lnTo>
                  <a:pt x="742575" y="1187937"/>
                </a:lnTo>
                <a:lnTo>
                  <a:pt x="781451" y="1187937"/>
                </a:lnTo>
                <a:lnTo>
                  <a:pt x="767037" y="1176770"/>
                </a:lnTo>
                <a:lnTo>
                  <a:pt x="745462" y="1174984"/>
                </a:lnTo>
                <a:close/>
              </a:path>
              <a:path w="3308985" h="1290954">
                <a:moveTo>
                  <a:pt x="781451" y="1187937"/>
                </a:moveTo>
                <a:lnTo>
                  <a:pt x="763357" y="1187937"/>
                </a:lnTo>
                <a:lnTo>
                  <a:pt x="776977" y="1207329"/>
                </a:lnTo>
                <a:lnTo>
                  <a:pt x="770717" y="1242146"/>
                </a:lnTo>
                <a:lnTo>
                  <a:pt x="752966" y="1249452"/>
                </a:lnTo>
                <a:lnTo>
                  <a:pt x="779858" y="1249452"/>
                </a:lnTo>
                <a:lnTo>
                  <a:pt x="789046" y="1234154"/>
                </a:lnTo>
                <a:lnTo>
                  <a:pt x="790633" y="1209404"/>
                </a:lnTo>
                <a:lnTo>
                  <a:pt x="782732" y="1188929"/>
                </a:lnTo>
                <a:lnTo>
                  <a:pt x="781451" y="1187937"/>
                </a:lnTo>
                <a:close/>
              </a:path>
              <a:path w="3308985" h="1290954">
                <a:moveTo>
                  <a:pt x="879042" y="1174984"/>
                </a:moveTo>
                <a:lnTo>
                  <a:pt x="861254" y="1184148"/>
                </a:lnTo>
                <a:lnTo>
                  <a:pt x="850647" y="1202170"/>
                </a:lnTo>
                <a:lnTo>
                  <a:pt x="849096" y="1226361"/>
                </a:lnTo>
                <a:lnTo>
                  <a:pt x="856672" y="1246656"/>
                </a:lnTo>
                <a:lnTo>
                  <a:pt x="872259" y="1259085"/>
                </a:lnTo>
                <a:lnTo>
                  <a:pt x="886763" y="1260925"/>
                </a:lnTo>
                <a:lnTo>
                  <a:pt x="907544" y="1255207"/>
                </a:lnTo>
                <a:lnTo>
                  <a:pt x="910927" y="1249452"/>
                </a:lnTo>
                <a:lnTo>
                  <a:pt x="881711" y="1249452"/>
                </a:lnTo>
                <a:lnTo>
                  <a:pt x="866955" y="1239170"/>
                </a:lnTo>
                <a:lnTo>
                  <a:pt x="862896" y="1205886"/>
                </a:lnTo>
                <a:lnTo>
                  <a:pt x="877418" y="1187756"/>
                </a:lnTo>
                <a:lnTo>
                  <a:pt x="912637" y="1187756"/>
                </a:lnTo>
                <a:lnTo>
                  <a:pt x="907039" y="1180396"/>
                </a:lnTo>
                <a:lnTo>
                  <a:pt x="879042" y="1174984"/>
                </a:lnTo>
                <a:close/>
              </a:path>
              <a:path w="3308985" h="1290954">
                <a:moveTo>
                  <a:pt x="919451" y="1234948"/>
                </a:moveTo>
                <a:lnTo>
                  <a:pt x="906678" y="1234948"/>
                </a:lnTo>
                <a:lnTo>
                  <a:pt x="905885" y="1237979"/>
                </a:lnTo>
                <a:lnTo>
                  <a:pt x="881711" y="1249452"/>
                </a:lnTo>
                <a:lnTo>
                  <a:pt x="910927" y="1249452"/>
                </a:lnTo>
                <a:lnTo>
                  <a:pt x="919451" y="1234948"/>
                </a:lnTo>
                <a:close/>
              </a:path>
              <a:path w="3308985" h="1290954">
                <a:moveTo>
                  <a:pt x="912637" y="1187756"/>
                </a:moveTo>
                <a:lnTo>
                  <a:pt x="877418" y="1187756"/>
                </a:lnTo>
                <a:lnTo>
                  <a:pt x="896865" y="1187937"/>
                </a:lnTo>
                <a:lnTo>
                  <a:pt x="906678" y="1200961"/>
                </a:lnTo>
                <a:lnTo>
                  <a:pt x="919451" y="1200961"/>
                </a:lnTo>
                <a:lnTo>
                  <a:pt x="918729" y="1195766"/>
                </a:lnTo>
                <a:lnTo>
                  <a:pt x="912637" y="1187756"/>
                </a:lnTo>
                <a:close/>
              </a:path>
              <a:path w="3308985" h="1290954">
                <a:moveTo>
                  <a:pt x="964388" y="1174984"/>
                </a:moveTo>
                <a:lnTo>
                  <a:pt x="946510" y="1183914"/>
                </a:lnTo>
                <a:lnTo>
                  <a:pt x="935795" y="1201845"/>
                </a:lnTo>
                <a:lnTo>
                  <a:pt x="934225" y="1226650"/>
                </a:lnTo>
                <a:lnTo>
                  <a:pt x="942109" y="1246999"/>
                </a:lnTo>
                <a:lnTo>
                  <a:pt x="957803" y="1259140"/>
                </a:lnTo>
                <a:lnTo>
                  <a:pt x="971892" y="1260925"/>
                </a:lnTo>
                <a:lnTo>
                  <a:pt x="979397" y="1260925"/>
                </a:lnTo>
                <a:lnTo>
                  <a:pt x="997256" y="1251996"/>
                </a:lnTo>
                <a:lnTo>
                  <a:pt x="998784" y="1249452"/>
                </a:lnTo>
                <a:lnTo>
                  <a:pt x="966192" y="1249452"/>
                </a:lnTo>
                <a:lnTo>
                  <a:pt x="954141" y="1242146"/>
                </a:lnTo>
                <a:lnTo>
                  <a:pt x="946997" y="1212507"/>
                </a:lnTo>
                <a:lnTo>
                  <a:pt x="961501" y="1187937"/>
                </a:lnTo>
                <a:lnTo>
                  <a:pt x="1000377" y="1187937"/>
                </a:lnTo>
                <a:lnTo>
                  <a:pt x="985963" y="1176770"/>
                </a:lnTo>
                <a:lnTo>
                  <a:pt x="964388" y="1174984"/>
                </a:lnTo>
                <a:close/>
              </a:path>
              <a:path w="3308985" h="1290954">
                <a:moveTo>
                  <a:pt x="1000377" y="1187937"/>
                </a:moveTo>
                <a:lnTo>
                  <a:pt x="982283" y="1187937"/>
                </a:lnTo>
                <a:lnTo>
                  <a:pt x="995903" y="1207329"/>
                </a:lnTo>
                <a:lnTo>
                  <a:pt x="989643" y="1242146"/>
                </a:lnTo>
                <a:lnTo>
                  <a:pt x="971892" y="1249452"/>
                </a:lnTo>
                <a:lnTo>
                  <a:pt x="998784" y="1249452"/>
                </a:lnTo>
                <a:lnTo>
                  <a:pt x="1007972" y="1234154"/>
                </a:lnTo>
                <a:lnTo>
                  <a:pt x="1009559" y="1209404"/>
                </a:lnTo>
                <a:lnTo>
                  <a:pt x="1001658" y="1188929"/>
                </a:lnTo>
                <a:lnTo>
                  <a:pt x="1000377" y="1187937"/>
                </a:lnTo>
                <a:close/>
              </a:path>
              <a:path w="3308985" h="1290954">
                <a:moveTo>
                  <a:pt x="1041395" y="1176066"/>
                </a:moveTo>
                <a:lnTo>
                  <a:pt x="1029056" y="1176066"/>
                </a:lnTo>
                <a:lnTo>
                  <a:pt x="1029056" y="1259194"/>
                </a:lnTo>
                <a:lnTo>
                  <a:pt x="1041828" y="1259194"/>
                </a:lnTo>
                <a:lnTo>
                  <a:pt x="1041828" y="1207239"/>
                </a:lnTo>
                <a:lnTo>
                  <a:pt x="1046069" y="1193727"/>
                </a:lnTo>
                <a:lnTo>
                  <a:pt x="1046194" y="1193330"/>
                </a:lnTo>
                <a:lnTo>
                  <a:pt x="1058201" y="1189055"/>
                </a:lnTo>
                <a:lnTo>
                  <a:pt x="1042477" y="1189055"/>
                </a:lnTo>
                <a:lnTo>
                  <a:pt x="1041412" y="1176265"/>
                </a:lnTo>
                <a:lnTo>
                  <a:pt x="1041395" y="1176066"/>
                </a:lnTo>
                <a:close/>
              </a:path>
              <a:path w="3308985" h="1290954">
                <a:moveTo>
                  <a:pt x="1085410" y="1186584"/>
                </a:moveTo>
                <a:lnTo>
                  <a:pt x="1065671" y="1186584"/>
                </a:lnTo>
                <a:lnTo>
                  <a:pt x="1075580" y="1193727"/>
                </a:lnTo>
                <a:lnTo>
                  <a:pt x="1077114" y="1259194"/>
                </a:lnTo>
                <a:lnTo>
                  <a:pt x="1090102" y="1259194"/>
                </a:lnTo>
                <a:lnTo>
                  <a:pt x="1090102" y="1199698"/>
                </a:lnTo>
                <a:lnTo>
                  <a:pt x="1100195" y="1189055"/>
                </a:lnTo>
                <a:lnTo>
                  <a:pt x="1087938" y="1189055"/>
                </a:lnTo>
                <a:lnTo>
                  <a:pt x="1085410" y="1186584"/>
                </a:lnTo>
                <a:close/>
              </a:path>
              <a:path w="3308985" h="1290954">
                <a:moveTo>
                  <a:pt x="1135797" y="1186584"/>
                </a:moveTo>
                <a:lnTo>
                  <a:pt x="1103062" y="1186584"/>
                </a:lnTo>
                <a:lnTo>
                  <a:pt x="1123710" y="1193042"/>
                </a:lnTo>
                <a:lnTo>
                  <a:pt x="1125388" y="1259194"/>
                </a:lnTo>
                <a:lnTo>
                  <a:pt x="1138160" y="1259194"/>
                </a:lnTo>
                <a:lnTo>
                  <a:pt x="1135878" y="1189055"/>
                </a:lnTo>
                <a:lnTo>
                  <a:pt x="1135797" y="1186584"/>
                </a:lnTo>
                <a:close/>
              </a:path>
              <a:path w="3308985" h="1290954">
                <a:moveTo>
                  <a:pt x="1074860" y="1176265"/>
                </a:moveTo>
                <a:lnTo>
                  <a:pt x="1054692" y="1176265"/>
                </a:lnTo>
                <a:lnTo>
                  <a:pt x="1042477" y="1189055"/>
                </a:lnTo>
                <a:lnTo>
                  <a:pt x="1058201" y="1189055"/>
                </a:lnTo>
                <a:lnTo>
                  <a:pt x="1065142" y="1186584"/>
                </a:lnTo>
                <a:lnTo>
                  <a:pt x="1085410" y="1186584"/>
                </a:lnTo>
                <a:lnTo>
                  <a:pt x="1074860" y="1176265"/>
                </a:lnTo>
                <a:close/>
              </a:path>
              <a:path w="3308985" h="1290954">
                <a:moveTo>
                  <a:pt x="1120265" y="1174984"/>
                </a:moveTo>
                <a:lnTo>
                  <a:pt x="1101774" y="1176265"/>
                </a:lnTo>
                <a:lnTo>
                  <a:pt x="1087938" y="1189055"/>
                </a:lnTo>
                <a:lnTo>
                  <a:pt x="1100195" y="1189055"/>
                </a:lnTo>
                <a:lnTo>
                  <a:pt x="1102538" y="1186584"/>
                </a:lnTo>
                <a:lnTo>
                  <a:pt x="1135797" y="1186584"/>
                </a:lnTo>
                <a:lnTo>
                  <a:pt x="1120265" y="1174984"/>
                </a:lnTo>
                <a:close/>
              </a:path>
              <a:path w="3308985" h="1290954">
                <a:moveTo>
                  <a:pt x="1173852" y="1176066"/>
                </a:moveTo>
                <a:lnTo>
                  <a:pt x="1161513" y="1176066"/>
                </a:lnTo>
                <a:lnTo>
                  <a:pt x="1161513" y="1290366"/>
                </a:lnTo>
                <a:lnTo>
                  <a:pt x="1174285" y="1290366"/>
                </a:lnTo>
                <a:lnTo>
                  <a:pt x="1174285" y="1246421"/>
                </a:lnTo>
                <a:lnTo>
                  <a:pt x="1187609" y="1246421"/>
                </a:lnTo>
                <a:lnTo>
                  <a:pt x="1181357" y="1242741"/>
                </a:lnTo>
                <a:lnTo>
                  <a:pt x="1174068" y="1217630"/>
                </a:lnTo>
                <a:lnTo>
                  <a:pt x="1181248" y="1193006"/>
                </a:lnTo>
                <a:lnTo>
                  <a:pt x="1203293" y="1186457"/>
                </a:lnTo>
                <a:lnTo>
                  <a:pt x="1224635" y="1186457"/>
                </a:lnTo>
                <a:lnTo>
                  <a:pt x="1224053" y="1185988"/>
                </a:lnTo>
                <a:lnTo>
                  <a:pt x="1177604" y="1185988"/>
                </a:lnTo>
                <a:lnTo>
                  <a:pt x="1173852" y="1176066"/>
                </a:lnTo>
                <a:close/>
              </a:path>
              <a:path w="3308985" h="1290954">
                <a:moveTo>
                  <a:pt x="1187609" y="1246421"/>
                </a:moveTo>
                <a:lnTo>
                  <a:pt x="1174285" y="1246421"/>
                </a:lnTo>
                <a:lnTo>
                  <a:pt x="1206540" y="1260925"/>
                </a:lnTo>
                <a:lnTo>
                  <a:pt x="1223263" y="1252140"/>
                </a:lnTo>
                <a:lnTo>
                  <a:pt x="1224789" y="1249452"/>
                </a:lnTo>
                <a:lnTo>
                  <a:pt x="1192758" y="1249452"/>
                </a:lnTo>
                <a:lnTo>
                  <a:pt x="1187609" y="1246421"/>
                </a:lnTo>
                <a:close/>
              </a:path>
              <a:path w="3308985" h="1290954">
                <a:moveTo>
                  <a:pt x="1224635" y="1186457"/>
                </a:moveTo>
                <a:lnTo>
                  <a:pt x="1203293" y="1186457"/>
                </a:lnTo>
                <a:lnTo>
                  <a:pt x="1217653" y="1197101"/>
                </a:lnTo>
                <a:lnTo>
                  <a:pt x="1221206" y="1228923"/>
                </a:lnTo>
                <a:lnTo>
                  <a:pt x="1207677" y="1248045"/>
                </a:lnTo>
                <a:lnTo>
                  <a:pt x="1192758" y="1249452"/>
                </a:lnTo>
                <a:lnTo>
                  <a:pt x="1224789" y="1249452"/>
                </a:lnTo>
                <a:lnTo>
                  <a:pt x="1233401" y="1234281"/>
                </a:lnTo>
                <a:lnTo>
                  <a:pt x="1234899" y="1209115"/>
                </a:lnTo>
                <a:lnTo>
                  <a:pt x="1227412" y="1188694"/>
                </a:lnTo>
                <a:lnTo>
                  <a:pt x="1224635" y="1186457"/>
                </a:lnTo>
                <a:close/>
              </a:path>
              <a:path w="3308985" h="1290954">
                <a:moveTo>
                  <a:pt x="1193984" y="1174984"/>
                </a:moveTo>
                <a:lnTo>
                  <a:pt x="1177604" y="1185988"/>
                </a:lnTo>
                <a:lnTo>
                  <a:pt x="1224053" y="1185988"/>
                </a:lnTo>
                <a:lnTo>
                  <a:pt x="1212565" y="1176734"/>
                </a:lnTo>
                <a:lnTo>
                  <a:pt x="1193984" y="1174984"/>
                </a:lnTo>
                <a:close/>
              </a:path>
              <a:path w="3308985" h="1290954">
                <a:moveTo>
                  <a:pt x="1267154" y="1148357"/>
                </a:moveTo>
                <a:lnTo>
                  <a:pt x="1254382" y="1148357"/>
                </a:lnTo>
                <a:lnTo>
                  <a:pt x="1254382" y="1259194"/>
                </a:lnTo>
                <a:lnTo>
                  <a:pt x="1267154" y="1259194"/>
                </a:lnTo>
                <a:lnTo>
                  <a:pt x="1267154" y="1148357"/>
                </a:lnTo>
                <a:close/>
              </a:path>
              <a:path w="3308985" h="1290954">
                <a:moveTo>
                  <a:pt x="1316596" y="1174984"/>
                </a:moveTo>
                <a:lnTo>
                  <a:pt x="1298809" y="1184148"/>
                </a:lnTo>
                <a:lnTo>
                  <a:pt x="1288202" y="1202260"/>
                </a:lnTo>
                <a:lnTo>
                  <a:pt x="1286650" y="1226794"/>
                </a:lnTo>
                <a:lnTo>
                  <a:pt x="1294443" y="1247071"/>
                </a:lnTo>
                <a:lnTo>
                  <a:pt x="1310481" y="1259158"/>
                </a:lnTo>
                <a:lnTo>
                  <a:pt x="1325400" y="1260925"/>
                </a:lnTo>
                <a:lnTo>
                  <a:pt x="1345117" y="1256560"/>
                </a:lnTo>
                <a:lnTo>
                  <a:pt x="1350845" y="1249452"/>
                </a:lnTo>
                <a:lnTo>
                  <a:pt x="1320240" y="1249452"/>
                </a:lnTo>
                <a:lnTo>
                  <a:pt x="1304870" y="1240523"/>
                </a:lnTo>
                <a:lnTo>
                  <a:pt x="1302606" y="1221960"/>
                </a:lnTo>
                <a:lnTo>
                  <a:pt x="1295742" y="1221960"/>
                </a:lnTo>
                <a:lnTo>
                  <a:pt x="1295742" y="1210919"/>
                </a:lnTo>
                <a:lnTo>
                  <a:pt x="1301259" y="1210919"/>
                </a:lnTo>
                <a:lnTo>
                  <a:pt x="1300415" y="1203992"/>
                </a:lnTo>
                <a:lnTo>
                  <a:pt x="1319014" y="1186457"/>
                </a:lnTo>
                <a:lnTo>
                  <a:pt x="1348564" y="1186457"/>
                </a:lnTo>
                <a:lnTo>
                  <a:pt x="1344991" y="1180937"/>
                </a:lnTo>
                <a:lnTo>
                  <a:pt x="1316596" y="1174984"/>
                </a:lnTo>
                <a:close/>
              </a:path>
              <a:path w="3308985" h="1290954">
                <a:moveTo>
                  <a:pt x="1346182" y="1236464"/>
                </a:moveTo>
                <a:lnTo>
                  <a:pt x="1345099" y="1239350"/>
                </a:lnTo>
                <a:lnTo>
                  <a:pt x="1320240" y="1249452"/>
                </a:lnTo>
                <a:lnTo>
                  <a:pt x="1350845" y="1249452"/>
                </a:lnTo>
                <a:lnTo>
                  <a:pt x="1358521" y="1239927"/>
                </a:lnTo>
                <a:lnTo>
                  <a:pt x="1346182" y="1236464"/>
                </a:lnTo>
                <a:close/>
              </a:path>
              <a:path w="3308985" h="1290954">
                <a:moveTo>
                  <a:pt x="1301259" y="1210919"/>
                </a:moveTo>
                <a:lnTo>
                  <a:pt x="1295742" y="1210919"/>
                </a:lnTo>
                <a:lnTo>
                  <a:pt x="1295742" y="1221960"/>
                </a:lnTo>
                <a:lnTo>
                  <a:pt x="1302606" y="1221960"/>
                </a:lnTo>
                <a:lnTo>
                  <a:pt x="1301259" y="1210919"/>
                </a:lnTo>
                <a:close/>
              </a:path>
              <a:path w="3308985" h="1290954">
                <a:moveTo>
                  <a:pt x="1348564" y="1186457"/>
                </a:moveTo>
                <a:lnTo>
                  <a:pt x="1319014" y="1186457"/>
                </a:lnTo>
                <a:lnTo>
                  <a:pt x="1339543" y="1191779"/>
                </a:lnTo>
                <a:lnTo>
                  <a:pt x="1346831" y="1210919"/>
                </a:lnTo>
                <a:lnTo>
                  <a:pt x="1301259" y="1210919"/>
                </a:lnTo>
                <a:lnTo>
                  <a:pt x="1302606" y="1221960"/>
                </a:lnTo>
                <a:lnTo>
                  <a:pt x="1359820" y="1221960"/>
                </a:lnTo>
                <a:lnTo>
                  <a:pt x="1358882" y="1203992"/>
                </a:lnTo>
                <a:lnTo>
                  <a:pt x="1358791" y="1202260"/>
                </a:lnTo>
                <a:lnTo>
                  <a:pt x="1348564" y="1186457"/>
                </a:lnTo>
                <a:close/>
              </a:path>
              <a:path w="3308985" h="1290954">
                <a:moveTo>
                  <a:pt x="1397649" y="1156150"/>
                </a:moveTo>
                <a:lnTo>
                  <a:pt x="1384877" y="1156150"/>
                </a:lnTo>
                <a:lnTo>
                  <a:pt x="1384877" y="1238845"/>
                </a:lnTo>
                <a:lnTo>
                  <a:pt x="1390505" y="1254034"/>
                </a:lnTo>
                <a:lnTo>
                  <a:pt x="1411738" y="1260096"/>
                </a:lnTo>
                <a:lnTo>
                  <a:pt x="1397649" y="1156150"/>
                </a:lnTo>
                <a:close/>
              </a:path>
              <a:path w="3308985" h="1290954">
                <a:moveTo>
                  <a:pt x="1384877" y="1176066"/>
                </a:moveTo>
                <a:lnTo>
                  <a:pt x="1372321" y="1176066"/>
                </a:lnTo>
                <a:lnTo>
                  <a:pt x="1372321" y="1186890"/>
                </a:lnTo>
                <a:lnTo>
                  <a:pt x="1384877" y="1186890"/>
                </a:lnTo>
                <a:lnTo>
                  <a:pt x="1384877" y="1176066"/>
                </a:lnTo>
                <a:close/>
              </a:path>
              <a:path w="3308985" h="1290954">
                <a:moveTo>
                  <a:pt x="1415400" y="1176066"/>
                </a:moveTo>
                <a:lnTo>
                  <a:pt x="1400348" y="1176066"/>
                </a:lnTo>
                <a:lnTo>
                  <a:pt x="1401815" y="1186890"/>
                </a:lnTo>
                <a:lnTo>
                  <a:pt x="1415400" y="1186890"/>
                </a:lnTo>
                <a:lnTo>
                  <a:pt x="1415400" y="1176066"/>
                </a:lnTo>
                <a:close/>
              </a:path>
              <a:path w="3308985" h="1290954">
                <a:moveTo>
                  <a:pt x="1459769" y="1174984"/>
                </a:moveTo>
                <a:lnTo>
                  <a:pt x="1441982" y="1184148"/>
                </a:lnTo>
                <a:lnTo>
                  <a:pt x="1431374" y="1202260"/>
                </a:lnTo>
                <a:lnTo>
                  <a:pt x="1429823" y="1226794"/>
                </a:lnTo>
                <a:lnTo>
                  <a:pt x="1437616" y="1247071"/>
                </a:lnTo>
                <a:lnTo>
                  <a:pt x="1453653" y="1259158"/>
                </a:lnTo>
                <a:lnTo>
                  <a:pt x="1468572" y="1260925"/>
                </a:lnTo>
                <a:lnTo>
                  <a:pt x="1488290" y="1256560"/>
                </a:lnTo>
                <a:lnTo>
                  <a:pt x="1494018" y="1249452"/>
                </a:lnTo>
                <a:lnTo>
                  <a:pt x="1463413" y="1249452"/>
                </a:lnTo>
                <a:lnTo>
                  <a:pt x="1448043" y="1240523"/>
                </a:lnTo>
                <a:lnTo>
                  <a:pt x="1445779" y="1221960"/>
                </a:lnTo>
                <a:lnTo>
                  <a:pt x="1438915" y="1221960"/>
                </a:lnTo>
                <a:lnTo>
                  <a:pt x="1438915" y="1210919"/>
                </a:lnTo>
                <a:lnTo>
                  <a:pt x="1444432" y="1210919"/>
                </a:lnTo>
                <a:lnTo>
                  <a:pt x="1443587" y="1203992"/>
                </a:lnTo>
                <a:lnTo>
                  <a:pt x="1462186" y="1186457"/>
                </a:lnTo>
                <a:lnTo>
                  <a:pt x="1491736" y="1186457"/>
                </a:lnTo>
                <a:lnTo>
                  <a:pt x="1488163" y="1180937"/>
                </a:lnTo>
                <a:lnTo>
                  <a:pt x="1459769" y="1174984"/>
                </a:lnTo>
                <a:close/>
              </a:path>
              <a:path w="3308985" h="1290954">
                <a:moveTo>
                  <a:pt x="1489354" y="1236464"/>
                </a:moveTo>
                <a:lnTo>
                  <a:pt x="1488272" y="1239350"/>
                </a:lnTo>
                <a:lnTo>
                  <a:pt x="1463413" y="1249452"/>
                </a:lnTo>
                <a:lnTo>
                  <a:pt x="1494018" y="1249452"/>
                </a:lnTo>
                <a:lnTo>
                  <a:pt x="1501693" y="1239927"/>
                </a:lnTo>
                <a:lnTo>
                  <a:pt x="1489354" y="1236464"/>
                </a:lnTo>
                <a:close/>
              </a:path>
              <a:path w="3308985" h="1290954">
                <a:moveTo>
                  <a:pt x="1444432" y="1210919"/>
                </a:moveTo>
                <a:lnTo>
                  <a:pt x="1438915" y="1210919"/>
                </a:lnTo>
                <a:lnTo>
                  <a:pt x="1438915" y="1221960"/>
                </a:lnTo>
                <a:lnTo>
                  <a:pt x="1445779" y="1221960"/>
                </a:lnTo>
                <a:lnTo>
                  <a:pt x="1444432" y="1210919"/>
                </a:lnTo>
                <a:close/>
              </a:path>
              <a:path w="3308985" h="1290954">
                <a:moveTo>
                  <a:pt x="1491736" y="1186457"/>
                </a:moveTo>
                <a:lnTo>
                  <a:pt x="1462186" y="1186457"/>
                </a:lnTo>
                <a:lnTo>
                  <a:pt x="1482716" y="1191779"/>
                </a:lnTo>
                <a:lnTo>
                  <a:pt x="1490004" y="1210919"/>
                </a:lnTo>
                <a:lnTo>
                  <a:pt x="1444432" y="1210919"/>
                </a:lnTo>
                <a:lnTo>
                  <a:pt x="1445779" y="1221960"/>
                </a:lnTo>
                <a:lnTo>
                  <a:pt x="1502992" y="1221960"/>
                </a:lnTo>
                <a:lnTo>
                  <a:pt x="1502054" y="1203992"/>
                </a:lnTo>
                <a:lnTo>
                  <a:pt x="1501964" y="1202260"/>
                </a:lnTo>
                <a:lnTo>
                  <a:pt x="1491736" y="1186457"/>
                </a:lnTo>
                <a:close/>
              </a:path>
              <a:path w="3308985" h="1290954">
                <a:moveTo>
                  <a:pt x="1583684" y="1156150"/>
                </a:moveTo>
                <a:lnTo>
                  <a:pt x="1570912" y="1156150"/>
                </a:lnTo>
                <a:lnTo>
                  <a:pt x="1570912" y="1238845"/>
                </a:lnTo>
                <a:lnTo>
                  <a:pt x="1576540" y="1254034"/>
                </a:lnTo>
                <a:lnTo>
                  <a:pt x="1597773" y="1260096"/>
                </a:lnTo>
                <a:lnTo>
                  <a:pt x="1583684" y="1156150"/>
                </a:lnTo>
                <a:close/>
              </a:path>
              <a:path w="3308985" h="1290954">
                <a:moveTo>
                  <a:pt x="1570912" y="1176066"/>
                </a:moveTo>
                <a:lnTo>
                  <a:pt x="1558356" y="1176066"/>
                </a:lnTo>
                <a:lnTo>
                  <a:pt x="1558356" y="1186890"/>
                </a:lnTo>
                <a:lnTo>
                  <a:pt x="1570912" y="1186890"/>
                </a:lnTo>
                <a:lnTo>
                  <a:pt x="1570912" y="1176066"/>
                </a:lnTo>
                <a:close/>
              </a:path>
              <a:path w="3308985" h="1290954">
                <a:moveTo>
                  <a:pt x="1601435" y="1176066"/>
                </a:moveTo>
                <a:lnTo>
                  <a:pt x="1586384" y="1176066"/>
                </a:lnTo>
                <a:lnTo>
                  <a:pt x="1587851" y="1186890"/>
                </a:lnTo>
                <a:lnTo>
                  <a:pt x="1601435" y="1186890"/>
                </a:lnTo>
                <a:lnTo>
                  <a:pt x="1601435" y="1176066"/>
                </a:lnTo>
                <a:close/>
              </a:path>
              <a:path w="3308985" h="1290954">
                <a:moveTo>
                  <a:pt x="1635206" y="1148357"/>
                </a:moveTo>
                <a:lnTo>
                  <a:pt x="1622434" y="1148357"/>
                </a:lnTo>
                <a:lnTo>
                  <a:pt x="1622434" y="1259194"/>
                </a:lnTo>
                <a:lnTo>
                  <a:pt x="1635206" y="1259194"/>
                </a:lnTo>
                <a:lnTo>
                  <a:pt x="1635206" y="1209187"/>
                </a:lnTo>
                <a:lnTo>
                  <a:pt x="1639932" y="1193457"/>
                </a:lnTo>
                <a:lnTo>
                  <a:pt x="1654499" y="1189055"/>
                </a:lnTo>
                <a:lnTo>
                  <a:pt x="1636288" y="1189055"/>
                </a:lnTo>
                <a:lnTo>
                  <a:pt x="1635206" y="1148357"/>
                </a:lnTo>
                <a:close/>
              </a:path>
              <a:path w="3308985" h="1290954">
                <a:moveTo>
                  <a:pt x="1683823" y="1186457"/>
                </a:moveTo>
                <a:lnTo>
                  <a:pt x="1663095" y="1186457"/>
                </a:lnTo>
                <a:lnTo>
                  <a:pt x="1674623" y="1195531"/>
                </a:lnTo>
                <a:lnTo>
                  <a:pt x="1676336" y="1259194"/>
                </a:lnTo>
                <a:lnTo>
                  <a:pt x="1689109" y="1259194"/>
                </a:lnTo>
                <a:lnTo>
                  <a:pt x="1689109" y="1206373"/>
                </a:lnTo>
                <a:lnTo>
                  <a:pt x="1683823" y="1186457"/>
                </a:lnTo>
                <a:close/>
              </a:path>
              <a:path w="3308985" h="1290954">
                <a:moveTo>
                  <a:pt x="1671376" y="1176121"/>
                </a:moveTo>
                <a:lnTo>
                  <a:pt x="1648988" y="1176265"/>
                </a:lnTo>
                <a:lnTo>
                  <a:pt x="1636288" y="1189055"/>
                </a:lnTo>
                <a:lnTo>
                  <a:pt x="1654499" y="1189055"/>
                </a:lnTo>
                <a:lnTo>
                  <a:pt x="1663095" y="1186457"/>
                </a:lnTo>
                <a:lnTo>
                  <a:pt x="1683823" y="1186457"/>
                </a:lnTo>
                <a:lnTo>
                  <a:pt x="1683191" y="1184076"/>
                </a:lnTo>
                <a:lnTo>
                  <a:pt x="1671376" y="1176121"/>
                </a:lnTo>
                <a:close/>
              </a:path>
              <a:path w="3308985" h="1290954">
                <a:moveTo>
                  <a:pt x="1738524" y="1174984"/>
                </a:moveTo>
                <a:lnTo>
                  <a:pt x="1720737" y="1184148"/>
                </a:lnTo>
                <a:lnTo>
                  <a:pt x="1710129" y="1202260"/>
                </a:lnTo>
                <a:lnTo>
                  <a:pt x="1708578" y="1226794"/>
                </a:lnTo>
                <a:lnTo>
                  <a:pt x="1716371" y="1247071"/>
                </a:lnTo>
                <a:lnTo>
                  <a:pt x="1732408" y="1259158"/>
                </a:lnTo>
                <a:lnTo>
                  <a:pt x="1747327" y="1260925"/>
                </a:lnTo>
                <a:lnTo>
                  <a:pt x="1767045" y="1256560"/>
                </a:lnTo>
                <a:lnTo>
                  <a:pt x="1772773" y="1249452"/>
                </a:lnTo>
                <a:lnTo>
                  <a:pt x="1742168" y="1249452"/>
                </a:lnTo>
                <a:lnTo>
                  <a:pt x="1726798" y="1240523"/>
                </a:lnTo>
                <a:lnTo>
                  <a:pt x="1724534" y="1221960"/>
                </a:lnTo>
                <a:lnTo>
                  <a:pt x="1717670" y="1221960"/>
                </a:lnTo>
                <a:lnTo>
                  <a:pt x="1717670" y="1210919"/>
                </a:lnTo>
                <a:lnTo>
                  <a:pt x="1723187" y="1210919"/>
                </a:lnTo>
                <a:lnTo>
                  <a:pt x="1722342" y="1203992"/>
                </a:lnTo>
                <a:lnTo>
                  <a:pt x="1740941" y="1186457"/>
                </a:lnTo>
                <a:lnTo>
                  <a:pt x="1770491" y="1186457"/>
                </a:lnTo>
                <a:lnTo>
                  <a:pt x="1766919" y="1180937"/>
                </a:lnTo>
                <a:lnTo>
                  <a:pt x="1738524" y="1174984"/>
                </a:lnTo>
                <a:close/>
              </a:path>
              <a:path w="3308985" h="1290954">
                <a:moveTo>
                  <a:pt x="1768109" y="1236464"/>
                </a:moveTo>
                <a:lnTo>
                  <a:pt x="1767027" y="1239350"/>
                </a:lnTo>
                <a:lnTo>
                  <a:pt x="1742168" y="1249452"/>
                </a:lnTo>
                <a:lnTo>
                  <a:pt x="1772773" y="1249452"/>
                </a:lnTo>
                <a:lnTo>
                  <a:pt x="1780448" y="1239927"/>
                </a:lnTo>
                <a:lnTo>
                  <a:pt x="1768109" y="1236464"/>
                </a:lnTo>
                <a:close/>
              </a:path>
              <a:path w="3308985" h="1290954">
                <a:moveTo>
                  <a:pt x="1723187" y="1210919"/>
                </a:moveTo>
                <a:lnTo>
                  <a:pt x="1717670" y="1210919"/>
                </a:lnTo>
                <a:lnTo>
                  <a:pt x="1717670" y="1221960"/>
                </a:lnTo>
                <a:lnTo>
                  <a:pt x="1724534" y="1221960"/>
                </a:lnTo>
                <a:lnTo>
                  <a:pt x="1723187" y="1210919"/>
                </a:lnTo>
                <a:close/>
              </a:path>
              <a:path w="3308985" h="1290954">
                <a:moveTo>
                  <a:pt x="1770491" y="1186457"/>
                </a:moveTo>
                <a:lnTo>
                  <a:pt x="1740941" y="1186457"/>
                </a:lnTo>
                <a:lnTo>
                  <a:pt x="1761471" y="1191779"/>
                </a:lnTo>
                <a:lnTo>
                  <a:pt x="1768759" y="1210919"/>
                </a:lnTo>
                <a:lnTo>
                  <a:pt x="1723187" y="1210919"/>
                </a:lnTo>
                <a:lnTo>
                  <a:pt x="1724534" y="1221960"/>
                </a:lnTo>
                <a:lnTo>
                  <a:pt x="1781747" y="1221960"/>
                </a:lnTo>
                <a:lnTo>
                  <a:pt x="1780809" y="1203992"/>
                </a:lnTo>
                <a:lnTo>
                  <a:pt x="1780719" y="1202260"/>
                </a:lnTo>
                <a:lnTo>
                  <a:pt x="1770491" y="1186457"/>
                </a:lnTo>
                <a:close/>
              </a:path>
              <a:path w="3308985" h="1290954">
                <a:moveTo>
                  <a:pt x="1856378" y="1176066"/>
                </a:moveTo>
                <a:lnTo>
                  <a:pt x="1844039" y="1176066"/>
                </a:lnTo>
                <a:lnTo>
                  <a:pt x="1844039" y="1290366"/>
                </a:lnTo>
                <a:lnTo>
                  <a:pt x="1856811" y="1290366"/>
                </a:lnTo>
                <a:lnTo>
                  <a:pt x="1856811" y="1246421"/>
                </a:lnTo>
                <a:lnTo>
                  <a:pt x="1870135" y="1246421"/>
                </a:lnTo>
                <a:lnTo>
                  <a:pt x="1863882" y="1242741"/>
                </a:lnTo>
                <a:lnTo>
                  <a:pt x="1856594" y="1217630"/>
                </a:lnTo>
                <a:lnTo>
                  <a:pt x="1863774" y="1193006"/>
                </a:lnTo>
                <a:lnTo>
                  <a:pt x="1885819" y="1186457"/>
                </a:lnTo>
                <a:lnTo>
                  <a:pt x="1907161" y="1186457"/>
                </a:lnTo>
                <a:lnTo>
                  <a:pt x="1906579" y="1185988"/>
                </a:lnTo>
                <a:lnTo>
                  <a:pt x="1860130" y="1185988"/>
                </a:lnTo>
                <a:lnTo>
                  <a:pt x="1856378" y="1176066"/>
                </a:lnTo>
                <a:close/>
              </a:path>
              <a:path w="3308985" h="1290954">
                <a:moveTo>
                  <a:pt x="1870135" y="1246421"/>
                </a:moveTo>
                <a:lnTo>
                  <a:pt x="1856811" y="1246421"/>
                </a:lnTo>
                <a:lnTo>
                  <a:pt x="1889066" y="1260925"/>
                </a:lnTo>
                <a:lnTo>
                  <a:pt x="1905789" y="1252140"/>
                </a:lnTo>
                <a:lnTo>
                  <a:pt x="1907315" y="1249452"/>
                </a:lnTo>
                <a:lnTo>
                  <a:pt x="1875283" y="1249452"/>
                </a:lnTo>
                <a:lnTo>
                  <a:pt x="1870135" y="1246421"/>
                </a:lnTo>
                <a:close/>
              </a:path>
              <a:path w="3308985" h="1290954">
                <a:moveTo>
                  <a:pt x="1907161" y="1186457"/>
                </a:moveTo>
                <a:lnTo>
                  <a:pt x="1885819" y="1186457"/>
                </a:lnTo>
                <a:lnTo>
                  <a:pt x="1900178" y="1197101"/>
                </a:lnTo>
                <a:lnTo>
                  <a:pt x="1903732" y="1228923"/>
                </a:lnTo>
                <a:lnTo>
                  <a:pt x="1890202" y="1248045"/>
                </a:lnTo>
                <a:lnTo>
                  <a:pt x="1875283" y="1249452"/>
                </a:lnTo>
                <a:lnTo>
                  <a:pt x="1907315" y="1249452"/>
                </a:lnTo>
                <a:lnTo>
                  <a:pt x="1915927" y="1234281"/>
                </a:lnTo>
                <a:lnTo>
                  <a:pt x="1917424" y="1209115"/>
                </a:lnTo>
                <a:lnTo>
                  <a:pt x="1909938" y="1188694"/>
                </a:lnTo>
                <a:lnTo>
                  <a:pt x="1907161" y="1186457"/>
                </a:lnTo>
                <a:close/>
              </a:path>
              <a:path w="3308985" h="1290954">
                <a:moveTo>
                  <a:pt x="1876510" y="1174984"/>
                </a:moveTo>
                <a:lnTo>
                  <a:pt x="1860130" y="1185988"/>
                </a:lnTo>
                <a:lnTo>
                  <a:pt x="1906579" y="1185988"/>
                </a:lnTo>
                <a:lnTo>
                  <a:pt x="1895091" y="1176734"/>
                </a:lnTo>
                <a:lnTo>
                  <a:pt x="1876510" y="1174984"/>
                </a:lnTo>
                <a:close/>
              </a:path>
              <a:path w="3308985" h="1290954">
                <a:moveTo>
                  <a:pt x="1949247" y="1176066"/>
                </a:moveTo>
                <a:lnTo>
                  <a:pt x="1936907" y="1176066"/>
                </a:lnTo>
                <a:lnTo>
                  <a:pt x="1936907" y="1259194"/>
                </a:lnTo>
                <a:lnTo>
                  <a:pt x="1949679" y="1259194"/>
                </a:lnTo>
                <a:lnTo>
                  <a:pt x="1950582" y="1199500"/>
                </a:lnTo>
                <a:lnTo>
                  <a:pt x="1968220" y="1188622"/>
                </a:lnTo>
                <a:lnTo>
                  <a:pt x="1950112" y="1188622"/>
                </a:lnTo>
                <a:lnTo>
                  <a:pt x="1949247" y="1176066"/>
                </a:lnTo>
                <a:close/>
              </a:path>
              <a:path w="3308985" h="1290954">
                <a:moveTo>
                  <a:pt x="1966781" y="1174768"/>
                </a:moveTo>
                <a:lnTo>
                  <a:pt x="1950112" y="1188622"/>
                </a:lnTo>
                <a:lnTo>
                  <a:pt x="1968220" y="1188622"/>
                </a:lnTo>
                <a:lnTo>
                  <a:pt x="1970678" y="1187107"/>
                </a:lnTo>
                <a:lnTo>
                  <a:pt x="1978471" y="1174984"/>
                </a:lnTo>
                <a:lnTo>
                  <a:pt x="1966781" y="1174768"/>
                </a:lnTo>
                <a:close/>
              </a:path>
              <a:path w="3308985" h="1290954">
                <a:moveTo>
                  <a:pt x="2017347" y="1174984"/>
                </a:moveTo>
                <a:lnTo>
                  <a:pt x="1999469" y="1183914"/>
                </a:lnTo>
                <a:lnTo>
                  <a:pt x="1988754" y="1201845"/>
                </a:lnTo>
                <a:lnTo>
                  <a:pt x="1987184" y="1226650"/>
                </a:lnTo>
                <a:lnTo>
                  <a:pt x="1995068" y="1246999"/>
                </a:lnTo>
                <a:lnTo>
                  <a:pt x="2010762" y="1259140"/>
                </a:lnTo>
                <a:lnTo>
                  <a:pt x="2024851" y="1260925"/>
                </a:lnTo>
                <a:lnTo>
                  <a:pt x="2032356" y="1260925"/>
                </a:lnTo>
                <a:lnTo>
                  <a:pt x="2050215" y="1251996"/>
                </a:lnTo>
                <a:lnTo>
                  <a:pt x="2051743" y="1249452"/>
                </a:lnTo>
                <a:lnTo>
                  <a:pt x="2019151" y="1249452"/>
                </a:lnTo>
                <a:lnTo>
                  <a:pt x="2007100" y="1242146"/>
                </a:lnTo>
                <a:lnTo>
                  <a:pt x="1999956" y="1212507"/>
                </a:lnTo>
                <a:lnTo>
                  <a:pt x="2014460" y="1187937"/>
                </a:lnTo>
                <a:lnTo>
                  <a:pt x="2053336" y="1187937"/>
                </a:lnTo>
                <a:lnTo>
                  <a:pt x="2038922" y="1176770"/>
                </a:lnTo>
                <a:lnTo>
                  <a:pt x="2017347" y="1174984"/>
                </a:lnTo>
                <a:close/>
              </a:path>
              <a:path w="3308985" h="1290954">
                <a:moveTo>
                  <a:pt x="2053336" y="1187937"/>
                </a:moveTo>
                <a:lnTo>
                  <a:pt x="2035242" y="1187937"/>
                </a:lnTo>
                <a:lnTo>
                  <a:pt x="2048862" y="1207329"/>
                </a:lnTo>
                <a:lnTo>
                  <a:pt x="2042602" y="1242146"/>
                </a:lnTo>
                <a:lnTo>
                  <a:pt x="2024851" y="1249452"/>
                </a:lnTo>
                <a:lnTo>
                  <a:pt x="2051743" y="1249452"/>
                </a:lnTo>
                <a:lnTo>
                  <a:pt x="2060931" y="1234154"/>
                </a:lnTo>
                <a:lnTo>
                  <a:pt x="2062518" y="1209404"/>
                </a:lnTo>
                <a:lnTo>
                  <a:pt x="2054617" y="1188929"/>
                </a:lnTo>
                <a:lnTo>
                  <a:pt x="2053336" y="1187937"/>
                </a:lnTo>
                <a:close/>
              </a:path>
              <a:path w="3308985" h="1290954">
                <a:moveTo>
                  <a:pt x="2108064" y="1174984"/>
                </a:moveTo>
                <a:lnTo>
                  <a:pt x="2090277" y="1184148"/>
                </a:lnTo>
                <a:lnTo>
                  <a:pt x="2079670" y="1202170"/>
                </a:lnTo>
                <a:lnTo>
                  <a:pt x="2078118" y="1226361"/>
                </a:lnTo>
                <a:lnTo>
                  <a:pt x="2085695" y="1246656"/>
                </a:lnTo>
                <a:lnTo>
                  <a:pt x="2101281" y="1259085"/>
                </a:lnTo>
                <a:lnTo>
                  <a:pt x="2115785" y="1260925"/>
                </a:lnTo>
                <a:lnTo>
                  <a:pt x="2136567" y="1255207"/>
                </a:lnTo>
                <a:lnTo>
                  <a:pt x="2139949" y="1249452"/>
                </a:lnTo>
                <a:lnTo>
                  <a:pt x="2110734" y="1249452"/>
                </a:lnTo>
                <a:lnTo>
                  <a:pt x="2095978" y="1239170"/>
                </a:lnTo>
                <a:lnTo>
                  <a:pt x="2091919" y="1205886"/>
                </a:lnTo>
                <a:lnTo>
                  <a:pt x="2106441" y="1187756"/>
                </a:lnTo>
                <a:lnTo>
                  <a:pt x="2141660" y="1187756"/>
                </a:lnTo>
                <a:lnTo>
                  <a:pt x="2136062" y="1180396"/>
                </a:lnTo>
                <a:lnTo>
                  <a:pt x="2108064" y="1174984"/>
                </a:lnTo>
                <a:close/>
              </a:path>
              <a:path w="3308985" h="1290954">
                <a:moveTo>
                  <a:pt x="2148473" y="1234948"/>
                </a:moveTo>
                <a:lnTo>
                  <a:pt x="2135701" y="1234948"/>
                </a:lnTo>
                <a:lnTo>
                  <a:pt x="2134907" y="1237979"/>
                </a:lnTo>
                <a:lnTo>
                  <a:pt x="2110734" y="1249452"/>
                </a:lnTo>
                <a:lnTo>
                  <a:pt x="2139949" y="1249452"/>
                </a:lnTo>
                <a:lnTo>
                  <a:pt x="2148473" y="1234948"/>
                </a:lnTo>
                <a:close/>
              </a:path>
              <a:path w="3308985" h="1290954">
                <a:moveTo>
                  <a:pt x="2141660" y="1187756"/>
                </a:moveTo>
                <a:lnTo>
                  <a:pt x="2106441" y="1187756"/>
                </a:lnTo>
                <a:lnTo>
                  <a:pt x="2125887" y="1187937"/>
                </a:lnTo>
                <a:lnTo>
                  <a:pt x="2135701" y="1200961"/>
                </a:lnTo>
                <a:lnTo>
                  <a:pt x="2148473" y="1200961"/>
                </a:lnTo>
                <a:lnTo>
                  <a:pt x="2147752" y="1195766"/>
                </a:lnTo>
                <a:lnTo>
                  <a:pt x="2141660" y="1187756"/>
                </a:lnTo>
                <a:close/>
              </a:path>
              <a:path w="3308985" h="1290954">
                <a:moveTo>
                  <a:pt x="2193194" y="1174984"/>
                </a:moveTo>
                <a:lnTo>
                  <a:pt x="2175407" y="1184148"/>
                </a:lnTo>
                <a:lnTo>
                  <a:pt x="2164799" y="1202260"/>
                </a:lnTo>
                <a:lnTo>
                  <a:pt x="2163248" y="1226794"/>
                </a:lnTo>
                <a:lnTo>
                  <a:pt x="2171041" y="1247071"/>
                </a:lnTo>
                <a:lnTo>
                  <a:pt x="2187078" y="1259158"/>
                </a:lnTo>
                <a:lnTo>
                  <a:pt x="2201997" y="1260925"/>
                </a:lnTo>
                <a:lnTo>
                  <a:pt x="2221715" y="1256560"/>
                </a:lnTo>
                <a:lnTo>
                  <a:pt x="2227443" y="1249452"/>
                </a:lnTo>
                <a:lnTo>
                  <a:pt x="2196838" y="1249452"/>
                </a:lnTo>
                <a:lnTo>
                  <a:pt x="2181468" y="1240523"/>
                </a:lnTo>
                <a:lnTo>
                  <a:pt x="2179204" y="1221960"/>
                </a:lnTo>
                <a:lnTo>
                  <a:pt x="2172340" y="1221960"/>
                </a:lnTo>
                <a:lnTo>
                  <a:pt x="2172340" y="1210919"/>
                </a:lnTo>
                <a:lnTo>
                  <a:pt x="2177857" y="1210919"/>
                </a:lnTo>
                <a:lnTo>
                  <a:pt x="2177012" y="1203992"/>
                </a:lnTo>
                <a:lnTo>
                  <a:pt x="2195611" y="1186457"/>
                </a:lnTo>
                <a:lnTo>
                  <a:pt x="2225161" y="1186457"/>
                </a:lnTo>
                <a:lnTo>
                  <a:pt x="2221589" y="1180937"/>
                </a:lnTo>
                <a:lnTo>
                  <a:pt x="2193194" y="1174984"/>
                </a:lnTo>
                <a:close/>
              </a:path>
              <a:path w="3308985" h="1290954">
                <a:moveTo>
                  <a:pt x="2222779" y="1236464"/>
                </a:moveTo>
                <a:lnTo>
                  <a:pt x="2221697" y="1239350"/>
                </a:lnTo>
                <a:lnTo>
                  <a:pt x="2196838" y="1249452"/>
                </a:lnTo>
                <a:lnTo>
                  <a:pt x="2227443" y="1249452"/>
                </a:lnTo>
                <a:lnTo>
                  <a:pt x="2235118" y="1239927"/>
                </a:lnTo>
                <a:lnTo>
                  <a:pt x="2222779" y="1236464"/>
                </a:lnTo>
                <a:close/>
              </a:path>
              <a:path w="3308985" h="1290954">
                <a:moveTo>
                  <a:pt x="2177857" y="1210919"/>
                </a:moveTo>
                <a:lnTo>
                  <a:pt x="2172340" y="1210919"/>
                </a:lnTo>
                <a:lnTo>
                  <a:pt x="2172340" y="1221960"/>
                </a:lnTo>
                <a:lnTo>
                  <a:pt x="2179204" y="1221960"/>
                </a:lnTo>
                <a:lnTo>
                  <a:pt x="2177857" y="1210919"/>
                </a:lnTo>
                <a:close/>
              </a:path>
              <a:path w="3308985" h="1290954">
                <a:moveTo>
                  <a:pt x="2225161" y="1186457"/>
                </a:moveTo>
                <a:lnTo>
                  <a:pt x="2195611" y="1186457"/>
                </a:lnTo>
                <a:lnTo>
                  <a:pt x="2216141" y="1191779"/>
                </a:lnTo>
                <a:lnTo>
                  <a:pt x="2223429" y="1210919"/>
                </a:lnTo>
                <a:lnTo>
                  <a:pt x="2177857" y="1210919"/>
                </a:lnTo>
                <a:lnTo>
                  <a:pt x="2179204" y="1221960"/>
                </a:lnTo>
                <a:lnTo>
                  <a:pt x="2236417" y="1221960"/>
                </a:lnTo>
                <a:lnTo>
                  <a:pt x="2235479" y="1203992"/>
                </a:lnTo>
                <a:lnTo>
                  <a:pt x="2235389" y="1202260"/>
                </a:lnTo>
                <a:lnTo>
                  <a:pt x="2225161" y="1186457"/>
                </a:lnTo>
                <a:close/>
              </a:path>
              <a:path w="3308985" h="1290954">
                <a:moveTo>
                  <a:pt x="2264289" y="1236247"/>
                </a:moveTo>
                <a:lnTo>
                  <a:pt x="2252166" y="1239278"/>
                </a:lnTo>
                <a:lnTo>
                  <a:pt x="2253645" y="1246349"/>
                </a:lnTo>
                <a:lnTo>
                  <a:pt x="2268276" y="1259085"/>
                </a:lnTo>
                <a:lnTo>
                  <a:pt x="2290230" y="1260925"/>
                </a:lnTo>
                <a:lnTo>
                  <a:pt x="2309424" y="1252555"/>
                </a:lnTo>
                <a:lnTo>
                  <a:pt x="2310647" y="1248550"/>
                </a:lnTo>
                <a:lnTo>
                  <a:pt x="2274084" y="1248550"/>
                </a:lnTo>
                <a:lnTo>
                  <a:pt x="2264289" y="1236247"/>
                </a:lnTo>
                <a:close/>
              </a:path>
              <a:path w="3308985" h="1290954">
                <a:moveTo>
                  <a:pt x="2285287" y="1174984"/>
                </a:moveTo>
                <a:lnTo>
                  <a:pt x="2261384" y="1182958"/>
                </a:lnTo>
                <a:lnTo>
                  <a:pt x="2254764" y="1204750"/>
                </a:lnTo>
                <a:lnTo>
                  <a:pt x="2263639" y="1217143"/>
                </a:lnTo>
                <a:lnTo>
                  <a:pt x="2297987" y="1227444"/>
                </a:lnTo>
                <a:lnTo>
                  <a:pt x="2303038" y="1240252"/>
                </a:lnTo>
                <a:lnTo>
                  <a:pt x="2294235" y="1248406"/>
                </a:lnTo>
                <a:lnTo>
                  <a:pt x="2274084" y="1248550"/>
                </a:lnTo>
                <a:lnTo>
                  <a:pt x="2310647" y="1248550"/>
                </a:lnTo>
                <a:lnTo>
                  <a:pt x="2316243" y="1230222"/>
                </a:lnTo>
                <a:lnTo>
                  <a:pt x="2307133" y="1218081"/>
                </a:lnTo>
                <a:lnTo>
                  <a:pt x="2268690" y="1204046"/>
                </a:lnTo>
                <a:lnTo>
                  <a:pt x="2269092" y="1194683"/>
                </a:lnTo>
                <a:lnTo>
                  <a:pt x="2269213" y="1191851"/>
                </a:lnTo>
                <a:lnTo>
                  <a:pt x="2289003" y="1186024"/>
                </a:lnTo>
                <a:lnTo>
                  <a:pt x="2309820" y="1186024"/>
                </a:lnTo>
                <a:lnTo>
                  <a:pt x="2299971" y="1176788"/>
                </a:lnTo>
                <a:lnTo>
                  <a:pt x="2285287" y="1174984"/>
                </a:lnTo>
                <a:close/>
              </a:path>
              <a:path w="3308985" h="1290954">
                <a:moveTo>
                  <a:pt x="2309820" y="1186024"/>
                </a:moveTo>
                <a:lnTo>
                  <a:pt x="2289003" y="1186024"/>
                </a:lnTo>
                <a:lnTo>
                  <a:pt x="2303255" y="1197931"/>
                </a:lnTo>
                <a:lnTo>
                  <a:pt x="2314728" y="1194683"/>
                </a:lnTo>
                <a:lnTo>
                  <a:pt x="2312744" y="1188766"/>
                </a:lnTo>
                <a:lnTo>
                  <a:pt x="2309820" y="1186024"/>
                </a:lnTo>
                <a:close/>
              </a:path>
              <a:path w="3308985" h="1290954">
                <a:moveTo>
                  <a:pt x="2343912" y="1236247"/>
                </a:moveTo>
                <a:lnTo>
                  <a:pt x="2331789" y="1239278"/>
                </a:lnTo>
                <a:lnTo>
                  <a:pt x="2333268" y="1246349"/>
                </a:lnTo>
                <a:lnTo>
                  <a:pt x="2347899" y="1259085"/>
                </a:lnTo>
                <a:lnTo>
                  <a:pt x="2369853" y="1260925"/>
                </a:lnTo>
                <a:lnTo>
                  <a:pt x="2389047" y="1252555"/>
                </a:lnTo>
                <a:lnTo>
                  <a:pt x="2390270" y="1248550"/>
                </a:lnTo>
                <a:lnTo>
                  <a:pt x="2353707" y="1248550"/>
                </a:lnTo>
                <a:lnTo>
                  <a:pt x="2343912" y="1236247"/>
                </a:lnTo>
                <a:close/>
              </a:path>
              <a:path w="3308985" h="1290954">
                <a:moveTo>
                  <a:pt x="2364910" y="1174984"/>
                </a:moveTo>
                <a:lnTo>
                  <a:pt x="2341007" y="1182958"/>
                </a:lnTo>
                <a:lnTo>
                  <a:pt x="2334387" y="1204750"/>
                </a:lnTo>
                <a:lnTo>
                  <a:pt x="2343262" y="1217143"/>
                </a:lnTo>
                <a:lnTo>
                  <a:pt x="2377610" y="1227444"/>
                </a:lnTo>
                <a:lnTo>
                  <a:pt x="2382661" y="1240252"/>
                </a:lnTo>
                <a:lnTo>
                  <a:pt x="2373858" y="1248406"/>
                </a:lnTo>
                <a:lnTo>
                  <a:pt x="2353707" y="1248550"/>
                </a:lnTo>
                <a:lnTo>
                  <a:pt x="2390270" y="1248550"/>
                </a:lnTo>
                <a:lnTo>
                  <a:pt x="2395866" y="1230222"/>
                </a:lnTo>
                <a:lnTo>
                  <a:pt x="2386756" y="1218081"/>
                </a:lnTo>
                <a:lnTo>
                  <a:pt x="2348313" y="1204046"/>
                </a:lnTo>
                <a:lnTo>
                  <a:pt x="2348715" y="1194683"/>
                </a:lnTo>
                <a:lnTo>
                  <a:pt x="2348836" y="1191851"/>
                </a:lnTo>
                <a:lnTo>
                  <a:pt x="2368626" y="1186024"/>
                </a:lnTo>
                <a:lnTo>
                  <a:pt x="2389443" y="1186024"/>
                </a:lnTo>
                <a:lnTo>
                  <a:pt x="2379594" y="1176788"/>
                </a:lnTo>
                <a:lnTo>
                  <a:pt x="2364910" y="1174984"/>
                </a:lnTo>
                <a:close/>
              </a:path>
              <a:path w="3308985" h="1290954">
                <a:moveTo>
                  <a:pt x="2389443" y="1186024"/>
                </a:moveTo>
                <a:lnTo>
                  <a:pt x="2368626" y="1186024"/>
                </a:lnTo>
                <a:lnTo>
                  <a:pt x="2382878" y="1197931"/>
                </a:lnTo>
                <a:lnTo>
                  <a:pt x="2394351" y="1194683"/>
                </a:lnTo>
                <a:lnTo>
                  <a:pt x="2392367" y="1188766"/>
                </a:lnTo>
                <a:lnTo>
                  <a:pt x="2389443" y="1186024"/>
                </a:lnTo>
                <a:close/>
              </a:path>
              <a:path w="3308985" h="1290954">
                <a:moveTo>
                  <a:pt x="2429362" y="1241533"/>
                </a:moveTo>
                <a:lnTo>
                  <a:pt x="2414659" y="1247648"/>
                </a:lnTo>
                <a:lnTo>
                  <a:pt x="2424401" y="1260060"/>
                </a:lnTo>
                <a:lnTo>
                  <a:pt x="2429362" y="1241533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143000" y="3187700"/>
            <a:ext cx="1625600" cy="3467100"/>
            <a:chOff x="1143000" y="3187700"/>
            <a:chExt cx="1625600" cy="3467100"/>
          </a:xfrm>
        </p:grpSpPr>
        <p:sp>
          <p:nvSpPr>
            <p:cNvPr id="9" name="object 9" descr=""/>
            <p:cNvSpPr/>
            <p:nvPr/>
          </p:nvSpPr>
          <p:spPr>
            <a:xfrm>
              <a:off x="1143000" y="31877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67371" y="32119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5833" y="3240236"/>
              <a:ext cx="1507743" cy="332970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7033" y="3280643"/>
              <a:ext cx="85343" cy="8485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787900" y="3187700"/>
            <a:ext cx="1638300" cy="3467100"/>
            <a:chOff x="4787900" y="3187700"/>
            <a:chExt cx="1638300" cy="3467100"/>
          </a:xfrm>
        </p:grpSpPr>
        <p:sp>
          <p:nvSpPr>
            <p:cNvPr id="14" name="object 14" descr=""/>
            <p:cNvSpPr/>
            <p:nvPr/>
          </p:nvSpPr>
          <p:spPr>
            <a:xfrm>
              <a:off x="4787900" y="31877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12474" y="32119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1143" y="3240236"/>
              <a:ext cx="1519523" cy="33297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7899" y="3280643"/>
              <a:ext cx="86010" cy="8485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2971800" y="3213100"/>
            <a:ext cx="1625600" cy="3467100"/>
            <a:chOff x="2971800" y="3213100"/>
            <a:chExt cx="1625600" cy="3467100"/>
          </a:xfrm>
        </p:grpSpPr>
        <p:sp>
          <p:nvSpPr>
            <p:cNvPr id="19" name="object 19" descr=""/>
            <p:cNvSpPr/>
            <p:nvPr/>
          </p:nvSpPr>
          <p:spPr>
            <a:xfrm>
              <a:off x="2971800" y="3213100"/>
              <a:ext cx="1613535" cy="3467100"/>
            </a:xfrm>
            <a:custGeom>
              <a:avLst/>
              <a:gdLst/>
              <a:ahLst/>
              <a:cxnLst/>
              <a:rect l="l" t="t" r="r" b="b"/>
              <a:pathLst>
                <a:path w="1613535" h="3467100">
                  <a:moveTo>
                    <a:pt x="1491487" y="0"/>
                  </a:moveTo>
                  <a:lnTo>
                    <a:pt x="121920" y="0"/>
                  </a:lnTo>
                  <a:lnTo>
                    <a:pt x="74463" y="9526"/>
                  </a:lnTo>
                  <a:lnTo>
                    <a:pt x="35709" y="35506"/>
                  </a:lnTo>
                  <a:lnTo>
                    <a:pt x="9581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581" y="3393059"/>
                  </a:lnTo>
                  <a:lnTo>
                    <a:pt x="35709" y="3431593"/>
                  </a:lnTo>
                  <a:lnTo>
                    <a:pt x="74463" y="3457573"/>
                  </a:lnTo>
                  <a:lnTo>
                    <a:pt x="121920" y="3467100"/>
                  </a:lnTo>
                  <a:lnTo>
                    <a:pt x="1491487" y="3467100"/>
                  </a:lnTo>
                  <a:lnTo>
                    <a:pt x="1538944" y="3457573"/>
                  </a:lnTo>
                  <a:lnTo>
                    <a:pt x="1577698" y="3431593"/>
                  </a:lnTo>
                  <a:lnTo>
                    <a:pt x="1603826" y="3393059"/>
                  </a:lnTo>
                  <a:lnTo>
                    <a:pt x="1613408" y="3345872"/>
                  </a:lnTo>
                  <a:lnTo>
                    <a:pt x="1613408" y="121227"/>
                  </a:lnTo>
                  <a:lnTo>
                    <a:pt x="1603826" y="74040"/>
                  </a:lnTo>
                  <a:lnTo>
                    <a:pt x="1577698" y="35506"/>
                  </a:lnTo>
                  <a:lnTo>
                    <a:pt x="1538944" y="9526"/>
                  </a:lnTo>
                  <a:lnTo>
                    <a:pt x="1491487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96171" y="3237356"/>
              <a:ext cx="1601470" cy="3418840"/>
            </a:xfrm>
            <a:custGeom>
              <a:avLst/>
              <a:gdLst/>
              <a:ahLst/>
              <a:cxnLst/>
              <a:rect l="l" t="t" r="r" b="b"/>
              <a:pathLst>
                <a:path w="1601470" h="3418840">
                  <a:moveTo>
                    <a:pt x="1564640" y="96977"/>
                  </a:moveTo>
                  <a:lnTo>
                    <a:pt x="1556981" y="59232"/>
                  </a:lnTo>
                  <a:lnTo>
                    <a:pt x="1536077" y="28397"/>
                  </a:lnTo>
                  <a:lnTo>
                    <a:pt x="1505077" y="7620"/>
                  </a:lnTo>
                  <a:lnTo>
                    <a:pt x="1467104" y="0"/>
                  </a:lnTo>
                  <a:lnTo>
                    <a:pt x="97536" y="0"/>
                  </a:lnTo>
                  <a:lnTo>
                    <a:pt x="59575" y="7620"/>
                  </a:lnTo>
                  <a:lnTo>
                    <a:pt x="28575" y="28397"/>
                  </a:lnTo>
                  <a:lnTo>
                    <a:pt x="7670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670" y="3359378"/>
                  </a:lnTo>
                  <a:lnTo>
                    <a:pt x="28575" y="3390201"/>
                  </a:lnTo>
                  <a:lnTo>
                    <a:pt x="59575" y="3410978"/>
                  </a:lnTo>
                  <a:lnTo>
                    <a:pt x="97536" y="3418611"/>
                  </a:lnTo>
                  <a:lnTo>
                    <a:pt x="1467104" y="3418611"/>
                  </a:lnTo>
                  <a:lnTo>
                    <a:pt x="1505077" y="3410978"/>
                  </a:lnTo>
                  <a:lnTo>
                    <a:pt x="1536077" y="3390201"/>
                  </a:lnTo>
                  <a:lnTo>
                    <a:pt x="1556981" y="3359378"/>
                  </a:lnTo>
                  <a:lnTo>
                    <a:pt x="1564640" y="3321621"/>
                  </a:lnTo>
                  <a:lnTo>
                    <a:pt x="1564640" y="96977"/>
                  </a:lnTo>
                  <a:close/>
                </a:path>
                <a:path w="1601470" h="3418840">
                  <a:moveTo>
                    <a:pt x="1601228" y="1239634"/>
                  </a:moveTo>
                  <a:lnTo>
                    <a:pt x="1599730" y="1239634"/>
                  </a:lnTo>
                  <a:lnTo>
                    <a:pt x="1599730" y="1237094"/>
                  </a:lnTo>
                  <a:lnTo>
                    <a:pt x="1589036" y="1237094"/>
                  </a:lnTo>
                  <a:lnTo>
                    <a:pt x="1589036" y="1239634"/>
                  </a:lnTo>
                  <a:lnTo>
                    <a:pt x="1589036" y="1444104"/>
                  </a:lnTo>
                  <a:lnTo>
                    <a:pt x="1589036" y="1446644"/>
                  </a:lnTo>
                  <a:lnTo>
                    <a:pt x="1599044" y="1446644"/>
                  </a:lnTo>
                  <a:lnTo>
                    <a:pt x="1599044" y="1444104"/>
                  </a:lnTo>
                  <a:lnTo>
                    <a:pt x="1601228" y="1444104"/>
                  </a:lnTo>
                  <a:lnTo>
                    <a:pt x="1601228" y="1239634"/>
                  </a:lnTo>
                  <a:close/>
                </a:path>
                <a:path w="1601470" h="3418840">
                  <a:moveTo>
                    <a:pt x="1601228" y="652894"/>
                  </a:moveTo>
                  <a:lnTo>
                    <a:pt x="1599514" y="652894"/>
                  </a:lnTo>
                  <a:lnTo>
                    <a:pt x="1599514" y="646544"/>
                  </a:lnTo>
                  <a:lnTo>
                    <a:pt x="1589036" y="646544"/>
                  </a:lnTo>
                  <a:lnTo>
                    <a:pt x="1589036" y="652894"/>
                  </a:lnTo>
                  <a:lnTo>
                    <a:pt x="1589036" y="1040244"/>
                  </a:lnTo>
                  <a:lnTo>
                    <a:pt x="1589036" y="1046594"/>
                  </a:lnTo>
                  <a:lnTo>
                    <a:pt x="1599514" y="1046594"/>
                  </a:lnTo>
                  <a:lnTo>
                    <a:pt x="1599514" y="1040244"/>
                  </a:lnTo>
                  <a:lnTo>
                    <a:pt x="1601228" y="1040244"/>
                  </a:lnTo>
                  <a:lnTo>
                    <a:pt x="1601228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24633" y="3265636"/>
              <a:ext cx="1507743" cy="332970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35833" y="3306043"/>
              <a:ext cx="85344" cy="84859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193800" y="4762500"/>
            <a:ext cx="749300" cy="736600"/>
          </a:xfrm>
          <a:custGeom>
            <a:avLst/>
            <a:gdLst/>
            <a:ahLst/>
            <a:cxnLst/>
            <a:rect l="l" t="t" r="r" b="b"/>
            <a:pathLst>
              <a:path w="749300" h="736600">
                <a:moveTo>
                  <a:pt x="374650" y="0"/>
                </a:moveTo>
                <a:lnTo>
                  <a:pt x="327654" y="2869"/>
                </a:lnTo>
                <a:lnTo>
                  <a:pt x="282401" y="11248"/>
                </a:lnTo>
                <a:lnTo>
                  <a:pt x="239241" y="24790"/>
                </a:lnTo>
                <a:lnTo>
                  <a:pt x="198525" y="43152"/>
                </a:lnTo>
                <a:lnTo>
                  <a:pt x="160604" y="65987"/>
                </a:lnTo>
                <a:lnTo>
                  <a:pt x="125830" y="92950"/>
                </a:lnTo>
                <a:lnTo>
                  <a:pt x="94553" y="123697"/>
                </a:lnTo>
                <a:lnTo>
                  <a:pt x="67124" y="157882"/>
                </a:lnTo>
                <a:lnTo>
                  <a:pt x="43896" y="195160"/>
                </a:lnTo>
                <a:lnTo>
                  <a:pt x="25218" y="235186"/>
                </a:lnTo>
                <a:lnTo>
                  <a:pt x="11442" y="277614"/>
                </a:lnTo>
                <a:lnTo>
                  <a:pt x="2919" y="322101"/>
                </a:lnTo>
                <a:lnTo>
                  <a:pt x="0" y="368300"/>
                </a:lnTo>
                <a:lnTo>
                  <a:pt x="2919" y="414498"/>
                </a:lnTo>
                <a:lnTo>
                  <a:pt x="11442" y="458985"/>
                </a:lnTo>
                <a:lnTo>
                  <a:pt x="25218" y="501413"/>
                </a:lnTo>
                <a:lnTo>
                  <a:pt x="43896" y="541439"/>
                </a:lnTo>
                <a:lnTo>
                  <a:pt x="67124" y="578717"/>
                </a:lnTo>
                <a:lnTo>
                  <a:pt x="94553" y="612902"/>
                </a:lnTo>
                <a:lnTo>
                  <a:pt x="125830" y="643649"/>
                </a:lnTo>
                <a:lnTo>
                  <a:pt x="160604" y="670612"/>
                </a:lnTo>
                <a:lnTo>
                  <a:pt x="198525" y="693447"/>
                </a:lnTo>
                <a:lnTo>
                  <a:pt x="239241" y="711809"/>
                </a:lnTo>
                <a:lnTo>
                  <a:pt x="282401" y="725351"/>
                </a:lnTo>
                <a:lnTo>
                  <a:pt x="327654" y="733730"/>
                </a:lnTo>
                <a:lnTo>
                  <a:pt x="374650" y="736600"/>
                </a:lnTo>
                <a:lnTo>
                  <a:pt x="374650" y="723900"/>
                </a:lnTo>
                <a:lnTo>
                  <a:pt x="325492" y="720649"/>
                </a:lnTo>
                <a:lnTo>
                  <a:pt x="278357" y="711183"/>
                </a:lnTo>
                <a:lnTo>
                  <a:pt x="233676" y="695926"/>
                </a:lnTo>
                <a:lnTo>
                  <a:pt x="191875" y="675304"/>
                </a:lnTo>
                <a:lnTo>
                  <a:pt x="153385" y="649744"/>
                </a:lnTo>
                <a:lnTo>
                  <a:pt x="118635" y="619670"/>
                </a:lnTo>
                <a:lnTo>
                  <a:pt x="88054" y="585509"/>
                </a:lnTo>
                <a:lnTo>
                  <a:pt x="62071" y="547687"/>
                </a:lnTo>
                <a:lnTo>
                  <a:pt x="41114" y="506629"/>
                </a:lnTo>
                <a:lnTo>
                  <a:pt x="25614" y="462761"/>
                </a:lnTo>
                <a:lnTo>
                  <a:pt x="16000" y="416510"/>
                </a:lnTo>
                <a:lnTo>
                  <a:pt x="12700" y="368300"/>
                </a:lnTo>
                <a:lnTo>
                  <a:pt x="16000" y="320089"/>
                </a:lnTo>
                <a:lnTo>
                  <a:pt x="25614" y="273838"/>
                </a:lnTo>
                <a:lnTo>
                  <a:pt x="41114" y="229970"/>
                </a:lnTo>
                <a:lnTo>
                  <a:pt x="62071" y="188912"/>
                </a:lnTo>
                <a:lnTo>
                  <a:pt x="88054" y="151090"/>
                </a:lnTo>
                <a:lnTo>
                  <a:pt x="118635" y="116929"/>
                </a:lnTo>
                <a:lnTo>
                  <a:pt x="153385" y="86855"/>
                </a:lnTo>
                <a:lnTo>
                  <a:pt x="191875" y="61295"/>
                </a:lnTo>
                <a:lnTo>
                  <a:pt x="233676" y="40673"/>
                </a:lnTo>
                <a:lnTo>
                  <a:pt x="278357" y="25416"/>
                </a:lnTo>
                <a:lnTo>
                  <a:pt x="325492" y="15950"/>
                </a:lnTo>
                <a:lnTo>
                  <a:pt x="374650" y="12700"/>
                </a:lnTo>
                <a:lnTo>
                  <a:pt x="374650" y="0"/>
                </a:lnTo>
                <a:close/>
              </a:path>
              <a:path w="749300" h="736600">
                <a:moveTo>
                  <a:pt x="374650" y="0"/>
                </a:moveTo>
                <a:lnTo>
                  <a:pt x="374650" y="12700"/>
                </a:lnTo>
                <a:lnTo>
                  <a:pt x="423807" y="15950"/>
                </a:lnTo>
                <a:lnTo>
                  <a:pt x="470942" y="25416"/>
                </a:lnTo>
                <a:lnTo>
                  <a:pt x="515623" y="40673"/>
                </a:lnTo>
                <a:lnTo>
                  <a:pt x="557424" y="61295"/>
                </a:lnTo>
                <a:lnTo>
                  <a:pt x="595914" y="86855"/>
                </a:lnTo>
                <a:lnTo>
                  <a:pt x="630664" y="116929"/>
                </a:lnTo>
                <a:lnTo>
                  <a:pt x="661245" y="151090"/>
                </a:lnTo>
                <a:lnTo>
                  <a:pt x="687228" y="188912"/>
                </a:lnTo>
                <a:lnTo>
                  <a:pt x="708185" y="229970"/>
                </a:lnTo>
                <a:lnTo>
                  <a:pt x="723685" y="273838"/>
                </a:lnTo>
                <a:lnTo>
                  <a:pt x="733299" y="320089"/>
                </a:lnTo>
                <a:lnTo>
                  <a:pt x="736600" y="368300"/>
                </a:lnTo>
                <a:lnTo>
                  <a:pt x="733299" y="416510"/>
                </a:lnTo>
                <a:lnTo>
                  <a:pt x="723685" y="462761"/>
                </a:lnTo>
                <a:lnTo>
                  <a:pt x="708185" y="506629"/>
                </a:lnTo>
                <a:lnTo>
                  <a:pt x="687228" y="547687"/>
                </a:lnTo>
                <a:lnTo>
                  <a:pt x="661245" y="585509"/>
                </a:lnTo>
                <a:lnTo>
                  <a:pt x="630664" y="619670"/>
                </a:lnTo>
                <a:lnTo>
                  <a:pt x="595914" y="649744"/>
                </a:lnTo>
                <a:lnTo>
                  <a:pt x="557424" y="675304"/>
                </a:lnTo>
                <a:lnTo>
                  <a:pt x="515623" y="695926"/>
                </a:lnTo>
                <a:lnTo>
                  <a:pt x="470942" y="711183"/>
                </a:lnTo>
                <a:lnTo>
                  <a:pt x="423807" y="720649"/>
                </a:lnTo>
                <a:lnTo>
                  <a:pt x="374650" y="723900"/>
                </a:lnTo>
                <a:lnTo>
                  <a:pt x="374650" y="736600"/>
                </a:lnTo>
                <a:lnTo>
                  <a:pt x="421645" y="733730"/>
                </a:lnTo>
                <a:lnTo>
                  <a:pt x="466898" y="725351"/>
                </a:lnTo>
                <a:lnTo>
                  <a:pt x="510058" y="711809"/>
                </a:lnTo>
                <a:lnTo>
                  <a:pt x="550774" y="693447"/>
                </a:lnTo>
                <a:lnTo>
                  <a:pt x="588695" y="670612"/>
                </a:lnTo>
                <a:lnTo>
                  <a:pt x="623469" y="643649"/>
                </a:lnTo>
                <a:lnTo>
                  <a:pt x="654746" y="612902"/>
                </a:lnTo>
                <a:lnTo>
                  <a:pt x="682175" y="578717"/>
                </a:lnTo>
                <a:lnTo>
                  <a:pt x="705403" y="541439"/>
                </a:lnTo>
                <a:lnTo>
                  <a:pt x="724081" y="501413"/>
                </a:lnTo>
                <a:lnTo>
                  <a:pt x="737857" y="458985"/>
                </a:lnTo>
                <a:lnTo>
                  <a:pt x="746380" y="414498"/>
                </a:lnTo>
                <a:lnTo>
                  <a:pt x="749300" y="368300"/>
                </a:lnTo>
                <a:lnTo>
                  <a:pt x="746380" y="322101"/>
                </a:lnTo>
                <a:lnTo>
                  <a:pt x="737857" y="277614"/>
                </a:lnTo>
                <a:lnTo>
                  <a:pt x="724081" y="235186"/>
                </a:lnTo>
                <a:lnTo>
                  <a:pt x="705403" y="195160"/>
                </a:lnTo>
                <a:lnTo>
                  <a:pt x="682175" y="157882"/>
                </a:lnTo>
                <a:lnTo>
                  <a:pt x="654746" y="123697"/>
                </a:lnTo>
                <a:lnTo>
                  <a:pt x="623469" y="92950"/>
                </a:lnTo>
                <a:lnTo>
                  <a:pt x="588695" y="65987"/>
                </a:lnTo>
                <a:lnTo>
                  <a:pt x="550774" y="43152"/>
                </a:lnTo>
                <a:lnTo>
                  <a:pt x="510058" y="24790"/>
                </a:lnTo>
                <a:lnTo>
                  <a:pt x="466898" y="11248"/>
                </a:lnTo>
                <a:lnTo>
                  <a:pt x="421645" y="2869"/>
                </a:lnTo>
                <a:lnTo>
                  <a:pt x="37465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4597400" y="6959600"/>
            <a:ext cx="1638300" cy="3467100"/>
            <a:chOff x="4597400" y="6959600"/>
            <a:chExt cx="1638300" cy="3467100"/>
          </a:xfrm>
        </p:grpSpPr>
        <p:sp>
          <p:nvSpPr>
            <p:cNvPr id="25" name="object 25" descr=""/>
            <p:cNvSpPr/>
            <p:nvPr/>
          </p:nvSpPr>
          <p:spPr>
            <a:xfrm>
              <a:off x="4597400" y="6959600"/>
              <a:ext cx="1626235" cy="3467100"/>
            </a:xfrm>
            <a:custGeom>
              <a:avLst/>
              <a:gdLst/>
              <a:ahLst/>
              <a:cxnLst/>
              <a:rect l="l" t="t" r="r" b="b"/>
              <a:pathLst>
                <a:path w="1626235" h="3467100">
                  <a:moveTo>
                    <a:pt x="1503140" y="0"/>
                  </a:moveTo>
                  <a:lnTo>
                    <a:pt x="122872" y="0"/>
                  </a:lnTo>
                  <a:lnTo>
                    <a:pt x="75044" y="9526"/>
                  </a:lnTo>
                  <a:lnTo>
                    <a:pt x="35988" y="35506"/>
                  </a:lnTo>
                  <a:lnTo>
                    <a:pt x="9655" y="74040"/>
                  </a:lnTo>
                  <a:lnTo>
                    <a:pt x="0" y="121227"/>
                  </a:lnTo>
                  <a:lnTo>
                    <a:pt x="0" y="3345872"/>
                  </a:lnTo>
                  <a:lnTo>
                    <a:pt x="9655" y="3393059"/>
                  </a:lnTo>
                  <a:lnTo>
                    <a:pt x="35988" y="3431593"/>
                  </a:lnTo>
                  <a:lnTo>
                    <a:pt x="75044" y="3457573"/>
                  </a:lnTo>
                  <a:lnTo>
                    <a:pt x="122872" y="3467100"/>
                  </a:lnTo>
                  <a:lnTo>
                    <a:pt x="1503140" y="3467100"/>
                  </a:lnTo>
                  <a:lnTo>
                    <a:pt x="1550967" y="3457573"/>
                  </a:lnTo>
                  <a:lnTo>
                    <a:pt x="1590024" y="3431593"/>
                  </a:lnTo>
                  <a:lnTo>
                    <a:pt x="1616356" y="3393059"/>
                  </a:lnTo>
                  <a:lnTo>
                    <a:pt x="1626012" y="3345872"/>
                  </a:lnTo>
                  <a:lnTo>
                    <a:pt x="1626012" y="121227"/>
                  </a:lnTo>
                  <a:lnTo>
                    <a:pt x="1616356" y="74040"/>
                  </a:lnTo>
                  <a:lnTo>
                    <a:pt x="1590024" y="35506"/>
                  </a:lnTo>
                  <a:lnTo>
                    <a:pt x="1550967" y="9526"/>
                  </a:lnTo>
                  <a:lnTo>
                    <a:pt x="1503140" y="0"/>
                  </a:lnTo>
                  <a:close/>
                </a:path>
              </a:pathLst>
            </a:custGeom>
            <a:solidFill>
              <a:srgbClr val="3A42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21974" y="6983856"/>
              <a:ext cx="1614170" cy="3418840"/>
            </a:xfrm>
            <a:custGeom>
              <a:avLst/>
              <a:gdLst/>
              <a:ahLst/>
              <a:cxnLst/>
              <a:rect l="l" t="t" r="r" b="b"/>
              <a:pathLst>
                <a:path w="1614170" h="3418840">
                  <a:moveTo>
                    <a:pt x="1576857" y="96977"/>
                  </a:moveTo>
                  <a:lnTo>
                    <a:pt x="1569135" y="59232"/>
                  </a:lnTo>
                  <a:lnTo>
                    <a:pt x="1548066" y="28397"/>
                  </a:lnTo>
                  <a:lnTo>
                    <a:pt x="1516824" y="7620"/>
                  </a:lnTo>
                  <a:lnTo>
                    <a:pt x="1478559" y="0"/>
                  </a:lnTo>
                  <a:lnTo>
                    <a:pt x="98298" y="0"/>
                  </a:lnTo>
                  <a:lnTo>
                    <a:pt x="60032" y="7620"/>
                  </a:lnTo>
                  <a:lnTo>
                    <a:pt x="28790" y="28397"/>
                  </a:lnTo>
                  <a:lnTo>
                    <a:pt x="7721" y="59232"/>
                  </a:lnTo>
                  <a:lnTo>
                    <a:pt x="0" y="96977"/>
                  </a:lnTo>
                  <a:lnTo>
                    <a:pt x="0" y="3321621"/>
                  </a:lnTo>
                  <a:lnTo>
                    <a:pt x="7721" y="3359378"/>
                  </a:lnTo>
                  <a:lnTo>
                    <a:pt x="28790" y="3390201"/>
                  </a:lnTo>
                  <a:lnTo>
                    <a:pt x="60032" y="3410978"/>
                  </a:lnTo>
                  <a:lnTo>
                    <a:pt x="98298" y="3418611"/>
                  </a:lnTo>
                  <a:lnTo>
                    <a:pt x="1478559" y="3418611"/>
                  </a:lnTo>
                  <a:lnTo>
                    <a:pt x="1516824" y="3410978"/>
                  </a:lnTo>
                  <a:lnTo>
                    <a:pt x="1548066" y="3390201"/>
                  </a:lnTo>
                  <a:lnTo>
                    <a:pt x="1569135" y="3359378"/>
                  </a:lnTo>
                  <a:lnTo>
                    <a:pt x="1576857" y="3321621"/>
                  </a:lnTo>
                  <a:lnTo>
                    <a:pt x="1576857" y="96977"/>
                  </a:lnTo>
                  <a:close/>
                </a:path>
                <a:path w="1614170" h="3418840">
                  <a:moveTo>
                    <a:pt x="1613725" y="1239634"/>
                  </a:moveTo>
                  <a:lnTo>
                    <a:pt x="1612214" y="1239634"/>
                  </a:lnTo>
                  <a:lnTo>
                    <a:pt x="1612214" y="1237094"/>
                  </a:lnTo>
                  <a:lnTo>
                    <a:pt x="1601431" y="1237094"/>
                  </a:lnTo>
                  <a:lnTo>
                    <a:pt x="1601431" y="1239634"/>
                  </a:lnTo>
                  <a:lnTo>
                    <a:pt x="1601431" y="1444104"/>
                  </a:lnTo>
                  <a:lnTo>
                    <a:pt x="1601431" y="1446644"/>
                  </a:lnTo>
                  <a:lnTo>
                    <a:pt x="1611528" y="1446644"/>
                  </a:lnTo>
                  <a:lnTo>
                    <a:pt x="1611528" y="1444104"/>
                  </a:lnTo>
                  <a:lnTo>
                    <a:pt x="1613725" y="1444104"/>
                  </a:lnTo>
                  <a:lnTo>
                    <a:pt x="1613725" y="1239634"/>
                  </a:lnTo>
                  <a:close/>
                </a:path>
                <a:path w="1614170" h="3418840">
                  <a:moveTo>
                    <a:pt x="1613725" y="652894"/>
                  </a:moveTo>
                  <a:lnTo>
                    <a:pt x="1611998" y="652894"/>
                  </a:lnTo>
                  <a:lnTo>
                    <a:pt x="1611998" y="646544"/>
                  </a:lnTo>
                  <a:lnTo>
                    <a:pt x="1601431" y="646544"/>
                  </a:lnTo>
                  <a:lnTo>
                    <a:pt x="1601431" y="652894"/>
                  </a:lnTo>
                  <a:lnTo>
                    <a:pt x="1601431" y="1040244"/>
                  </a:lnTo>
                  <a:lnTo>
                    <a:pt x="1601431" y="1046594"/>
                  </a:lnTo>
                  <a:lnTo>
                    <a:pt x="1611998" y="1046594"/>
                  </a:lnTo>
                  <a:lnTo>
                    <a:pt x="1611998" y="1040244"/>
                  </a:lnTo>
                  <a:lnTo>
                    <a:pt x="1613725" y="1040244"/>
                  </a:lnTo>
                  <a:lnTo>
                    <a:pt x="1613725" y="652894"/>
                  </a:lnTo>
                  <a:close/>
                </a:path>
              </a:pathLst>
            </a:custGeom>
            <a:solidFill>
              <a:srgbClr val="1215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50643" y="7012136"/>
              <a:ext cx="1519523" cy="332970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67399" y="7052543"/>
              <a:ext cx="86010" cy="848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Super PDF Plugin</dc:creator>
  <dcterms:created xsi:type="dcterms:W3CDTF">2026-03-30T07:40:16Z</dcterms:created>
  <dcterms:modified xsi:type="dcterms:W3CDTF">2026-03-30T07:40:16Z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Super PDF Plugin</vt:lpwstr>
  </property>
  <property fmtid="{D5CDD505-2E9C-101B-9397-08002B2CF9AE}" pid="4" name="Producer">
    <vt:lpwstr>Super PDF Plugin</vt:lpwstr>
  </property>
  <property fmtid="{D5CDD505-2E9C-101B-9397-08002B2CF9AE}" pid="5" name="LastSaved">
    <vt:filetime>2026-03-30T00:00:00Z</vt:filetime>
  </property>
</Properties>
</file>